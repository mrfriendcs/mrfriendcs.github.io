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2"/>
  </p:notesMasterIdLst>
  <p:sldIdLst>
    <p:sldId id="262" r:id="rId2"/>
    <p:sldId id="687" r:id="rId3"/>
    <p:sldId id="424" r:id="rId4"/>
    <p:sldId id="686" r:id="rId5"/>
    <p:sldId id="787" r:id="rId6"/>
    <p:sldId id="430" r:id="rId7"/>
    <p:sldId id="433" r:id="rId8"/>
    <p:sldId id="479" r:id="rId9"/>
    <p:sldId id="481" r:id="rId10"/>
    <p:sldId id="480" r:id="rId11"/>
    <p:sldId id="595" r:id="rId12"/>
    <p:sldId id="482" r:id="rId13"/>
    <p:sldId id="596" r:id="rId14"/>
    <p:sldId id="483" r:id="rId15"/>
    <p:sldId id="597" r:id="rId16"/>
    <p:sldId id="484" r:id="rId17"/>
    <p:sldId id="758" r:id="rId18"/>
    <p:sldId id="434" r:id="rId19"/>
    <p:sldId id="441" r:id="rId20"/>
    <p:sldId id="467" r:id="rId21"/>
    <p:sldId id="598" r:id="rId22"/>
    <p:sldId id="468" r:id="rId23"/>
    <p:sldId id="599" r:id="rId24"/>
    <p:sldId id="448" r:id="rId25"/>
    <p:sldId id="788" r:id="rId26"/>
    <p:sldId id="789" r:id="rId27"/>
    <p:sldId id="790" r:id="rId28"/>
    <p:sldId id="495" r:id="rId29"/>
    <p:sldId id="775" r:id="rId30"/>
    <p:sldId id="589" r:id="rId31"/>
    <p:sldId id="772" r:id="rId32"/>
    <p:sldId id="771" r:id="rId33"/>
    <p:sldId id="773" r:id="rId34"/>
    <p:sldId id="475" r:id="rId35"/>
    <p:sldId id="476" r:id="rId36"/>
    <p:sldId id="477" r:id="rId37"/>
    <p:sldId id="759" r:id="rId38"/>
    <p:sldId id="478" r:id="rId39"/>
    <p:sldId id="590" r:id="rId40"/>
    <p:sldId id="469" r:id="rId41"/>
    <p:sldId id="470" r:id="rId42"/>
    <p:sldId id="471" r:id="rId43"/>
    <p:sldId id="761" r:id="rId44"/>
    <p:sldId id="472" r:id="rId45"/>
    <p:sldId id="762" r:id="rId46"/>
    <p:sldId id="474" r:id="rId47"/>
    <p:sldId id="763" r:id="rId48"/>
    <p:sldId id="473" r:id="rId49"/>
    <p:sldId id="764" r:id="rId50"/>
    <p:sldId id="496" r:id="rId51"/>
    <p:sldId id="765" r:id="rId52"/>
    <p:sldId id="485" r:id="rId53"/>
    <p:sldId id="486" r:id="rId54"/>
    <p:sldId id="487" r:id="rId55"/>
    <p:sldId id="760" r:id="rId56"/>
    <p:sldId id="488" r:id="rId57"/>
    <p:sldId id="776" r:id="rId58"/>
    <p:sldId id="701" r:id="rId59"/>
    <p:sldId id="740" r:id="rId60"/>
    <p:sldId id="791" r:id="rId61"/>
    <p:sldId id="792" r:id="rId62"/>
    <p:sldId id="777" r:id="rId63"/>
    <p:sldId id="778" r:id="rId64"/>
    <p:sldId id="489" r:id="rId65"/>
    <p:sldId id="497" r:id="rId66"/>
    <p:sldId id="873" r:id="rId67"/>
    <p:sldId id="490" r:id="rId68"/>
    <p:sldId id="513" r:id="rId69"/>
    <p:sldId id="592" r:id="rId70"/>
    <p:sldId id="493" r:id="rId71"/>
    <p:sldId id="593" r:id="rId72"/>
    <p:sldId id="491" r:id="rId73"/>
    <p:sldId id="594" r:id="rId74"/>
    <p:sldId id="685" r:id="rId75"/>
    <p:sldId id="786" r:id="rId76"/>
    <p:sldId id="680" r:id="rId77"/>
    <p:sldId id="681" r:id="rId78"/>
    <p:sldId id="682" r:id="rId79"/>
    <p:sldId id="684" r:id="rId80"/>
    <p:sldId id="779" r:id="rId81"/>
    <p:sldId id="780" r:id="rId82"/>
    <p:sldId id="783" r:id="rId83"/>
    <p:sldId id="781" r:id="rId84"/>
    <p:sldId id="784" r:id="rId85"/>
    <p:sldId id="782" r:id="rId86"/>
    <p:sldId id="785" r:id="rId87"/>
    <p:sldId id="494" r:id="rId88"/>
    <p:sldId id="499" r:id="rId89"/>
    <p:sldId id="508" r:id="rId90"/>
    <p:sldId id="507" r:id="rId91"/>
    <p:sldId id="509" r:id="rId92"/>
    <p:sldId id="757" r:id="rId93"/>
    <p:sldId id="693" r:id="rId94"/>
    <p:sldId id="506" r:id="rId95"/>
    <p:sldId id="688" r:id="rId96"/>
    <p:sldId id="447" r:id="rId97"/>
    <p:sldId id="691" r:id="rId98"/>
    <p:sldId id="504" r:id="rId99"/>
    <p:sldId id="690" r:id="rId100"/>
    <p:sldId id="537" r:id="rId101"/>
    <p:sldId id="856" r:id="rId102"/>
    <p:sldId id="866" r:id="rId103"/>
    <p:sldId id="860" r:id="rId104"/>
    <p:sldId id="867" r:id="rId105"/>
    <p:sldId id="858" r:id="rId106"/>
    <p:sldId id="868" r:id="rId107"/>
    <p:sldId id="869" r:id="rId108"/>
    <p:sldId id="871" r:id="rId109"/>
    <p:sldId id="870" r:id="rId110"/>
    <p:sldId id="872" r:id="rId111"/>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262"/>
            <p14:sldId id="687"/>
            <p14:sldId id="424"/>
            <p14:sldId id="686"/>
            <p14:sldId id="787"/>
            <p14:sldId id="430"/>
            <p14:sldId id="433"/>
          </p14:sldIdLst>
        </p14:section>
        <p14:section name="Aliases" id="{1D8E4C94-2161-400E-BE16-C2650E70DF4D}">
          <p14:sldIdLst>
            <p14:sldId id="479"/>
            <p14:sldId id="481"/>
            <p14:sldId id="480"/>
            <p14:sldId id="595"/>
            <p14:sldId id="482"/>
            <p14:sldId id="596"/>
            <p14:sldId id="483"/>
            <p14:sldId id="597"/>
            <p14:sldId id="484"/>
            <p14:sldId id="758"/>
          </p14:sldIdLst>
        </p14:section>
        <p14:section name="Wildcards" id="{2EDCD0F4-5722-4C0A-AACB-6CCC95B63552}">
          <p14:sldIdLst>
            <p14:sldId id="434"/>
            <p14:sldId id="441"/>
            <p14:sldId id="467"/>
            <p14:sldId id="598"/>
            <p14:sldId id="468"/>
            <p14:sldId id="599"/>
          </p14:sldIdLst>
        </p14:section>
        <p14:section name="Useful Functions" id="{0838BC72-7636-49DA-BBF4-4E0FA1BA2470}">
          <p14:sldIdLst>
            <p14:sldId id="448"/>
            <p14:sldId id="788"/>
            <p14:sldId id="789"/>
            <p14:sldId id="790"/>
            <p14:sldId id="495"/>
            <p14:sldId id="775"/>
            <p14:sldId id="589"/>
            <p14:sldId id="772"/>
            <p14:sldId id="771"/>
            <p14:sldId id="773"/>
          </p14:sldIdLst>
        </p14:section>
        <p14:section name="Computed Values" id="{987D9B64-A5E6-4B7E-BD86-5CE2CE842408}">
          <p14:sldIdLst>
            <p14:sldId id="475"/>
            <p14:sldId id="476"/>
            <p14:sldId id="477"/>
            <p14:sldId id="759"/>
            <p14:sldId id="478"/>
            <p14:sldId id="590"/>
          </p14:sldIdLst>
        </p14:section>
        <p14:section name="Aggregate Functions" id="{DFD8321B-36F9-46ED-A985-5131F6533219}">
          <p14:sldIdLst>
            <p14:sldId id="469"/>
            <p14:sldId id="470"/>
            <p14:sldId id="471"/>
            <p14:sldId id="761"/>
            <p14:sldId id="472"/>
            <p14:sldId id="762"/>
            <p14:sldId id="474"/>
            <p14:sldId id="763"/>
            <p14:sldId id="473"/>
            <p14:sldId id="764"/>
            <p14:sldId id="496"/>
            <p14:sldId id="765"/>
          </p14:sldIdLst>
        </p14:section>
        <p14:section name="GROUP BY" id="{E78808D3-F81D-43F7-BB75-C469491936EF}">
          <p14:sldIdLst>
            <p14:sldId id="485"/>
            <p14:sldId id="486"/>
            <p14:sldId id="487"/>
            <p14:sldId id="760"/>
            <p14:sldId id="488"/>
            <p14:sldId id="776"/>
            <p14:sldId id="701"/>
            <p14:sldId id="740"/>
            <p14:sldId id="791"/>
            <p14:sldId id="792"/>
            <p14:sldId id="777"/>
            <p14:sldId id="778"/>
          </p14:sldIdLst>
        </p14:section>
        <p14:section name="Double query" id="{044C4488-F2F9-4ECB-B0C2-98E57205C295}">
          <p14:sldIdLst>
            <p14:sldId id="489"/>
            <p14:sldId id="497"/>
            <p14:sldId id="873"/>
            <p14:sldId id="490"/>
            <p14:sldId id="513"/>
            <p14:sldId id="592"/>
            <p14:sldId id="493"/>
            <p14:sldId id="593"/>
            <p14:sldId id="491"/>
            <p14:sldId id="594"/>
          </p14:sldIdLst>
        </p14:section>
        <p14:section name="Analysis" id="{FA6D905C-B725-4FE5-81CF-8BC105090DA1}">
          <p14:sldIdLst>
            <p14:sldId id="685"/>
            <p14:sldId id="786"/>
            <p14:sldId id="680"/>
            <p14:sldId id="681"/>
            <p14:sldId id="682"/>
            <p14:sldId id="684"/>
          </p14:sldIdLst>
        </p14:section>
        <p14:section name="EO Diagrams" id="{5D78AB47-F661-4F56-A1FC-3BE889E7F19F}">
          <p14:sldIdLst>
            <p14:sldId id="779"/>
            <p14:sldId id="780"/>
            <p14:sldId id="783"/>
            <p14:sldId id="781"/>
            <p14:sldId id="784"/>
            <p14:sldId id="782"/>
            <p14:sldId id="785"/>
          </p14:sldIdLst>
        </p14:section>
        <p14:section name="Compound Keys" id="{1B774313-8165-49D8-85F7-5A18BEBBB43B}">
          <p14:sldIdLst>
            <p14:sldId id="494"/>
            <p14:sldId id="499"/>
            <p14:sldId id="508"/>
            <p14:sldId id="507"/>
            <p14:sldId id="509"/>
            <p14:sldId id="757"/>
            <p14:sldId id="693"/>
            <p14:sldId id="506"/>
            <p14:sldId id="688"/>
            <p14:sldId id="447"/>
            <p14:sldId id="691"/>
            <p14:sldId id="504"/>
            <p14:sldId id="690"/>
          </p14:sldIdLst>
        </p14:section>
        <p14:section name="Evaluation" id="{23FFF015-B520-42F2-A1F1-581D6C69AC17}">
          <p14:sldIdLst>
            <p14:sldId id="537"/>
            <p14:sldId id="856"/>
            <p14:sldId id="866"/>
            <p14:sldId id="860"/>
            <p14:sldId id="867"/>
            <p14:sldId id="858"/>
            <p14:sldId id="868"/>
            <p14:sldId id="869"/>
            <p14:sldId id="871"/>
            <p14:sldId id="870"/>
            <p14:sldId id="87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DD7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31" autoAdjust="0"/>
    <p:restoredTop sz="84865" autoAdjust="0"/>
  </p:normalViewPr>
  <p:slideViewPr>
    <p:cSldViewPr snapToGrid="0" showGuides="1">
      <p:cViewPr varScale="1">
        <p:scale>
          <a:sx n="56" d="100"/>
          <a:sy n="56" d="100"/>
        </p:scale>
        <p:origin x="1048" y="56"/>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microsoft.com/office/2016/11/relationships/changesInfo" Target="changesInfos/changesInfo1.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notesMaster" Target="notesMasters/notesMaster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presProps" Target="pres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86267C0B-2CD9-41BA-80EA-F8864E498CAF}"/>
  </pc:docChgLst>
  <pc:docChgLst>
    <pc:chgData name="Al Friend" userId="e5ed79da-d858-46d4-9eed-a7a24903f2de" providerId="ADAL" clId="{262E20AF-7CF5-40DA-B920-234D8BAB6C8F}"/>
  </pc:docChgLst>
  <pc:docChgLst>
    <pc:chgData name="Al Friend" userId="e5ed79da-d858-46d4-9eed-a7a24903f2de" providerId="ADAL" clId="{A321C44D-CDC8-457A-B83A-AE1FCE227571}"/>
  </pc:docChgLst>
  <pc:docChgLst>
    <pc:chgData name="Al Friend" userId="e5ed79da-d858-46d4-9eed-a7a24903f2de" providerId="ADAL" clId="{7EBC21C9-36A6-45B2-B043-A3E9805CDF51}"/>
    <pc:docChg chg="undo redo custSel addSld modSld sldOrd modSection">
      <pc:chgData name="Al Friend" userId="e5ed79da-d858-46d4-9eed-a7a24903f2de" providerId="ADAL" clId="{7EBC21C9-36A6-45B2-B043-A3E9805CDF51}" dt="2025-11-12T14:22:19.791" v="346" actId="20577"/>
      <pc:docMkLst>
        <pc:docMk/>
      </pc:docMkLst>
      <pc:sldChg chg="ord">
        <pc:chgData name="Al Friend" userId="e5ed79da-d858-46d4-9eed-a7a24903f2de" providerId="ADAL" clId="{7EBC21C9-36A6-45B2-B043-A3E9805CDF51}" dt="2025-11-05T10:36:46.274" v="143"/>
        <pc:sldMkLst>
          <pc:docMk/>
          <pc:sldMk cId="1378454003" sldId="448"/>
        </pc:sldMkLst>
      </pc:sldChg>
      <pc:sldChg chg="modSp">
        <pc:chgData name="Al Friend" userId="e5ed79da-d858-46d4-9eed-a7a24903f2de" providerId="ADAL" clId="{7EBC21C9-36A6-45B2-B043-A3E9805CDF51}" dt="2025-11-04T11:37:27.172" v="121" actId="1037"/>
        <pc:sldMkLst>
          <pc:docMk/>
          <pc:sldMk cId="2052178966" sldId="467"/>
        </pc:sldMkLst>
        <pc:spChg chg="mod">
          <ac:chgData name="Al Friend" userId="e5ed79da-d858-46d4-9eed-a7a24903f2de" providerId="ADAL" clId="{7EBC21C9-36A6-45B2-B043-A3E9805CDF51}" dt="2025-11-04T11:37:27.172" v="121" actId="1037"/>
          <ac:spMkLst>
            <pc:docMk/>
            <pc:sldMk cId="2052178966" sldId="467"/>
            <ac:spMk id="6" creationId="{CA47E56C-5DB8-4159-B2B6-0AC97A9CCBAB}"/>
          </ac:spMkLst>
        </pc:spChg>
        <pc:spChg chg="mod">
          <ac:chgData name="Al Friend" userId="e5ed79da-d858-46d4-9eed-a7a24903f2de" providerId="ADAL" clId="{7EBC21C9-36A6-45B2-B043-A3E9805CDF51}" dt="2025-11-04T11:37:22.133" v="104" actId="1037"/>
          <ac:spMkLst>
            <pc:docMk/>
            <pc:sldMk cId="2052178966" sldId="467"/>
            <ac:spMk id="7" creationId="{50AAC98C-F945-C259-7F14-B01DB38E30EB}"/>
          </ac:spMkLst>
        </pc:spChg>
      </pc:sldChg>
      <pc:sldChg chg="modSp">
        <pc:chgData name="Al Friend" userId="e5ed79da-d858-46d4-9eed-a7a24903f2de" providerId="ADAL" clId="{7EBC21C9-36A6-45B2-B043-A3E9805CDF51}" dt="2025-11-05T10:32:41.582" v="128" actId="20577"/>
        <pc:sldMkLst>
          <pc:docMk/>
          <pc:sldMk cId="40042554" sldId="471"/>
        </pc:sldMkLst>
        <pc:spChg chg="mod">
          <ac:chgData name="Al Friend" userId="e5ed79da-d858-46d4-9eed-a7a24903f2de" providerId="ADAL" clId="{7EBC21C9-36A6-45B2-B043-A3E9805CDF51}" dt="2025-11-05T10:32:41.582" v="128" actId="20577"/>
          <ac:spMkLst>
            <pc:docMk/>
            <pc:sldMk cId="40042554" sldId="471"/>
            <ac:spMk id="5" creationId="{C5786D92-2AB0-D36B-A2BC-31B1C89FF7DD}"/>
          </ac:spMkLst>
        </pc:spChg>
      </pc:sldChg>
      <pc:sldChg chg="modSp">
        <pc:chgData name="Al Friend" userId="e5ed79da-d858-46d4-9eed-a7a24903f2de" providerId="ADAL" clId="{7EBC21C9-36A6-45B2-B043-A3E9805CDF51}" dt="2025-11-05T10:32:45" v="129" actId="20577"/>
        <pc:sldMkLst>
          <pc:docMk/>
          <pc:sldMk cId="1314343701" sldId="472"/>
        </pc:sldMkLst>
        <pc:spChg chg="mod">
          <ac:chgData name="Al Friend" userId="e5ed79da-d858-46d4-9eed-a7a24903f2de" providerId="ADAL" clId="{7EBC21C9-36A6-45B2-B043-A3E9805CDF51}" dt="2025-11-05T10:32:45" v="129" actId="20577"/>
          <ac:spMkLst>
            <pc:docMk/>
            <pc:sldMk cId="1314343701" sldId="472"/>
            <ac:spMk id="4" creationId="{0C75A64C-164B-E364-54A7-D8C9A5479CB1}"/>
          </ac:spMkLst>
        </pc:spChg>
      </pc:sldChg>
      <pc:sldChg chg="modSp">
        <pc:chgData name="Al Friend" userId="e5ed79da-d858-46d4-9eed-a7a24903f2de" providerId="ADAL" clId="{7EBC21C9-36A6-45B2-B043-A3E9805CDF51}" dt="2025-11-05T11:01:36.512" v="154" actId="1037"/>
        <pc:sldMkLst>
          <pc:docMk/>
          <pc:sldMk cId="1118836114" sldId="477"/>
        </pc:sldMkLst>
        <pc:spChg chg="mod">
          <ac:chgData name="Al Friend" userId="e5ed79da-d858-46d4-9eed-a7a24903f2de" providerId="ADAL" clId="{7EBC21C9-36A6-45B2-B043-A3E9805CDF51}" dt="2025-11-05T11:01:36.512" v="154" actId="1037"/>
          <ac:spMkLst>
            <pc:docMk/>
            <pc:sldMk cId="1118836114" sldId="477"/>
            <ac:spMk id="5" creationId="{C2FD1D64-4D71-ED86-33E1-18E0E0206C14}"/>
          </ac:spMkLst>
        </pc:spChg>
      </pc:sldChg>
      <pc:sldChg chg="modSp">
        <pc:chgData name="Al Friend" userId="e5ed79da-d858-46d4-9eed-a7a24903f2de" providerId="ADAL" clId="{7EBC21C9-36A6-45B2-B043-A3E9805CDF51}" dt="2025-11-04T11:10:52.011" v="35" actId="14100"/>
        <pc:sldMkLst>
          <pc:docMk/>
          <pc:sldMk cId="1470971289" sldId="480"/>
        </pc:sldMkLst>
        <pc:spChg chg="mod">
          <ac:chgData name="Al Friend" userId="e5ed79da-d858-46d4-9eed-a7a24903f2de" providerId="ADAL" clId="{7EBC21C9-36A6-45B2-B043-A3E9805CDF51}" dt="2025-11-04T11:10:39.515" v="19" actId="1037"/>
          <ac:spMkLst>
            <pc:docMk/>
            <pc:sldMk cId="1470971289" sldId="480"/>
            <ac:spMk id="4" creationId="{93721793-CA31-4B84-8EE1-CCC1FFFA35E8}"/>
          </ac:spMkLst>
        </pc:spChg>
        <pc:spChg chg="mod">
          <ac:chgData name="Al Friend" userId="e5ed79da-d858-46d4-9eed-a7a24903f2de" providerId="ADAL" clId="{7EBC21C9-36A6-45B2-B043-A3E9805CDF51}" dt="2025-11-04T11:10:52.011" v="35" actId="14100"/>
          <ac:spMkLst>
            <pc:docMk/>
            <pc:sldMk cId="1470971289" sldId="480"/>
            <ac:spMk id="5" creationId="{043215A2-63BF-4071-82E3-F5D3AD04ED7E}"/>
          </ac:spMkLst>
        </pc:spChg>
      </pc:sldChg>
      <pc:sldChg chg="modSp">
        <pc:chgData name="Al Friend" userId="e5ed79da-d858-46d4-9eed-a7a24903f2de" providerId="ADAL" clId="{7EBC21C9-36A6-45B2-B043-A3E9805CDF51}" dt="2025-11-04T11:24:18.959" v="47" actId="1037"/>
        <pc:sldMkLst>
          <pc:docMk/>
          <pc:sldMk cId="1332464609" sldId="482"/>
        </pc:sldMkLst>
        <pc:spChg chg="mod">
          <ac:chgData name="Al Friend" userId="e5ed79da-d858-46d4-9eed-a7a24903f2de" providerId="ADAL" clId="{7EBC21C9-36A6-45B2-B043-A3E9805CDF51}" dt="2025-11-04T11:24:18.959" v="47" actId="1037"/>
          <ac:spMkLst>
            <pc:docMk/>
            <pc:sldMk cId="1332464609" sldId="482"/>
            <ac:spMk id="4" creationId="{4F7F657C-0885-47FC-9332-3A73D95D6B79}"/>
          </ac:spMkLst>
        </pc:spChg>
      </pc:sldChg>
      <pc:sldChg chg="modSp">
        <pc:chgData name="Al Friend" userId="e5ed79da-d858-46d4-9eed-a7a24903f2de" providerId="ADAL" clId="{7EBC21C9-36A6-45B2-B043-A3E9805CDF51}" dt="2025-11-04T11:30:04.854" v="64" actId="1038"/>
        <pc:sldMkLst>
          <pc:docMk/>
          <pc:sldMk cId="932557511" sldId="483"/>
        </pc:sldMkLst>
        <pc:spChg chg="mod">
          <ac:chgData name="Al Friend" userId="e5ed79da-d858-46d4-9eed-a7a24903f2de" providerId="ADAL" clId="{7EBC21C9-36A6-45B2-B043-A3E9805CDF51}" dt="2025-11-04T11:30:04.854" v="64" actId="1038"/>
          <ac:spMkLst>
            <pc:docMk/>
            <pc:sldMk cId="932557511" sldId="483"/>
            <ac:spMk id="4" creationId="{70059189-A8F5-443B-840A-C462858FF9EC}"/>
          </ac:spMkLst>
        </pc:spChg>
      </pc:sldChg>
      <pc:sldChg chg="modSp">
        <pc:chgData name="Al Friend" userId="e5ed79da-d858-46d4-9eed-a7a24903f2de" providerId="ADAL" clId="{7EBC21C9-36A6-45B2-B043-A3E9805CDF51}" dt="2025-11-04T11:30:27.127" v="92" actId="1037"/>
        <pc:sldMkLst>
          <pc:docMk/>
          <pc:sldMk cId="1332464609" sldId="484"/>
        </pc:sldMkLst>
        <pc:spChg chg="mod">
          <ac:chgData name="Al Friend" userId="e5ed79da-d858-46d4-9eed-a7a24903f2de" providerId="ADAL" clId="{7EBC21C9-36A6-45B2-B043-A3E9805CDF51}" dt="2025-11-04T11:30:22.133" v="80" actId="1037"/>
          <ac:spMkLst>
            <pc:docMk/>
            <pc:sldMk cId="1332464609" sldId="484"/>
            <ac:spMk id="4" creationId="{B7CE4B85-86DF-46E6-8482-B52ACDB31684}"/>
          </ac:spMkLst>
        </pc:spChg>
        <pc:spChg chg="mod">
          <ac:chgData name="Al Friend" userId="e5ed79da-d858-46d4-9eed-a7a24903f2de" providerId="ADAL" clId="{7EBC21C9-36A6-45B2-B043-A3E9805CDF51}" dt="2025-11-04T11:30:27.127" v="92" actId="1037"/>
          <ac:spMkLst>
            <pc:docMk/>
            <pc:sldMk cId="1332464609" sldId="484"/>
            <ac:spMk id="5" creationId="{EC02A9DC-52B1-4524-8ECF-08E718F2F72F}"/>
          </ac:spMkLst>
        </pc:spChg>
      </pc:sldChg>
      <pc:sldChg chg="modSp">
        <pc:chgData name="Al Friend" userId="e5ed79da-d858-46d4-9eed-a7a24903f2de" providerId="ADAL" clId="{7EBC21C9-36A6-45B2-B043-A3E9805CDF51}" dt="2025-11-12T11:36:00.128" v="236" actId="692"/>
        <pc:sldMkLst>
          <pc:docMk/>
          <pc:sldMk cId="3448936418" sldId="491"/>
        </pc:sldMkLst>
        <pc:spChg chg="mod">
          <ac:chgData name="Al Friend" userId="e5ed79da-d858-46d4-9eed-a7a24903f2de" providerId="ADAL" clId="{7EBC21C9-36A6-45B2-B043-A3E9805CDF51}" dt="2025-11-12T11:36:00.128" v="236" actId="692"/>
          <ac:spMkLst>
            <pc:docMk/>
            <pc:sldMk cId="3448936418" sldId="491"/>
            <ac:spMk id="7" creationId="{6A9694D8-ACB3-45B8-9BD8-159A3806FA70}"/>
          </ac:spMkLst>
        </pc:spChg>
      </pc:sldChg>
      <pc:sldChg chg="modSp">
        <pc:chgData name="Al Friend" userId="e5ed79da-d858-46d4-9eed-a7a24903f2de" providerId="ADAL" clId="{7EBC21C9-36A6-45B2-B043-A3E9805CDF51}" dt="2025-11-12T14:22:19.791" v="346" actId="20577"/>
        <pc:sldMkLst>
          <pc:docMk/>
          <pc:sldMk cId="3470282460" sldId="493"/>
        </pc:sldMkLst>
        <pc:spChg chg="mod">
          <ac:chgData name="Al Friend" userId="e5ed79da-d858-46d4-9eed-a7a24903f2de" providerId="ADAL" clId="{7EBC21C9-36A6-45B2-B043-A3E9805CDF51}" dt="2025-11-12T14:22:19.791" v="346" actId="20577"/>
          <ac:spMkLst>
            <pc:docMk/>
            <pc:sldMk cId="3470282460" sldId="493"/>
            <ac:spMk id="8" creationId="{CFABE92C-5953-4861-B81B-63B50ED26AC8}"/>
          </ac:spMkLst>
        </pc:spChg>
        <pc:spChg chg="mod">
          <ac:chgData name="Al Friend" userId="e5ed79da-d858-46d4-9eed-a7a24903f2de" providerId="ADAL" clId="{7EBC21C9-36A6-45B2-B043-A3E9805CDF51}" dt="2025-11-12T11:36:10.459" v="238" actId="692"/>
          <ac:spMkLst>
            <pc:docMk/>
            <pc:sldMk cId="3470282460" sldId="493"/>
            <ac:spMk id="9" creationId="{B512F120-344F-4640-B3E2-359F2279C62B}"/>
          </ac:spMkLst>
        </pc:spChg>
      </pc:sldChg>
      <pc:sldChg chg="modSp ord">
        <pc:chgData name="Al Friend" userId="e5ed79da-d858-46d4-9eed-a7a24903f2de" providerId="ADAL" clId="{7EBC21C9-36A6-45B2-B043-A3E9805CDF51}" dt="2025-11-05T14:23:58.511" v="195" actId="1037"/>
        <pc:sldMkLst>
          <pc:docMk/>
          <pc:sldMk cId="2101183669" sldId="495"/>
        </pc:sldMkLst>
        <pc:spChg chg="mod">
          <ac:chgData name="Al Friend" userId="e5ed79da-d858-46d4-9eed-a7a24903f2de" providerId="ADAL" clId="{7EBC21C9-36A6-45B2-B043-A3E9805CDF51}" dt="2025-11-05T14:12:56.732" v="157" actId="113"/>
          <ac:spMkLst>
            <pc:docMk/>
            <pc:sldMk cId="2101183669" sldId="495"/>
            <ac:spMk id="4" creationId="{185813CB-9FAE-BFE0-99F7-D887C6794568}"/>
          </ac:spMkLst>
        </pc:spChg>
        <pc:spChg chg="mod">
          <ac:chgData name="Al Friend" userId="e5ed79da-d858-46d4-9eed-a7a24903f2de" providerId="ADAL" clId="{7EBC21C9-36A6-45B2-B043-A3E9805CDF51}" dt="2025-11-05T14:23:58.511" v="195" actId="1037"/>
          <ac:spMkLst>
            <pc:docMk/>
            <pc:sldMk cId="2101183669" sldId="495"/>
            <ac:spMk id="5" creationId="{EB0E0EEA-3A4A-497B-97CE-13740A7D5F02}"/>
          </ac:spMkLst>
        </pc:spChg>
      </pc:sldChg>
      <pc:sldChg chg="modSp">
        <pc:chgData name="Al Friend" userId="e5ed79da-d858-46d4-9eed-a7a24903f2de" providerId="ADAL" clId="{7EBC21C9-36A6-45B2-B043-A3E9805CDF51}" dt="2025-11-12T11:33:56.983" v="226" actId="403"/>
        <pc:sldMkLst>
          <pc:docMk/>
          <pc:sldMk cId="370581991" sldId="497"/>
        </pc:sldMkLst>
        <pc:spChg chg="mod">
          <ac:chgData name="Al Friend" userId="e5ed79da-d858-46d4-9eed-a7a24903f2de" providerId="ADAL" clId="{7EBC21C9-36A6-45B2-B043-A3E9805CDF51}" dt="2025-11-12T11:33:56.983" v="226" actId="403"/>
          <ac:spMkLst>
            <pc:docMk/>
            <pc:sldMk cId="370581991" sldId="497"/>
            <ac:spMk id="6" creationId="{25AFD6C5-1D6E-4880-A9FA-6A33E0E7093E}"/>
          </ac:spMkLst>
        </pc:spChg>
      </pc:sldChg>
      <pc:sldChg chg="modSp">
        <pc:chgData name="Al Friend" userId="e5ed79da-d858-46d4-9eed-a7a24903f2de" providerId="ADAL" clId="{7EBC21C9-36A6-45B2-B043-A3E9805CDF51}" dt="2025-11-12T11:36:27.059" v="242" actId="692"/>
        <pc:sldMkLst>
          <pc:docMk/>
          <pc:sldMk cId="3479897373" sldId="513"/>
        </pc:sldMkLst>
        <pc:spChg chg="mod">
          <ac:chgData name="Al Friend" userId="e5ed79da-d858-46d4-9eed-a7a24903f2de" providerId="ADAL" clId="{7EBC21C9-36A6-45B2-B043-A3E9805CDF51}" dt="2025-11-12T11:34:49.561" v="233" actId="20577"/>
          <ac:spMkLst>
            <pc:docMk/>
            <pc:sldMk cId="3479897373" sldId="513"/>
            <ac:spMk id="4" creationId="{18209E76-511B-8593-E056-8BB623981B3A}"/>
          </ac:spMkLst>
        </pc:spChg>
        <pc:spChg chg="mod">
          <ac:chgData name="Al Friend" userId="e5ed79da-d858-46d4-9eed-a7a24903f2de" providerId="ADAL" clId="{7EBC21C9-36A6-45B2-B043-A3E9805CDF51}" dt="2025-11-12T11:36:27.059" v="242" actId="692"/>
          <ac:spMkLst>
            <pc:docMk/>
            <pc:sldMk cId="3479897373" sldId="513"/>
            <ac:spMk id="5" creationId="{6D2EF630-5AF1-4974-BD56-0BD5A45FB059}"/>
          </ac:spMkLst>
        </pc:spChg>
        <pc:spChg chg="mod">
          <ac:chgData name="Al Friend" userId="e5ed79da-d858-46d4-9eed-a7a24903f2de" providerId="ADAL" clId="{7EBC21C9-36A6-45B2-B043-A3E9805CDF51}" dt="2025-11-12T11:36:27.059" v="242" actId="692"/>
          <ac:spMkLst>
            <pc:docMk/>
            <pc:sldMk cId="3479897373" sldId="513"/>
            <ac:spMk id="8" creationId="{4E063AD4-6ECC-084B-CBC7-7B0DFA360F57}"/>
          </ac:spMkLst>
        </pc:spChg>
      </pc:sldChg>
      <pc:sldChg chg="modSp ord">
        <pc:chgData name="Al Friend" userId="e5ed79da-d858-46d4-9eed-a7a24903f2de" providerId="ADAL" clId="{7EBC21C9-36A6-45B2-B043-A3E9805CDF51}" dt="2025-11-05T14:13:27.788" v="160" actId="14100"/>
        <pc:sldMkLst>
          <pc:docMk/>
          <pc:sldMk cId="4107584093" sldId="589"/>
        </pc:sldMkLst>
        <pc:spChg chg="mod">
          <ac:chgData name="Al Friend" userId="e5ed79da-d858-46d4-9eed-a7a24903f2de" providerId="ADAL" clId="{7EBC21C9-36A6-45B2-B043-A3E9805CDF51}" dt="2025-11-05T14:13:27.788" v="160" actId="14100"/>
          <ac:spMkLst>
            <pc:docMk/>
            <pc:sldMk cId="4107584093" sldId="589"/>
            <ac:spMk id="4" creationId="{77E8332C-AADD-4F2B-B0E2-AC0B43D6AE90}"/>
          </ac:spMkLst>
        </pc:spChg>
      </pc:sldChg>
      <pc:sldChg chg="modSp">
        <pc:chgData name="Al Friend" userId="e5ed79da-d858-46d4-9eed-a7a24903f2de" providerId="ADAL" clId="{7EBC21C9-36A6-45B2-B043-A3E9805CDF51}" dt="2025-11-12T11:34:55.685" v="234" actId="20577"/>
        <pc:sldMkLst>
          <pc:docMk/>
          <pc:sldMk cId="3987821192" sldId="592"/>
        </pc:sldMkLst>
        <pc:spChg chg="mod">
          <ac:chgData name="Al Friend" userId="e5ed79da-d858-46d4-9eed-a7a24903f2de" providerId="ADAL" clId="{7EBC21C9-36A6-45B2-B043-A3E9805CDF51}" dt="2025-11-12T11:34:55.685" v="234" actId="20577"/>
          <ac:spMkLst>
            <pc:docMk/>
            <pc:sldMk cId="3987821192" sldId="592"/>
            <ac:spMk id="4" creationId="{74A6396D-FB07-420B-ABDA-2CAC658A2AAA}"/>
          </ac:spMkLst>
        </pc:spChg>
      </pc:sldChg>
      <pc:sldChg chg="ord">
        <pc:chgData name="Al Friend" userId="e5ed79da-d858-46d4-9eed-a7a24903f2de" providerId="ADAL" clId="{7EBC21C9-36A6-45B2-B043-A3E9805CDF51}" dt="2025-10-30T11:22:30.191" v="0"/>
        <pc:sldMkLst>
          <pc:docMk/>
          <pc:sldMk cId="3688620620" sldId="687"/>
        </pc:sldMkLst>
      </pc:sldChg>
      <pc:sldChg chg="modSp ord">
        <pc:chgData name="Al Friend" userId="e5ed79da-d858-46d4-9eed-a7a24903f2de" providerId="ADAL" clId="{7EBC21C9-36A6-45B2-B043-A3E9805CDF51}" dt="2025-11-05T14:13:34.699" v="162" actId="14100"/>
        <pc:sldMkLst>
          <pc:docMk/>
          <pc:sldMk cId="731722010" sldId="771"/>
        </pc:sldMkLst>
        <pc:spChg chg="mod">
          <ac:chgData name="Al Friend" userId="e5ed79da-d858-46d4-9eed-a7a24903f2de" providerId="ADAL" clId="{7EBC21C9-36A6-45B2-B043-A3E9805CDF51}" dt="2025-11-05T14:13:34.699" v="162" actId="14100"/>
          <ac:spMkLst>
            <pc:docMk/>
            <pc:sldMk cId="731722010" sldId="771"/>
            <ac:spMk id="4" creationId="{77E8332C-AADD-4F2B-B0E2-AC0B43D6AE90}"/>
          </ac:spMkLst>
        </pc:spChg>
      </pc:sldChg>
      <pc:sldChg chg="ord">
        <pc:chgData name="Al Friend" userId="e5ed79da-d858-46d4-9eed-a7a24903f2de" providerId="ADAL" clId="{7EBC21C9-36A6-45B2-B043-A3E9805CDF51}" dt="2025-11-05T10:35:30.043" v="131"/>
        <pc:sldMkLst>
          <pc:docMk/>
          <pc:sldMk cId="2224595681" sldId="772"/>
        </pc:sldMkLst>
      </pc:sldChg>
      <pc:sldChg chg="ord">
        <pc:chgData name="Al Friend" userId="e5ed79da-d858-46d4-9eed-a7a24903f2de" providerId="ADAL" clId="{7EBC21C9-36A6-45B2-B043-A3E9805CDF51}" dt="2025-11-05T10:35:30.043" v="131"/>
        <pc:sldMkLst>
          <pc:docMk/>
          <pc:sldMk cId="234386027" sldId="773"/>
        </pc:sldMkLst>
      </pc:sldChg>
      <pc:sldChg chg="ord">
        <pc:chgData name="Al Friend" userId="e5ed79da-d858-46d4-9eed-a7a24903f2de" providerId="ADAL" clId="{7EBC21C9-36A6-45B2-B043-A3E9805CDF51}" dt="2025-11-05T10:35:30.043" v="131"/>
        <pc:sldMkLst>
          <pc:docMk/>
          <pc:sldMk cId="2734450975" sldId="775"/>
        </pc:sldMkLst>
      </pc:sldChg>
      <pc:sldChg chg="ord">
        <pc:chgData name="Al Friend" userId="e5ed79da-d858-46d4-9eed-a7a24903f2de" providerId="ADAL" clId="{7EBC21C9-36A6-45B2-B043-A3E9805CDF51}" dt="2025-11-05T10:36:46.274" v="143"/>
        <pc:sldMkLst>
          <pc:docMk/>
          <pc:sldMk cId="389849039" sldId="788"/>
        </pc:sldMkLst>
      </pc:sldChg>
      <pc:sldChg chg="modSp ord">
        <pc:chgData name="Al Friend" userId="e5ed79da-d858-46d4-9eed-a7a24903f2de" providerId="ADAL" clId="{7EBC21C9-36A6-45B2-B043-A3E9805CDF51}" dt="2025-11-05T14:13:11.127" v="158"/>
        <pc:sldMkLst>
          <pc:docMk/>
          <pc:sldMk cId="293292054" sldId="789"/>
        </pc:sldMkLst>
        <pc:spChg chg="mod">
          <ac:chgData name="Al Friend" userId="e5ed79da-d858-46d4-9eed-a7a24903f2de" providerId="ADAL" clId="{7EBC21C9-36A6-45B2-B043-A3E9805CDF51}" dt="2025-11-05T14:13:11.127" v="158"/>
          <ac:spMkLst>
            <pc:docMk/>
            <pc:sldMk cId="293292054" sldId="789"/>
            <ac:spMk id="7" creationId="{960ADA62-6F76-4B50-8402-A3FD578F96AA}"/>
          </ac:spMkLst>
        </pc:spChg>
      </pc:sldChg>
      <pc:sldChg chg="ord">
        <pc:chgData name="Al Friend" userId="e5ed79da-d858-46d4-9eed-a7a24903f2de" providerId="ADAL" clId="{7EBC21C9-36A6-45B2-B043-A3E9805CDF51}" dt="2025-11-05T10:36:46.274" v="143"/>
        <pc:sldMkLst>
          <pc:docMk/>
          <pc:sldMk cId="1729334769" sldId="790"/>
        </pc:sldMkLst>
      </pc:sldChg>
      <pc:sldChg chg="addSp delSp modSp modAnim">
        <pc:chgData name="Al Friend" userId="e5ed79da-d858-46d4-9eed-a7a24903f2de" providerId="ADAL" clId="{7EBC21C9-36A6-45B2-B043-A3E9805CDF51}" dt="2025-11-12T11:39:24.572" v="294"/>
        <pc:sldMkLst>
          <pc:docMk/>
          <pc:sldMk cId="1135862847" sldId="791"/>
        </pc:sldMkLst>
        <pc:spChg chg="add">
          <ac:chgData name="Al Friend" userId="e5ed79da-d858-46d4-9eed-a7a24903f2de" providerId="ADAL" clId="{7EBC21C9-36A6-45B2-B043-A3E9805CDF51}" dt="2025-11-12T11:38:13.918" v="258"/>
          <ac:spMkLst>
            <pc:docMk/>
            <pc:sldMk cId="1135862847" sldId="791"/>
            <ac:spMk id="2" creationId="{89AC2D94-70FA-4A39-8C94-2049C8290CD7}"/>
          </ac:spMkLst>
        </pc:spChg>
        <pc:spChg chg="add del">
          <ac:chgData name="Al Friend" userId="e5ed79da-d858-46d4-9eed-a7a24903f2de" providerId="ADAL" clId="{7EBC21C9-36A6-45B2-B043-A3E9805CDF51}" dt="2025-11-12T11:38:46.555" v="273"/>
          <ac:spMkLst>
            <pc:docMk/>
            <pc:sldMk cId="1135862847" sldId="791"/>
            <ac:spMk id="3" creationId="{4E7461B1-6E81-4EAD-BDB7-4F4511F6C1E0}"/>
          </ac:spMkLst>
        </pc:spChg>
        <pc:spChg chg="mod">
          <ac:chgData name="Al Friend" userId="e5ed79da-d858-46d4-9eed-a7a24903f2de" providerId="ADAL" clId="{7EBC21C9-36A6-45B2-B043-A3E9805CDF51}" dt="2025-11-06T11:39:14.867" v="216" actId="20577"/>
          <ac:spMkLst>
            <pc:docMk/>
            <pc:sldMk cId="1135862847" sldId="791"/>
            <ac:spMk id="4" creationId="{08C76DEA-F650-51AB-7EE7-9B3064808EC0}"/>
          </ac:spMkLst>
        </pc:spChg>
        <pc:spChg chg="mod">
          <ac:chgData name="Al Friend" userId="e5ed79da-d858-46d4-9eed-a7a24903f2de" providerId="ADAL" clId="{7EBC21C9-36A6-45B2-B043-A3E9805CDF51}" dt="2025-11-12T11:37:33.555" v="250" actId="20577"/>
          <ac:spMkLst>
            <pc:docMk/>
            <pc:sldMk cId="1135862847" sldId="791"/>
            <ac:spMk id="19" creationId="{39027E70-266E-C921-B96A-180149336170}"/>
          </ac:spMkLst>
        </pc:spChg>
        <pc:spChg chg="mod">
          <ac:chgData name="Al Friend" userId="e5ed79da-d858-46d4-9eed-a7a24903f2de" providerId="ADAL" clId="{7EBC21C9-36A6-45B2-B043-A3E9805CDF51}" dt="2025-11-05T16:10:56.519" v="210" actId="1076"/>
          <ac:spMkLst>
            <pc:docMk/>
            <pc:sldMk cId="1135862847" sldId="791"/>
            <ac:spMk id="49" creationId="{32D80D9D-A915-458D-9FB9-52D0A8801C46}"/>
          </ac:spMkLst>
        </pc:spChg>
        <pc:graphicFrameChg chg="mod modGraphic">
          <ac:chgData name="Al Friend" userId="e5ed79da-d858-46d4-9eed-a7a24903f2de" providerId="ADAL" clId="{7EBC21C9-36A6-45B2-B043-A3E9805CDF51}" dt="2025-11-12T11:38:09.697" v="257" actId="20577"/>
          <ac:graphicFrameMkLst>
            <pc:docMk/>
            <pc:sldMk cId="1135862847" sldId="791"/>
            <ac:graphicFrameMk id="22" creationId="{E1C47C29-B1FD-7991-E626-2F12DC1AFFDE}"/>
          </ac:graphicFrameMkLst>
        </pc:graphicFrameChg>
        <pc:graphicFrameChg chg="mod modGraphic">
          <ac:chgData name="Al Friend" userId="e5ed79da-d858-46d4-9eed-a7a24903f2de" providerId="ADAL" clId="{7EBC21C9-36A6-45B2-B043-A3E9805CDF51}" dt="2025-11-12T11:39:11.733" v="287"/>
          <ac:graphicFrameMkLst>
            <pc:docMk/>
            <pc:sldMk cId="1135862847" sldId="791"/>
            <ac:graphicFrameMk id="23" creationId="{57FE39BF-DC05-E516-87E6-26364C7BBE24}"/>
          </ac:graphicFrameMkLst>
        </pc:graphicFrameChg>
        <pc:graphicFrameChg chg="mod modGraphic">
          <ac:chgData name="Al Friend" userId="e5ed79da-d858-46d4-9eed-a7a24903f2de" providerId="ADAL" clId="{7EBC21C9-36A6-45B2-B043-A3E9805CDF51}" dt="2025-11-12T11:39:24.572" v="294"/>
          <ac:graphicFrameMkLst>
            <pc:docMk/>
            <pc:sldMk cId="1135862847" sldId="791"/>
            <ac:graphicFrameMk id="36" creationId="{4F27B0EB-B143-43F2-BFD3-AEE124AF9F91}"/>
          </ac:graphicFrameMkLst>
        </pc:graphicFrameChg>
      </pc:sldChg>
      <pc:sldChg chg="modSp">
        <pc:chgData name="Al Friend" userId="e5ed79da-d858-46d4-9eed-a7a24903f2de" providerId="ADAL" clId="{7EBC21C9-36A6-45B2-B043-A3E9805CDF51}" dt="2025-11-12T11:40:40.635" v="333"/>
        <pc:sldMkLst>
          <pc:docMk/>
          <pc:sldMk cId="2187851890" sldId="792"/>
        </pc:sldMkLst>
        <pc:spChg chg="mod">
          <ac:chgData name="Al Friend" userId="e5ed79da-d858-46d4-9eed-a7a24903f2de" providerId="ADAL" clId="{7EBC21C9-36A6-45B2-B043-A3E9805CDF51}" dt="2025-11-06T11:39:19.267" v="220" actId="20577"/>
          <ac:spMkLst>
            <pc:docMk/>
            <pc:sldMk cId="2187851890" sldId="792"/>
            <ac:spMk id="4" creationId="{08C76DEA-F650-51AB-7EE7-9B3064808EC0}"/>
          </ac:spMkLst>
        </pc:spChg>
        <pc:graphicFrameChg chg="mod modGraphic">
          <ac:chgData name="Al Friend" userId="e5ed79da-d858-46d4-9eed-a7a24903f2de" providerId="ADAL" clId="{7EBC21C9-36A6-45B2-B043-A3E9805CDF51}" dt="2025-11-12T11:40:23.770" v="319" actId="20577"/>
          <ac:graphicFrameMkLst>
            <pc:docMk/>
            <pc:sldMk cId="2187851890" sldId="792"/>
            <ac:graphicFrameMk id="22" creationId="{E1C47C29-B1FD-7991-E626-2F12DC1AFFDE}"/>
          </ac:graphicFrameMkLst>
        </pc:graphicFrameChg>
        <pc:graphicFrameChg chg="mod modGraphic">
          <ac:chgData name="Al Friend" userId="e5ed79da-d858-46d4-9eed-a7a24903f2de" providerId="ADAL" clId="{7EBC21C9-36A6-45B2-B043-A3E9805CDF51}" dt="2025-11-12T11:40:32.807" v="326"/>
          <ac:graphicFrameMkLst>
            <pc:docMk/>
            <pc:sldMk cId="2187851890" sldId="792"/>
            <ac:graphicFrameMk id="23" creationId="{57FE39BF-DC05-E516-87E6-26364C7BBE24}"/>
          </ac:graphicFrameMkLst>
        </pc:graphicFrameChg>
        <pc:graphicFrameChg chg="mod modGraphic">
          <ac:chgData name="Al Friend" userId="e5ed79da-d858-46d4-9eed-a7a24903f2de" providerId="ADAL" clId="{7EBC21C9-36A6-45B2-B043-A3E9805CDF51}" dt="2025-11-12T11:40:40.635" v="333"/>
          <ac:graphicFrameMkLst>
            <pc:docMk/>
            <pc:sldMk cId="2187851890" sldId="792"/>
            <ac:graphicFrameMk id="36" creationId="{4F27B0EB-B143-43F2-BFD3-AEE124AF9F91}"/>
          </ac:graphicFrameMkLst>
        </pc:graphicFrameChg>
      </pc:sldChg>
      <pc:sldChg chg="delSp add modTransition delAnim modAnim">
        <pc:chgData name="Al Friend" userId="e5ed79da-d858-46d4-9eed-a7a24903f2de" providerId="ADAL" clId="{7EBC21C9-36A6-45B2-B043-A3E9805CDF51}" dt="2025-11-12T14:09:12.609" v="338"/>
        <pc:sldMkLst>
          <pc:docMk/>
          <pc:sldMk cId="665213086" sldId="873"/>
        </pc:sldMkLst>
        <pc:spChg chg="del">
          <ac:chgData name="Al Friend" userId="e5ed79da-d858-46d4-9eed-a7a24903f2de" providerId="ADAL" clId="{7EBC21C9-36A6-45B2-B043-A3E9805CDF51}" dt="2025-11-12T14:09:03.747" v="336" actId="478"/>
          <ac:spMkLst>
            <pc:docMk/>
            <pc:sldMk cId="665213086" sldId="873"/>
            <ac:spMk id="5" creationId="{5D044451-93CB-45DD-AA35-ACF5D4B8964C}"/>
          </ac:spMkLst>
        </pc:spChg>
        <pc:spChg chg="del">
          <ac:chgData name="Al Friend" userId="e5ed79da-d858-46d4-9eed-a7a24903f2de" providerId="ADAL" clId="{7EBC21C9-36A6-45B2-B043-A3E9805CDF51}" dt="2025-11-12T14:09:04.943" v="337" actId="478"/>
          <ac:spMkLst>
            <pc:docMk/>
            <pc:sldMk cId="665213086" sldId="873"/>
            <ac:spMk id="6" creationId="{25AFD6C5-1D6E-4880-A9FA-6A33E0E7093E}"/>
          </ac:spMkLst>
        </pc:spChg>
      </pc:sldChg>
    </pc:docChg>
  </pc:docChgLst>
  <pc:docChgLst>
    <pc:chgData name="Al Friend" userId="e5ed79da-d858-46d4-9eed-a7a24903f2de" providerId="ADAL" clId="{7629EF56-E4C2-4744-AEF1-479C866A7F49}"/>
  </pc:docChgLst>
  <pc:docChgLst>
    <pc:chgData name="Al Friend" userId="e5ed79da-d858-46d4-9eed-a7a24903f2de" providerId="ADAL" clId="{84C4C289-AD5C-4B25-AD63-E6DEBE2994A4}"/>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4A3955F4-B1A6-4812-98ED-2D6D02D94E35}">
      <dgm:prSet phldrT="[Text]"/>
      <dgm:spPr/>
      <dgm:t>
        <a:bodyPr/>
        <a:lstStyle/>
        <a:p>
          <a:r>
            <a:rPr lang="en-US" b="1" dirty="0"/>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dirty="0"/>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6">
        <dgm:presLayoutVars>
          <dgm:chMax val="1"/>
          <dgm:bulletEnabled val="1"/>
        </dgm:presLayoutVars>
      </dgm:prSet>
      <dgm:spPr/>
    </dgm:pt>
    <dgm:pt modelId="{19C32B8D-512E-49A1-A0E6-109384C61E4D}" type="pres">
      <dgm:prSet presAssocID="{13A3E740-D063-442F-85E3-8C13FFBDAFFB}" presName="descendantText" presStyleLbl="alignAcc1" presStyleIdx="0" presStyleCnt="6">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6">
        <dgm:presLayoutVars>
          <dgm:chMax val="1"/>
          <dgm:bulletEnabled val="1"/>
        </dgm:presLayoutVars>
      </dgm:prSet>
      <dgm:spPr/>
    </dgm:pt>
    <dgm:pt modelId="{0DFDFC6D-8604-4378-B6A3-6A6720006C95}" type="pres">
      <dgm:prSet presAssocID="{711BDD39-3FCE-427A-B0DC-2C28CEED9EDF}" presName="descendantText" presStyleLbl="alignAcc1" presStyleIdx="1" presStyleCnt="6">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6">
        <dgm:presLayoutVars>
          <dgm:chMax val="1"/>
          <dgm:bulletEnabled val="1"/>
        </dgm:presLayoutVars>
      </dgm:prSet>
      <dgm:spPr/>
    </dgm:pt>
    <dgm:pt modelId="{56AFEC8A-7D45-4965-A718-64DE087BA59E}" type="pres">
      <dgm:prSet presAssocID="{4C2AC2DB-DA7B-4EE8-A271-F42910EF38FA}" presName="descendantText" presStyleLbl="alignAcc1" presStyleIdx="2" presStyleCnt="6">
        <dgm:presLayoutVars>
          <dgm:bulletEnabled val="1"/>
        </dgm:presLayoutVars>
      </dgm:prSet>
      <dgm:spPr/>
    </dgm:pt>
    <dgm:pt modelId="{E061B53C-41F2-4FB1-8AB8-871078ECF09F}" type="pres">
      <dgm:prSet presAssocID="{E3247148-B6B0-4C23-B610-041B2044E035}"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3" presStyleCnt="6">
        <dgm:presLayoutVars>
          <dgm:chMax val="1"/>
          <dgm:bulletEnabled val="1"/>
        </dgm:presLayoutVars>
      </dgm:prSet>
      <dgm:spPr/>
    </dgm:pt>
    <dgm:pt modelId="{B2D4CD90-7709-4B59-AC85-D09667CFC12B}" type="pres">
      <dgm:prSet presAssocID="{4C515B8D-87D1-4362-95C3-18B42B452625}" presName="descendantText" presStyleLbl="alignAcc1" presStyleIdx="3" presStyleCnt="6">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4" presStyleCnt="6">
        <dgm:presLayoutVars>
          <dgm:chMax val="1"/>
          <dgm:bulletEnabled val="1"/>
        </dgm:presLayoutVars>
      </dgm:prSet>
      <dgm:spPr/>
    </dgm:pt>
    <dgm:pt modelId="{90709722-0E94-45E4-BEDD-48CB660682DD}" type="pres">
      <dgm:prSet presAssocID="{780589F0-2154-4E4C-8595-8806E5EF917A}" presName="descendantText" presStyleLbl="alignAcc1" presStyleIdx="4" presStyleCnt="6">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5" presStyleCnt="6">
        <dgm:presLayoutVars>
          <dgm:chMax val="1"/>
          <dgm:bulletEnabled val="1"/>
        </dgm:presLayoutVars>
      </dgm:prSet>
      <dgm:spPr/>
    </dgm:pt>
    <dgm:pt modelId="{C92F1771-01AA-4FF3-B7EC-0229DB7A592C}" type="pres">
      <dgm:prSet presAssocID="{9EC5D7E7-13E1-4749-A134-4C83AB922A61}" presName="descendantText" presStyleLbl="alignAcc1" presStyleIdx="5" presStyleCnt="6">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3"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4"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4944EAFC-B2B0-4E7D-94E9-B17B5C2D380E}" srcId="{AADFB80D-C2E8-416C-B522-D5F6D93F18D7}" destId="{9EC5D7E7-13E1-4749-A134-4C83AB922A61}" srcOrd="5"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4B8D09CE-12DA-4A98-A079-57B4B36ABD66}" type="presParOf" srcId="{7EBBDEE6-A55E-47FA-9020-5BC46200AFFC}" destId="{3E2A20E0-2799-4B60-847C-0291A143F060}" srcOrd="6"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7" destOrd="0" presId="urn:microsoft.com/office/officeart/2005/8/layout/chevron2"/>
    <dgm:cxn modelId="{5FCECAA4-B55F-4524-B52B-5579AFC35055}" type="presParOf" srcId="{7EBBDEE6-A55E-47FA-9020-5BC46200AFFC}" destId="{BC0413A5-5CFC-41A1-A4D1-32D9D3A580EB}" srcOrd="8"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9" destOrd="0" presId="urn:microsoft.com/office/officeart/2005/8/layout/chevron2"/>
    <dgm:cxn modelId="{9C5603DB-FB5F-489A-A5FC-119F4545BE24}" type="presParOf" srcId="{7EBBDEE6-A55E-47FA-9020-5BC46200AFFC}" destId="{5FCAE6DF-E40E-46F3-84CF-149E85A19097}" srcOrd="10"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Assignment</a:t>
          </a: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Exam</a:t>
          </a:r>
        </a:p>
      </dsp:txBody>
      <dsp:txXfrm rot="-5400000">
        <a:off x="675223" y="3415682"/>
        <a:ext cx="7401850" cy="5657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21106" y="123128"/>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SDD</a:t>
          </a:r>
        </a:p>
      </dsp:txBody>
      <dsp:txXfrm rot="-5400000">
        <a:off x="1" y="284603"/>
        <a:ext cx="565164" cy="242213"/>
      </dsp:txXfrm>
    </dsp:sp>
    <dsp:sp modelId="{19C32B8D-512E-49A1-A0E6-109384C61E4D}">
      <dsp:nvSpPr>
        <dsp:cNvPr id="0" name=""/>
        <dsp:cNvSpPr/>
      </dsp:nvSpPr>
      <dsp:spPr>
        <a:xfrm rot="5400000">
          <a:off x="4074024" y="-350683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565164" y="27640"/>
        <a:ext cx="7516897" cy="473559"/>
      </dsp:txXfrm>
    </dsp:sp>
    <dsp:sp modelId="{AAD30B60-88C6-4919-B6DD-9F480459E84E}">
      <dsp:nvSpPr>
        <dsp:cNvPr id="0" name=""/>
        <dsp:cNvSpPr/>
      </dsp:nvSpPr>
      <dsp:spPr>
        <a:xfrm rot="5400000">
          <a:off x="-121106" y="831111"/>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DDD</a:t>
          </a:r>
        </a:p>
      </dsp:txBody>
      <dsp:txXfrm rot="-5400000">
        <a:off x="1" y="992586"/>
        <a:ext cx="565164" cy="242213"/>
      </dsp:txXfrm>
    </dsp:sp>
    <dsp:sp modelId="{0DFDFC6D-8604-4378-B6A3-6A6720006C95}">
      <dsp:nvSpPr>
        <dsp:cNvPr id="0" name=""/>
        <dsp:cNvSpPr/>
      </dsp:nvSpPr>
      <dsp:spPr>
        <a:xfrm rot="5400000">
          <a:off x="4074024" y="-2798855"/>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565164" y="735623"/>
        <a:ext cx="7516897" cy="473559"/>
      </dsp:txXfrm>
    </dsp:sp>
    <dsp:sp modelId="{3451A250-69C4-4911-A975-CCB8D5F6053B}">
      <dsp:nvSpPr>
        <dsp:cNvPr id="0" name=""/>
        <dsp:cNvSpPr/>
      </dsp:nvSpPr>
      <dsp:spPr>
        <a:xfrm rot="5400000">
          <a:off x="-121106" y="1539095"/>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WDD</a:t>
          </a:r>
        </a:p>
      </dsp:txBody>
      <dsp:txXfrm rot="-5400000">
        <a:off x="1" y="1700570"/>
        <a:ext cx="565164" cy="242213"/>
      </dsp:txXfrm>
    </dsp:sp>
    <dsp:sp modelId="{56AFEC8A-7D45-4965-A718-64DE087BA59E}">
      <dsp:nvSpPr>
        <dsp:cNvPr id="0" name=""/>
        <dsp:cNvSpPr/>
      </dsp:nvSpPr>
      <dsp:spPr>
        <a:xfrm rot="5400000">
          <a:off x="4074024" y="-2090871"/>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565164" y="1443607"/>
        <a:ext cx="7516897" cy="473559"/>
      </dsp:txXfrm>
    </dsp:sp>
    <dsp:sp modelId="{17253025-0BE3-46B4-B2C8-BFD879D75B26}">
      <dsp:nvSpPr>
        <dsp:cNvPr id="0" name=""/>
        <dsp:cNvSpPr/>
      </dsp:nvSpPr>
      <dsp:spPr>
        <a:xfrm rot="5400000">
          <a:off x="-121106" y="2247078"/>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2408553"/>
        <a:ext cx="565164" cy="242213"/>
      </dsp:txXfrm>
    </dsp:sp>
    <dsp:sp modelId="{B2D4CD90-7709-4B59-AC85-D09667CFC12B}">
      <dsp:nvSpPr>
        <dsp:cNvPr id="0" name=""/>
        <dsp:cNvSpPr/>
      </dsp:nvSpPr>
      <dsp:spPr>
        <a:xfrm rot="5400000">
          <a:off x="4074024" y="-138288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Assignment</a:t>
          </a:r>
        </a:p>
      </dsp:txBody>
      <dsp:txXfrm rot="-5400000">
        <a:off x="565164" y="2151590"/>
        <a:ext cx="7516897" cy="473559"/>
      </dsp:txXfrm>
    </dsp:sp>
    <dsp:sp modelId="{056CCBB6-5CE0-4348-89C6-99FB2D3AB62B}">
      <dsp:nvSpPr>
        <dsp:cNvPr id="0" name=""/>
        <dsp:cNvSpPr/>
      </dsp:nvSpPr>
      <dsp:spPr>
        <a:xfrm rot="5400000">
          <a:off x="-121106" y="2955062"/>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C/Sys</a:t>
          </a:r>
        </a:p>
      </dsp:txBody>
      <dsp:txXfrm rot="-5400000">
        <a:off x="1" y="3116537"/>
        <a:ext cx="565164" cy="242213"/>
      </dsp:txXfrm>
    </dsp:sp>
    <dsp:sp modelId="{90709722-0E94-45E4-BEDD-48CB660682DD}">
      <dsp:nvSpPr>
        <dsp:cNvPr id="0" name=""/>
        <dsp:cNvSpPr/>
      </dsp:nvSpPr>
      <dsp:spPr>
        <a:xfrm rot="5400000">
          <a:off x="4074024" y="-674904"/>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565164" y="2859574"/>
        <a:ext cx="7516897" cy="473559"/>
      </dsp:txXfrm>
    </dsp:sp>
    <dsp:sp modelId="{EB2E52AE-8FCF-47D0-B499-CFCFAF1883A9}">
      <dsp:nvSpPr>
        <dsp:cNvPr id="0" name=""/>
        <dsp:cNvSpPr/>
      </dsp:nvSpPr>
      <dsp:spPr>
        <a:xfrm rot="5400000">
          <a:off x="-121106" y="3663045"/>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3824520"/>
        <a:ext cx="565164" cy="242213"/>
      </dsp:txXfrm>
    </dsp:sp>
    <dsp:sp modelId="{C92F1771-01AA-4FF3-B7EC-0229DB7A592C}">
      <dsp:nvSpPr>
        <dsp:cNvPr id="0" name=""/>
        <dsp:cNvSpPr/>
      </dsp:nvSpPr>
      <dsp:spPr>
        <a:xfrm rot="5400000">
          <a:off x="4074024" y="3307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Exam</a:t>
          </a:r>
        </a:p>
      </dsp:txBody>
      <dsp:txXfrm rot="-5400000">
        <a:off x="565164" y="3567556"/>
        <a:ext cx="7516897" cy="473559"/>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13/11/2025</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Attribute names: camelCase</a:t>
            </a:r>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41609374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1143627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https://mrfriendcs.github.io/h-cs/ddd/H-DDD-Practise/</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35802709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40664989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 is possible to give tables aliases but outside to scope</a:t>
            </a:r>
            <a:r>
              <a:rPr lang="en-GB" baseline="0" dirty="0"/>
              <a:t> of H CS.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4435259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25821184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6192870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18493290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1490042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14556225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Minimum</a:t>
            </a:r>
            <a:r>
              <a:rPr lang="en-GB" baseline="0" dirty="0"/>
              <a:t> of 2 </a:t>
            </a:r>
            <a:r>
              <a:rPr lang="en-GB" dirty="0"/>
              <a:t>characters, first 2 "Sm", then anything</a:t>
            </a:r>
            <a:r>
              <a:rPr lang="en-GB" baseline="0" dirty="0"/>
              <a:t> or even nothing</a:t>
            </a:r>
            <a:endParaRPr lang="en-GB" dirty="0"/>
          </a:p>
          <a:p>
            <a:r>
              <a:rPr lang="en-GB" dirty="0"/>
              <a:t>% percent symbol</a:t>
            </a:r>
          </a:p>
          <a:p>
            <a:endParaRPr lang="en-GB" dirty="0"/>
          </a:p>
          <a:p>
            <a:r>
              <a:rPr lang="en-GB"/>
              <a:t>Case sensitive?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15295563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23309153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Must be 5 characters, first 2 "Sm", last 2 "</a:t>
            </a:r>
            <a:r>
              <a:rPr lang="en-GB" dirty="0" err="1"/>
              <a:t>th</a:t>
            </a:r>
            <a:r>
              <a:rPr lang="en-GB" dirty="0"/>
              <a:t>", middle character can be anything</a:t>
            </a:r>
          </a:p>
          <a:p>
            <a:r>
              <a:rPr lang="en-GB" dirty="0"/>
              <a:t>_</a:t>
            </a:r>
            <a:r>
              <a:rPr lang="en-GB" baseline="0" dirty="0"/>
              <a:t> u</a:t>
            </a:r>
            <a:r>
              <a:rPr lang="en-GB" dirty="0"/>
              <a:t>nderscore symbol</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9916985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7622040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865161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6728148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13324682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4043649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800" b="0" i="0" dirty="0">
                <a:solidFill>
                  <a:srgbClr val="F0F0F0"/>
                </a:solidFill>
                <a:effectLst/>
                <a:latin typeface="Consolas" panose="020B0609020204030204" pitchFamily="49" charset="0"/>
              </a:rPr>
              <a:t>2451543.5</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28825773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7186960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sz="1800" dirty="0">
                <a:solidFill>
                  <a:srgbClr val="000000"/>
                </a:solidFill>
                <a:latin typeface="Consolas" panose="020B0609020204030204" pitchFamily="49" charset="0"/>
              </a:rPr>
              <a:t>1999-12-31</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32</a:t>
            </a:fld>
            <a:endParaRPr lang="en-GB"/>
          </a:p>
        </p:txBody>
      </p:sp>
    </p:spTree>
    <p:extLst>
      <p:ext uri="{BB962C8B-B14F-4D97-AF65-F5344CB8AC3E}">
        <p14:creationId xmlns:p14="http://schemas.microsoft.com/office/powerpoint/2010/main" val="31645392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18235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15950030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47109857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87952312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 WHERE statement, no condition / filter, every record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322248915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1715405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403730804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Counts the number of rows that are returned by the query.</a:t>
            </a:r>
          </a:p>
          <a:p>
            <a:r>
              <a:rPr lang="en-GB" dirty="0"/>
              <a:t>All datatypes.</a:t>
            </a:r>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19206083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241421999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maximum, or minimum, value returned by a query.</a:t>
            </a:r>
          </a:p>
          <a:p>
            <a:r>
              <a:rPr lang="en-GB" dirty="0"/>
              <a:t>Text, number, date, time.</a:t>
            </a:r>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176738566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96090002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sum (add them all up) of all the values returned by a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395920447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5694727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average of the values returned by the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34608784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44680412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Aggregate functions can't be mixed with columns</a:t>
            </a:r>
          </a:p>
          <a:p>
            <a:r>
              <a:rPr lang="en-GB" dirty="0"/>
              <a:t>Add the count, average rounded to 1 decimal place</a:t>
            </a:r>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98675786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51</a:t>
            </a:fld>
            <a:endParaRPr lang="en-GB"/>
          </a:p>
        </p:txBody>
      </p:sp>
    </p:spTree>
    <p:extLst>
      <p:ext uri="{BB962C8B-B14F-4D97-AF65-F5344CB8AC3E}">
        <p14:creationId xmlns:p14="http://schemas.microsoft.com/office/powerpoint/2010/main" val="10133362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374397137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337432449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294199685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215646237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345548573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01151952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22093862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310703471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unique – if it needs to be, group by PK as well</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23804530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Can't use an aggregate function in a WHERE clause</a:t>
            </a:r>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239860034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Can't use an aggregate function in a WHERE clause</a:t>
            </a:r>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2151842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Query 1 – this will be used as a subquery (SQL) / TEMP VIEW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25324003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SQLite – Two query approach using a TEMP VIEW.  It is deleted by the database when the connection is lost.</a:t>
            </a:r>
          </a:p>
          <a:p>
            <a:r>
              <a:rPr lang="en-GB" dirty="0"/>
              <a:t>SQLite view: MS Access query</a:t>
            </a:r>
          </a:p>
          <a:p>
            <a:r>
              <a:rPr lang="en-GB" dirty="0"/>
              <a:t>https://www.sqlitetutorial.net/sqlite-create-view/</a:t>
            </a:r>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54930422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244668421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111444202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4455962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Subquery: SQL</a:t>
            </a:r>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279494093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350554675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55253496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337436788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258592450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32750072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pupil can study many subjects – A subject can have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187334591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59089577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195006111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compound key is a primary key made from 2, or more, attributes.  Each attribute is a primary key in its own right.</a:t>
            </a:r>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148705240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298981716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2844367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BDD7E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13/11/2025</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13/11/2025</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13/11/2025</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13/11/2025</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13/11/2025</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13/11/2025</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13/11/2025</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13/11/2025</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13/11/2025</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13/11/2025</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13/11/2025</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13/11/2025</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Higher Computing Science</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60303413"/>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500"/>
                                        <p:tgtEl>
                                          <p:spTgt spid="5">
                                            <p:graphicEl>
                                              <a:dgm id="{19C32B8D-512E-49A1-A0E6-109384C61E4D}"/>
                                            </p:graphic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5" dur="500"/>
                                        <p:tgtEl>
                                          <p:spTgt spid="5">
                                            <p:graphicEl>
                                              <a:dgm id="{AAD30B60-88C6-4919-B6DD-9F480459E84E}"/>
                                            </p:graphicEl>
                                          </p:spTgt>
                                        </p:tgtEl>
                                      </p:cBhvr>
                                    </p:animEffect>
                                  </p:childTnLst>
                                </p:cTn>
                              </p:par>
                            </p:childTnLst>
                          </p:cTn>
                        </p:par>
                        <p:par>
                          <p:cTn id="16" fill="hold">
                            <p:stCondLst>
                              <p:cond delay="1500"/>
                            </p:stCondLst>
                            <p:childTnLst>
                              <p:par>
                                <p:cTn id="17" presetID="22" presetClass="entr" presetSubtype="8" fill="hold" grpId="0" nodeType="afterEffect">
                                  <p:stCondLst>
                                    <p:cond delay="0"/>
                                  </p:stCondLst>
                                  <p:childTnLst>
                                    <p:set>
                                      <p:cBhvr>
                                        <p:cTn id="18"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19" dur="500"/>
                                        <p:tgtEl>
                                          <p:spTgt spid="5">
                                            <p:graphicEl>
                                              <a:dgm id="{0DFDFC6D-8604-4378-B6A3-6A6720006C95}"/>
                                            </p:graphicEl>
                                          </p:spTgt>
                                        </p:tgtEl>
                                      </p:cBhvr>
                                    </p:animEffect>
                                  </p:childTnLst>
                                </p:cTn>
                              </p:par>
                            </p:childTnLst>
                          </p:cTn>
                        </p:par>
                        <p:par>
                          <p:cTn id="20" fill="hold">
                            <p:stCondLst>
                              <p:cond delay="2000"/>
                            </p:stCondLst>
                            <p:childTnLst>
                              <p:par>
                                <p:cTn id="21" presetID="22" presetClass="entr" presetSubtype="8" fill="hold" grpId="0" nodeType="afterEffect">
                                  <p:stCondLst>
                                    <p:cond delay="0"/>
                                  </p:stCondLst>
                                  <p:childTnLst>
                                    <p:set>
                                      <p:cBhvr>
                                        <p:cTn id="22"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3" dur="500"/>
                                        <p:tgtEl>
                                          <p:spTgt spid="5">
                                            <p:graphicEl>
                                              <a:dgm id="{3451A250-69C4-4911-A975-CCB8D5F6053B}"/>
                                            </p:graphicEl>
                                          </p:spTgt>
                                        </p:tgtEl>
                                      </p:cBhvr>
                                    </p:animEffect>
                                  </p:childTnLst>
                                </p:cTn>
                              </p:par>
                            </p:childTnLst>
                          </p:cTn>
                        </p:par>
                        <p:par>
                          <p:cTn id="24" fill="hold">
                            <p:stCondLst>
                              <p:cond delay="2500"/>
                            </p:stCondLst>
                            <p:childTnLst>
                              <p:par>
                                <p:cTn id="25" presetID="22" presetClass="entr" presetSubtype="8" fill="hold" grpId="0" nodeType="afterEffect">
                                  <p:stCondLst>
                                    <p:cond delay="0"/>
                                  </p:stCondLst>
                                  <p:childTnLst>
                                    <p:set>
                                      <p:cBhvr>
                                        <p:cTn id="26"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27" dur="500"/>
                                        <p:tgtEl>
                                          <p:spTgt spid="5">
                                            <p:graphicEl>
                                              <a:dgm id="{56AFEC8A-7D45-4965-A718-64DE087BA59E}"/>
                                            </p:graphicEl>
                                          </p:spTgt>
                                        </p:tgtEl>
                                      </p:cBhvr>
                                    </p:animEffect>
                                  </p:childTnLst>
                                </p:cTn>
                              </p:par>
                            </p:childTnLst>
                          </p:cTn>
                        </p:par>
                        <p:par>
                          <p:cTn id="28" fill="hold">
                            <p:stCondLst>
                              <p:cond delay="3000"/>
                            </p:stCondLst>
                            <p:childTnLst>
                              <p:par>
                                <p:cTn id="29" presetID="22" presetClass="entr" presetSubtype="8" fill="hold" grpId="0" nodeType="afterEffect">
                                  <p:stCondLst>
                                    <p:cond delay="0"/>
                                  </p:stCondLst>
                                  <p:childTnLst>
                                    <p:set>
                                      <p:cBhvr>
                                        <p:cTn id="30"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31" dur="500"/>
                                        <p:tgtEl>
                                          <p:spTgt spid="5">
                                            <p:graphicEl>
                                              <a:dgm id="{17253025-0BE3-46B4-B2C8-BFD879D75B26}"/>
                                            </p:graphicEl>
                                          </p:spTgt>
                                        </p:tgtEl>
                                      </p:cBhvr>
                                    </p:animEffect>
                                  </p:childTnLst>
                                </p:cTn>
                              </p:par>
                            </p:childTnLst>
                          </p:cTn>
                        </p:par>
                        <p:par>
                          <p:cTn id="32" fill="hold">
                            <p:stCondLst>
                              <p:cond delay="3500"/>
                            </p:stCondLst>
                            <p:childTnLst>
                              <p:par>
                                <p:cTn id="33" presetID="22" presetClass="entr" presetSubtype="8" fill="hold" grpId="0" nodeType="afterEffect">
                                  <p:stCondLst>
                                    <p:cond delay="0"/>
                                  </p:stCondLst>
                                  <p:childTnLst>
                                    <p:set>
                                      <p:cBhvr>
                                        <p:cTn id="34"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35" dur="500"/>
                                        <p:tgtEl>
                                          <p:spTgt spid="5">
                                            <p:graphicEl>
                                              <a:dgm id="{B2D4CD90-7709-4B59-AC85-D09667CFC12B}"/>
                                            </p:graphicEl>
                                          </p:spTgt>
                                        </p:tgtEl>
                                      </p:cBhvr>
                                    </p:animEffect>
                                  </p:childTnLst>
                                </p:cTn>
                              </p:par>
                            </p:childTnLst>
                          </p:cTn>
                        </p:par>
                        <p:par>
                          <p:cTn id="36" fill="hold">
                            <p:stCondLst>
                              <p:cond delay="4000"/>
                            </p:stCondLst>
                            <p:childTnLst>
                              <p:par>
                                <p:cTn id="37" presetID="22" presetClass="entr" presetSubtype="8" fill="hold" grpId="0" nodeType="afterEffect">
                                  <p:stCondLst>
                                    <p:cond delay="0"/>
                                  </p:stCondLst>
                                  <p:childTnLst>
                                    <p:set>
                                      <p:cBhvr>
                                        <p:cTn id="38"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9" dur="500"/>
                                        <p:tgtEl>
                                          <p:spTgt spid="5">
                                            <p:graphicEl>
                                              <a:dgm id="{056CCBB6-5CE0-4348-89C6-99FB2D3AB62B}"/>
                                            </p:graphicEl>
                                          </p:spTgt>
                                        </p:tgtEl>
                                      </p:cBhvr>
                                    </p:animEffect>
                                  </p:childTnLst>
                                </p:cTn>
                              </p:par>
                            </p:childTnLst>
                          </p:cTn>
                        </p:par>
                        <p:par>
                          <p:cTn id="40" fill="hold">
                            <p:stCondLst>
                              <p:cond delay="4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43" dur="500"/>
                                        <p:tgtEl>
                                          <p:spTgt spid="5">
                                            <p:graphicEl>
                                              <a:dgm id="{90709722-0E94-45E4-BEDD-48CB660682DD}"/>
                                            </p:graphicEl>
                                          </p:spTgt>
                                        </p:tgtEl>
                                      </p:cBhvr>
                                    </p:animEffect>
                                  </p:childTnLst>
                                </p:cTn>
                              </p:par>
                            </p:childTnLst>
                          </p:cTn>
                        </p:par>
                        <p:par>
                          <p:cTn id="44" fill="hold">
                            <p:stCondLst>
                              <p:cond delay="50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7" dur="500"/>
                                        <p:tgtEl>
                                          <p:spTgt spid="5">
                                            <p:graphicEl>
                                              <a:dgm id="{EB2E52AE-8FCF-47D0-B499-CFCFAF1883A9}"/>
                                            </p:graphicEl>
                                          </p:spTgt>
                                        </p:tgtEl>
                                      </p:cBhvr>
                                    </p:animEffect>
                                  </p:childTnLst>
                                </p:cTn>
                              </p:par>
                            </p:childTnLst>
                          </p:cTn>
                        </p:par>
                        <p:par>
                          <p:cTn id="48" fill="hold">
                            <p:stCondLst>
                              <p:cond delay="5500"/>
                            </p:stCondLst>
                            <p:childTnLst>
                              <p:par>
                                <p:cTn id="49" presetID="22" presetClass="entr" presetSubtype="8" fill="hold" grpId="0" nodeType="afterEffect">
                                  <p:stCondLst>
                                    <p:cond delay="0"/>
                                  </p:stCondLst>
                                  <p:childTnLst>
                                    <p:set>
                                      <p:cBhvr>
                                        <p:cTn id="50"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51" dur="500"/>
                                        <p:tgtEl>
                                          <p:spTgt spid="5">
                                            <p:graphicEl>
                                              <a:dgm id="{C92F1771-01AA-4FF3-B7EC-0229DB7A592C}"/>
                                            </p:graphicEl>
                                          </p:spTgt>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4"/>
                                        </p:tgtEl>
                                        <p:attrNameLst>
                                          <p:attrName>style.visibility</p:attrName>
                                        </p:attrNameLst>
                                      </p:cBhvr>
                                      <p:to>
                                        <p:strVal val="visible"/>
                                      </p:to>
                                    </p:set>
                                    <p:animEffect transition="in" filter="wipe(left)">
                                      <p:cBhvr>
                                        <p:cTn id="56" dur="1500"/>
                                        <p:tgtEl>
                                          <p:spTgt spid="4"/>
                                        </p:tgtEl>
                                      </p:cBhvr>
                                    </p:animEffect>
                                  </p:childTnLst>
                                </p:cTn>
                              </p:par>
                              <p:par>
                                <p:cTn id="57" presetID="22" presetClass="entr" presetSubtype="2" fill="hold" nodeType="withEffect">
                                  <p:stCondLst>
                                    <p:cond delay="0"/>
                                  </p:stCondLst>
                                  <p:childTnLst>
                                    <p:set>
                                      <p:cBhvr>
                                        <p:cTn id="58" dur="1" fill="hold">
                                          <p:stCondLst>
                                            <p:cond delay="0"/>
                                          </p:stCondLst>
                                        </p:cTn>
                                        <p:tgtEl>
                                          <p:spTgt spid="6"/>
                                        </p:tgtEl>
                                        <p:attrNameLst>
                                          <p:attrName>style.visibility</p:attrName>
                                        </p:attrNameLst>
                                      </p:cBhvr>
                                      <p:to>
                                        <p:strVal val="visible"/>
                                      </p:to>
                                    </p:set>
                                    <p:animEffect transition="in" filter="wipe(right)">
                                      <p:cBhvr>
                                        <p:cTn id="59"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tabLst>
                <a:tab pos="3771900" algn="ctr"/>
              </a:tabLst>
            </a:pPr>
            <a:r>
              <a:rPr lang="en-GB" dirty="0"/>
              <a:t>Software	67%</a:t>
            </a:r>
          </a:p>
          <a:p>
            <a:pPr indent="0">
              <a:tabLst>
                <a:tab pos="3771900" algn="ctr"/>
              </a:tabLst>
            </a:pPr>
            <a:r>
              <a:rPr lang="en-GB" dirty="0"/>
              <a:t>Databases	33%</a:t>
            </a:r>
          </a:p>
          <a:p>
            <a:pPr indent="0">
              <a:tabLst>
                <a:tab pos="3771900" algn="ctr"/>
              </a:tabLst>
            </a:pPr>
            <a:endParaRPr lang="en-GB" dirty="0"/>
          </a:p>
          <a:p>
            <a:pPr indent="0">
              <a:buNone/>
              <a:tabLst>
                <a:tab pos="3771900" algn="ctr"/>
              </a:tabLst>
            </a:pPr>
            <a:endParaRPr lang="en-GB" dirty="0"/>
          </a:p>
          <a:p>
            <a:pPr indent="0">
              <a:tabLst>
                <a:tab pos="3771900" algn="ctr"/>
              </a:tabLst>
            </a:pPr>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tabLst>
                <a:tab pos="3771900" algn="ctr"/>
              </a:tabLst>
            </a:pPr>
            <a:r>
              <a:rPr lang="en-GB" dirty="0"/>
              <a:t>Software 	54%</a:t>
            </a:r>
          </a:p>
          <a:p>
            <a:pPr indent="0">
              <a:tabLst>
                <a:tab pos="3771900" algn="ctr"/>
              </a:tabLst>
            </a:pPr>
            <a:r>
              <a:rPr lang="en-GB" dirty="0"/>
              <a:t>Databases 	33%</a:t>
            </a:r>
          </a:p>
          <a:p>
            <a:pPr indent="0">
              <a:tabLst>
                <a:tab pos="3771900" algn="ctr"/>
              </a:tabLst>
            </a:pPr>
            <a:r>
              <a:rPr lang="en-GB" dirty="0"/>
              <a:t>Computer Systems	13%</a:t>
            </a:r>
          </a:p>
          <a:p>
            <a:pPr marL="0" indent="0">
              <a:buNone/>
              <a:tabLst>
                <a:tab pos="3771900" algn="ctr"/>
              </a:tabLst>
            </a:pPr>
            <a:endParaRPr lang="en-GB" dirty="0"/>
          </a:p>
          <a:p>
            <a:pPr indent="0">
              <a:tabLst>
                <a:tab pos="3771900" algn="ctr"/>
              </a:tabLst>
            </a:pPr>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2 – 7</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3 – 6</a:t>
            </a:r>
          </a:p>
          <a:p>
            <a:pPr indent="0">
              <a:tabLst>
                <a:tab pos="3771900" algn="ctr"/>
              </a:tabLst>
            </a:pPr>
            <a:r>
              <a:rPr lang="en-GB" dirty="0"/>
              <a:t>Computer Systems	0 – 5</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678207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826392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aliases</a:t>
            </a:r>
          </a:p>
        </p:txBody>
      </p:sp>
    </p:spTree>
    <p:extLst>
      <p:ext uri="{BB962C8B-B14F-4D97-AF65-F5344CB8AC3E}">
        <p14:creationId xmlns:p14="http://schemas.microsoft.com/office/powerpoint/2010/main" val="10054008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N5 Revision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34199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93721793-CA31-4B84-8EE1-CCC1FFFA35E8}"/>
              </a:ext>
            </a:extLst>
          </p:cNvPr>
          <p:cNvSpPr/>
          <p:nvPr/>
        </p:nvSpPr>
        <p:spPr>
          <a:xfrm>
            <a:off x="7526962" y="969609"/>
            <a:ext cx="3291840" cy="862642"/>
          </a:xfrm>
          <a:prstGeom prst="callout2">
            <a:avLst>
              <a:gd name="adj1" fmla="val 48750"/>
              <a:gd name="adj2" fmla="val -189"/>
              <a:gd name="adj3" fmla="val 49049"/>
              <a:gd name="adj4" fmla="val -16179"/>
              <a:gd name="adj5" fmla="val 116348"/>
              <a:gd name="adj6" fmla="val -2324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5" name="Callout: Bent Line with No Border 4">
            <a:extLst>
              <a:ext uri="{FF2B5EF4-FFF2-40B4-BE49-F238E27FC236}">
                <a16:creationId xmlns:a16="http://schemas.microsoft.com/office/drawing/2014/main" id="{043215A2-63BF-4071-82E3-F5D3AD04ED7E}"/>
              </a:ext>
            </a:extLst>
          </p:cNvPr>
          <p:cNvSpPr/>
          <p:nvPr/>
        </p:nvSpPr>
        <p:spPr>
          <a:xfrm>
            <a:off x="9529173" y="2566358"/>
            <a:ext cx="1331860" cy="862642"/>
          </a:xfrm>
          <a:prstGeom prst="callout2">
            <a:avLst>
              <a:gd name="adj1" fmla="val 48750"/>
              <a:gd name="adj2" fmla="val -189"/>
              <a:gd name="adj3" fmla="val 49417"/>
              <a:gd name="adj4" fmla="val -32691"/>
              <a:gd name="adj5" fmla="val -9858"/>
              <a:gd name="adj6" fmla="val -7489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Tree>
    <p:extLst>
      <p:ext uri="{BB962C8B-B14F-4D97-AF65-F5344CB8AC3E}">
        <p14:creationId xmlns:p14="http://schemas.microsoft.com/office/powerpoint/2010/main" val="1470971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541281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4F7F657C-0885-47FC-9332-3A73D95D6B79}"/>
              </a:ext>
            </a:extLst>
          </p:cNvPr>
          <p:cNvSpPr/>
          <p:nvPr/>
        </p:nvSpPr>
        <p:spPr>
          <a:xfrm>
            <a:off x="7939759" y="1027906"/>
            <a:ext cx="2591082" cy="862642"/>
          </a:xfrm>
          <a:prstGeom prst="callout2">
            <a:avLst>
              <a:gd name="adj1" fmla="val 48750"/>
              <a:gd name="adj2" fmla="val -189"/>
              <a:gd name="adj3" fmla="val 49647"/>
              <a:gd name="adj4" fmla="val -15630"/>
              <a:gd name="adj5" fmla="val 100297"/>
              <a:gd name="adj6" fmla="val -2350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in brackets</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069661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0059189-A8F5-443B-840A-C462858FF9EC}"/>
              </a:ext>
            </a:extLst>
          </p:cNvPr>
          <p:cNvSpPr/>
          <p:nvPr/>
        </p:nvSpPr>
        <p:spPr>
          <a:xfrm>
            <a:off x="8571318" y="1259367"/>
            <a:ext cx="984929" cy="566258"/>
          </a:xfrm>
          <a:prstGeom prst="callout2">
            <a:avLst>
              <a:gd name="adj1" fmla="val 48750"/>
              <a:gd name="adj2" fmla="val -189"/>
              <a:gd name="adj3" fmla="val 49417"/>
              <a:gd name="adj4" fmla="val -32691"/>
              <a:gd name="adj5" fmla="val 110888"/>
              <a:gd name="adj6" fmla="val -45293"/>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567A433E-E691-4BFC-9B6B-B5540B46EE38}"/>
              </a:ext>
            </a:extLst>
          </p:cNvPr>
          <p:cNvSpPr/>
          <p:nvPr/>
        </p:nvSpPr>
        <p:spPr>
          <a:xfrm>
            <a:off x="6370318" y="4359377"/>
            <a:ext cx="3183323" cy="862642"/>
          </a:xfrm>
          <a:prstGeom prst="callout2">
            <a:avLst>
              <a:gd name="adj1" fmla="val 48750"/>
              <a:gd name="adj2" fmla="val -189"/>
              <a:gd name="adj3" fmla="val 49417"/>
              <a:gd name="adj4" fmla="val -16329"/>
              <a:gd name="adj5" fmla="val -9778"/>
              <a:gd name="adj6" fmla="val -21109"/>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932557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0123378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CE4B85-86DF-46E6-8482-B52ACDB31684}"/>
              </a:ext>
            </a:extLst>
          </p:cNvPr>
          <p:cNvSpPr/>
          <p:nvPr/>
        </p:nvSpPr>
        <p:spPr>
          <a:xfrm>
            <a:off x="9206236" y="1235951"/>
            <a:ext cx="950860" cy="590068"/>
          </a:xfrm>
          <a:prstGeom prst="callout2">
            <a:avLst>
              <a:gd name="adj1" fmla="val 48750"/>
              <a:gd name="adj2" fmla="val -189"/>
              <a:gd name="adj3" fmla="val 49417"/>
              <a:gd name="adj4" fmla="val -32190"/>
              <a:gd name="adj5" fmla="val 124875"/>
              <a:gd name="adj6" fmla="val -5425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EC02A9DC-52B1-4524-8ECF-08E718F2F72F}"/>
              </a:ext>
            </a:extLst>
          </p:cNvPr>
          <p:cNvSpPr/>
          <p:nvPr/>
        </p:nvSpPr>
        <p:spPr>
          <a:xfrm>
            <a:off x="6941209" y="4487371"/>
            <a:ext cx="3183323"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632636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wildcards</a:t>
            </a:r>
          </a:p>
        </p:txBody>
      </p:sp>
    </p:spTree>
    <p:extLst>
      <p:ext uri="{BB962C8B-B14F-4D97-AF65-F5344CB8AC3E}">
        <p14:creationId xmlns:p14="http://schemas.microsoft.com/office/powerpoint/2010/main" val="12339002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2514025" y="5396458"/>
            <a:ext cx="7163949" cy="1200329"/>
          </a:xfrm>
          <a:prstGeom prst="rect">
            <a:avLst/>
          </a:prstGeom>
          <a:noFill/>
        </p:spPr>
        <p:txBody>
          <a:bodyPr wrap="none" rtlCol="0">
            <a:spAutoFit/>
          </a:bodyPr>
          <a:lstStyle/>
          <a:p>
            <a:pPr algn="ctr"/>
            <a:r>
              <a:rPr lang="en-GB" sz="3600" dirty="0">
                <a:solidFill>
                  <a:srgbClr val="FF0000"/>
                </a:solidFill>
              </a:rPr>
              <a:t>%</a:t>
            </a:r>
            <a:r>
              <a:rPr lang="en-GB" sz="3600" dirty="0"/>
              <a:t> </a:t>
            </a:r>
            <a:r>
              <a:rPr lang="en-GB" sz="3600" dirty="0">
                <a:solidFill>
                  <a:srgbClr val="7030A0"/>
                </a:solidFill>
              </a:rPr>
              <a:t>represents zero or more characters</a:t>
            </a:r>
          </a:p>
          <a:p>
            <a:pPr algn="ctr"/>
            <a:r>
              <a:rPr lang="en-GB" sz="3600" dirty="0" err="1">
                <a:solidFill>
                  <a:srgbClr val="7030A0"/>
                </a:solidFill>
                <a:latin typeface="Consolas" panose="020B0609020204030204" pitchFamily="49" charset="0"/>
              </a:rPr>
              <a:t>Sm</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ithsonian</a:t>
            </a:r>
            <a:r>
              <a:rPr lang="en-GB" sz="3600" dirty="0">
                <a:solidFill>
                  <a:srgbClr val="7030A0"/>
                </a:solidFill>
                <a:latin typeface="Consolas" panose="020B0609020204030204" pitchFamily="49" charset="0"/>
              </a:rPr>
              <a:t>, etc</a:t>
            </a:r>
          </a:p>
        </p:txBody>
      </p:sp>
      <p:sp>
        <p:nvSpPr>
          <p:cNvPr id="6" name="Callout: Bent Line with No Border 5">
            <a:extLst>
              <a:ext uri="{FF2B5EF4-FFF2-40B4-BE49-F238E27FC236}">
                <a16:creationId xmlns:a16="http://schemas.microsoft.com/office/drawing/2014/main" id="{CA47E56C-5DB8-4159-B2B6-0AC97A9CCBAB}"/>
              </a:ext>
            </a:extLst>
          </p:cNvPr>
          <p:cNvSpPr/>
          <p:nvPr/>
        </p:nvSpPr>
        <p:spPr>
          <a:xfrm>
            <a:off x="9407175" y="3717557"/>
            <a:ext cx="1587946" cy="862642"/>
          </a:xfrm>
          <a:prstGeom prst="callout2">
            <a:avLst>
              <a:gd name="adj1" fmla="val 48750"/>
              <a:gd name="adj2" fmla="val -189"/>
              <a:gd name="adj3" fmla="val 49417"/>
              <a:gd name="adj4" fmla="val -32691"/>
              <a:gd name="adj5" fmla="val -11120"/>
              <a:gd name="adj6" fmla="val -4219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
        <p:nvSpPr>
          <p:cNvPr id="7" name="Callout: Bent Line with No Border 6">
            <a:extLst>
              <a:ext uri="{FF2B5EF4-FFF2-40B4-BE49-F238E27FC236}">
                <a16:creationId xmlns:a16="http://schemas.microsoft.com/office/drawing/2014/main" id="{50AAC98C-F945-C259-7F14-B01DB38E30EB}"/>
              </a:ext>
            </a:extLst>
          </p:cNvPr>
          <p:cNvSpPr/>
          <p:nvPr/>
        </p:nvSpPr>
        <p:spPr>
          <a:xfrm>
            <a:off x="8122249" y="2317079"/>
            <a:ext cx="1661638" cy="862642"/>
          </a:xfrm>
          <a:prstGeom prst="callout2">
            <a:avLst>
              <a:gd name="adj1" fmla="val 49992"/>
              <a:gd name="adj2" fmla="val -46"/>
              <a:gd name="adj3" fmla="val 49955"/>
              <a:gd name="adj4" fmla="val -18734"/>
              <a:gd name="adj5" fmla="val 97914"/>
              <a:gd name="adj6" fmla="val -46376"/>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Tree>
    <p:extLst>
      <p:ext uri="{BB962C8B-B14F-4D97-AF65-F5344CB8AC3E}">
        <p14:creationId xmlns:p14="http://schemas.microsoft.com/office/powerpoint/2010/main" val="2052178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1000"/>
                                        <p:tgtEl>
                                          <p:spTgt spid="6"/>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6" grpId="0" animBg="1"/>
      <p:bldP spid="7"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427224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3150546" y="5462932"/>
            <a:ext cx="5890907" cy="1200329"/>
          </a:xfrm>
          <a:prstGeom prst="rect">
            <a:avLst/>
          </a:prstGeom>
          <a:noFill/>
        </p:spPr>
        <p:txBody>
          <a:bodyPr wrap="none" rtlCol="0">
            <a:spAutoFit/>
          </a:bodyPr>
          <a:lstStyle/>
          <a:p>
            <a:pPr algn="ctr"/>
            <a:r>
              <a:rPr lang="en-GB" sz="3600" dirty="0">
                <a:solidFill>
                  <a:srgbClr val="FF0000"/>
                </a:solidFill>
              </a:rPr>
              <a:t>_</a:t>
            </a:r>
            <a:r>
              <a:rPr lang="en-GB" sz="3600" dirty="0"/>
              <a:t> </a:t>
            </a:r>
            <a:r>
              <a:rPr lang="en-GB" sz="3600" dirty="0">
                <a:solidFill>
                  <a:srgbClr val="7030A0"/>
                </a:solidFill>
              </a:rPr>
              <a:t>represents a single character</a:t>
            </a:r>
          </a:p>
          <a:p>
            <a:pPr algn="ctr"/>
            <a:r>
              <a:rPr lang="en-GB" sz="3600" dirty="0">
                <a:solidFill>
                  <a:srgbClr val="7030A0"/>
                </a:solidFill>
              </a:rPr>
              <a:t>Sm</a:t>
            </a:r>
            <a:r>
              <a:rPr lang="en-GB" sz="3600" dirty="0">
                <a:solidFill>
                  <a:srgbClr val="FF0000"/>
                </a:solidFill>
              </a:rPr>
              <a:t>i</a:t>
            </a:r>
            <a:r>
              <a:rPr lang="en-GB" sz="3600" dirty="0">
                <a:solidFill>
                  <a:srgbClr val="7030A0"/>
                </a:solidFill>
              </a:rPr>
              <a:t>th, Sm</a:t>
            </a:r>
            <a:r>
              <a:rPr lang="en-GB" sz="3600" dirty="0">
                <a:solidFill>
                  <a:srgbClr val="FF0000"/>
                </a:solidFill>
              </a:rPr>
              <a:t>y</a:t>
            </a:r>
            <a:r>
              <a:rPr lang="en-GB" sz="3600" dirty="0">
                <a:solidFill>
                  <a:srgbClr val="7030A0"/>
                </a:solidFill>
              </a:rPr>
              <a:t>th, etc</a:t>
            </a:r>
          </a:p>
        </p:txBody>
      </p:sp>
      <p:sp>
        <p:nvSpPr>
          <p:cNvPr id="5" name="Callout: Bent Line with No Border 4">
            <a:extLst>
              <a:ext uri="{FF2B5EF4-FFF2-40B4-BE49-F238E27FC236}">
                <a16:creationId xmlns:a16="http://schemas.microsoft.com/office/drawing/2014/main" id="{9D791672-5F6B-4CD5-BBF4-8E25CEFE82E6}"/>
              </a:ext>
            </a:extLst>
          </p:cNvPr>
          <p:cNvSpPr/>
          <p:nvPr/>
        </p:nvSpPr>
        <p:spPr>
          <a:xfrm>
            <a:off x="8013859" y="2373507"/>
            <a:ext cx="1661638" cy="862642"/>
          </a:xfrm>
          <a:prstGeom prst="callout2">
            <a:avLst>
              <a:gd name="adj1" fmla="val 49992"/>
              <a:gd name="adj2" fmla="val -46"/>
              <a:gd name="adj3" fmla="val 49955"/>
              <a:gd name="adj4" fmla="val -18734"/>
              <a:gd name="adj5" fmla="val 93305"/>
              <a:gd name="adj6" fmla="val -3840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7" name="Callout: Bent Line with No Border 6">
            <a:extLst>
              <a:ext uri="{FF2B5EF4-FFF2-40B4-BE49-F238E27FC236}">
                <a16:creationId xmlns:a16="http://schemas.microsoft.com/office/drawing/2014/main" id="{FD29D681-A9BE-41B7-83B6-F4235B81FD66}"/>
              </a:ext>
            </a:extLst>
          </p:cNvPr>
          <p:cNvSpPr/>
          <p:nvPr/>
        </p:nvSpPr>
        <p:spPr>
          <a:xfrm>
            <a:off x="9765854" y="3784031"/>
            <a:ext cx="1587946" cy="862642"/>
          </a:xfrm>
          <a:prstGeom prst="callout2">
            <a:avLst>
              <a:gd name="adj1" fmla="val 48750"/>
              <a:gd name="adj2" fmla="val -189"/>
              <a:gd name="adj3" fmla="val 49417"/>
              <a:gd name="adj4" fmla="val -32691"/>
              <a:gd name="adj5" fmla="val -2671"/>
              <a:gd name="adj6" fmla="val -5263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Tree>
    <p:extLst>
      <p:ext uri="{BB962C8B-B14F-4D97-AF65-F5344CB8AC3E}">
        <p14:creationId xmlns:p14="http://schemas.microsoft.com/office/powerpoint/2010/main" val="66618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animBg="1"/>
      <p:bldP spid="7"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620077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Division</a:t>
            </a:r>
          </a:p>
        </p:txBody>
      </p:sp>
      <p:sp>
        <p:nvSpPr>
          <p:cNvPr id="3" name="Content Placeholder 2"/>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Integer	5 / 2 = 2</a:t>
            </a:r>
          </a:p>
          <a:p>
            <a:pPr marL="0" indent="0">
              <a:buNone/>
            </a:pPr>
            <a:r>
              <a:rPr lang="en-GB" sz="4000" dirty="0"/>
              <a:t>Integer </a:t>
            </a:r>
            <a:r>
              <a:rPr lang="en-GB" sz="4000" b="1" dirty="0">
                <a:solidFill>
                  <a:srgbClr val="7030A0"/>
                </a:solidFill>
              </a:rPr>
              <a:t>/</a:t>
            </a:r>
            <a:r>
              <a:rPr lang="en-GB" sz="4000" dirty="0"/>
              <a:t> Real 	= Real		5 / 2.0 = 2.5</a:t>
            </a:r>
          </a:p>
          <a:p>
            <a:pPr marL="0" indent="0">
              <a:buNone/>
            </a:pPr>
            <a:r>
              <a:rPr lang="en-GB" sz="4000" dirty="0"/>
              <a:t>Real </a:t>
            </a:r>
            <a:r>
              <a:rPr lang="en-GB" sz="4000" b="1" dirty="0">
                <a:solidFill>
                  <a:srgbClr val="7030A0"/>
                </a:solidFill>
              </a:rPr>
              <a:t>/</a:t>
            </a:r>
            <a:r>
              <a:rPr lang="en-GB" sz="4000" dirty="0"/>
              <a:t> Integer 	= Real		5.0 / 2 = 2.5</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Integer	56 % 10 = 6</a:t>
            </a:r>
          </a:p>
          <a:p>
            <a:pPr marL="0" indent="0">
              <a:buNone/>
            </a:pPr>
            <a:r>
              <a:rPr lang="en-GB" sz="4000" dirty="0"/>
              <a:t>Real </a:t>
            </a:r>
            <a:r>
              <a:rPr lang="en-GB" sz="4000" b="1" dirty="0">
                <a:solidFill>
                  <a:srgbClr val="7030A0"/>
                </a:solidFill>
              </a:rPr>
              <a:t>%</a:t>
            </a:r>
            <a:r>
              <a:rPr lang="en-GB" sz="4000" dirty="0"/>
              <a:t> Real		= Real		56.5 % 10.4 = 6.0</a:t>
            </a:r>
          </a:p>
        </p:txBody>
      </p:sp>
      <p:grpSp>
        <p:nvGrpSpPr>
          <p:cNvPr id="4" name="Group 3">
            <a:extLst>
              <a:ext uri="{FF2B5EF4-FFF2-40B4-BE49-F238E27FC236}">
                <a16:creationId xmlns:a16="http://schemas.microsoft.com/office/drawing/2014/main" id="{60DDEEB2-F4A6-36DC-6DE4-A7AE9B44D0E7}"/>
              </a:ext>
            </a:extLst>
          </p:cNvPr>
          <p:cNvGrpSpPr/>
          <p:nvPr/>
        </p:nvGrpSpPr>
        <p:grpSpPr>
          <a:xfrm>
            <a:off x="7041729" y="5899924"/>
            <a:ext cx="2995179" cy="651392"/>
            <a:chOff x="8953584" y="2095792"/>
            <a:chExt cx="2846903" cy="651392"/>
          </a:xfrm>
        </p:grpSpPr>
        <p:cxnSp>
          <p:nvCxnSpPr>
            <p:cNvPr id="5" name="Straight Connector 4">
              <a:extLst>
                <a:ext uri="{FF2B5EF4-FFF2-40B4-BE49-F238E27FC236}">
                  <a16:creationId xmlns:a16="http://schemas.microsoft.com/office/drawing/2014/main" id="{CFC0D31B-7D0B-2959-CABE-FBDFD04F7A51}"/>
                </a:ext>
              </a:extLst>
            </p:cNvPr>
            <p:cNvCxnSpPr>
              <a:cxnSpLocks/>
            </p:cNvCxnSpPr>
            <p:nvPr/>
          </p:nvCxnSpPr>
          <p:spPr>
            <a:xfrm>
              <a:off x="9226118" y="2095792"/>
              <a:ext cx="2301829"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EECBFBF8-1050-BA5B-44FE-BC9ECB7DC4CC}"/>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55F2E25E-CA42-EA14-48F4-9E54E806D430}"/>
                </a:ext>
              </a:extLst>
            </p:cNvPr>
            <p:cNvSpPr txBox="1"/>
            <p:nvPr/>
          </p:nvSpPr>
          <p:spPr>
            <a:xfrm>
              <a:off x="8953584" y="2223964"/>
              <a:ext cx="2846903" cy="523220"/>
            </a:xfrm>
            <a:prstGeom prst="rect">
              <a:avLst/>
            </a:prstGeom>
            <a:noFill/>
          </p:spPr>
          <p:txBody>
            <a:bodyPr wrap="none" rtlCol="0">
              <a:spAutoFit/>
            </a:bodyPr>
            <a:lstStyle/>
            <a:p>
              <a:pPr algn="ctr"/>
              <a:r>
                <a:rPr lang="en-GB" sz="2800" b="1" dirty="0">
                  <a:solidFill>
                    <a:srgbClr val="7030A0"/>
                  </a:solidFill>
                </a:rPr>
                <a:t>Treated as integers</a:t>
              </a:r>
            </a:p>
          </p:txBody>
        </p:sp>
      </p:grpSp>
      <p:sp>
        <p:nvSpPr>
          <p:cNvPr id="10" name="Callout: Bent Line with No Border 9">
            <a:extLst>
              <a:ext uri="{FF2B5EF4-FFF2-40B4-BE49-F238E27FC236}">
                <a16:creationId xmlns:a16="http://schemas.microsoft.com/office/drawing/2014/main" id="{45C06407-0957-1801-EEA6-86E62B80EA83}"/>
              </a:ext>
            </a:extLst>
          </p:cNvPr>
          <p:cNvSpPr/>
          <p:nvPr/>
        </p:nvSpPr>
        <p:spPr>
          <a:xfrm>
            <a:off x="3513182" y="4001294"/>
            <a:ext cx="1950239" cy="581682"/>
          </a:xfrm>
          <a:prstGeom prst="callout2">
            <a:avLst>
              <a:gd name="adj1" fmla="val 48750"/>
              <a:gd name="adj2" fmla="val -189"/>
              <a:gd name="adj3" fmla="val 49417"/>
              <a:gd name="adj4" fmla="val -16329"/>
              <a:gd name="adj5" fmla="val 115783"/>
              <a:gd name="adj6" fmla="val -3219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Modulus</a:t>
            </a:r>
          </a:p>
        </p:txBody>
      </p:sp>
      <p:sp>
        <p:nvSpPr>
          <p:cNvPr id="9" name="Callout: Bent Line with No Border 8">
            <a:extLst>
              <a:ext uri="{FF2B5EF4-FFF2-40B4-BE49-F238E27FC236}">
                <a16:creationId xmlns:a16="http://schemas.microsoft.com/office/drawing/2014/main" id="{58DD9DB6-8B0C-4C7B-9B67-5C4B71D9759F}"/>
              </a:ext>
            </a:extLst>
          </p:cNvPr>
          <p:cNvSpPr/>
          <p:nvPr/>
        </p:nvSpPr>
        <p:spPr>
          <a:xfrm>
            <a:off x="10036908" y="4001294"/>
            <a:ext cx="1950238" cy="581682"/>
          </a:xfrm>
          <a:prstGeom prst="callout2">
            <a:avLst>
              <a:gd name="adj1" fmla="val 48750"/>
              <a:gd name="adj2" fmla="val -189"/>
              <a:gd name="adj3" fmla="val 49417"/>
              <a:gd name="adj4" fmla="val -16329"/>
              <a:gd name="adj5" fmla="val 121082"/>
              <a:gd name="adj6" fmla="val -2322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Remainder</a:t>
            </a:r>
          </a:p>
        </p:txBody>
      </p:sp>
    </p:spTree>
    <p:extLst>
      <p:ext uri="{BB962C8B-B14F-4D97-AF65-F5344CB8AC3E}">
        <p14:creationId xmlns:p14="http://schemas.microsoft.com/office/powerpoint/2010/main" val="1378454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wipe(left)">
                                      <p:cBhvr>
                                        <p:cTn id="20" dur="2500"/>
                                        <p:tgtEl>
                                          <p:spTgt spid="3">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wipe(left)">
                                      <p:cBhvr>
                                        <p:cTn id="25" dur="1500"/>
                                        <p:tgtEl>
                                          <p:spTgt spid="10"/>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1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Effect transition="in" filter="wipe(left)">
                                      <p:cBhvr>
                                        <p:cTn id="35" dur="2500"/>
                                        <p:tgtEl>
                                          <p:spTgt spid="3">
                                            <p:txEl>
                                              <p:pRg st="5" end="5"/>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6" presetClass="entr" presetSubtype="37" fill="hold" nodeType="clickEffect">
                                  <p:stCondLst>
                                    <p:cond delay="0"/>
                                  </p:stCondLst>
                                  <p:childTnLst>
                                    <p:set>
                                      <p:cBhvr>
                                        <p:cTn id="39" dur="1" fill="hold">
                                          <p:stCondLst>
                                            <p:cond delay="0"/>
                                          </p:stCondLst>
                                        </p:cTn>
                                        <p:tgtEl>
                                          <p:spTgt spid="4"/>
                                        </p:tgtEl>
                                        <p:attrNameLst>
                                          <p:attrName>style.visibility</p:attrName>
                                        </p:attrNameLst>
                                      </p:cBhvr>
                                      <p:to>
                                        <p:strVal val="visible"/>
                                      </p:to>
                                    </p:set>
                                    <p:animEffect transition="in" filter="barn(outVertical)">
                                      <p:cBhvr>
                                        <p:cTn id="4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A7F9EEF-0373-6E08-6F91-F43D69DA47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0F5948-7824-39EF-8AC9-BA40B5B4E932}"/>
              </a:ext>
            </a:extLst>
          </p:cNvPr>
          <p:cNvSpPr>
            <a:spLocks noGrp="1"/>
          </p:cNvSpPr>
          <p:nvPr>
            <p:ph type="title"/>
          </p:nvPr>
        </p:nvSpPr>
        <p:spPr/>
        <p:txBody>
          <a:bodyPr/>
          <a:lstStyle/>
          <a:p>
            <a:r>
              <a:rPr lang="en-GB" dirty="0"/>
              <a:t>Division</a:t>
            </a:r>
          </a:p>
        </p:txBody>
      </p:sp>
      <p:sp>
        <p:nvSpPr>
          <p:cNvPr id="3" name="Content Placeholder 2">
            <a:extLst>
              <a:ext uri="{FF2B5EF4-FFF2-40B4-BE49-F238E27FC236}">
                <a16:creationId xmlns:a16="http://schemas.microsoft.com/office/drawing/2014/main" id="{359E0AEE-B347-F644-1ADA-3E9D608188DF}"/>
              </a:ext>
            </a:extLst>
          </p:cNvPr>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5 / 2 = </a:t>
            </a:r>
          </a:p>
          <a:p>
            <a:pPr marL="0" indent="0">
              <a:buNone/>
            </a:pPr>
            <a:r>
              <a:rPr lang="en-GB" sz="4000" dirty="0"/>
              <a:t>Integer </a:t>
            </a:r>
            <a:r>
              <a:rPr lang="en-GB" sz="4000" b="1" dirty="0">
                <a:solidFill>
                  <a:srgbClr val="7030A0"/>
                </a:solidFill>
              </a:rPr>
              <a:t>/</a:t>
            </a:r>
            <a:r>
              <a:rPr lang="en-GB" sz="4000" dirty="0"/>
              <a:t> Real 	= 			5 / 2.0 = </a:t>
            </a:r>
          </a:p>
          <a:p>
            <a:pPr marL="0" indent="0">
              <a:buNone/>
            </a:pPr>
            <a:r>
              <a:rPr lang="en-GB" sz="4000" dirty="0"/>
              <a:t>Real </a:t>
            </a:r>
            <a:r>
              <a:rPr lang="en-GB" sz="4000" b="1" dirty="0">
                <a:solidFill>
                  <a:srgbClr val="7030A0"/>
                </a:solidFill>
              </a:rPr>
              <a:t>/</a:t>
            </a:r>
            <a:r>
              <a:rPr lang="en-GB" sz="4000" dirty="0"/>
              <a:t> Integer 	= 			5.0 / 2 = 2</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56 % 10 = </a:t>
            </a:r>
          </a:p>
          <a:p>
            <a:pPr marL="0" indent="0">
              <a:buNone/>
            </a:pPr>
            <a:r>
              <a:rPr lang="en-GB" sz="4000" dirty="0"/>
              <a:t>Real </a:t>
            </a:r>
            <a:r>
              <a:rPr lang="en-GB" sz="4000" b="1" dirty="0">
                <a:solidFill>
                  <a:srgbClr val="7030A0"/>
                </a:solidFill>
              </a:rPr>
              <a:t>%</a:t>
            </a:r>
            <a:r>
              <a:rPr lang="en-GB" sz="4000" dirty="0"/>
              <a:t> Real		= 			56.5 % 10.4 = </a:t>
            </a:r>
          </a:p>
        </p:txBody>
      </p:sp>
    </p:spTree>
    <p:extLst>
      <p:ext uri="{BB962C8B-B14F-4D97-AF65-F5344CB8AC3E}">
        <p14:creationId xmlns:p14="http://schemas.microsoft.com/office/powerpoint/2010/main" val="3898490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grpSp>
        <p:nvGrpSpPr>
          <p:cNvPr id="4" name="Group 3">
            <a:extLst>
              <a:ext uri="{FF2B5EF4-FFF2-40B4-BE49-F238E27FC236}">
                <a16:creationId xmlns:a16="http://schemas.microsoft.com/office/drawing/2014/main" id="{061C37EA-63AE-41D5-B419-85A6D4347570}"/>
              </a:ext>
            </a:extLst>
          </p:cNvPr>
          <p:cNvGrpSpPr/>
          <p:nvPr/>
        </p:nvGrpSpPr>
        <p:grpSpPr>
          <a:xfrm>
            <a:off x="3873664" y="2543266"/>
            <a:ext cx="3034678" cy="651392"/>
            <a:chOff x="8934812" y="2095792"/>
            <a:chExt cx="2884447" cy="651392"/>
          </a:xfrm>
        </p:grpSpPr>
        <p:cxnSp>
          <p:nvCxnSpPr>
            <p:cNvPr id="5" name="Straight Connector 4">
              <a:extLst>
                <a:ext uri="{FF2B5EF4-FFF2-40B4-BE49-F238E27FC236}">
                  <a16:creationId xmlns:a16="http://schemas.microsoft.com/office/drawing/2014/main" id="{F9F9397B-CE88-4911-BE3F-2BD7D9707727}"/>
                </a:ext>
              </a:extLst>
            </p:cNvPr>
            <p:cNvCxnSpPr>
              <a:cxnSpLocks/>
            </p:cNvCxnSpPr>
            <p:nvPr/>
          </p:nvCxnSpPr>
          <p:spPr>
            <a:xfrm>
              <a:off x="9917626" y="2095792"/>
              <a:ext cx="935144"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5B067C6-6598-4D36-90CD-EB415F4D60B4}"/>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60ADA62-6F76-4B50-8402-A3FD578F96AA}"/>
                </a:ext>
              </a:extLst>
            </p:cNvPr>
            <p:cNvSpPr txBox="1"/>
            <p:nvPr/>
          </p:nvSpPr>
          <p:spPr>
            <a:xfrm>
              <a:off x="8934812" y="2223964"/>
              <a:ext cx="2884447" cy="523220"/>
            </a:xfrm>
            <a:prstGeom prst="rect">
              <a:avLst/>
            </a:prstGeom>
            <a:noFill/>
          </p:spPr>
          <p:txBody>
            <a:bodyPr wrap="none" rtlCol="0">
              <a:spAutoFit/>
            </a:bodyPr>
            <a:lstStyle/>
            <a:p>
              <a:r>
                <a:rPr lang="en-GB" sz="2800" b="1" dirty="0">
                  <a:solidFill>
                    <a:srgbClr val="7030A0"/>
                  </a:solidFill>
                </a:rPr>
                <a:t>Field or calculation</a:t>
              </a:r>
            </a:p>
          </p:txBody>
        </p:sp>
      </p:grpSp>
    </p:spTree>
    <p:extLst>
      <p:ext uri="{BB962C8B-B14F-4D97-AF65-F5344CB8AC3E}">
        <p14:creationId xmlns:p14="http://schemas.microsoft.com/office/powerpoint/2010/main" val="293292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17293347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185813CB-9FAE-BFE0-99F7-D887C6794568}"/>
              </a:ext>
            </a:extLst>
          </p:cNvPr>
          <p:cNvSpPr/>
          <p:nvPr/>
        </p:nvSpPr>
        <p:spPr>
          <a:xfrm flipH="1">
            <a:off x="4232476" y="2658769"/>
            <a:ext cx="2551016"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Decimal places </a:t>
            </a:r>
          </a:p>
        </p:txBody>
      </p:sp>
      <p:sp>
        <p:nvSpPr>
          <p:cNvPr id="5" name="Callout: Bent Line with No Border 4">
            <a:extLst>
              <a:ext uri="{FF2B5EF4-FFF2-40B4-BE49-F238E27FC236}">
                <a16:creationId xmlns:a16="http://schemas.microsoft.com/office/drawing/2014/main" id="{EB0E0EEA-3A4A-497B-97CE-13740A7D5F02}"/>
              </a:ext>
            </a:extLst>
          </p:cNvPr>
          <p:cNvSpPr/>
          <p:nvPr/>
        </p:nvSpPr>
        <p:spPr>
          <a:xfrm>
            <a:off x="7074543" y="1027906"/>
            <a:ext cx="3406767" cy="862642"/>
          </a:xfrm>
          <a:prstGeom prst="callout2">
            <a:avLst>
              <a:gd name="adj1" fmla="val 52750"/>
              <a:gd name="adj2" fmla="val -2245"/>
              <a:gd name="adj3" fmla="val 52979"/>
              <a:gd name="adj4" fmla="val -19306"/>
              <a:gd name="adj5" fmla="val 102889"/>
              <a:gd name="adj6" fmla="val -244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or calculation</a:t>
            </a:r>
          </a:p>
        </p:txBody>
      </p:sp>
    </p:spTree>
    <p:extLst>
      <p:ext uri="{BB962C8B-B14F-4D97-AF65-F5344CB8AC3E}">
        <p14:creationId xmlns:p14="http://schemas.microsoft.com/office/powerpoint/2010/main" val="2101183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344509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957888" y="2566358"/>
            <a:ext cx="4243512"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Converts date to a number</a:t>
            </a:r>
          </a:p>
        </p:txBody>
      </p:sp>
    </p:spTree>
    <p:extLst>
      <p:ext uri="{BB962C8B-B14F-4D97-AF65-F5344CB8AC3E}">
        <p14:creationId xmlns:p14="http://schemas.microsoft.com/office/powerpoint/2010/main" val="4107584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2245956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5586288" y="2566358"/>
            <a:ext cx="4163502"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Converts number to a date</a:t>
            </a:r>
          </a:p>
        </p:txBody>
      </p:sp>
    </p:spTree>
    <p:extLst>
      <p:ext uri="{BB962C8B-B14F-4D97-AF65-F5344CB8AC3E}">
        <p14:creationId xmlns:p14="http://schemas.microsoft.com/office/powerpoint/2010/main" val="731722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43860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operations with computed values</a:t>
            </a:r>
          </a:p>
        </p:txBody>
      </p:sp>
    </p:spTree>
    <p:extLst>
      <p:ext uri="{BB962C8B-B14F-4D97-AF65-F5344CB8AC3E}">
        <p14:creationId xmlns:p14="http://schemas.microsoft.com/office/powerpoint/2010/main" val="23387302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097720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2FD1D64-4D71-ED86-33E1-18E0E0206C14}"/>
              </a:ext>
            </a:extLst>
          </p:cNvPr>
          <p:cNvSpPr/>
          <p:nvPr/>
        </p:nvSpPr>
        <p:spPr>
          <a:xfrm>
            <a:off x="9684393" y="2710844"/>
            <a:ext cx="1950239"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Calculation</a:t>
            </a:r>
          </a:p>
        </p:txBody>
      </p:sp>
      <p:sp>
        <p:nvSpPr>
          <p:cNvPr id="6" name="TextBox 5">
            <a:extLst>
              <a:ext uri="{FF2B5EF4-FFF2-40B4-BE49-F238E27FC236}">
                <a16:creationId xmlns:a16="http://schemas.microsoft.com/office/drawing/2014/main" id="{5366CDA6-6C94-40DA-8A51-D801FBC2F3F2}"/>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not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118836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25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3048745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684504" y="5988734"/>
            <a:ext cx="8822993" cy="646331"/>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5" name="TextBox 4">
            <a:extLst>
              <a:ext uri="{FF2B5EF4-FFF2-40B4-BE49-F238E27FC236}">
                <a16:creationId xmlns:a16="http://schemas.microsoft.com/office/drawing/2014/main" id="{8C17C8F4-D7F0-4792-93E0-F3082C486757}"/>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902124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2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p:bld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42505343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aggregate functions</a:t>
            </a:r>
          </a:p>
        </p:txBody>
      </p:sp>
    </p:spTree>
    <p:extLst>
      <p:ext uri="{BB962C8B-B14F-4D97-AF65-F5344CB8AC3E}">
        <p14:creationId xmlns:p14="http://schemas.microsoft.com/office/powerpoint/2010/main" val="3914052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83260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C5786D92-2AB0-D36B-A2BC-31B1C89FF7DD}"/>
              </a:ext>
            </a:extLst>
          </p:cNvPr>
          <p:cNvSpPr txBox="1"/>
          <p:nvPr/>
        </p:nvSpPr>
        <p:spPr>
          <a:xfrm>
            <a:off x="1709401" y="4761965"/>
            <a:ext cx="8001000" cy="1200329"/>
          </a:xfrm>
          <a:prstGeom prst="rect">
            <a:avLst/>
          </a:prstGeom>
          <a:noFill/>
        </p:spPr>
        <p:txBody>
          <a:bodyPr wrap="square">
            <a:spAutoFit/>
          </a:bodyPr>
          <a:lstStyle/>
          <a:p>
            <a:r>
              <a:rPr lang="en-GB" sz="3600" dirty="0">
                <a:solidFill>
                  <a:srgbClr val="7030A0"/>
                </a:solidFill>
                <a:latin typeface="Arial" panose="020B0604020202020204" pitchFamily="34" charset="0"/>
              </a:rPr>
              <a:t>R</a:t>
            </a:r>
            <a:r>
              <a:rPr lang="en-GB" sz="3600" i="0" u="none" strike="noStrike" baseline="0" dirty="0">
                <a:solidFill>
                  <a:srgbClr val="7030A0"/>
                </a:solidFill>
                <a:latin typeface="Arial" panose="020B0604020202020204" pitchFamily="34" charset="0"/>
              </a:rPr>
              <a:t>eturns the number of rows that match the criteria in the </a:t>
            </a:r>
            <a:r>
              <a:rPr lang="en-GB" sz="3600" i="0" u="none" strike="noStrike" baseline="0" dirty="0">
                <a:solidFill>
                  <a:srgbClr val="7030A0"/>
                </a:solidFill>
                <a:latin typeface="Courier New" panose="02070309020205020404" pitchFamily="49" charset="0"/>
              </a:rPr>
              <a:t>WHERE</a:t>
            </a:r>
            <a:r>
              <a:rPr lang="en-GB" sz="3600" i="0" u="none" strike="noStrike" baseline="0" dirty="0">
                <a:solidFill>
                  <a:srgbClr val="7030A0"/>
                </a:solidFill>
                <a:latin typeface="Arial" panose="020B0604020202020204" pitchFamily="34" charset="0"/>
              </a:rPr>
              <a:t> clause </a:t>
            </a:r>
          </a:p>
        </p:txBody>
      </p:sp>
      <p:sp>
        <p:nvSpPr>
          <p:cNvPr id="6" name="Callout: Bent Line with No Border 5">
            <a:extLst>
              <a:ext uri="{FF2B5EF4-FFF2-40B4-BE49-F238E27FC236}">
                <a16:creationId xmlns:a16="http://schemas.microsoft.com/office/drawing/2014/main" id="{9BD5C449-CB7A-4B99-8B0B-F56FF5209393}"/>
              </a:ext>
            </a:extLst>
          </p:cNvPr>
          <p:cNvSpPr/>
          <p:nvPr/>
        </p:nvSpPr>
        <p:spPr>
          <a:xfrm>
            <a:off x="5709901" y="1218872"/>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40042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6" grpId="0" animBg="1"/>
    </p:bld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988959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C75A64C-164B-E364-54A7-D8C9A5479CB1}"/>
              </a:ext>
            </a:extLst>
          </p:cNvPr>
          <p:cNvSpPr txBox="1"/>
          <p:nvPr/>
        </p:nvSpPr>
        <p:spPr>
          <a:xfrm>
            <a:off x="2239286" y="4751086"/>
            <a:ext cx="7713428"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largest / smallest value of the selected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F730BCB-EF3B-43D1-9B9E-0145BEB2219E}"/>
              </a:ext>
            </a:extLst>
          </p:cNvPr>
          <p:cNvSpPr/>
          <p:nvPr/>
        </p:nvSpPr>
        <p:spPr>
          <a:xfrm>
            <a:off x="5054291" y="1229751"/>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1314343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6210256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1FC222F-8775-0B23-F845-1CE3CE282EB7}"/>
              </a:ext>
            </a:extLst>
          </p:cNvPr>
          <p:cNvSpPr txBox="1"/>
          <p:nvPr/>
        </p:nvSpPr>
        <p:spPr>
          <a:xfrm>
            <a:off x="2938145" y="4718229"/>
            <a:ext cx="6315710"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total sum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0498D390-1187-4C24-AA9B-1F43B977BF78}"/>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782162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3692620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7B8C0501-8641-F1BB-034C-41D49A9FFA27}"/>
              </a:ext>
            </a:extLst>
          </p:cNvPr>
          <p:cNvSpPr txBox="1"/>
          <p:nvPr/>
        </p:nvSpPr>
        <p:spPr>
          <a:xfrm>
            <a:off x="2879734" y="4728389"/>
            <a:ext cx="6432533"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average value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E5AC33D0-2627-4CDD-9847-0B1415F26097}"/>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2840772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556308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24193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3983366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group by operations</a:t>
            </a:r>
          </a:p>
        </p:txBody>
      </p:sp>
    </p:spTree>
    <p:extLst>
      <p:ext uri="{BB962C8B-B14F-4D97-AF65-F5344CB8AC3E}">
        <p14:creationId xmlns:p14="http://schemas.microsoft.com/office/powerpoint/2010/main" val="18453686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2727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3232ABB4-6CA7-B7FB-1B1A-D46FCC5E2B31}"/>
              </a:ext>
            </a:extLst>
          </p:cNvPr>
          <p:cNvSpPr txBox="1"/>
          <p:nvPr/>
        </p:nvSpPr>
        <p:spPr>
          <a:xfrm>
            <a:off x="3126422" y="4976634"/>
            <a:ext cx="5939155" cy="1200329"/>
          </a:xfrm>
          <a:prstGeom prst="rect">
            <a:avLst/>
          </a:prstGeom>
          <a:noFill/>
        </p:spPr>
        <p:txBody>
          <a:bodyPr wrap="square">
            <a:spAutoFit/>
          </a:bodyPr>
          <a:lstStyle/>
          <a:p>
            <a:pPr algn="ctr"/>
            <a:r>
              <a:rPr lang="en-GB" sz="3600" dirty="0">
                <a:solidFill>
                  <a:srgbClr val="7030A0"/>
                </a:solidFill>
                <a:latin typeface="Arial" panose="020B0604020202020204" pitchFamily="34" charset="0"/>
              </a:rPr>
              <a:t>Groups into summary rows</a:t>
            </a:r>
          </a:p>
          <a:p>
            <a:pPr algn="ctr"/>
            <a:r>
              <a:rPr lang="en-US" altLang="en-US" sz="3600" dirty="0">
                <a:solidFill>
                  <a:srgbClr val="A71D5D"/>
                </a:solidFill>
                <a:latin typeface="Consolas" panose="020B0609020204030204" pitchFamily="49" charset="0"/>
              </a:rPr>
              <a:t>GROUP BY</a:t>
            </a:r>
            <a:r>
              <a:rPr lang="en-US" altLang="en-US" sz="3600" dirty="0">
                <a:solidFill>
                  <a:srgbClr val="A71D5D"/>
                </a:solidFill>
                <a:latin typeface="Arial" panose="020B0604020202020204" pitchFamily="34" charset="0"/>
                <a:cs typeface="Arial" panose="020B0604020202020204" pitchFamily="34" charset="0"/>
              </a:rPr>
              <a:t> </a:t>
            </a:r>
            <a:r>
              <a:rPr lang="en-GB" sz="3600" dirty="0">
                <a:solidFill>
                  <a:srgbClr val="7030A0"/>
                </a:solidFill>
                <a:latin typeface="Arial" panose="020B0604020202020204" pitchFamily="34" charset="0"/>
              </a:rPr>
              <a:t>sorts ascending</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361527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15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15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9609109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368913" y="5345578"/>
            <a:ext cx="9475479" cy="646331"/>
          </a:xfrm>
          <a:prstGeom prst="rect">
            <a:avLst/>
          </a:prstGeom>
          <a:noFill/>
        </p:spPr>
        <p:txBody>
          <a:bodyPr wrap="none" rtlCol="0">
            <a:spAutoFit/>
          </a:bodyPr>
          <a:lstStyle/>
          <a:p>
            <a:pPr algn="ctr"/>
            <a:r>
              <a:rPr lang="en-GB" sz="3600" i="1" dirty="0">
                <a:solidFill>
                  <a:srgbClr val="FF0000"/>
                </a:solidFill>
              </a:rPr>
              <a:t>All</a:t>
            </a:r>
            <a:r>
              <a:rPr lang="en-GB" sz="3600" dirty="0"/>
              <a:t> </a:t>
            </a:r>
            <a:r>
              <a:rPr lang="en-GB" sz="3600" dirty="0">
                <a:solidFill>
                  <a:srgbClr val="7030A0"/>
                </a:solidFill>
              </a:rPr>
              <a:t>fields </a:t>
            </a:r>
            <a:r>
              <a:rPr lang="en-GB" sz="3600" i="1" dirty="0">
                <a:solidFill>
                  <a:srgbClr val="FF0000"/>
                </a:solidFill>
              </a:rPr>
              <a:t>must</a:t>
            </a:r>
            <a:r>
              <a:rPr lang="en-GB" sz="3600" dirty="0">
                <a:solidFill>
                  <a:srgbClr val="7030A0"/>
                </a:solidFill>
              </a:rPr>
              <a:t> be</a:t>
            </a:r>
            <a:r>
              <a:rPr lang="en-GB" sz="3600" dirty="0"/>
              <a:t> </a:t>
            </a:r>
            <a:r>
              <a:rPr lang="en-GB" sz="3600" dirty="0">
                <a:solidFill>
                  <a:srgbClr val="FF0000"/>
                </a:solidFill>
              </a:rPr>
              <a:t>grouped</a:t>
            </a:r>
            <a:r>
              <a:rPr lang="en-GB" sz="3600" dirty="0"/>
              <a:t> </a:t>
            </a:r>
            <a:r>
              <a:rPr lang="en-GB" sz="3600" dirty="0">
                <a:solidFill>
                  <a:srgbClr val="7030A0"/>
                </a:solidFill>
              </a:rPr>
              <a:t>or</a:t>
            </a:r>
            <a:r>
              <a:rPr lang="en-GB" sz="3600" dirty="0"/>
              <a:t> </a:t>
            </a:r>
            <a:r>
              <a:rPr lang="en-GB" sz="3600" dirty="0">
                <a:solidFill>
                  <a:srgbClr val="FF0000"/>
                </a:solidFill>
              </a:rPr>
              <a:t>aggregate</a:t>
            </a:r>
            <a:r>
              <a:rPr lang="en-GB" sz="3600" dirty="0"/>
              <a:t> </a:t>
            </a:r>
            <a:r>
              <a:rPr lang="en-GB" sz="3600" dirty="0">
                <a:solidFill>
                  <a:srgbClr val="7030A0"/>
                </a:solidFill>
              </a:rPr>
              <a:t>functions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258517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21976862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GROUP BY</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1696073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5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0" end="0"/>
                                            </p:txEl>
                                          </p:spTgt>
                                        </p:tgtEl>
                                        <p:attrNameLst>
                                          <p:attrName>style.visibility</p:attrName>
                                        </p:attrNameLst>
                                      </p:cBhvr>
                                      <p:to>
                                        <p:strVal val="visible"/>
                                      </p:to>
                                    </p:set>
                                    <p:animEffect transition="in" filter="wipe(left)">
                                      <p:cBhvr>
                                        <p:cTn id="42" dur="1000"/>
                                        <p:tgtEl>
                                          <p:spTgt spid="6">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1" end="1"/>
                                            </p:txEl>
                                          </p:spTgt>
                                        </p:tgtEl>
                                        <p:attrNameLst>
                                          <p:attrName>style.visibility</p:attrName>
                                        </p:attrNameLst>
                                      </p:cBhvr>
                                      <p:to>
                                        <p:strVal val="visible"/>
                                      </p:to>
                                    </p:set>
                                    <p:animEffect transition="in" filter="wipe(left)">
                                      <p:cBhvr>
                                        <p:cTn id="47" dur="1000"/>
                                        <p:tgtEl>
                                          <p:spTgt spid="6">
                                            <p:txEl>
                                              <p:pRg st="1" end="1"/>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2" end="2"/>
                                            </p:txEl>
                                          </p:spTgt>
                                        </p:tgtEl>
                                        <p:attrNameLst>
                                          <p:attrName>style.visibility</p:attrName>
                                        </p:attrNameLst>
                                      </p:cBhvr>
                                      <p:to>
                                        <p:strVal val="visible"/>
                                      </p:to>
                                    </p:set>
                                    <p:animEffect transition="in" filter="wipe(left)">
                                      <p:cBhvr>
                                        <p:cTn id="52" dur="1000"/>
                                        <p:tgtEl>
                                          <p:spTgt spid="6">
                                            <p:txEl>
                                              <p:pRg st="2" end="2"/>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6">
                                            <p:txEl>
                                              <p:pRg st="3" end="3"/>
                                            </p:txEl>
                                          </p:spTgt>
                                        </p:tgtEl>
                                        <p:attrNameLst>
                                          <p:attrName>style.visibility</p:attrName>
                                        </p:attrNameLst>
                                      </p:cBhvr>
                                      <p:to>
                                        <p:strVal val="visible"/>
                                      </p:to>
                                    </p:set>
                                    <p:animEffect transition="in" filter="wipe(left)">
                                      <p:cBhvr>
                                        <p:cTn id="57" dur="1000"/>
                                        <p:tgtEl>
                                          <p:spTgt spid="6">
                                            <p:txEl>
                                              <p:pRg st="3" end="3"/>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grpId="0" nodeType="clickEffect">
                                  <p:stCondLst>
                                    <p:cond delay="0"/>
                                  </p:stCondLst>
                                  <p:childTnLst>
                                    <p:set>
                                      <p:cBhvr>
                                        <p:cTn id="61" dur="1" fill="hold">
                                          <p:stCondLst>
                                            <p:cond delay="0"/>
                                          </p:stCondLst>
                                        </p:cTn>
                                        <p:tgtEl>
                                          <p:spTgt spid="6">
                                            <p:txEl>
                                              <p:pRg st="4" end="4"/>
                                            </p:txEl>
                                          </p:spTgt>
                                        </p:tgtEl>
                                        <p:attrNameLst>
                                          <p:attrName>style.visibility</p:attrName>
                                        </p:attrNameLst>
                                      </p:cBhvr>
                                      <p:to>
                                        <p:strVal val="visible"/>
                                      </p:to>
                                    </p:set>
                                    <p:animEffect transition="in" filter="wipe(left)">
                                      <p:cBhvr>
                                        <p:cTn id="62" dur="10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416525857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GROUP BY</a:t>
            </a:r>
          </a:p>
          <a:p>
            <a:pPr lvl="1"/>
            <a:r>
              <a:rPr lang="en-GB" sz="2800" dirty="0">
                <a:solidFill>
                  <a:srgbClr val="7030A0"/>
                </a:solidFill>
              </a:rPr>
              <a:t>4.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477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316489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536565817"/>
              </p:ext>
            </p:extLst>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20137814"/>
              </p:ext>
            </p:extLst>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132649392"/>
              </p:ext>
            </p:extLst>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7197032" y="2450683"/>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823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316466" y="2906861"/>
            <a:ext cx="960176" cy="369332"/>
          </a:xfrm>
          <a:prstGeom prst="rect">
            <a:avLst/>
          </a:prstGeom>
          <a:noFill/>
        </p:spPr>
        <p:txBody>
          <a:bodyPr wrap="square" rtlCol="0">
            <a:spAutoFit/>
          </a:bodyPr>
          <a:lstStyle/>
          <a:p>
            <a:pPr algn="ctr"/>
            <a:r>
              <a:rPr lang="en-GB" b="1" dirty="0"/>
              <a:t>Output</a:t>
            </a:r>
          </a:p>
        </p:txBody>
      </p:sp>
      <p:sp>
        <p:nvSpPr>
          <p:cNvPr id="35" name="Group By - Arrow">
            <a:extLst>
              <a:ext uri="{FF2B5EF4-FFF2-40B4-BE49-F238E27FC236}">
                <a16:creationId xmlns:a16="http://schemas.microsoft.com/office/drawing/2014/main" id="{570E26B8-2533-45CC-B630-78104B4BF6E3}"/>
              </a:ext>
            </a:extLst>
          </p:cNvPr>
          <p:cNvSpPr/>
          <p:nvPr/>
        </p:nvSpPr>
        <p:spPr>
          <a:xfrm>
            <a:off x="154554" y="235559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stCxn id="25" idx="2"/>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extLst>
              <p:ext uri="{D42A27DB-BD31-4B8C-83A1-F6EECF244321}">
                <p14:modId xmlns:p14="http://schemas.microsoft.com/office/powerpoint/2010/main" val="3352724361"/>
              </p:ext>
            </p:extLst>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Group By">
            <a:extLst>
              <a:ext uri="{FF2B5EF4-FFF2-40B4-BE49-F238E27FC236}">
                <a16:creationId xmlns:a16="http://schemas.microsoft.com/office/drawing/2014/main" id="{32D80D9D-A915-458D-9FB9-52D0A8801C46}"/>
              </a:ext>
            </a:extLst>
          </p:cNvPr>
          <p:cNvSpPr txBox="1"/>
          <p:nvPr/>
        </p:nvSpPr>
        <p:spPr>
          <a:xfrm>
            <a:off x="5545699" y="2912446"/>
            <a:ext cx="1201329" cy="584775"/>
          </a:xfrm>
          <a:prstGeom prst="rect">
            <a:avLst/>
          </a:prstGeom>
          <a:noFill/>
        </p:spPr>
        <p:txBody>
          <a:bodyPr wrap="square" rtlCol="0">
            <a:spAutoFit/>
          </a:bodyPr>
          <a:lstStyle/>
          <a:p>
            <a:pPr algn="ctr"/>
            <a:r>
              <a:rPr lang="en-GB" b="1" dirty="0"/>
              <a:t>GROUP BY</a:t>
            </a:r>
          </a:p>
          <a:p>
            <a:pPr algn="ctr"/>
            <a:r>
              <a:rPr lang="en-GB" sz="1400" b="1" dirty="0">
                <a:solidFill>
                  <a:srgbClr val="7030A0"/>
                </a:solidFill>
              </a:rPr>
              <a:t>(sorted)</a:t>
            </a:r>
          </a:p>
        </p:txBody>
      </p:sp>
      <p:sp>
        <p:nvSpPr>
          <p:cNvPr id="53" name="Where - Arrow">
            <a:extLst>
              <a:ext uri="{FF2B5EF4-FFF2-40B4-BE49-F238E27FC236}">
                <a16:creationId xmlns:a16="http://schemas.microsoft.com/office/drawing/2014/main" id="{9063E975-6FF7-4CE9-A82F-833F290AEBDD}"/>
              </a:ext>
            </a:extLst>
          </p:cNvPr>
          <p:cNvSpPr/>
          <p:nvPr/>
        </p:nvSpPr>
        <p:spPr>
          <a:xfrm>
            <a:off x="152948" y="204450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4658"/>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Rectangle 1">
            <a:extLst>
              <a:ext uri="{FF2B5EF4-FFF2-40B4-BE49-F238E27FC236}">
                <a16:creationId xmlns:a16="http://schemas.microsoft.com/office/drawing/2014/main" id="{89AC2D94-70FA-4A39-8C94-2049C8290CD7}"/>
              </a:ext>
            </a:extLst>
          </p:cNvPr>
          <p:cNvSpPr/>
          <p:nvPr/>
        </p:nvSpPr>
        <p:spPr>
          <a:xfrm>
            <a:off x="5672646" y="3244334"/>
            <a:ext cx="846707" cy="369332"/>
          </a:xfrm>
          <a:prstGeom prst="rect">
            <a:avLst/>
          </a:prstGeom>
        </p:spPr>
        <p:txBody>
          <a:bodyPr wrap="none">
            <a:spAutoFit/>
          </a:bodyPr>
          <a:lstStyle/>
          <a:p>
            <a:r>
              <a:rPr lang="en-GB" dirty="0"/>
              <a:t>Minnie</a:t>
            </a:r>
          </a:p>
        </p:txBody>
      </p: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Effect transition="in" filter="wipe(left)">
                                      <p:cBhvr>
                                        <p:cTn id="15" dur="1500"/>
                                        <p:tgtEl>
                                          <p:spTgt spid="6">
                                            <p:txEl>
                                              <p:pRg st="0" end="0"/>
                                            </p:txEl>
                                          </p:spTgt>
                                        </p:tgtEl>
                                      </p:cBhvr>
                                    </p:animEffect>
                                  </p:childTnLst>
                                </p:cTn>
                              </p:par>
                            </p:childTnLst>
                          </p:cTn>
                        </p:par>
                        <p:par>
                          <p:cTn id="16" fill="hold">
                            <p:stCondLst>
                              <p:cond delay="4500"/>
                            </p:stCondLst>
                            <p:childTnLst>
                              <p:par>
                                <p:cTn id="17" presetID="22" presetClass="entr" presetSubtype="8" fill="hold" grpId="0" nodeType="after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Effect transition="in" filter="wipe(left)">
                                      <p:cBhvr>
                                        <p:cTn id="19" dur="1500"/>
                                        <p:tgtEl>
                                          <p:spTgt spid="6">
                                            <p:txEl>
                                              <p:pRg st="1" end="1"/>
                                            </p:txEl>
                                          </p:spTgt>
                                        </p:tgtEl>
                                      </p:cBhvr>
                                    </p:animEffect>
                                  </p:childTnLst>
                                </p:cTn>
                              </p:par>
                            </p:childTnLst>
                          </p:cTn>
                        </p:par>
                        <p:par>
                          <p:cTn id="20" fill="hold">
                            <p:stCondLst>
                              <p:cond delay="6000"/>
                            </p:stCondLst>
                            <p:childTnLst>
                              <p:par>
                                <p:cTn id="21" presetID="22" presetClass="entr" presetSubtype="8" fill="hold" grpId="0" nodeType="after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Effect transition="in" filter="wipe(left)">
                                      <p:cBhvr>
                                        <p:cTn id="23" dur="1500"/>
                                        <p:tgtEl>
                                          <p:spTgt spid="6">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53"/>
                                        </p:tgtEl>
                                        <p:attrNameLst>
                                          <p:attrName>style.visibility</p:attrName>
                                        </p:attrNameLst>
                                      </p:cBhvr>
                                      <p:to>
                                        <p:strVal val="visible"/>
                                      </p:to>
                                    </p:set>
                                    <p:animEffect transition="in" filter="wipe(left)">
                                      <p:cBhvr>
                                        <p:cTn id="75" dur="1000"/>
                                        <p:tgtEl>
                                          <p:spTgt spid="53"/>
                                        </p:tgtEl>
                                      </p:cBhvr>
                                    </p:animEffect>
                                  </p:childTnLst>
                                </p:cTn>
                              </p:par>
                            </p:childTnLst>
                          </p:cTn>
                        </p:par>
                      </p:childTnLst>
                    </p:cTn>
                  </p:par>
                  <p:par>
                    <p:cTn id="76" fill="hold">
                      <p:stCondLst>
                        <p:cond delay="indefinite"/>
                      </p:stCondLst>
                      <p:childTnLst>
                        <p:par>
                          <p:cTn id="77" fill="hold">
                            <p:stCondLst>
                              <p:cond delay="0"/>
                            </p:stCondLst>
                            <p:childTnLst>
                              <p:par>
                                <p:cTn id="78" presetID="22" presetClass="entr" presetSubtype="8" fill="hold" grpId="0" nodeType="clickEffect">
                                  <p:stCondLst>
                                    <p:cond delay="0"/>
                                  </p:stCondLst>
                                  <p:childTnLst>
                                    <p:set>
                                      <p:cBhvr>
                                        <p:cTn id="79" dur="1" fill="hold">
                                          <p:stCondLst>
                                            <p:cond delay="0"/>
                                          </p:stCondLst>
                                        </p:cTn>
                                        <p:tgtEl>
                                          <p:spTgt spid="59"/>
                                        </p:tgtEl>
                                        <p:attrNameLst>
                                          <p:attrName>style.visibility</p:attrName>
                                        </p:attrNameLst>
                                      </p:cBhvr>
                                      <p:to>
                                        <p:strVal val="visible"/>
                                      </p:to>
                                    </p:set>
                                    <p:animEffect transition="in" filter="wipe(left)">
                                      <p:cBhvr>
                                        <p:cTn id="80" dur="500"/>
                                        <p:tgtEl>
                                          <p:spTgt spid="59"/>
                                        </p:tgtEl>
                                      </p:cBhvr>
                                    </p:animEffect>
                                  </p:childTnLst>
                                </p:cTn>
                              </p:par>
                            </p:childTnLst>
                          </p:cTn>
                        </p:par>
                        <p:par>
                          <p:cTn id="81" fill="hold">
                            <p:stCondLst>
                              <p:cond delay="500"/>
                            </p:stCondLst>
                            <p:childTnLst>
                              <p:par>
                                <p:cTn id="82" presetID="22" presetClass="entr" presetSubtype="8" fill="hold" grpId="0" nodeType="afterEffect">
                                  <p:stCondLst>
                                    <p:cond delay="0"/>
                                  </p:stCondLst>
                                  <p:childTnLst>
                                    <p:set>
                                      <p:cBhvr>
                                        <p:cTn id="83" dur="1" fill="hold">
                                          <p:stCondLst>
                                            <p:cond delay="0"/>
                                          </p:stCondLst>
                                        </p:cTn>
                                        <p:tgtEl>
                                          <p:spTgt spid="57"/>
                                        </p:tgtEl>
                                        <p:attrNameLst>
                                          <p:attrName>style.visibility</p:attrName>
                                        </p:attrNameLst>
                                      </p:cBhvr>
                                      <p:to>
                                        <p:strVal val="visible"/>
                                      </p:to>
                                    </p:set>
                                    <p:animEffect transition="in" filter="wipe(left)">
                                      <p:cBhvr>
                                        <p:cTn id="84" dur="1500"/>
                                        <p:tgtEl>
                                          <p:spTgt spid="57"/>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67"/>
                                        </p:tgtEl>
                                        <p:attrNameLst>
                                          <p:attrName>style.visibility</p:attrName>
                                        </p:attrNameLst>
                                      </p:cBhvr>
                                      <p:to>
                                        <p:strVal val="visible"/>
                                      </p:to>
                                    </p:set>
                                    <p:animEffect transition="in" filter="wipe(left)">
                                      <p:cBhvr>
                                        <p:cTn id="89" dur="500"/>
                                        <p:tgtEl>
                                          <p:spTgt spid="67"/>
                                        </p:tgtEl>
                                      </p:cBhvr>
                                    </p:animEffec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65"/>
                                        </p:tgtEl>
                                        <p:attrNameLst>
                                          <p:attrName>style.visibility</p:attrName>
                                        </p:attrNameLst>
                                      </p:cBhvr>
                                      <p:to>
                                        <p:strVal val="visible"/>
                                      </p:to>
                                    </p:set>
                                    <p:animEffect transition="in" filter="wipe(left)">
                                      <p:cBhvr>
                                        <p:cTn id="93" dur="1500"/>
                                        <p:tgtEl>
                                          <p:spTgt spid="65"/>
                                        </p:tgtEl>
                                      </p:cBhvr>
                                    </p:animEffect>
                                  </p:childTnLst>
                                </p:cTn>
                              </p:par>
                            </p:childTnLst>
                          </p:cTn>
                        </p:par>
                        <p:par>
                          <p:cTn id="94" fill="hold">
                            <p:stCondLst>
                              <p:cond delay="2000"/>
                            </p:stCondLst>
                            <p:childTnLst>
                              <p:par>
                                <p:cTn id="95" presetID="22" presetClass="entr" presetSubtype="8" fill="hold" grpId="0" nodeType="afterEffect">
                                  <p:stCondLst>
                                    <p:cond delay="0"/>
                                  </p:stCondLst>
                                  <p:childTnLst>
                                    <p:set>
                                      <p:cBhvr>
                                        <p:cTn id="96" dur="1" fill="hold">
                                          <p:stCondLst>
                                            <p:cond delay="0"/>
                                          </p:stCondLst>
                                        </p:cTn>
                                        <p:tgtEl>
                                          <p:spTgt spid="56"/>
                                        </p:tgtEl>
                                        <p:attrNameLst>
                                          <p:attrName>style.visibility</p:attrName>
                                        </p:attrNameLst>
                                      </p:cBhvr>
                                      <p:to>
                                        <p:strVal val="visible"/>
                                      </p:to>
                                    </p:set>
                                    <p:animEffect transition="in" filter="wipe(left)">
                                      <p:cBhvr>
                                        <p:cTn id="97" dur="500"/>
                                        <p:tgtEl>
                                          <p:spTgt spid="56"/>
                                        </p:tgtEl>
                                      </p:cBhvr>
                                    </p:animEffect>
                                  </p:childTnLst>
                                </p:cTn>
                              </p:par>
                            </p:childTnLst>
                          </p:cTn>
                        </p:par>
                        <p:par>
                          <p:cTn id="98" fill="hold">
                            <p:stCondLst>
                              <p:cond delay="2500"/>
                            </p:stCondLst>
                            <p:childTnLst>
                              <p:par>
                                <p:cTn id="99" presetID="22" presetClass="entr" presetSubtype="8" fill="hold" grpId="0" nodeType="afterEffect">
                                  <p:stCondLst>
                                    <p:cond delay="0"/>
                                  </p:stCondLst>
                                  <p:childTnLst>
                                    <p:set>
                                      <p:cBhvr>
                                        <p:cTn id="100" dur="1" fill="hold">
                                          <p:stCondLst>
                                            <p:cond delay="0"/>
                                          </p:stCondLst>
                                        </p:cTn>
                                        <p:tgtEl>
                                          <p:spTgt spid="54"/>
                                        </p:tgtEl>
                                        <p:attrNameLst>
                                          <p:attrName>style.visibility</p:attrName>
                                        </p:attrNameLst>
                                      </p:cBhvr>
                                      <p:to>
                                        <p:strVal val="visible"/>
                                      </p:to>
                                    </p:set>
                                    <p:animEffect transition="in" filter="wipe(left)">
                                      <p:cBhvr>
                                        <p:cTn id="101" dur="1500"/>
                                        <p:tgtEl>
                                          <p:spTgt spid="54"/>
                                        </p:tgtEl>
                                      </p:cBhvr>
                                    </p:animEffect>
                                  </p:childTnLst>
                                </p:cTn>
                              </p:par>
                            </p:childTnLst>
                          </p:cTn>
                        </p:par>
                        <p:par>
                          <p:cTn id="102" fill="hold">
                            <p:stCondLst>
                              <p:cond delay="4000"/>
                            </p:stCondLst>
                            <p:childTnLst>
                              <p:par>
                                <p:cTn id="103" presetID="22" presetClass="entr" presetSubtype="8" fill="hold" grpId="0" nodeType="afterEffect">
                                  <p:stCondLst>
                                    <p:cond delay="0"/>
                                  </p:stCondLst>
                                  <p:childTnLst>
                                    <p:set>
                                      <p:cBhvr>
                                        <p:cTn id="104" dur="1" fill="hold">
                                          <p:stCondLst>
                                            <p:cond delay="0"/>
                                          </p:stCondLst>
                                        </p:cTn>
                                        <p:tgtEl>
                                          <p:spTgt spid="73"/>
                                        </p:tgtEl>
                                        <p:attrNameLst>
                                          <p:attrName>style.visibility</p:attrName>
                                        </p:attrNameLst>
                                      </p:cBhvr>
                                      <p:to>
                                        <p:strVal val="visible"/>
                                      </p:to>
                                    </p:set>
                                    <p:animEffect transition="in" filter="wipe(left)">
                                      <p:cBhvr>
                                        <p:cTn id="105" dur="500"/>
                                        <p:tgtEl>
                                          <p:spTgt spid="73"/>
                                        </p:tgtEl>
                                      </p:cBhvr>
                                    </p:animEffect>
                                  </p:childTnLst>
                                </p:cTn>
                              </p:par>
                            </p:childTnLst>
                          </p:cTn>
                        </p:par>
                        <p:par>
                          <p:cTn id="106" fill="hold">
                            <p:stCondLst>
                              <p:cond delay="4500"/>
                            </p:stCondLst>
                            <p:childTnLst>
                              <p:par>
                                <p:cTn id="107" presetID="22" presetClass="entr" presetSubtype="8" fill="hold" grpId="0" nodeType="afterEffect">
                                  <p:stCondLst>
                                    <p:cond delay="0"/>
                                  </p:stCondLst>
                                  <p:childTnLst>
                                    <p:set>
                                      <p:cBhvr>
                                        <p:cTn id="108" dur="1" fill="hold">
                                          <p:stCondLst>
                                            <p:cond delay="0"/>
                                          </p:stCondLst>
                                        </p:cTn>
                                        <p:tgtEl>
                                          <p:spTgt spid="72"/>
                                        </p:tgtEl>
                                        <p:attrNameLst>
                                          <p:attrName>style.visibility</p:attrName>
                                        </p:attrNameLst>
                                      </p:cBhvr>
                                      <p:to>
                                        <p:strVal val="visible"/>
                                      </p:to>
                                    </p:set>
                                    <p:animEffect transition="in" filter="wipe(left)">
                                      <p:cBhvr>
                                        <p:cTn id="109" dur="1500"/>
                                        <p:tgtEl>
                                          <p:spTgt spid="72"/>
                                        </p:tgtEl>
                                      </p:cBhvr>
                                    </p:animEffect>
                                  </p:childTnLst>
                                </p:cTn>
                              </p:par>
                            </p:childTnLst>
                          </p:cTn>
                        </p:par>
                        <p:par>
                          <p:cTn id="110" fill="hold">
                            <p:stCondLst>
                              <p:cond delay="6000"/>
                            </p:stCondLst>
                            <p:childTnLst>
                              <p:par>
                                <p:cTn id="111" presetID="22" presetClass="entr" presetSubtype="8" fill="hold" grpId="0" nodeType="afterEffect">
                                  <p:stCondLst>
                                    <p:cond delay="0"/>
                                  </p:stCondLst>
                                  <p:childTnLst>
                                    <p:set>
                                      <p:cBhvr>
                                        <p:cTn id="112" dur="1" fill="hold">
                                          <p:stCondLst>
                                            <p:cond delay="0"/>
                                          </p:stCondLst>
                                        </p:cTn>
                                        <p:tgtEl>
                                          <p:spTgt spid="64"/>
                                        </p:tgtEl>
                                        <p:attrNameLst>
                                          <p:attrName>style.visibility</p:attrName>
                                        </p:attrNameLst>
                                      </p:cBhvr>
                                      <p:to>
                                        <p:strVal val="visible"/>
                                      </p:to>
                                    </p:set>
                                    <p:animEffect transition="in" filter="wipe(left)">
                                      <p:cBhvr>
                                        <p:cTn id="113" dur="500"/>
                                        <p:tgtEl>
                                          <p:spTgt spid="64"/>
                                        </p:tgtEl>
                                      </p:cBhvr>
                                    </p:animEffect>
                                  </p:childTnLst>
                                </p:cTn>
                              </p:par>
                            </p:childTnLst>
                          </p:cTn>
                        </p:par>
                        <p:par>
                          <p:cTn id="114" fill="hold">
                            <p:stCondLst>
                              <p:cond delay="6500"/>
                            </p:stCondLst>
                            <p:childTnLst>
                              <p:par>
                                <p:cTn id="115" presetID="22" presetClass="entr" presetSubtype="8" fill="hold" grpId="0" nodeType="afterEffect">
                                  <p:stCondLst>
                                    <p:cond delay="0"/>
                                  </p:stCondLst>
                                  <p:childTnLst>
                                    <p:set>
                                      <p:cBhvr>
                                        <p:cTn id="116" dur="1" fill="hold">
                                          <p:stCondLst>
                                            <p:cond delay="0"/>
                                          </p:stCondLst>
                                        </p:cTn>
                                        <p:tgtEl>
                                          <p:spTgt spid="62"/>
                                        </p:tgtEl>
                                        <p:attrNameLst>
                                          <p:attrName>style.visibility</p:attrName>
                                        </p:attrNameLst>
                                      </p:cBhvr>
                                      <p:to>
                                        <p:strVal val="visible"/>
                                      </p:to>
                                    </p:set>
                                    <p:animEffect transition="in" filter="wipe(left)">
                                      <p:cBhvr>
                                        <p:cTn id="117" dur="1500"/>
                                        <p:tgtEl>
                                          <p:spTgt spid="62"/>
                                        </p:tgtEl>
                                      </p:cBhvr>
                                    </p:animEffect>
                                  </p:childTnLst>
                                </p:cTn>
                              </p:par>
                            </p:childTnLst>
                          </p:cTn>
                        </p:par>
                      </p:childTnLst>
                    </p:cTn>
                  </p:par>
                  <p:par>
                    <p:cTn id="118" fill="hold">
                      <p:stCondLst>
                        <p:cond delay="indefinite"/>
                      </p:stCondLst>
                      <p:childTnLst>
                        <p:par>
                          <p:cTn id="119" fill="hold">
                            <p:stCondLst>
                              <p:cond delay="0"/>
                            </p:stCondLst>
                            <p:childTnLst>
                              <p:par>
                                <p:cTn id="120" presetID="22" presetClass="exit" presetSubtype="8" fill="hold" grpId="1" nodeType="clickEffect">
                                  <p:stCondLst>
                                    <p:cond delay="0"/>
                                  </p:stCondLst>
                                  <p:childTnLst>
                                    <p:animEffect transition="out" filter="wipe(left)">
                                      <p:cBhvr>
                                        <p:cTn id="121" dur="500"/>
                                        <p:tgtEl>
                                          <p:spTgt spid="53"/>
                                        </p:tgtEl>
                                      </p:cBhvr>
                                    </p:animEffect>
                                    <p:set>
                                      <p:cBhvr>
                                        <p:cTn id="122" dur="1" fill="hold">
                                          <p:stCondLst>
                                            <p:cond delay="499"/>
                                          </p:stCondLst>
                                        </p:cTn>
                                        <p:tgtEl>
                                          <p:spTgt spid="53"/>
                                        </p:tgtEl>
                                        <p:attrNameLst>
                                          <p:attrName>style.visibility</p:attrName>
                                        </p:attrNameLst>
                                      </p:cBhvr>
                                      <p:to>
                                        <p:strVal val="hidden"/>
                                      </p:to>
                                    </p:set>
                                  </p:childTnLst>
                                </p:cTn>
                              </p:par>
                            </p:childTnLst>
                          </p:cTn>
                        </p:par>
                        <p:par>
                          <p:cTn id="123" fill="hold">
                            <p:stCondLst>
                              <p:cond delay="500"/>
                            </p:stCondLst>
                            <p:childTnLst>
                              <p:par>
                                <p:cTn id="124" presetID="22" presetClass="entr" presetSubtype="8" fill="hold" grpId="0" nodeType="afterEffect">
                                  <p:stCondLst>
                                    <p:cond delay="0"/>
                                  </p:stCondLst>
                                  <p:childTnLst>
                                    <p:set>
                                      <p:cBhvr>
                                        <p:cTn id="125" dur="1" fill="hold">
                                          <p:stCondLst>
                                            <p:cond delay="0"/>
                                          </p:stCondLst>
                                        </p:cTn>
                                        <p:tgtEl>
                                          <p:spTgt spid="35"/>
                                        </p:tgtEl>
                                        <p:attrNameLst>
                                          <p:attrName>style.visibility</p:attrName>
                                        </p:attrNameLst>
                                      </p:cBhvr>
                                      <p:to>
                                        <p:strVal val="visible"/>
                                      </p:to>
                                    </p:set>
                                    <p:animEffect transition="in" filter="wipe(left)">
                                      <p:cBhvr>
                                        <p:cTn id="126" dur="1000"/>
                                        <p:tgtEl>
                                          <p:spTgt spid="35"/>
                                        </p:tgtEl>
                                      </p:cBhvr>
                                    </p:animEffect>
                                  </p:childTnLst>
                                </p:cTn>
                              </p:par>
                            </p:childTnLst>
                          </p:cTn>
                        </p:par>
                      </p:childTnLst>
                    </p:cTn>
                  </p:par>
                  <p:par>
                    <p:cTn id="127" fill="hold">
                      <p:stCondLst>
                        <p:cond delay="indefinite"/>
                      </p:stCondLst>
                      <p:childTnLst>
                        <p:par>
                          <p:cTn id="128" fill="hold">
                            <p:stCondLst>
                              <p:cond delay="0"/>
                            </p:stCondLst>
                            <p:childTnLst>
                              <p:par>
                                <p:cTn id="129" presetID="22" presetClass="entr" presetSubtype="8" fill="hold" grpId="0" nodeType="clickEffect">
                                  <p:stCondLst>
                                    <p:cond delay="0"/>
                                  </p:stCondLst>
                                  <p:childTnLst>
                                    <p:set>
                                      <p:cBhvr>
                                        <p:cTn id="130" dur="1" fill="hold">
                                          <p:stCondLst>
                                            <p:cond delay="0"/>
                                          </p:stCondLst>
                                        </p:cTn>
                                        <p:tgtEl>
                                          <p:spTgt spid="49">
                                            <p:txEl>
                                              <p:pRg st="0" end="0"/>
                                            </p:txEl>
                                          </p:spTgt>
                                        </p:tgtEl>
                                        <p:attrNameLst>
                                          <p:attrName>style.visibility</p:attrName>
                                        </p:attrNameLst>
                                      </p:cBhvr>
                                      <p:to>
                                        <p:strVal val="visible"/>
                                      </p:to>
                                    </p:set>
                                    <p:animEffect transition="in" filter="wipe(left)">
                                      <p:cBhvr>
                                        <p:cTn id="131" dur="500"/>
                                        <p:tgtEl>
                                          <p:spTgt spid="49">
                                            <p:txEl>
                                              <p:pRg st="0" end="0"/>
                                            </p:txEl>
                                          </p:spTgt>
                                        </p:tgtEl>
                                      </p:cBhvr>
                                    </p:animEffect>
                                  </p:childTnLst>
                                </p:cTn>
                              </p:par>
                            </p:childTnLst>
                          </p:cTn>
                        </p:par>
                        <p:par>
                          <p:cTn id="132" fill="hold">
                            <p:stCondLst>
                              <p:cond delay="500"/>
                            </p:stCondLst>
                            <p:childTnLst>
                              <p:par>
                                <p:cTn id="133" presetID="22" presetClass="entr" presetSubtype="8" fill="hold" grpId="0" nodeType="afterEffect">
                                  <p:stCondLst>
                                    <p:cond delay="0"/>
                                  </p:stCondLst>
                                  <p:childTnLst>
                                    <p:set>
                                      <p:cBhvr>
                                        <p:cTn id="134" dur="1" fill="hold">
                                          <p:stCondLst>
                                            <p:cond delay="0"/>
                                          </p:stCondLst>
                                        </p:cTn>
                                        <p:tgtEl>
                                          <p:spTgt spid="49">
                                            <p:txEl>
                                              <p:pRg st="1" end="1"/>
                                            </p:txEl>
                                          </p:spTgt>
                                        </p:tgtEl>
                                        <p:attrNameLst>
                                          <p:attrName>style.visibility</p:attrName>
                                        </p:attrNameLst>
                                      </p:cBhvr>
                                      <p:to>
                                        <p:strVal val="visible"/>
                                      </p:to>
                                    </p:set>
                                    <p:animEffect transition="in" filter="wipe(left)">
                                      <p:cBhvr>
                                        <p:cTn id="135" dur="500"/>
                                        <p:tgtEl>
                                          <p:spTgt spid="49">
                                            <p:txEl>
                                              <p:pRg st="1" end="1"/>
                                            </p:txEl>
                                          </p:spTgt>
                                        </p:tgtEl>
                                      </p:cBhvr>
                                    </p:animEffect>
                                  </p:childTnLst>
                                </p:cTn>
                              </p:par>
                            </p:childTnLst>
                          </p:cTn>
                        </p:par>
                        <p:par>
                          <p:cTn id="136" fill="hold">
                            <p:stCondLst>
                              <p:cond delay="1000"/>
                            </p:stCondLst>
                            <p:childTnLst>
                              <p:par>
                                <p:cTn id="137" presetID="22" presetClass="entr" presetSubtype="8" fill="hold" grpId="0" nodeType="afterEffect">
                                  <p:stCondLst>
                                    <p:cond delay="0"/>
                                  </p:stCondLst>
                                  <p:childTnLst>
                                    <p:set>
                                      <p:cBhvr>
                                        <p:cTn id="138" dur="1" fill="hold">
                                          <p:stCondLst>
                                            <p:cond delay="0"/>
                                          </p:stCondLst>
                                        </p:cTn>
                                        <p:tgtEl>
                                          <p:spTgt spid="41"/>
                                        </p:tgtEl>
                                        <p:attrNameLst>
                                          <p:attrName>style.visibility</p:attrName>
                                        </p:attrNameLst>
                                      </p:cBhvr>
                                      <p:to>
                                        <p:strVal val="visible"/>
                                      </p:to>
                                    </p:set>
                                    <p:animEffect transition="in" filter="wipe(left)">
                                      <p:cBhvr>
                                        <p:cTn id="139" dur="1000"/>
                                        <p:tgtEl>
                                          <p:spTgt spid="41"/>
                                        </p:tgtEl>
                                      </p:cBhvr>
                                    </p:animEffect>
                                  </p:childTnLst>
                                </p:cTn>
                              </p:par>
                            </p:childTnLst>
                          </p:cTn>
                        </p:par>
                        <p:par>
                          <p:cTn id="140" fill="hold">
                            <p:stCondLst>
                              <p:cond delay="2000"/>
                            </p:stCondLst>
                            <p:childTnLst>
                              <p:par>
                                <p:cTn id="141" presetID="22" presetClass="entr" presetSubtype="8" fill="hold" nodeType="afterEffect">
                                  <p:stCondLst>
                                    <p:cond delay="0"/>
                                  </p:stCondLst>
                                  <p:childTnLst>
                                    <p:set>
                                      <p:cBhvr>
                                        <p:cTn id="142" dur="1" fill="hold">
                                          <p:stCondLst>
                                            <p:cond delay="0"/>
                                          </p:stCondLst>
                                        </p:cTn>
                                        <p:tgtEl>
                                          <p:spTgt spid="36"/>
                                        </p:tgtEl>
                                        <p:attrNameLst>
                                          <p:attrName>style.visibility</p:attrName>
                                        </p:attrNameLst>
                                      </p:cBhvr>
                                      <p:to>
                                        <p:strVal val="visible"/>
                                      </p:to>
                                    </p:set>
                                    <p:animEffect transition="in" filter="wipe(left)">
                                      <p:cBhvr>
                                        <p:cTn id="143" dur="2000"/>
                                        <p:tgtEl>
                                          <p:spTgt spid="36"/>
                                        </p:tgtEl>
                                      </p:cBhvr>
                                    </p:animEffect>
                                  </p:childTnLst>
                                </p:cTn>
                              </p:par>
                            </p:childTnLst>
                          </p:cTn>
                        </p:par>
                      </p:childTnLst>
                    </p:cTn>
                  </p:par>
                  <p:par>
                    <p:cTn id="144" fill="hold">
                      <p:stCondLst>
                        <p:cond delay="indefinite"/>
                      </p:stCondLst>
                      <p:childTnLst>
                        <p:par>
                          <p:cTn id="145" fill="hold">
                            <p:stCondLst>
                              <p:cond delay="0"/>
                            </p:stCondLst>
                            <p:childTnLst>
                              <p:par>
                                <p:cTn id="146" presetID="22" presetClass="entr" presetSubtype="8" fill="hold" grpId="0" nodeType="clickEffect">
                                  <p:stCondLst>
                                    <p:cond delay="0"/>
                                  </p:stCondLst>
                                  <p:childTnLst>
                                    <p:set>
                                      <p:cBhvr>
                                        <p:cTn id="147" dur="1" fill="hold">
                                          <p:stCondLst>
                                            <p:cond delay="0"/>
                                          </p:stCondLst>
                                        </p:cTn>
                                        <p:tgtEl>
                                          <p:spTgt spid="46"/>
                                        </p:tgtEl>
                                        <p:attrNameLst>
                                          <p:attrName>style.visibility</p:attrName>
                                        </p:attrNameLst>
                                      </p:cBhvr>
                                      <p:to>
                                        <p:strVal val="visible"/>
                                      </p:to>
                                    </p:set>
                                    <p:animEffect transition="in" filter="wipe(left)">
                                      <p:cBhvr>
                                        <p:cTn id="148" dur="1500"/>
                                        <p:tgtEl>
                                          <p:spTgt spid="46"/>
                                        </p:tgtEl>
                                      </p:cBhvr>
                                    </p:animEffect>
                                  </p:childTnLst>
                                </p:cTn>
                              </p:par>
                            </p:childTnLst>
                          </p:cTn>
                        </p:par>
                        <p:par>
                          <p:cTn id="149" fill="hold">
                            <p:stCondLst>
                              <p:cond delay="1500"/>
                            </p:stCondLst>
                            <p:childTnLst>
                              <p:par>
                                <p:cTn id="150" presetID="22" presetClass="entr" presetSubtype="8" fill="hold" grpId="0" nodeType="afterEffect">
                                  <p:stCondLst>
                                    <p:cond delay="0"/>
                                  </p:stCondLst>
                                  <p:childTnLst>
                                    <p:set>
                                      <p:cBhvr>
                                        <p:cTn id="151" dur="1" fill="hold">
                                          <p:stCondLst>
                                            <p:cond delay="0"/>
                                          </p:stCondLst>
                                        </p:cTn>
                                        <p:tgtEl>
                                          <p:spTgt spid="47"/>
                                        </p:tgtEl>
                                        <p:attrNameLst>
                                          <p:attrName>style.visibility</p:attrName>
                                        </p:attrNameLst>
                                      </p:cBhvr>
                                      <p:to>
                                        <p:strVal val="visible"/>
                                      </p:to>
                                    </p:set>
                                    <p:animEffect transition="in" filter="wipe(left)">
                                      <p:cBhvr>
                                        <p:cTn id="152" dur="1500"/>
                                        <p:tgtEl>
                                          <p:spTgt spid="47"/>
                                        </p:tgtEl>
                                      </p:cBhvr>
                                    </p:animEffect>
                                  </p:childTnLst>
                                </p:cTn>
                              </p:par>
                            </p:childTnLst>
                          </p:cTn>
                        </p:par>
                        <p:par>
                          <p:cTn id="153" fill="hold">
                            <p:stCondLst>
                              <p:cond delay="3000"/>
                            </p:stCondLst>
                            <p:childTnLst>
                              <p:par>
                                <p:cTn id="154" presetID="22" presetClass="entr" presetSubtype="8" fill="hold" grpId="0" nodeType="afterEffect">
                                  <p:stCondLst>
                                    <p:cond delay="0"/>
                                  </p:stCondLst>
                                  <p:childTnLst>
                                    <p:set>
                                      <p:cBhvr>
                                        <p:cTn id="155" dur="1" fill="hold">
                                          <p:stCondLst>
                                            <p:cond delay="0"/>
                                          </p:stCondLst>
                                        </p:cTn>
                                        <p:tgtEl>
                                          <p:spTgt spid="48"/>
                                        </p:tgtEl>
                                        <p:attrNameLst>
                                          <p:attrName>style.visibility</p:attrName>
                                        </p:attrNameLst>
                                      </p:cBhvr>
                                      <p:to>
                                        <p:strVal val="visible"/>
                                      </p:to>
                                    </p:set>
                                    <p:animEffect transition="in" filter="wipe(left)">
                                      <p:cBhvr>
                                        <p:cTn id="156" dur="1500"/>
                                        <p:tgtEl>
                                          <p:spTgt spid="48"/>
                                        </p:tgtEl>
                                      </p:cBhvr>
                                    </p:animEffect>
                                  </p:childTnLst>
                                </p:cTn>
                              </p:par>
                            </p:childTnLst>
                          </p:cTn>
                        </p:par>
                      </p:childTnLst>
                    </p:cTn>
                  </p:par>
                  <p:par>
                    <p:cTn id="157" fill="hold">
                      <p:stCondLst>
                        <p:cond delay="indefinite"/>
                      </p:stCondLst>
                      <p:childTnLst>
                        <p:par>
                          <p:cTn id="158" fill="hold">
                            <p:stCondLst>
                              <p:cond delay="0"/>
                            </p:stCondLst>
                            <p:childTnLst>
                              <p:par>
                                <p:cTn id="159" presetID="22" presetClass="exit" presetSubtype="8" fill="hold" grpId="1" nodeType="clickEffect">
                                  <p:stCondLst>
                                    <p:cond delay="0"/>
                                  </p:stCondLst>
                                  <p:childTnLst>
                                    <p:animEffect transition="out" filter="wipe(left)">
                                      <p:cBhvr>
                                        <p:cTn id="160" dur="500"/>
                                        <p:tgtEl>
                                          <p:spTgt spid="35"/>
                                        </p:tgtEl>
                                      </p:cBhvr>
                                    </p:animEffect>
                                    <p:set>
                                      <p:cBhvr>
                                        <p:cTn id="161" dur="1" fill="hold">
                                          <p:stCondLst>
                                            <p:cond delay="499"/>
                                          </p:stCondLst>
                                        </p:cTn>
                                        <p:tgtEl>
                                          <p:spTgt spid="35"/>
                                        </p:tgtEl>
                                        <p:attrNameLst>
                                          <p:attrName>style.visibility</p:attrName>
                                        </p:attrNameLst>
                                      </p:cBhvr>
                                      <p:to>
                                        <p:strVal val="hidden"/>
                                      </p:to>
                                    </p:set>
                                  </p:childTnLst>
                                </p:cTn>
                              </p:par>
                            </p:childTnLst>
                          </p:cTn>
                        </p:par>
                        <p:par>
                          <p:cTn id="162" fill="hold">
                            <p:stCondLst>
                              <p:cond delay="500"/>
                            </p:stCondLst>
                            <p:childTnLst>
                              <p:par>
                                <p:cTn id="163" presetID="22" presetClass="entr" presetSubtype="8" fill="hold" grpId="0" nodeType="afterEffect">
                                  <p:stCondLst>
                                    <p:cond delay="0"/>
                                  </p:stCondLst>
                                  <p:childTnLst>
                                    <p:set>
                                      <p:cBhvr>
                                        <p:cTn id="164" dur="1" fill="hold">
                                          <p:stCondLst>
                                            <p:cond delay="0"/>
                                          </p:stCondLst>
                                        </p:cTn>
                                        <p:tgtEl>
                                          <p:spTgt spid="31"/>
                                        </p:tgtEl>
                                        <p:attrNameLst>
                                          <p:attrName>style.visibility</p:attrName>
                                        </p:attrNameLst>
                                      </p:cBhvr>
                                      <p:to>
                                        <p:strVal val="visible"/>
                                      </p:to>
                                    </p:set>
                                    <p:animEffect transition="in" filter="wipe(left)">
                                      <p:cBhvr>
                                        <p:cTn id="165" dur="1000"/>
                                        <p:tgtEl>
                                          <p:spTgt spid="31"/>
                                        </p:tgtEl>
                                      </p:cBhvr>
                                    </p:animEffect>
                                  </p:childTnLst>
                                </p:cTn>
                              </p:par>
                            </p:childTnLst>
                          </p:cTn>
                        </p:par>
                      </p:childTnLst>
                    </p:cTn>
                  </p:par>
                  <p:par>
                    <p:cTn id="166" fill="hold">
                      <p:stCondLst>
                        <p:cond delay="indefinite"/>
                      </p:stCondLst>
                      <p:childTnLst>
                        <p:par>
                          <p:cTn id="167" fill="hold">
                            <p:stCondLst>
                              <p:cond delay="0"/>
                            </p:stCondLst>
                            <p:childTnLst>
                              <p:par>
                                <p:cTn id="168" presetID="22" presetClass="entr" presetSubtype="8" fill="hold" grpId="0" nodeType="clickEffect">
                                  <p:stCondLst>
                                    <p:cond delay="0"/>
                                  </p:stCondLst>
                                  <p:childTnLst>
                                    <p:set>
                                      <p:cBhvr>
                                        <p:cTn id="169" dur="1" fill="hold">
                                          <p:stCondLst>
                                            <p:cond delay="0"/>
                                          </p:stCondLst>
                                        </p:cTn>
                                        <p:tgtEl>
                                          <p:spTgt spid="25"/>
                                        </p:tgtEl>
                                        <p:attrNameLst>
                                          <p:attrName>style.visibility</p:attrName>
                                        </p:attrNameLst>
                                      </p:cBhvr>
                                      <p:to>
                                        <p:strVal val="visible"/>
                                      </p:to>
                                    </p:set>
                                    <p:animEffect transition="in" filter="wipe(left)">
                                      <p:cBhvr>
                                        <p:cTn id="170" dur="500"/>
                                        <p:tgtEl>
                                          <p:spTgt spid="25"/>
                                        </p:tgtEl>
                                      </p:cBhvr>
                                    </p:animEffect>
                                  </p:childTnLst>
                                </p:cTn>
                              </p:par>
                            </p:childTnLst>
                          </p:cTn>
                        </p:par>
                        <p:par>
                          <p:cTn id="171" fill="hold">
                            <p:stCondLst>
                              <p:cond delay="500"/>
                            </p:stCondLst>
                            <p:childTnLst>
                              <p:par>
                                <p:cTn id="172" presetID="22" presetClass="entr" presetSubtype="1" fill="hold" nodeType="afterEffect">
                                  <p:stCondLst>
                                    <p:cond delay="0"/>
                                  </p:stCondLst>
                                  <p:childTnLst>
                                    <p:set>
                                      <p:cBhvr>
                                        <p:cTn id="173" dur="1" fill="hold">
                                          <p:stCondLst>
                                            <p:cond delay="0"/>
                                          </p:stCondLst>
                                        </p:cTn>
                                        <p:tgtEl>
                                          <p:spTgt spid="5"/>
                                        </p:tgtEl>
                                        <p:attrNameLst>
                                          <p:attrName>style.visibility</p:attrName>
                                        </p:attrNameLst>
                                      </p:cBhvr>
                                      <p:to>
                                        <p:strVal val="visible"/>
                                      </p:to>
                                    </p:set>
                                    <p:animEffect transition="in" filter="wipe(up)">
                                      <p:cBhvr>
                                        <p:cTn id="174" dur="500"/>
                                        <p:tgtEl>
                                          <p:spTgt spid="5"/>
                                        </p:tgtEl>
                                      </p:cBhvr>
                                    </p:animEffect>
                                  </p:childTnLst>
                                </p:cTn>
                              </p:par>
                            </p:childTnLst>
                          </p:cTn>
                        </p:par>
                        <p:par>
                          <p:cTn id="175" fill="hold">
                            <p:stCondLst>
                              <p:cond delay="1000"/>
                            </p:stCondLst>
                            <p:childTnLst>
                              <p:par>
                                <p:cTn id="176" presetID="22" presetClass="entr" presetSubtype="1" fill="hold" grpId="0" nodeType="afterEffect">
                                  <p:stCondLst>
                                    <p:cond delay="0"/>
                                  </p:stCondLst>
                                  <p:childTnLst>
                                    <p:set>
                                      <p:cBhvr>
                                        <p:cTn id="177" dur="1" fill="hold">
                                          <p:stCondLst>
                                            <p:cond delay="0"/>
                                          </p:stCondLst>
                                        </p:cTn>
                                        <p:tgtEl>
                                          <p:spTgt spid="29"/>
                                        </p:tgtEl>
                                        <p:attrNameLst>
                                          <p:attrName>style.visibility</p:attrName>
                                        </p:attrNameLst>
                                      </p:cBhvr>
                                      <p:to>
                                        <p:strVal val="visible"/>
                                      </p:to>
                                    </p:set>
                                    <p:animEffect transition="in" filter="wipe(up)">
                                      <p:cBhvr>
                                        <p:cTn id="178" dur="1500"/>
                                        <p:tgtEl>
                                          <p:spTgt spid="29"/>
                                        </p:tgtEl>
                                      </p:cBhvr>
                                    </p:animEffect>
                                  </p:childTnLst>
                                </p:cTn>
                              </p:par>
                            </p:childTnLst>
                          </p:cTn>
                        </p:par>
                      </p:childTnLst>
                    </p:cTn>
                  </p:par>
                  <p:par>
                    <p:cTn id="179" fill="hold">
                      <p:stCondLst>
                        <p:cond delay="indefinite"/>
                      </p:stCondLst>
                      <p:childTnLst>
                        <p:par>
                          <p:cTn id="180" fill="hold">
                            <p:stCondLst>
                              <p:cond delay="0"/>
                            </p:stCondLst>
                            <p:childTnLst>
                              <p:par>
                                <p:cTn id="181" presetID="22" presetClass="exit" presetSubtype="4" fill="hold" grpId="1" nodeType="clickEffect">
                                  <p:stCondLst>
                                    <p:cond delay="0"/>
                                  </p:stCondLst>
                                  <p:childTnLst>
                                    <p:animEffect transition="out" filter="wipe(down)">
                                      <p:cBhvr>
                                        <p:cTn id="182" dur="500"/>
                                        <p:tgtEl>
                                          <p:spTgt spid="31"/>
                                        </p:tgtEl>
                                      </p:cBhvr>
                                    </p:animEffect>
                                    <p:set>
                                      <p:cBhvr>
                                        <p:cTn id="183" dur="1" fill="hold">
                                          <p:stCondLst>
                                            <p:cond delay="499"/>
                                          </p:stCondLst>
                                        </p:cTn>
                                        <p:tgtEl>
                                          <p:spTgt spid="31"/>
                                        </p:tgtEl>
                                        <p:attrNameLst>
                                          <p:attrName>style.visibility</p:attrName>
                                        </p:attrNameLst>
                                      </p:cBhvr>
                                      <p:to>
                                        <p:strVal val="hidden"/>
                                      </p:to>
                                    </p:se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2"/>
                                        </p:tgtEl>
                                        <p:attrNameLst>
                                          <p:attrName>style.visibility</p:attrName>
                                        </p:attrNameLst>
                                      </p:cBhvr>
                                      <p:to>
                                        <p:strVal val="visible"/>
                                      </p:to>
                                    </p:set>
                                    <p:animEffect transition="in" filter="wipe(left)">
                                      <p:cBhvr>
                                        <p:cTn id="187" dur="500"/>
                                        <p:tgtEl>
                                          <p:spTgt spid="32"/>
                                        </p:tgtEl>
                                      </p:cBhvr>
                                    </p:animEffect>
                                  </p:childTnLst>
                                </p:cTn>
                              </p:par>
                            </p:childTnLst>
                          </p:cTn>
                        </p:par>
                        <p:par>
                          <p:cTn id="188" fill="hold">
                            <p:stCondLst>
                              <p:cond delay="1000"/>
                            </p:stCondLst>
                            <p:childTnLst>
                              <p:par>
                                <p:cTn id="189" presetID="22" presetClass="entr" presetSubtype="8" fill="hold" grpId="0" nodeType="afterEffect">
                                  <p:stCondLst>
                                    <p:cond delay="0"/>
                                  </p:stCondLst>
                                  <p:childTnLst>
                                    <p:set>
                                      <p:cBhvr>
                                        <p:cTn id="190" dur="1" fill="hold">
                                          <p:stCondLst>
                                            <p:cond delay="0"/>
                                          </p:stCondLst>
                                        </p:cTn>
                                        <p:tgtEl>
                                          <p:spTgt spid="28"/>
                                        </p:tgtEl>
                                        <p:attrNameLst>
                                          <p:attrName>style.visibility</p:attrName>
                                        </p:attrNameLst>
                                      </p:cBhvr>
                                      <p:to>
                                        <p:strVal val="visible"/>
                                      </p:to>
                                    </p:set>
                                    <p:animEffect transition="in" filter="wipe(left)">
                                      <p:cBhvr>
                                        <p:cTn id="191" dur="1000"/>
                                        <p:tgtEl>
                                          <p:spTgt spid="28"/>
                                        </p:tgtEl>
                                      </p:cBhvr>
                                    </p:animEffect>
                                  </p:childTnLst>
                                </p:cTn>
                              </p:par>
                            </p:childTnLst>
                          </p:cTn>
                        </p:par>
                        <p:par>
                          <p:cTn id="192" fill="hold">
                            <p:stCondLst>
                              <p:cond delay="2000"/>
                            </p:stCondLst>
                            <p:childTnLst>
                              <p:par>
                                <p:cTn id="193" presetID="22" presetClass="entr" presetSubtype="8" fill="hold" nodeType="afterEffect">
                                  <p:stCondLst>
                                    <p:cond delay="0"/>
                                  </p:stCondLst>
                                  <p:childTnLst>
                                    <p:set>
                                      <p:cBhvr>
                                        <p:cTn id="194" dur="1" fill="hold">
                                          <p:stCondLst>
                                            <p:cond delay="0"/>
                                          </p:stCondLst>
                                        </p:cTn>
                                        <p:tgtEl>
                                          <p:spTgt spid="24"/>
                                        </p:tgtEl>
                                        <p:attrNameLst>
                                          <p:attrName>style.visibility</p:attrName>
                                        </p:attrNameLst>
                                      </p:cBhvr>
                                      <p:to>
                                        <p:strVal val="visible"/>
                                      </p:to>
                                    </p:set>
                                    <p:animEffect transition="in" filter="wipe(left)">
                                      <p:cBhvr>
                                        <p:cTn id="195"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31" grpId="0" animBg="1"/>
      <p:bldP spid="31" grpId="1" animBg="1"/>
      <p:bldP spid="32" grpId="0"/>
      <p:bldP spid="35" grpId="0" animBg="1"/>
      <p:bldP spid="35" grpId="1" animBg="1"/>
      <p:bldP spid="41" grpId="0" animBg="1"/>
      <p:bldP spid="46" grpId="0" animBg="1"/>
      <p:bldP spid="47" grpId="0" animBg="1"/>
      <p:bldP spid="48" grpId="0" animBg="1"/>
      <p:bldP spid="29" grpId="0" animBg="1"/>
      <p:bldP spid="49" grpId="0" uiExpand="1" build="p"/>
      <p:bldP spid="53" grpId="0" animBg="1"/>
      <p:bldP spid="53" grpId="1" animBg="1"/>
      <p:bldP spid="54" grpId="0" animBg="1"/>
      <p:bldP spid="56" grpId="0" animBg="1"/>
      <p:bldP spid="57" grpId="0" animBg="1"/>
      <p:bldP spid="59" grpId="0" animBg="1"/>
      <p:bldP spid="62" grpId="0" animBg="1"/>
      <p:bldP spid="64" grpId="0" animBg="1"/>
      <p:bldP spid="65" grpId="0" animBg="1"/>
      <p:bldP spid="67" grpId="0" animBg="1"/>
      <p:bldP spid="72" grpId="0" animBg="1"/>
      <p:bldP spid="73" grpId="0" animBg="1"/>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490087417"/>
              </p:ext>
            </p:extLst>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561980300"/>
              </p:ext>
            </p:extLst>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extLst>
              <p:ext uri="{D42A27DB-BD31-4B8C-83A1-F6EECF244321}">
                <p14:modId xmlns:p14="http://schemas.microsoft.com/office/powerpoint/2010/main" val="2526056317"/>
              </p:ext>
            </p:extLst>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1483"/>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8785189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extLst>
              <p:ext uri="{D42A27DB-BD31-4B8C-83A1-F6EECF244321}">
                <p14:modId xmlns:p14="http://schemas.microsoft.com/office/powerpoint/2010/main" val="4012072039"/>
              </p:ext>
            </p:extLst>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extLst>
              <p:ext uri="{D42A27DB-BD31-4B8C-83A1-F6EECF244321}">
                <p14:modId xmlns:p14="http://schemas.microsoft.com/office/powerpoint/2010/main" val="1145448175"/>
              </p:ext>
            </p:extLst>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sp>
        <p:nvSpPr>
          <p:cNvPr id="7" name="Rectangle 6">
            <a:extLst>
              <a:ext uri="{FF2B5EF4-FFF2-40B4-BE49-F238E27FC236}">
                <a16:creationId xmlns:a16="http://schemas.microsoft.com/office/drawing/2014/main" id="{8BF49693-EDF0-BFD8-9E36-1EE54837DB7F}"/>
              </a:ext>
            </a:extLst>
          </p:cNvPr>
          <p:cNvSpPr/>
          <p:nvPr/>
        </p:nvSpPr>
        <p:spPr>
          <a:xfrm>
            <a:off x="6384162" y="3154680"/>
            <a:ext cx="5040000"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D05EF893-4D00-17E8-E2F6-14708A1FB533}"/>
              </a:ext>
            </a:extLst>
          </p:cNvPr>
          <p:cNvSpPr/>
          <p:nvPr/>
        </p:nvSpPr>
        <p:spPr>
          <a:xfrm>
            <a:off x="6384162" y="3474788"/>
            <a:ext cx="5040000" cy="1128642"/>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451D59B1-C794-964C-1718-12EA778DEE39}"/>
              </a:ext>
            </a:extLst>
          </p:cNvPr>
          <p:cNvSpPr/>
          <p:nvPr/>
        </p:nvSpPr>
        <p:spPr>
          <a:xfrm>
            <a:off x="6384162" y="4623750"/>
            <a:ext cx="5040000" cy="576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583F86E8-E916-562E-D4E1-A2CABAEFE58B}"/>
              </a:ext>
            </a:extLst>
          </p:cNvPr>
          <p:cNvSpPr/>
          <p:nvPr/>
        </p:nvSpPr>
        <p:spPr>
          <a:xfrm>
            <a:off x="6384162" y="5222240"/>
            <a:ext cx="5040000" cy="1476000"/>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ight Arrow 9">
            <a:extLst>
              <a:ext uri="{FF2B5EF4-FFF2-40B4-BE49-F238E27FC236}">
                <a16:creationId xmlns:a16="http://schemas.microsoft.com/office/drawing/2014/main" id="{64FF9BBB-E6BC-7BCD-BC80-7611848F5C74}"/>
              </a:ext>
            </a:extLst>
          </p:cNvPr>
          <p:cNvSpPr/>
          <p:nvPr/>
        </p:nvSpPr>
        <p:spPr>
          <a:xfrm>
            <a:off x="5863716" y="465009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B0CDEF5F-2C8F-7C27-5298-FE52DB4AAD40}"/>
              </a:ext>
            </a:extLst>
          </p:cNvPr>
          <p:cNvSpPr/>
          <p:nvPr/>
        </p:nvSpPr>
        <p:spPr>
          <a:xfrm>
            <a:off x="7098454" y="2796153"/>
            <a:ext cx="1100666" cy="3971925"/>
          </a:xfrm>
          <a:prstGeom prst="rect">
            <a:avLst/>
          </a:prstGeom>
          <a:noFill/>
          <a:ln w="28575">
            <a:solidFill>
              <a:srgbClr val="7030A0"/>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5" name="Table 14">
            <a:extLst>
              <a:ext uri="{FF2B5EF4-FFF2-40B4-BE49-F238E27FC236}">
                <a16:creationId xmlns:a16="http://schemas.microsoft.com/office/drawing/2014/main" id="{EC0439F8-64CE-A07F-D4D9-C1A345299400}"/>
              </a:ext>
            </a:extLst>
          </p:cNvPr>
          <p:cNvGraphicFramePr>
            <a:graphicFrameLocks noGrp="1"/>
          </p:cNvGraphicFramePr>
          <p:nvPr>
            <p:extLst>
              <p:ext uri="{D42A27DB-BD31-4B8C-83A1-F6EECF244321}">
                <p14:modId xmlns:p14="http://schemas.microsoft.com/office/powerpoint/2010/main" val="1019508825"/>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1</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4</a:t>
                      </a: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2</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5</a:t>
                      </a:r>
                    </a:p>
                  </a:txBody>
                  <a:tcPr marL="9525" marR="9525" marT="9525" marB="9525" anchor="ctr"/>
                </a:tc>
                <a:extLst>
                  <a:ext uri="{0D108BD9-81ED-4DB2-BD59-A6C34878D82A}">
                    <a16:rowId xmlns:a16="http://schemas.microsoft.com/office/drawing/2014/main" val="2578011961"/>
                  </a:ext>
                </a:extLst>
              </a:tr>
            </a:tbl>
          </a:graphicData>
        </a:graphic>
      </p:graphicFrame>
      <p:sp>
        <p:nvSpPr>
          <p:cNvPr id="16" name="Right Arrow 9">
            <a:extLst>
              <a:ext uri="{FF2B5EF4-FFF2-40B4-BE49-F238E27FC236}">
                <a16:creationId xmlns:a16="http://schemas.microsoft.com/office/drawing/2014/main" id="{1BECEBE5-599B-7661-BE97-C0ED003726F3}"/>
              </a:ext>
            </a:extLst>
          </p:cNvPr>
          <p:cNvSpPr/>
          <p:nvPr/>
        </p:nvSpPr>
        <p:spPr>
          <a:xfrm rot="16200000">
            <a:off x="10066658" y="241694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10594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40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20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1000"/>
                                        <p:tgtEl>
                                          <p:spTgt spid="11"/>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wipe(up)">
                                      <p:cBhvr>
                                        <p:cTn id="25" dur="40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2000"/>
                                        <p:tgtEl>
                                          <p:spTgt spid="7"/>
                                        </p:tgtEl>
                                      </p:cBhvr>
                                    </p:animEffect>
                                  </p:childTnLst>
                                </p:cTn>
                              </p:par>
                            </p:childTnLst>
                          </p:cTn>
                        </p:par>
                        <p:par>
                          <p:cTn id="31" fill="hold">
                            <p:stCondLst>
                              <p:cond delay="2000"/>
                            </p:stCondLst>
                            <p:childTnLst>
                              <p:par>
                                <p:cTn id="32" presetID="22" presetClass="entr" presetSubtype="8"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wipe(left)">
                                      <p:cBhvr>
                                        <p:cTn id="34" dur="2000"/>
                                        <p:tgtEl>
                                          <p:spTgt spid="8"/>
                                        </p:tgtEl>
                                      </p:cBhvr>
                                    </p:animEffect>
                                  </p:childTnLst>
                                </p:cTn>
                              </p:par>
                            </p:childTnLst>
                          </p:cTn>
                        </p:par>
                        <p:par>
                          <p:cTn id="35" fill="hold">
                            <p:stCondLst>
                              <p:cond delay="4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2000"/>
                                        <p:tgtEl>
                                          <p:spTgt spid="9"/>
                                        </p:tgtEl>
                                      </p:cBhvr>
                                    </p:animEffect>
                                  </p:childTnLst>
                                </p:cTn>
                              </p:par>
                            </p:childTnLst>
                          </p:cTn>
                        </p:par>
                        <p:par>
                          <p:cTn id="39" fill="hold">
                            <p:stCondLst>
                              <p:cond delay="6000"/>
                            </p:stCondLst>
                            <p:childTnLst>
                              <p:par>
                                <p:cTn id="40" presetID="22" presetClass="entr" presetSubtype="8" fill="hold" grpId="0" nodeType="after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wipe(left)">
                                      <p:cBhvr>
                                        <p:cTn id="42" dur="2000"/>
                                        <p:tgtEl>
                                          <p:spTgt spid="10"/>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up)">
                                      <p:cBhvr>
                                        <p:cTn id="47" dur="2000"/>
                                        <p:tgtEl>
                                          <p:spTgt spid="12"/>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1000"/>
                                        <p:tgtEl>
                                          <p:spTgt spid="16"/>
                                        </p:tgtEl>
                                      </p:cBhvr>
                                    </p:animEffect>
                                  </p:childTnLst>
                                </p:cTn>
                              </p:par>
                            </p:childTnLst>
                          </p:cTn>
                        </p:par>
                        <p:par>
                          <p:cTn id="53" fill="hold">
                            <p:stCondLst>
                              <p:cond delay="1000"/>
                            </p:stCondLst>
                            <p:childTnLst>
                              <p:par>
                                <p:cTn id="54" presetID="22" presetClass="entr" presetSubtype="1" fill="hold" nodeType="after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wipe(up)">
                                      <p:cBhvr>
                                        <p:cTn id="56"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animBg="1"/>
      <p:bldP spid="8" grpId="0" animBg="1"/>
      <p:bldP spid="9" grpId="0" animBg="1"/>
      <p:bldP spid="10" grpId="0" animBg="1"/>
      <p:bldP spid="11" grpId="0" animBg="1"/>
      <p:bldP spid="12" grpId="0" animBg="1"/>
      <p:bldP spid="16" grpId="0" animBg="1"/>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graphicFrame>
        <p:nvGraphicFramePr>
          <p:cNvPr id="13" name="Table 12">
            <a:extLst>
              <a:ext uri="{FF2B5EF4-FFF2-40B4-BE49-F238E27FC236}">
                <a16:creationId xmlns:a16="http://schemas.microsoft.com/office/drawing/2014/main" id="{EA824408-8548-D9FA-9D6C-AF268D0875E7}"/>
              </a:ext>
            </a:extLst>
          </p:cNvPr>
          <p:cNvGraphicFramePr>
            <a:graphicFrameLocks noGrp="1"/>
          </p:cNvGraphicFramePr>
          <p:nvPr>
            <p:extLst>
              <p:ext uri="{D42A27DB-BD31-4B8C-83A1-F6EECF244321}">
                <p14:modId xmlns:p14="http://schemas.microsoft.com/office/powerpoint/2010/main" val="3537749798"/>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78011961"/>
                  </a:ext>
                </a:extLst>
              </a:tr>
            </a:tbl>
          </a:graphicData>
        </a:graphic>
      </p:graphicFrame>
    </p:spTree>
    <p:extLst>
      <p:ext uri="{BB962C8B-B14F-4D97-AF65-F5344CB8AC3E}">
        <p14:creationId xmlns:p14="http://schemas.microsoft.com/office/powerpoint/2010/main" val="214908377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the result of a SQL query in a second query</a:t>
            </a:r>
          </a:p>
        </p:txBody>
      </p:sp>
    </p:spTree>
    <p:extLst>
      <p:ext uri="{BB962C8B-B14F-4D97-AF65-F5344CB8AC3E}">
        <p14:creationId xmlns:p14="http://schemas.microsoft.com/office/powerpoint/2010/main" val="69798305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normAutofit/>
          </a:bodyPr>
          <a:lstStyle/>
          <a:p>
            <a:r>
              <a:rPr lang="en-GB" dirty="0"/>
              <a:t>SELECT – Oldest Pupils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Multiplication Sign 3">
            <a:extLst>
              <a:ext uri="{FF2B5EF4-FFF2-40B4-BE49-F238E27FC236}">
                <a16:creationId xmlns:a16="http://schemas.microsoft.com/office/drawing/2014/main" id="{79D26489-9181-4BDD-93E2-3D095B7FF8AC}"/>
              </a:ext>
            </a:extLst>
          </p:cNvPr>
          <p:cNvSpPr/>
          <p:nvPr/>
        </p:nvSpPr>
        <p:spPr>
          <a:xfrm>
            <a:off x="7997131" y="2530474"/>
            <a:ext cx="3600000" cy="3600000"/>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5D044451-93CB-45DD-AA35-ACF5D4B8964C}"/>
              </a:ext>
            </a:extLst>
          </p:cNvPr>
          <p:cNvSpPr txBox="1"/>
          <p:nvPr/>
        </p:nvSpPr>
        <p:spPr>
          <a:xfrm>
            <a:off x="1028841" y="4622800"/>
            <a:ext cx="6703245" cy="523220"/>
          </a:xfrm>
          <a:prstGeom prst="rect">
            <a:avLst/>
          </a:prstGeom>
          <a:noFill/>
        </p:spPr>
        <p:txBody>
          <a:bodyPr wrap="none" rtlCol="0">
            <a:spAutoFit/>
          </a:bodyPr>
          <a:lstStyle/>
          <a:p>
            <a:r>
              <a:rPr lang="en-GB" sz="2800" b="1" dirty="0">
                <a:solidFill>
                  <a:srgbClr val="FF0000"/>
                </a:solidFill>
              </a:rPr>
              <a:t>Invalid syntax: misuse of aggregate function</a:t>
            </a:r>
          </a:p>
        </p:txBody>
      </p:sp>
      <p:sp>
        <p:nvSpPr>
          <p:cNvPr id="6" name="TextBox 5">
            <a:extLst>
              <a:ext uri="{FF2B5EF4-FFF2-40B4-BE49-F238E27FC236}">
                <a16:creationId xmlns:a16="http://schemas.microsoft.com/office/drawing/2014/main" id="{25AFD6C5-1D6E-4880-A9FA-6A33E0E7093E}"/>
              </a:ext>
            </a:extLst>
          </p:cNvPr>
          <p:cNvSpPr txBox="1"/>
          <p:nvPr/>
        </p:nvSpPr>
        <p:spPr>
          <a:xfrm>
            <a:off x="2580093" y="5376637"/>
            <a:ext cx="3310715" cy="584775"/>
          </a:xfrm>
          <a:prstGeom prst="rect">
            <a:avLst/>
          </a:prstGeom>
          <a:noFill/>
        </p:spPr>
        <p:txBody>
          <a:bodyPr wrap="none" rtlCol="0">
            <a:spAutoFit/>
          </a:bodyPr>
          <a:lstStyle/>
          <a:p>
            <a:pPr algn="ctr"/>
            <a:r>
              <a:rPr lang="en-GB" sz="3200" b="1" dirty="0">
                <a:solidFill>
                  <a:srgbClr val="7030A0"/>
                </a:solidFill>
              </a:rPr>
              <a:t>Subquery needed!</a:t>
            </a:r>
          </a:p>
        </p:txBody>
      </p:sp>
    </p:spTree>
    <p:extLst>
      <p:ext uri="{BB962C8B-B14F-4D97-AF65-F5344CB8AC3E}">
        <p14:creationId xmlns:p14="http://schemas.microsoft.com/office/powerpoint/2010/main" val="37058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par>
                          <p:cTn id="23" fill="hold">
                            <p:stCondLst>
                              <p:cond delay="1500"/>
                            </p:stCondLst>
                            <p:childTnLst>
                              <p:par>
                                <p:cTn id="24" presetID="21" presetClass="entr" presetSubtype="1" fill="hold" grpId="0" nodeType="after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wheel(1)">
                                      <p:cBhvr>
                                        <p:cTn id="26" dur="2000"/>
                                        <p:tgtEl>
                                          <p:spTgt spid="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p:bldP spid="6" grpId="0"/>
    </p:bldLst>
  </p:timing>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normAutofit/>
          </a:bodyPr>
          <a:lstStyle/>
          <a:p>
            <a:r>
              <a:rPr lang="en-GB" dirty="0"/>
              <a:t>SELECT – Oldest Pupils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Multiplication Sign 3">
            <a:extLst>
              <a:ext uri="{FF2B5EF4-FFF2-40B4-BE49-F238E27FC236}">
                <a16:creationId xmlns:a16="http://schemas.microsoft.com/office/drawing/2014/main" id="{79D26489-9181-4BDD-93E2-3D095B7FF8AC}"/>
              </a:ext>
            </a:extLst>
          </p:cNvPr>
          <p:cNvSpPr/>
          <p:nvPr/>
        </p:nvSpPr>
        <p:spPr>
          <a:xfrm>
            <a:off x="7997131" y="2530474"/>
            <a:ext cx="3600000" cy="3600000"/>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66521308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indent="0">
              <a:lnSpc>
                <a:spcPct val="120000"/>
              </a:lnSpc>
              <a:buNone/>
            </a:pPr>
            <a:r>
              <a:rPr lang="en-GB" sz="4200" dirty="0">
                <a:latin typeface="Consolas" panose="020B0609020204030204" pitchFamily="49" charset="0"/>
              </a:rPr>
              <a:t>1 Calculate and store the value</a:t>
            </a:r>
          </a:p>
          <a:p>
            <a:pPr marL="0" indent="0">
              <a:lnSpc>
                <a:spcPct val="120000"/>
              </a:lnSpc>
              <a:buNone/>
            </a:pPr>
            <a:r>
              <a:rPr lang="en-GB" sz="4200" dirty="0">
                <a:latin typeface="Consolas" panose="020B0609020204030204" pitchFamily="49" charset="0"/>
              </a:rPr>
              <a:t>2 Use the value</a:t>
            </a:r>
          </a:p>
          <a:p>
            <a:pPr marL="0" indent="0">
              <a:buNone/>
            </a:pPr>
            <a:endParaRPr lang="en-GB" dirty="0"/>
          </a:p>
        </p:txBody>
      </p:sp>
    </p:spTree>
    <p:extLst>
      <p:ext uri="{BB962C8B-B14F-4D97-AF65-F5344CB8AC3E}">
        <p14:creationId xmlns:p14="http://schemas.microsoft.com/office/powerpoint/2010/main" val="2270313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Callout: Line with No Border 4">
            <a:extLst>
              <a:ext uri="{FF2B5EF4-FFF2-40B4-BE49-F238E27FC236}">
                <a16:creationId xmlns:a16="http://schemas.microsoft.com/office/drawing/2014/main" id="{6D2EF630-5AF1-4974-BD56-0BD5A45FB059}"/>
              </a:ext>
            </a:extLst>
          </p:cNvPr>
          <p:cNvSpPr/>
          <p:nvPr/>
        </p:nvSpPr>
        <p:spPr>
          <a:xfrm>
            <a:off x="6006768" y="3455617"/>
            <a:ext cx="1371601" cy="1377640"/>
          </a:xfrm>
          <a:prstGeom prst="callout1">
            <a:avLst>
              <a:gd name="adj1" fmla="val 599"/>
              <a:gd name="adj2" fmla="val 49609"/>
              <a:gd name="adj3" fmla="val -77486"/>
              <a:gd name="adj4" fmla="val 49762"/>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a:t>
            </a:r>
          </a:p>
          <a:p>
            <a:pPr algn="ctr"/>
            <a:r>
              <a:rPr lang="en-GB" sz="2800" b="1" dirty="0">
                <a:solidFill>
                  <a:srgbClr val="7030A0"/>
                </a:solidFill>
              </a:rPr>
              <a:t>of view</a:t>
            </a:r>
          </a:p>
        </p:txBody>
      </p:sp>
      <p:sp>
        <p:nvSpPr>
          <p:cNvPr id="7" name="Rectangle 6">
            <a:extLst>
              <a:ext uri="{FF2B5EF4-FFF2-40B4-BE49-F238E27FC236}">
                <a16:creationId xmlns:a16="http://schemas.microsoft.com/office/drawing/2014/main" id="{607135EA-02F8-474E-AA7E-06DCCB57BD7C}"/>
              </a:ext>
            </a:extLst>
          </p:cNvPr>
          <p:cNvSpPr/>
          <p:nvPr/>
        </p:nvSpPr>
        <p:spPr>
          <a:xfrm>
            <a:off x="1947333" y="5124863"/>
            <a:ext cx="8297333" cy="523220"/>
          </a:xfrm>
          <a:prstGeom prst="rect">
            <a:avLst/>
          </a:prstGeom>
        </p:spPr>
        <p:txBody>
          <a:bodyPr wrap="square">
            <a:spAutoFit/>
          </a:bodyPr>
          <a:lstStyle/>
          <a:p>
            <a:pPr algn="ctr"/>
            <a:r>
              <a:rPr lang="en-GB" sz="2800" b="1" dirty="0">
                <a:solidFill>
                  <a:srgbClr val="7030A0"/>
                </a:solidFill>
              </a:rPr>
              <a:t>Creates a view to store the result of SELECT statement</a:t>
            </a:r>
          </a:p>
        </p:txBody>
      </p:sp>
      <p:sp>
        <p:nvSpPr>
          <p:cNvPr id="8" name="Callout: Line with No Border 7">
            <a:extLst>
              <a:ext uri="{FF2B5EF4-FFF2-40B4-BE49-F238E27FC236}">
                <a16:creationId xmlns:a16="http://schemas.microsoft.com/office/drawing/2014/main" id="{4E063AD4-6ECC-084B-CBC7-7B0DFA360F57}"/>
              </a:ext>
            </a:extLst>
          </p:cNvPr>
          <p:cNvSpPr/>
          <p:nvPr/>
        </p:nvSpPr>
        <p:spPr>
          <a:xfrm>
            <a:off x="7627120" y="3455617"/>
            <a:ext cx="1825378" cy="1377640"/>
          </a:xfrm>
          <a:prstGeom prst="callout1">
            <a:avLst>
              <a:gd name="adj1" fmla="val 599"/>
              <a:gd name="adj2" fmla="val 49609"/>
              <a:gd name="adj3" fmla="val -73798"/>
              <a:gd name="adj4" fmla="val 4957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Name(s)</a:t>
            </a:r>
          </a:p>
          <a:p>
            <a:pPr algn="ctr"/>
            <a:r>
              <a:rPr lang="en-GB" sz="2800" b="1" dirty="0">
                <a:solidFill>
                  <a:srgbClr val="7030A0"/>
                </a:solidFill>
              </a:rPr>
              <a:t>of field(s)</a:t>
            </a:r>
          </a:p>
        </p:txBody>
      </p:sp>
      <p:sp>
        <p:nvSpPr>
          <p:cNvPr id="4" name="Rectangle 3">
            <a:extLst>
              <a:ext uri="{FF2B5EF4-FFF2-40B4-BE49-F238E27FC236}">
                <a16:creationId xmlns:a16="http://schemas.microsoft.com/office/drawing/2014/main" id="{18209E76-511B-8593-E056-8BB623981B3A}"/>
              </a:ext>
            </a:extLst>
          </p:cNvPr>
          <p:cNvSpPr/>
          <p:nvPr/>
        </p:nvSpPr>
        <p:spPr>
          <a:xfrm>
            <a:off x="1562947" y="5901029"/>
            <a:ext cx="9066107" cy="523220"/>
          </a:xfrm>
          <a:prstGeom prst="rect">
            <a:avLst/>
          </a:prstGeom>
        </p:spPr>
        <p:txBody>
          <a:bodyPr wrap="square">
            <a:spAutoFit/>
          </a:bodyPr>
          <a:lstStyle/>
          <a:p>
            <a:pPr algn="ctr"/>
            <a:r>
              <a:rPr lang="en-GB" sz="2800" b="1" i="1" dirty="0">
                <a:solidFill>
                  <a:srgbClr val="7030A0"/>
                </a:solidFill>
              </a:rPr>
              <a:t>A temporary view is deleted when the database is closed</a:t>
            </a:r>
          </a:p>
        </p:txBody>
      </p:sp>
    </p:spTree>
    <p:extLst>
      <p:ext uri="{BB962C8B-B14F-4D97-AF65-F5344CB8AC3E}">
        <p14:creationId xmlns:p14="http://schemas.microsoft.com/office/powerpoint/2010/main" val="3479897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down)">
                                      <p:cBhvr>
                                        <p:cTn id="27" dur="10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fade">
                                      <p:cBhvr>
                                        <p:cTn id="3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7" grpId="0"/>
      <p:bldP spid="8" grpId="0" animBg="1"/>
      <p:bldP spid="4" grpId="0"/>
    </p:bld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Rectangle 3">
            <a:extLst>
              <a:ext uri="{FF2B5EF4-FFF2-40B4-BE49-F238E27FC236}">
                <a16:creationId xmlns:a16="http://schemas.microsoft.com/office/drawing/2014/main" id="{74A6396D-FB07-420B-ABDA-2CAC658A2AAA}"/>
              </a:ext>
            </a:extLst>
          </p:cNvPr>
          <p:cNvSpPr/>
          <p:nvPr/>
        </p:nvSpPr>
        <p:spPr>
          <a:xfrm>
            <a:off x="1562947" y="5901029"/>
            <a:ext cx="9066107" cy="523220"/>
          </a:xfrm>
          <a:prstGeom prst="rect">
            <a:avLst/>
          </a:prstGeom>
        </p:spPr>
        <p:txBody>
          <a:bodyPr wrap="square">
            <a:spAutoFit/>
          </a:bodyPr>
          <a:lstStyle/>
          <a:p>
            <a:pPr algn="ctr"/>
            <a:r>
              <a:rPr lang="en-GB" sz="2800" b="1" i="1" dirty="0">
                <a:solidFill>
                  <a:srgbClr val="7030A0"/>
                </a:solidFill>
              </a:rPr>
              <a:t>A temporary view is deleted when the database is closed</a:t>
            </a:r>
          </a:p>
        </p:txBody>
      </p:sp>
    </p:spTree>
    <p:extLst>
      <p:ext uri="{BB962C8B-B14F-4D97-AF65-F5344CB8AC3E}">
        <p14:creationId xmlns:p14="http://schemas.microsoft.com/office/powerpoint/2010/main" val="398782119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8" name="Callout: Bent Line with No Border 8">
            <a:extLst>
              <a:ext uri="{FF2B5EF4-FFF2-40B4-BE49-F238E27FC236}">
                <a16:creationId xmlns:a16="http://schemas.microsoft.com/office/drawing/2014/main" id="{CFABE92C-5953-4861-B81B-63B50ED26AC8}"/>
              </a:ext>
            </a:extLst>
          </p:cNvPr>
          <p:cNvSpPr/>
          <p:nvPr/>
        </p:nvSpPr>
        <p:spPr>
          <a:xfrm>
            <a:off x="2524760" y="4105309"/>
            <a:ext cx="2929823" cy="862642"/>
          </a:xfrm>
          <a:prstGeom prst="callout2">
            <a:avLst>
              <a:gd name="adj1" fmla="val 48750"/>
              <a:gd name="adj2" fmla="val 104056"/>
              <a:gd name="adj3" fmla="val 48226"/>
              <a:gd name="adj4" fmla="val 122007"/>
              <a:gd name="adj5" fmla="val -33704"/>
              <a:gd name="adj6" fmla="val 12919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from view</a:t>
            </a:r>
          </a:p>
        </p:txBody>
      </p:sp>
      <p:sp>
        <p:nvSpPr>
          <p:cNvPr id="9" name="Callout: Bent Line with No Border 8">
            <a:extLst>
              <a:ext uri="{FF2B5EF4-FFF2-40B4-BE49-F238E27FC236}">
                <a16:creationId xmlns:a16="http://schemas.microsoft.com/office/drawing/2014/main" id="{B512F120-344F-4640-B3E2-359F2279C62B}"/>
              </a:ext>
            </a:extLst>
          </p:cNvPr>
          <p:cNvSpPr/>
          <p:nvPr/>
        </p:nvSpPr>
        <p:spPr>
          <a:xfrm>
            <a:off x="7133271" y="2374202"/>
            <a:ext cx="3424861" cy="862642"/>
          </a:xfrm>
          <a:prstGeom prst="callout2">
            <a:avLst>
              <a:gd name="adj1" fmla="val 48750"/>
              <a:gd name="adj2" fmla="val -189"/>
              <a:gd name="adj3" fmla="val 49141"/>
              <a:gd name="adj4" fmla="val -16482"/>
              <a:gd name="adj5" fmla="val 49515"/>
              <a:gd name="adj6" fmla="val -25622"/>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Name of view (query)</a:t>
            </a:r>
          </a:p>
        </p:txBody>
      </p:sp>
    </p:spTree>
    <p:extLst>
      <p:ext uri="{BB962C8B-B14F-4D97-AF65-F5344CB8AC3E}">
        <p14:creationId xmlns:p14="http://schemas.microsoft.com/office/powerpoint/2010/main" val="34702824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8" grpId="0" animBg="1"/>
      <p:bldP spid="9" grpId="0" animBg="1"/>
    </p:bld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18251969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grpSp>
        <p:nvGrpSpPr>
          <p:cNvPr id="4" name="Group 3">
            <a:extLst>
              <a:ext uri="{FF2B5EF4-FFF2-40B4-BE49-F238E27FC236}">
                <a16:creationId xmlns:a16="http://schemas.microsoft.com/office/drawing/2014/main" id="{A049784C-5158-4573-8557-B98D0E7BE67A}"/>
              </a:ext>
            </a:extLst>
          </p:cNvPr>
          <p:cNvGrpSpPr/>
          <p:nvPr/>
        </p:nvGrpSpPr>
        <p:grpSpPr>
          <a:xfrm>
            <a:off x="7107113" y="3538201"/>
            <a:ext cx="3658045" cy="1360432"/>
            <a:chOff x="7849189" y="3641230"/>
            <a:chExt cx="3658045" cy="1360432"/>
          </a:xfrm>
        </p:grpSpPr>
        <p:sp>
          <p:nvSpPr>
            <p:cNvPr id="5" name="Right Brace 4">
              <a:extLst>
                <a:ext uri="{FF2B5EF4-FFF2-40B4-BE49-F238E27FC236}">
                  <a16:creationId xmlns:a16="http://schemas.microsoft.com/office/drawing/2014/main" id="{02A073A4-B472-486A-8250-E7087A6708B0}"/>
                </a:ext>
              </a:extLst>
            </p:cNvPr>
            <p:cNvSpPr/>
            <p:nvPr/>
          </p:nvSpPr>
          <p:spPr>
            <a:xfrm>
              <a:off x="7849189" y="3641230"/>
              <a:ext cx="375584" cy="1360432"/>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6" name="TextBox 5">
              <a:extLst>
                <a:ext uri="{FF2B5EF4-FFF2-40B4-BE49-F238E27FC236}">
                  <a16:creationId xmlns:a16="http://schemas.microsoft.com/office/drawing/2014/main" id="{64A5943E-0126-4586-BC78-158051C3F95D}"/>
                </a:ext>
              </a:extLst>
            </p:cNvPr>
            <p:cNvSpPr txBox="1"/>
            <p:nvPr/>
          </p:nvSpPr>
          <p:spPr>
            <a:xfrm>
              <a:off x="8315127" y="3860023"/>
              <a:ext cx="3192107" cy="954107"/>
            </a:xfrm>
            <a:prstGeom prst="rect">
              <a:avLst/>
            </a:prstGeom>
            <a:noFill/>
          </p:spPr>
          <p:txBody>
            <a:bodyPr wrap="square" rtlCol="0">
              <a:spAutoFit/>
            </a:bodyPr>
            <a:lstStyle/>
            <a:p>
              <a:r>
                <a:rPr lang="en-GB" sz="2800" b="1" dirty="0"/>
                <a:t>Subquery executed first</a:t>
              </a:r>
            </a:p>
          </p:txBody>
        </p:sp>
      </p:grpSp>
      <p:sp>
        <p:nvSpPr>
          <p:cNvPr id="7" name="Callout: Bent Line with No Border 8">
            <a:extLst>
              <a:ext uri="{FF2B5EF4-FFF2-40B4-BE49-F238E27FC236}">
                <a16:creationId xmlns:a16="http://schemas.microsoft.com/office/drawing/2014/main" id="{6A9694D8-ACB3-45B8-9BD8-159A3806FA70}"/>
              </a:ext>
            </a:extLst>
          </p:cNvPr>
          <p:cNvSpPr/>
          <p:nvPr/>
        </p:nvSpPr>
        <p:spPr>
          <a:xfrm>
            <a:off x="1959919" y="5024061"/>
            <a:ext cx="3291840" cy="862642"/>
          </a:xfrm>
          <a:prstGeom prst="callout2">
            <a:avLst>
              <a:gd name="adj1" fmla="val 48750"/>
              <a:gd name="adj2" fmla="val -189"/>
              <a:gd name="adj3" fmla="val 49417"/>
              <a:gd name="adj4" fmla="val -16179"/>
              <a:gd name="adj5" fmla="val -87619"/>
              <a:gd name="adj6" fmla="val 18824"/>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Subquery in brackets</a:t>
            </a:r>
          </a:p>
        </p:txBody>
      </p:sp>
    </p:spTree>
    <p:extLst>
      <p:ext uri="{BB962C8B-B14F-4D97-AF65-F5344CB8AC3E}">
        <p14:creationId xmlns:p14="http://schemas.microsoft.com/office/powerpoint/2010/main" val="3448936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wipe(left)">
                                      <p:cBhvr>
                                        <p:cTn id="3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709169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277526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End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8D230846-F57D-4485-815D-7C6D0FC404EC}"/>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select</a:t>
              </a: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insert</a:t>
              </a: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update</a:t>
              </a: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delete</a:t>
              </a: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calculate</a:t>
              </a: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48" name="TextBox 47">
            <a:extLst>
              <a:ext uri="{FF2B5EF4-FFF2-40B4-BE49-F238E27FC236}">
                <a16:creationId xmlns:a16="http://schemas.microsoft.com/office/drawing/2014/main" id="{E299012B-36FF-4C40-BC4C-CA27CD69D30C}"/>
              </a:ext>
            </a:extLst>
          </p:cNvPr>
          <p:cNvSpPr txBox="1"/>
          <p:nvPr/>
        </p:nvSpPr>
        <p:spPr>
          <a:xfrm>
            <a:off x="10215120" y="5591814"/>
            <a:ext cx="1628652" cy="954107"/>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wipe(left)">
                                      <p:cBhvr>
                                        <p:cTn id="37" dur="10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127"/>
                                        </p:tgtEl>
                                        <p:attrNameLst>
                                          <p:attrName>style.visibility</p:attrName>
                                        </p:attrNameLst>
                                      </p:cBhvr>
                                      <p:to>
                                        <p:strVal val="visible"/>
                                      </p:to>
                                    </p:set>
                                    <p:animEffect transition="in" filter="wipe(left)">
                                      <p:cBhvr>
                                        <p:cTn id="42" dur="2000"/>
                                        <p:tgtEl>
                                          <p:spTgt spid="127"/>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wipe(left)">
                                      <p:cBhvr>
                                        <p:cTn id="47" dur="2000"/>
                                        <p:tgtEl>
                                          <p:spTgt spid="128"/>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129"/>
                                        </p:tgtEl>
                                        <p:attrNameLst>
                                          <p:attrName>style.visibility</p:attrName>
                                        </p:attrNameLst>
                                      </p:cBhvr>
                                      <p:to>
                                        <p:strVal val="visible"/>
                                      </p:to>
                                    </p:set>
                                    <p:animEffect transition="in" filter="wipe(left)">
                                      <p:cBhvr>
                                        <p:cTn id="52" dur="2000"/>
                                        <p:tgtEl>
                                          <p:spTgt spid="129"/>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wipe(left)">
                                      <p:cBhvr>
                                        <p:cTn id="57" dur="2000"/>
                                        <p:tgtEl>
                                          <p:spTgt spid="130"/>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wipe(left)">
                                      <p:cBhvr>
                                        <p:cTn id="62" dur="2000"/>
                                        <p:tgtEl>
                                          <p:spTgt spid="131"/>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132"/>
                                        </p:tgtEl>
                                        <p:attrNameLst>
                                          <p:attrName>style.visibility</p:attrName>
                                        </p:attrNameLst>
                                      </p:cBhvr>
                                      <p:to>
                                        <p:strVal val="visible"/>
                                      </p:to>
                                    </p:set>
                                    <p:animEffect transition="in" filter="wipe(left)">
                                      <p:cBhvr>
                                        <p:cTn id="67" dur="2000"/>
                                        <p:tgtEl>
                                          <p:spTgt spid="132"/>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wipe(left)">
                                      <p:cBhvr>
                                        <p:cTn id="72" dur="1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48" grpId="0"/>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6543177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an entity-occurrence diagram</a:t>
            </a:r>
          </a:p>
        </p:txBody>
      </p:sp>
    </p:spTree>
    <p:extLst>
      <p:ext uri="{BB962C8B-B14F-4D97-AF65-F5344CB8AC3E}">
        <p14:creationId xmlns:p14="http://schemas.microsoft.com/office/powerpoint/2010/main" val="280814995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1180174320"/>
              </p:ext>
            </p:extLst>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2255050"/>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53301" y="2255050"/>
            <a:ext cx="2057936" cy="3497774"/>
            <a:chOff x="9053301" y="2255050"/>
            <a:chExt cx="2057936" cy="3497774"/>
          </a:xfrm>
        </p:grpSpPr>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84</a:t>
              </a:r>
            </a:p>
            <a:p>
              <a:pPr algn="ctr"/>
              <a:endParaRPr lang="en-GB" sz="2800" dirty="0">
                <a:solidFill>
                  <a:schemeClr val="tx1"/>
                </a:solidFill>
              </a:endParaRPr>
            </a:p>
            <a:p>
              <a:pPr algn="ctr"/>
              <a:r>
                <a:rPr lang="en-GB" sz="2800" dirty="0">
                  <a:solidFill>
                    <a:schemeClr val="tx1"/>
                  </a:solidFill>
                </a:rPr>
                <a:t>92</a:t>
              </a:r>
            </a:p>
            <a:p>
              <a:pPr algn="ctr"/>
              <a:endParaRPr lang="en-GB" sz="2800" dirty="0">
                <a:solidFill>
                  <a:schemeClr val="tx1"/>
                </a:solidFill>
              </a:endParaRPr>
            </a:p>
            <a:p>
              <a:pPr algn="ctr"/>
              <a:r>
                <a:rPr lang="en-GB" sz="2800" dirty="0">
                  <a:solidFill>
                    <a:schemeClr val="tx1"/>
                  </a:solidFill>
                </a:rPr>
                <a:t>128</a:t>
              </a:r>
            </a:p>
          </p:txBody>
        </p:sp>
        <p:sp>
          <p:nvSpPr>
            <p:cNvPr id="8" name="TextBox 7">
              <a:extLst>
                <a:ext uri="{FF2B5EF4-FFF2-40B4-BE49-F238E27FC236}">
                  <a16:creationId xmlns:a16="http://schemas.microsoft.com/office/drawing/2014/main" id="{1F3D1295-BA4E-48A5-8E06-0FB956BB2492}"/>
                </a:ext>
              </a:extLst>
            </p:cNvPr>
            <p:cNvSpPr txBox="1"/>
            <p:nvPr/>
          </p:nvSpPr>
          <p:spPr>
            <a:xfrm>
              <a:off x="9053301" y="2255050"/>
              <a:ext cx="2057936" cy="523220"/>
            </a:xfrm>
            <a:prstGeom prst="rect">
              <a:avLst/>
            </a:prstGeom>
            <a:noFill/>
          </p:spPr>
          <p:txBody>
            <a:bodyPr wrap="none" rtlCol="0">
              <a:spAutoFit/>
            </a:bodyPr>
            <a:lstStyle/>
            <a:p>
              <a:r>
                <a:rPr lang="en-GB" sz="2800" dirty="0"/>
                <a:t>Headteacher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V="1">
            <a:off x="6521986" y="4265548"/>
            <a:ext cx="3216925" cy="1037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21986" y="3429000"/>
            <a:ext cx="3224997" cy="1693844"/>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76636" y="3429000"/>
            <a:ext cx="3262275" cy="1693844"/>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491153" y="5959392"/>
            <a:ext cx="3278590"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1:1</a:t>
            </a:r>
          </a:p>
        </p:txBody>
      </p:sp>
    </p:spTree>
    <p:extLst>
      <p:ext uri="{BB962C8B-B14F-4D97-AF65-F5344CB8AC3E}">
        <p14:creationId xmlns:p14="http://schemas.microsoft.com/office/powerpoint/2010/main" val="1681579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wipe(left)">
                                      <p:cBhvr>
                                        <p:cTn id="40" dur="1500"/>
                                        <p:tgtEl>
                                          <p:spTgt spid="1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Tree>
    <p:extLst>
      <p:ext uri="{BB962C8B-B14F-4D97-AF65-F5344CB8AC3E}">
        <p14:creationId xmlns:p14="http://schemas.microsoft.com/office/powerpoint/2010/main" val="34779461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251167312"/>
              </p:ext>
            </p:extLst>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1690688"/>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864905"/>
            <a:ext cx="2286919" cy="4887919"/>
            <a:chOff x="9061373" y="864905"/>
            <a:chExt cx="2041793" cy="4887919"/>
          </a:xfrm>
        </p:grpSpPr>
        <p:sp>
          <p:nvSpPr>
            <p:cNvPr id="6" name="Oval 5">
              <a:extLst>
                <a:ext uri="{FF2B5EF4-FFF2-40B4-BE49-F238E27FC236}">
                  <a16:creationId xmlns:a16="http://schemas.microsoft.com/office/drawing/2014/main" id="{F5F57839-3C91-41D4-891E-F2668C4F76FF}"/>
                </a:ext>
              </a:extLst>
            </p:cNvPr>
            <p:cNvSpPr/>
            <p:nvPr/>
          </p:nvSpPr>
          <p:spPr>
            <a:xfrm>
              <a:off x="9061373" y="1388125"/>
              <a:ext cx="2041793"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
          <p:nvSpPr>
            <p:cNvPr id="8" name="TextBox 7">
              <a:extLst>
                <a:ext uri="{FF2B5EF4-FFF2-40B4-BE49-F238E27FC236}">
                  <a16:creationId xmlns:a16="http://schemas.microsoft.com/office/drawing/2014/main" id="{1F3D1295-BA4E-48A5-8E06-0FB956BB2492}"/>
                </a:ext>
              </a:extLst>
            </p:cNvPr>
            <p:cNvSpPr txBox="1"/>
            <p:nvPr/>
          </p:nvSpPr>
          <p:spPr>
            <a:xfrm>
              <a:off x="9421606" y="864905"/>
              <a:ext cx="1321324" cy="523220"/>
            </a:xfrm>
            <a:prstGeom prst="rect">
              <a:avLst/>
            </a:prstGeom>
            <a:noFill/>
          </p:spPr>
          <p:txBody>
            <a:bodyPr wrap="none" rtlCol="0">
              <a:spAutoFit/>
            </a:bodyPr>
            <a:lstStyle/>
            <a:p>
              <a:r>
                <a:rPr lang="en-GB" sz="2800" dirty="0"/>
                <a:t>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a:off x="6521986" y="3701185"/>
            <a:ext cx="3379939" cy="53341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35117" y="1614780"/>
            <a:ext cx="3468199" cy="29538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57634" y="2854263"/>
            <a:ext cx="3405297" cy="108980"/>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056794" y="5952878"/>
            <a:ext cx="4101957"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1:Many</a:t>
            </a: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a:off x="6470027" y="2854263"/>
            <a:ext cx="3431898" cy="2001348"/>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a:off x="6535117" y="4568678"/>
            <a:ext cx="3366808" cy="90119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V="1">
            <a:off x="6535117" y="3594032"/>
            <a:ext cx="3366808" cy="974646"/>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V="1">
            <a:off x="6470027" y="2298225"/>
            <a:ext cx="3485686" cy="556039"/>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9433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wipe(left)">
                                      <p:cBhvr>
                                        <p:cTn id="40" dur="15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nodeType="after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wipe(left)">
                                      <p:cBhvr>
                                        <p:cTn id="62" dur="1500"/>
                                        <p:tgtEl>
                                          <p:spTgt spid="22"/>
                                        </p:tgtEl>
                                      </p:cBhvr>
                                    </p:animEffect>
                                  </p:childTnLst>
                                </p:cTn>
                              </p:par>
                            </p:childTnLst>
                          </p:cTn>
                        </p:par>
                        <p:par>
                          <p:cTn id="63" fill="hold">
                            <p:stCondLst>
                              <p:cond delay="2000"/>
                            </p:stCondLst>
                            <p:childTnLst>
                              <p:par>
                                <p:cTn id="64" presetID="22" presetClass="entr" presetSubtype="8" fill="hold" nodeType="after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wipe(left)">
                                      <p:cBhvr>
                                        <p:cTn id="66" dur="1500"/>
                                        <p:tgtEl>
                                          <p:spTgt spid="14"/>
                                        </p:tgtEl>
                                      </p:cBhvr>
                                    </p:animEffect>
                                  </p:childTnLst>
                                </p:cTn>
                              </p:par>
                            </p:childTnLst>
                          </p:cTn>
                        </p:par>
                        <p:par>
                          <p:cTn id="67" fill="hold">
                            <p:stCondLst>
                              <p:cond delay="3500"/>
                            </p:stCondLst>
                            <p:childTnLst>
                              <p:par>
                                <p:cTn id="68" presetID="22" presetClass="entr" presetSubtype="8" fill="hold" nodeType="after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wipe(left)">
                                      <p:cBhvr>
                                        <p:cTn id="70" dur="1500"/>
                                        <p:tgtEl>
                                          <p:spTgt spid="27"/>
                                        </p:tgtEl>
                                      </p:cBhvr>
                                    </p:animEffect>
                                  </p:childTnLst>
                                </p:cTn>
                              </p:par>
                            </p:childTnLst>
                          </p:cTn>
                        </p:par>
                        <p:par>
                          <p:cTn id="71" fill="hold">
                            <p:stCondLst>
                              <p:cond delay="5000"/>
                            </p:stCondLst>
                            <p:childTnLst>
                              <p:par>
                                <p:cTn id="72" presetID="22" presetClass="entr" presetSubtype="8" fill="hold" nodeType="afterEffect">
                                  <p:stCondLst>
                                    <p:cond delay="0"/>
                                  </p:stCondLst>
                                  <p:childTnLst>
                                    <p:set>
                                      <p:cBhvr>
                                        <p:cTn id="73" dur="1" fill="hold">
                                          <p:stCondLst>
                                            <p:cond delay="0"/>
                                          </p:stCondLst>
                                        </p:cTn>
                                        <p:tgtEl>
                                          <p:spTgt spid="32"/>
                                        </p:tgtEl>
                                        <p:attrNameLst>
                                          <p:attrName>style.visibility</p:attrName>
                                        </p:attrNameLst>
                                      </p:cBhvr>
                                      <p:to>
                                        <p:strVal val="visible"/>
                                      </p:to>
                                    </p:set>
                                    <p:animEffect transition="in" filter="wipe(left)">
                                      <p:cBhvr>
                                        <p:cTn id="74" dur="1500"/>
                                        <p:tgtEl>
                                          <p:spTgt spid="32"/>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0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213908"/>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1388125"/>
            <a:ext cx="2286919"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Tree>
    <p:extLst>
      <p:ext uri="{BB962C8B-B14F-4D97-AF65-F5344CB8AC3E}">
        <p14:creationId xmlns:p14="http://schemas.microsoft.com/office/powerpoint/2010/main" val="208490351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3180318097"/>
              </p:ext>
            </p:extLst>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4924541" y="1690688"/>
            <a:ext cx="2192356"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7" name="TextBox 6">
              <a:extLst>
                <a:ext uri="{FF2B5EF4-FFF2-40B4-BE49-F238E27FC236}">
                  <a16:creationId xmlns:a16="http://schemas.microsoft.com/office/drawing/2014/main" id="{63D9B717-8D10-4C1A-B8C3-2DDC0A4F4D6A}"/>
                </a:ext>
              </a:extLst>
            </p:cNvPr>
            <p:cNvSpPr txBox="1"/>
            <p:nvPr/>
          </p:nvSpPr>
          <p:spPr>
            <a:xfrm>
              <a:off x="5463454" y="2255050"/>
              <a:ext cx="1265090" cy="523220"/>
            </a:xfrm>
            <a:prstGeom prst="rect">
              <a:avLst/>
            </a:prstGeom>
            <a:noFill/>
          </p:spPr>
          <p:txBody>
            <a:bodyPr wrap="none" rtlCol="0">
              <a:spAutoFit/>
            </a:bodyPr>
            <a:lstStyle/>
            <a:p>
              <a:r>
                <a:rPr lang="en-GB" sz="2800" dirty="0"/>
                <a:t>Subject</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1318122"/>
            <a:ext cx="2286919" cy="4091533"/>
            <a:chOff x="9061373" y="1661291"/>
            <a:chExt cx="2041793" cy="4091533"/>
          </a:xfrm>
        </p:grpSpPr>
        <p:sp>
          <p:nvSpPr>
            <p:cNvPr id="6" name="Oval 5">
              <a:extLst>
                <a:ext uri="{FF2B5EF4-FFF2-40B4-BE49-F238E27FC236}">
                  <a16:creationId xmlns:a16="http://schemas.microsoft.com/office/drawing/2014/main" id="{F5F57839-3C91-41D4-891E-F2668C4F76FF}"/>
                </a:ext>
              </a:extLst>
            </p:cNvPr>
            <p:cNvSpPr/>
            <p:nvPr/>
          </p:nvSpPr>
          <p:spPr>
            <a:xfrm>
              <a:off x="9061373" y="2184512"/>
              <a:ext cx="2041793"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sp>
          <p:nvSpPr>
            <p:cNvPr id="8" name="TextBox 7">
              <a:extLst>
                <a:ext uri="{FF2B5EF4-FFF2-40B4-BE49-F238E27FC236}">
                  <a16:creationId xmlns:a16="http://schemas.microsoft.com/office/drawing/2014/main" id="{1F3D1295-BA4E-48A5-8E06-0FB956BB2492}"/>
                </a:ext>
              </a:extLst>
            </p:cNvPr>
            <p:cNvSpPr txBox="1"/>
            <p:nvPr/>
          </p:nvSpPr>
          <p:spPr>
            <a:xfrm>
              <a:off x="9487526" y="1661291"/>
              <a:ext cx="1189485" cy="523220"/>
            </a:xfrm>
            <a:prstGeom prst="rect">
              <a:avLst/>
            </a:prstGeom>
            <a:noFill/>
          </p:spPr>
          <p:txBody>
            <a:bodyPr wrap="none" rtlCol="0">
              <a:spAutoFit/>
            </a:bodyPr>
            <a:lstStyle/>
            <a:p>
              <a:r>
                <a:rPr lang="en-GB" sz="2800" dirty="0"/>
                <a:t>Student</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5749293" y="5963699"/>
            <a:ext cx="4989956" cy="646331"/>
          </a:xfrm>
          <a:prstGeom prst="rect">
            <a:avLst/>
          </a:prstGeom>
          <a:noFill/>
        </p:spPr>
        <p:txBody>
          <a:bodyPr wrap="none" rtlCol="0">
            <a:spAutoFit/>
          </a:bodyPr>
          <a:lstStyle/>
          <a:p>
            <a:r>
              <a:rPr lang="en-GB" sz="3600" dirty="0">
                <a:solidFill>
                  <a:srgbClr val="7030A0"/>
                </a:solidFill>
              </a:rPr>
              <a:t>Cardinality is </a:t>
            </a:r>
            <a:r>
              <a:rPr lang="en-GB" sz="3600" b="1" dirty="0" err="1">
                <a:solidFill>
                  <a:srgbClr val="7030A0"/>
                </a:solidFill>
              </a:rPr>
              <a:t>Many:Many</a:t>
            </a:r>
            <a:endParaRPr lang="en-GB" sz="3600" b="1" dirty="0">
              <a:solidFill>
                <a:srgbClr val="7030A0"/>
              </a:solidFill>
            </a:endParaRP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8597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par>
                          <p:cTn id="23" fill="hold">
                            <p:stCondLst>
                              <p:cond delay="1000"/>
                            </p:stCondLst>
                            <p:childTnLst>
                              <p:par>
                                <p:cTn id="24" presetID="22" presetClass="entr" presetSubtype="2" fill="hold" nodeType="after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wipe(right)">
                                      <p:cBhvr>
                                        <p:cTn id="26" dur="1500"/>
                                        <p:tgtEl>
                                          <p:spTgt spid="12"/>
                                        </p:tgtEl>
                                      </p:cBhvr>
                                    </p:animEffect>
                                  </p:childTnLst>
                                </p:cTn>
                              </p:par>
                            </p:childTnLst>
                          </p:cTn>
                        </p:par>
                        <p:par>
                          <p:cTn id="27" fill="hold">
                            <p:stCondLst>
                              <p:cond delay="2500"/>
                            </p:stCondLst>
                            <p:childTnLst>
                              <p:par>
                                <p:cTn id="28" presetID="10" presetClass="exit" presetSubtype="0" fill="hold" grpId="1" nodeType="afterEffect">
                                  <p:stCondLst>
                                    <p:cond delay="0"/>
                                  </p:stCondLst>
                                  <p:childTnLst>
                                    <p:animEffect transition="out" filter="fade">
                                      <p:cBhvr>
                                        <p:cTn id="29" dur="500"/>
                                        <p:tgtEl>
                                          <p:spTgt spid="23"/>
                                        </p:tgtEl>
                                      </p:cBhvr>
                                    </p:animEffect>
                                    <p:set>
                                      <p:cBhvr>
                                        <p:cTn id="30" dur="1" fill="hold">
                                          <p:stCondLst>
                                            <p:cond delay="499"/>
                                          </p:stCondLst>
                                        </p:cTn>
                                        <p:tgtEl>
                                          <p:spTgt spid="23"/>
                                        </p:tgtEl>
                                        <p:attrNameLst>
                                          <p:attrName>style.visibility</p:attrName>
                                        </p:attrNameLst>
                                      </p:cBhvr>
                                      <p:to>
                                        <p:strVal val="hidden"/>
                                      </p:to>
                                    </p:set>
                                  </p:childTnLst>
                                </p:cTn>
                              </p:par>
                            </p:childTnLst>
                          </p:cTn>
                        </p:par>
                        <p:par>
                          <p:cTn id="31" fill="hold">
                            <p:stCondLst>
                              <p:cond delay="3000"/>
                            </p:stCondLst>
                            <p:childTnLst>
                              <p:par>
                                <p:cTn id="32" presetID="22" presetClass="entr" presetSubtype="8" fill="hold" grpId="0" nodeType="after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wipe(left)">
                                      <p:cBhvr>
                                        <p:cTn id="34" dur="1000"/>
                                        <p:tgtEl>
                                          <p:spTgt spid="24"/>
                                        </p:tgtEl>
                                      </p:cBhvr>
                                    </p:animEffect>
                                  </p:childTnLst>
                                </p:cTn>
                              </p:par>
                            </p:childTnLst>
                          </p:cTn>
                        </p:par>
                        <p:par>
                          <p:cTn id="35" fill="hold">
                            <p:stCondLst>
                              <p:cond delay="4000"/>
                            </p:stCondLst>
                            <p:childTnLst>
                              <p:par>
                                <p:cTn id="36" presetID="22" presetClass="entr" presetSubtype="2" fill="hold" nodeType="after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wipe(right)">
                                      <p:cBhvr>
                                        <p:cTn id="38" dur="1500"/>
                                        <p:tgtEl>
                                          <p:spTgt spid="29"/>
                                        </p:tgtEl>
                                      </p:cBhvr>
                                    </p:animEffect>
                                  </p:childTnLst>
                                </p:cTn>
                              </p:par>
                            </p:childTnLst>
                          </p:cTn>
                        </p:par>
                        <p:par>
                          <p:cTn id="39" fill="hold">
                            <p:stCondLst>
                              <p:cond delay="5500"/>
                            </p:stCondLst>
                            <p:childTnLst>
                              <p:par>
                                <p:cTn id="40" presetID="10" presetClass="exit" presetSubtype="0" fill="hold" grpId="1" nodeType="afterEffect">
                                  <p:stCondLst>
                                    <p:cond delay="0"/>
                                  </p:stCondLst>
                                  <p:childTnLst>
                                    <p:animEffect transition="out" filter="fade">
                                      <p:cBhvr>
                                        <p:cTn id="41" dur="500"/>
                                        <p:tgtEl>
                                          <p:spTgt spid="24"/>
                                        </p:tgtEl>
                                      </p:cBhvr>
                                    </p:animEffect>
                                    <p:set>
                                      <p:cBhvr>
                                        <p:cTn id="42" dur="1" fill="hold">
                                          <p:stCondLst>
                                            <p:cond delay="499"/>
                                          </p:stCondLst>
                                        </p:cTn>
                                        <p:tgtEl>
                                          <p:spTgt spid="24"/>
                                        </p:tgtEl>
                                        <p:attrNameLst>
                                          <p:attrName>style.visibility</p:attrName>
                                        </p:attrNameLst>
                                      </p:cBhvr>
                                      <p:to>
                                        <p:strVal val="hidden"/>
                                      </p:to>
                                    </p:set>
                                  </p:childTnLst>
                                </p:cTn>
                              </p:par>
                            </p:childTnLst>
                          </p:cTn>
                        </p:par>
                        <p:par>
                          <p:cTn id="43" fill="hold">
                            <p:stCondLst>
                              <p:cond delay="6000"/>
                            </p:stCondLst>
                            <p:childTnLst>
                              <p:par>
                                <p:cTn id="44" presetID="22" presetClass="entr" presetSubtype="8" fill="hold" grpId="0" nodeType="after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wipe(left)">
                                      <p:cBhvr>
                                        <p:cTn id="46" dur="1000"/>
                                        <p:tgtEl>
                                          <p:spTgt spid="25"/>
                                        </p:tgtEl>
                                      </p:cBhvr>
                                    </p:animEffect>
                                  </p:childTnLst>
                                </p:cTn>
                              </p:par>
                            </p:childTnLst>
                          </p:cTn>
                        </p:par>
                        <p:par>
                          <p:cTn id="47" fill="hold">
                            <p:stCondLst>
                              <p:cond delay="7000"/>
                            </p:stCondLst>
                            <p:childTnLst>
                              <p:par>
                                <p:cTn id="48" presetID="22" presetClass="entr" presetSubtype="2" fill="hold"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wipe(right)">
                                      <p:cBhvr>
                                        <p:cTn id="50" dur="1500"/>
                                        <p:tgtEl>
                                          <p:spTgt spid="17"/>
                                        </p:tgtEl>
                                      </p:cBhvr>
                                    </p:animEffect>
                                  </p:childTnLst>
                                </p:cTn>
                              </p:par>
                            </p:childTnLst>
                          </p:cTn>
                        </p:par>
                        <p:par>
                          <p:cTn id="51" fill="hold">
                            <p:stCondLst>
                              <p:cond delay="8500"/>
                            </p:stCondLst>
                            <p:childTnLst>
                              <p:par>
                                <p:cTn id="52" presetID="10" presetClass="exit" presetSubtype="0" fill="hold" grpId="1" nodeType="afterEffect">
                                  <p:stCondLst>
                                    <p:cond delay="0"/>
                                  </p:stCondLst>
                                  <p:childTnLst>
                                    <p:animEffect transition="out" filter="fade">
                                      <p:cBhvr>
                                        <p:cTn id="53" dur="500"/>
                                        <p:tgtEl>
                                          <p:spTgt spid="25"/>
                                        </p:tgtEl>
                                      </p:cBhvr>
                                    </p:animEffect>
                                    <p:set>
                                      <p:cBhvr>
                                        <p:cTn id="54" dur="1" fill="hold">
                                          <p:stCondLst>
                                            <p:cond delay="499"/>
                                          </p:stCondLst>
                                        </p:cTn>
                                        <p:tgtEl>
                                          <p:spTgt spid="25"/>
                                        </p:tgtEl>
                                        <p:attrNameLst>
                                          <p:attrName>style.visibility</p:attrName>
                                        </p:attrNameLst>
                                      </p:cBhvr>
                                      <p:to>
                                        <p:strVal val="hidden"/>
                                      </p:to>
                                    </p:set>
                                  </p:childTnLst>
                                </p:cTn>
                              </p:par>
                            </p:childTnLst>
                          </p:cTn>
                        </p:par>
                        <p:par>
                          <p:cTn id="55" fill="hold">
                            <p:stCondLst>
                              <p:cond delay="9000"/>
                            </p:stCondLst>
                            <p:childTnLst>
                              <p:par>
                                <p:cTn id="56" presetID="22" presetClass="entr" presetSubtype="2" fill="hold" nodeType="after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1500"/>
                                        <p:tgtEl>
                                          <p:spTgt spid="22"/>
                                        </p:tgtEl>
                                      </p:cBhvr>
                                    </p:animEffect>
                                  </p:childTnLst>
                                </p:cTn>
                              </p:par>
                            </p:childTnLst>
                          </p:cTn>
                        </p:par>
                        <p:par>
                          <p:cTn id="59" fill="hold">
                            <p:stCondLst>
                              <p:cond delay="10500"/>
                            </p:stCondLst>
                            <p:childTnLst>
                              <p:par>
                                <p:cTn id="60" presetID="22" presetClass="entr" presetSubtype="2" fill="hold" nodeType="after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wipe(right)">
                                      <p:cBhvr>
                                        <p:cTn id="62" dur="1500"/>
                                        <p:tgtEl>
                                          <p:spTgt spid="14"/>
                                        </p:tgtEl>
                                      </p:cBhvr>
                                    </p:animEffect>
                                  </p:childTnLst>
                                </p:cTn>
                              </p:par>
                            </p:childTnLst>
                          </p:cTn>
                        </p:par>
                        <p:par>
                          <p:cTn id="63" fill="hold">
                            <p:stCondLst>
                              <p:cond delay="12000"/>
                            </p:stCondLst>
                            <p:childTnLst>
                              <p:par>
                                <p:cTn id="64" presetID="22" presetClass="entr" presetSubtype="2" fill="hold" nodeType="after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wipe(right)">
                                      <p:cBhvr>
                                        <p:cTn id="66" dur="1500"/>
                                        <p:tgtEl>
                                          <p:spTgt spid="27"/>
                                        </p:tgtEl>
                                      </p:cBhvr>
                                    </p:animEffect>
                                  </p:childTnLst>
                                </p:cTn>
                              </p:par>
                            </p:childTnLst>
                          </p:cTn>
                        </p:par>
                        <p:par>
                          <p:cTn id="67" fill="hold">
                            <p:stCondLst>
                              <p:cond delay="13500"/>
                            </p:stCondLst>
                            <p:childTnLst>
                              <p:par>
                                <p:cTn id="68" presetID="22" presetClass="entr" presetSubtype="2" fill="hold" nodeType="afterEffect">
                                  <p:stCondLst>
                                    <p:cond delay="0"/>
                                  </p:stCondLst>
                                  <p:childTnLst>
                                    <p:set>
                                      <p:cBhvr>
                                        <p:cTn id="69" dur="1" fill="hold">
                                          <p:stCondLst>
                                            <p:cond delay="0"/>
                                          </p:stCondLst>
                                        </p:cTn>
                                        <p:tgtEl>
                                          <p:spTgt spid="32"/>
                                        </p:tgtEl>
                                        <p:attrNameLst>
                                          <p:attrName>style.visibility</p:attrName>
                                        </p:attrNameLst>
                                      </p:cBhvr>
                                      <p:to>
                                        <p:strVal val="visible"/>
                                      </p:to>
                                    </p:set>
                                    <p:animEffect transition="in" filter="wipe(right)">
                                      <p:cBhvr>
                                        <p:cTn id="70" dur="1500"/>
                                        <p:tgtEl>
                                          <p:spTgt spid="32"/>
                                        </p:tgtEl>
                                      </p:cBhvr>
                                    </p:animEffect>
                                  </p:childTnLst>
                                </p:cTn>
                              </p:par>
                            </p:childTnLst>
                          </p:cTn>
                        </p:par>
                        <p:par>
                          <p:cTn id="71" fill="hold">
                            <p:stCondLst>
                              <p:cond delay="15000"/>
                            </p:stCondLst>
                            <p:childTnLst>
                              <p:par>
                                <p:cTn id="72" presetID="22" presetClass="entr" presetSubtype="2" fill="hold" nodeType="afterEffect">
                                  <p:stCondLst>
                                    <p:cond delay="0"/>
                                  </p:stCondLst>
                                  <p:childTnLst>
                                    <p:set>
                                      <p:cBhvr>
                                        <p:cTn id="73" dur="1" fill="hold">
                                          <p:stCondLst>
                                            <p:cond delay="0"/>
                                          </p:stCondLst>
                                        </p:cTn>
                                        <p:tgtEl>
                                          <p:spTgt spid="51"/>
                                        </p:tgtEl>
                                        <p:attrNameLst>
                                          <p:attrName>style.visibility</p:attrName>
                                        </p:attrNameLst>
                                      </p:cBhvr>
                                      <p:to>
                                        <p:strVal val="visible"/>
                                      </p:to>
                                    </p:set>
                                    <p:animEffect transition="in" filter="wipe(right)">
                                      <p:cBhvr>
                                        <p:cTn id="74" dur="1500"/>
                                        <p:tgtEl>
                                          <p:spTgt spid="51"/>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4924541" y="2213908"/>
            <a:ext cx="2192356"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6" name="Oval 5">
            <a:extLst>
              <a:ext uri="{FF2B5EF4-FFF2-40B4-BE49-F238E27FC236}">
                <a16:creationId xmlns:a16="http://schemas.microsoft.com/office/drawing/2014/main" id="{F5F57839-3C91-41D4-891E-F2668C4F76FF}"/>
              </a:ext>
            </a:extLst>
          </p:cNvPr>
          <p:cNvSpPr/>
          <p:nvPr/>
        </p:nvSpPr>
        <p:spPr>
          <a:xfrm>
            <a:off x="9061373" y="1841343"/>
            <a:ext cx="2286919"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901456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compound keys</a:t>
            </a:r>
          </a:p>
        </p:txBody>
      </p:sp>
    </p:spTree>
    <p:extLst>
      <p:ext uri="{BB962C8B-B14F-4D97-AF65-F5344CB8AC3E}">
        <p14:creationId xmlns:p14="http://schemas.microsoft.com/office/powerpoint/2010/main" val="110137852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fontScale="92500" lnSpcReduction="20000"/>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a:p>
            <a:endParaRPr lang="en-GB" sz="3600" dirty="0"/>
          </a:p>
          <a:p>
            <a:pPr marL="0" indent="0">
              <a:buNone/>
            </a:pPr>
            <a:r>
              <a:rPr lang="en-GB" sz="3600" dirty="0"/>
              <a:t>What should be the Primary Key?</a:t>
            </a:r>
            <a:endParaRPr lang="en-GB" dirty="0"/>
          </a:p>
        </p:txBody>
      </p:sp>
      <p:sp>
        <p:nvSpPr>
          <p:cNvPr id="3" name="Content Placeholder 2"/>
          <p:cNvSpPr>
            <a:spLocks noGrp="1"/>
          </p:cNvSpPr>
          <p:nvPr>
            <p:ph sz="half" idx="2"/>
          </p:nvPr>
        </p:nvSpPr>
        <p:spPr/>
        <p:txBody>
          <a:bodyPr>
            <a:normAutofit fontScale="92500" lnSpcReduction="20000"/>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870331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1000"/>
                                        <p:tgtEl>
                                          <p:spTgt spid="2">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2">
                                            <p:txEl>
                                              <p:pRg st="2" end="2"/>
                                            </p:txEl>
                                          </p:spTgt>
                                        </p:tgtEl>
                                        <p:attrNameLst>
                                          <p:attrName>style.visibility</p:attrName>
                                        </p:attrNameLst>
                                      </p:cBhvr>
                                      <p:to>
                                        <p:strVal val="visible"/>
                                      </p:to>
                                    </p:set>
                                    <p:animEffect transition="in" filter="wipe(left)">
                                      <p:cBhvr>
                                        <p:cTn id="16" dur="1000"/>
                                        <p:tgtEl>
                                          <p:spTgt spid="2">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
                                            <p:txEl>
                                              <p:pRg st="3" end="3"/>
                                            </p:txEl>
                                          </p:spTgt>
                                        </p:tgtEl>
                                        <p:attrNameLst>
                                          <p:attrName>style.visibility</p:attrName>
                                        </p:attrNameLst>
                                      </p:cBhvr>
                                      <p:to>
                                        <p:strVal val="visible"/>
                                      </p:to>
                                    </p:set>
                                    <p:animEffect transition="in" filter="wipe(left)">
                                      <p:cBhvr>
                                        <p:cTn id="21" dur="1000"/>
                                        <p:tgtEl>
                                          <p:spTgt spid="2">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3">
                                            <p:txEl>
                                              <p:pRg st="0" end="0"/>
                                            </p:txEl>
                                          </p:spTgt>
                                        </p:tgtEl>
                                        <p:attrNameLst>
                                          <p:attrName>style.visibility</p:attrName>
                                        </p:attrNameLst>
                                      </p:cBhvr>
                                      <p:to>
                                        <p:strVal val="visible"/>
                                      </p:to>
                                    </p:set>
                                    <p:animEffect transition="in" filter="wipe(left)">
                                      <p:cBhvr>
                                        <p:cTn id="26" dur="1000"/>
                                        <p:tgtEl>
                                          <p:spTgt spid="3">
                                            <p:txEl>
                                              <p:pRg st="0" end="0"/>
                                            </p:txEl>
                                          </p:spTgt>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10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
                                            <p:txEl>
                                              <p:pRg st="5" end="5"/>
                                            </p:txEl>
                                          </p:spTgt>
                                        </p:tgtEl>
                                        <p:attrNameLst>
                                          <p:attrName>style.visibility</p:attrName>
                                        </p:attrNameLst>
                                      </p:cBhvr>
                                      <p:to>
                                        <p:strVal val="visible"/>
                                      </p:to>
                                    </p:set>
                                    <p:animEffect transition="in" filter="wipe(left)">
                                      <p:cBhvr>
                                        <p:cTn id="35" dur="10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3" grpId="0" build="p"/>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p:txBody>
      </p:sp>
      <p:sp>
        <p:nvSpPr>
          <p:cNvPr id="3" name="Content Placeholder 2"/>
          <p:cNvSpPr>
            <a:spLocks noGrp="1"/>
          </p:cNvSpPr>
          <p:nvPr>
            <p:ph sz="half" idx="2"/>
          </p:nvPr>
        </p:nvSpPr>
        <p:spPr/>
        <p:txBody>
          <a:bodyPr>
            <a:normAutofit/>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291142003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sp>
        <p:nvSpPr>
          <p:cNvPr id="7" name="TextBox 6">
            <a:extLst>
              <a:ext uri="{FF2B5EF4-FFF2-40B4-BE49-F238E27FC236}">
                <a16:creationId xmlns:a16="http://schemas.microsoft.com/office/drawing/2014/main" id="{663E3461-DC5D-48CF-AE13-69B629EAA16E}"/>
              </a:ext>
            </a:extLst>
          </p:cNvPr>
          <p:cNvSpPr txBox="1"/>
          <p:nvPr/>
        </p:nvSpPr>
        <p:spPr>
          <a:xfrm>
            <a:off x="1693072" y="5529262"/>
            <a:ext cx="8271110" cy="646331"/>
          </a:xfrm>
          <a:prstGeom prst="rect">
            <a:avLst/>
          </a:prstGeom>
          <a:noFill/>
        </p:spPr>
        <p:txBody>
          <a:bodyPr wrap="none" rtlCol="0">
            <a:spAutoFit/>
          </a:bodyPr>
          <a:lstStyle/>
          <a:p>
            <a:pPr algn="ctr"/>
            <a:r>
              <a:rPr lang="en-GB" sz="3600" dirty="0">
                <a:solidFill>
                  <a:srgbClr val="7030A0"/>
                </a:solidFill>
              </a:rPr>
              <a:t>Composite Key uses two or more attributes</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grpSp>
        <p:nvGrpSpPr>
          <p:cNvPr id="17" name="Group 16">
            <a:extLst>
              <a:ext uri="{FF2B5EF4-FFF2-40B4-BE49-F238E27FC236}">
                <a16:creationId xmlns:a16="http://schemas.microsoft.com/office/drawing/2014/main" id="{1F565CB8-10B5-434D-9118-818C6E69EDA5}"/>
              </a:ext>
            </a:extLst>
          </p:cNvPr>
          <p:cNvGrpSpPr/>
          <p:nvPr/>
        </p:nvGrpSpPr>
        <p:grpSpPr>
          <a:xfrm>
            <a:off x="2067831" y="2193608"/>
            <a:ext cx="2569936" cy="2308324"/>
            <a:chOff x="7175028" y="1690688"/>
            <a:chExt cx="2569936" cy="2308324"/>
          </a:xfrm>
        </p:grpSpPr>
        <p:sp>
          <p:nvSpPr>
            <p:cNvPr id="18" name="TextBox 17">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a:t>date</a:t>
              </a:r>
            </a:p>
            <a:p>
              <a:r>
                <a:rPr lang="en-GB" sz="3600" u="sng" dirty="0"/>
                <a:t>time</a:t>
              </a:r>
            </a:p>
            <a:p>
              <a:r>
                <a:rPr lang="en-GB" sz="3600" dirty="0"/>
                <a:t>precipitation</a:t>
              </a:r>
            </a:p>
          </p:txBody>
        </p:sp>
        <p:sp>
          <p:nvSpPr>
            <p:cNvPr id="19" name="TextBox 18">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
        <p:nvSpPr>
          <p:cNvPr id="20" name="TextBox 19">
            <a:extLst>
              <a:ext uri="{FF2B5EF4-FFF2-40B4-BE49-F238E27FC236}">
                <a16:creationId xmlns:a16="http://schemas.microsoft.com/office/drawing/2014/main" id="{663E3461-DC5D-48CF-AE13-69B629EAA16E}"/>
              </a:ext>
            </a:extLst>
          </p:cNvPr>
          <p:cNvSpPr txBox="1"/>
          <p:nvPr/>
        </p:nvSpPr>
        <p:spPr>
          <a:xfrm>
            <a:off x="5828623" y="2193608"/>
            <a:ext cx="4412657" cy="1200329"/>
          </a:xfrm>
          <a:prstGeom prst="rect">
            <a:avLst/>
          </a:prstGeom>
          <a:noFill/>
        </p:spPr>
        <p:txBody>
          <a:bodyPr wrap="square" rtlCol="0">
            <a:spAutoFit/>
          </a:bodyPr>
          <a:lstStyle/>
          <a:p>
            <a:r>
              <a:rPr lang="en-GB" sz="3600" dirty="0"/>
              <a:t>There isn't a naturally occurring Primary Key</a:t>
            </a:r>
          </a:p>
        </p:txBody>
      </p:sp>
    </p:spTree>
    <p:extLst>
      <p:ext uri="{BB962C8B-B14F-4D97-AF65-F5344CB8AC3E}">
        <p14:creationId xmlns:p14="http://schemas.microsoft.com/office/powerpoint/2010/main" val="2089487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xEl>
                                              <p:pRg st="0" end="0"/>
                                            </p:txEl>
                                          </p:spTgt>
                                        </p:tgtEl>
                                        <p:attrNameLst>
                                          <p:attrName>style.visibility</p:attrName>
                                        </p:attrNameLst>
                                      </p:cBhvr>
                                      <p:to>
                                        <p:strVal val="visible"/>
                                      </p:to>
                                    </p:set>
                                    <p:animEffect transition="in" filter="wipe(left)">
                                      <p:cBhvr>
                                        <p:cTn id="12" dur="1000"/>
                                        <p:tgtEl>
                                          <p:spTgt spid="20">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10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0" grpId="0" uiExpand="1" build="p"/>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Tree>
    <p:extLst>
      <p:ext uri="{BB962C8B-B14F-4D97-AF65-F5344CB8AC3E}">
        <p14:creationId xmlns:p14="http://schemas.microsoft.com/office/powerpoint/2010/main" val="131349354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Many to Many">
            <a:extLst>
              <a:ext uri="{FF2B5EF4-FFF2-40B4-BE49-F238E27FC236}">
                <a16:creationId xmlns:a16="http://schemas.microsoft.com/office/drawing/2014/main" id="{8DEFC1F2-EF4B-C1D0-C9B8-431797FDB08F}"/>
              </a:ext>
            </a:extLst>
          </p:cNvPr>
          <p:cNvGrpSpPr/>
          <p:nvPr/>
        </p:nvGrpSpPr>
        <p:grpSpPr>
          <a:xfrm>
            <a:off x="3268030" y="2148697"/>
            <a:ext cx="5503532" cy="359999"/>
            <a:chOff x="4414909" y="5300546"/>
            <a:chExt cx="3294790" cy="359999"/>
          </a:xfrm>
        </p:grpSpPr>
        <p:cxnSp>
          <p:nvCxnSpPr>
            <p:cNvPr id="3" name="Straight Connector 2">
              <a:extLst>
                <a:ext uri="{FF2B5EF4-FFF2-40B4-BE49-F238E27FC236}">
                  <a16:creationId xmlns:a16="http://schemas.microsoft.com/office/drawing/2014/main" id="{CCB18A4B-1901-DFFD-D4FC-44FF35D4DB13}"/>
                </a:ext>
              </a:extLst>
            </p:cNvPr>
            <p:cNvCxnSpPr/>
            <p:nvPr/>
          </p:nvCxnSpPr>
          <p:spPr>
            <a:xfrm>
              <a:off x="4414909" y="5489248"/>
              <a:ext cx="327591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342942" y="5856052"/>
            <a:ext cx="7496349" cy="646331"/>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34456" y="1978068"/>
            <a:ext cx="2016000" cy="2862322"/>
            <a:chOff x="7175029" y="1690688"/>
            <a:chExt cx="2016000"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016000"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38664" y="1978068"/>
            <a:ext cx="2016002" cy="3416320"/>
            <a:chOff x="7175028" y="1690688"/>
            <a:chExt cx="2016002"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16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8"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2160000" cy="3416320"/>
            <a:chOff x="7175029" y="1690688"/>
            <a:chExt cx="2160000"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160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endParaRPr lang="en-GB" sz="3600" dirty="0"/>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160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498112" y="3750782"/>
            <a:ext cx="1054520" cy="646331"/>
          </a:xfrm>
          <a:prstGeom prst="rect">
            <a:avLst/>
          </a:prstGeom>
          <a:noFill/>
        </p:spPr>
        <p:txBody>
          <a:bodyPr wrap="none" rtlCol="0">
            <a:spAutoFit/>
          </a:bodyPr>
          <a:lstStyle/>
          <a:p>
            <a:pPr algn="ctr"/>
            <a:r>
              <a:rPr lang="en-GB" sz="3600" dirty="0"/>
              <a:t>Verb</a:t>
            </a:r>
            <a:endParaRPr lang="en-GB" sz="2800" dirty="0"/>
          </a:p>
        </p:txBody>
      </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90"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68761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par>
                          <p:cTn id="28"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50"/>
                                        </p:tgtEl>
                                        <p:attrNameLst>
                                          <p:attrName>style.visibility</p:attrName>
                                        </p:attrNameLst>
                                      </p:cBhvr>
                                      <p:to>
                                        <p:strVal val="visible"/>
                                      </p:to>
                                    </p:set>
                                    <p:animEffect transition="in" filter="fade">
                                      <p:cBhvr>
                                        <p:cTn id="31" dur="1000"/>
                                        <p:tgtEl>
                                          <p:spTgt spid="5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
                                        </p:tgtEl>
                                        <p:attrNameLst>
                                          <p:attrName>style.visibility</p:attrName>
                                        </p:attrNameLst>
                                      </p:cBhvr>
                                      <p:to>
                                        <p:strVal val="visible"/>
                                      </p:to>
                                    </p:set>
                                    <p:animEffect transition="in" filter="fade">
                                      <p:cBhvr>
                                        <p:cTn id="36" dur="1000"/>
                                        <p:tgtEl>
                                          <p:spTgt spid="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3"/>
                                        </p:tgtEl>
                                        <p:attrNameLst>
                                          <p:attrName>style.visibility</p:attrName>
                                        </p:attrNameLst>
                                      </p:cBhvr>
                                      <p:to>
                                        <p:strVal val="visible"/>
                                      </p:to>
                                    </p:set>
                                    <p:animEffect transition="in" filter="fade">
                                      <p:cBhvr>
                                        <p:cTn id="41" dur="1000"/>
                                        <p:tgtEl>
                                          <p:spTgt spid="3"/>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100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wipe(left)">
                                      <p:cBhvr>
                                        <p:cTn id="50"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P spid="2" grpId="0" animBg="1"/>
      <p:bldP spid="3" grpId="0" animBg="1"/>
      <p:bldP spid="11" grpId="0"/>
    </p:bldLst>
  </p:timing>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87"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8755678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84408"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2" name="TextBox 11">
            <a:extLst>
              <a:ext uri="{FF2B5EF4-FFF2-40B4-BE49-F238E27FC236}">
                <a16:creationId xmlns:a16="http://schemas.microsoft.com/office/drawing/2014/main" id="{B6B84172-F9B4-4F21-B3B5-E22731A18339}"/>
              </a:ext>
            </a:extLst>
          </p:cNvPr>
          <p:cNvSpPr txBox="1"/>
          <p:nvPr/>
        </p:nvSpPr>
        <p:spPr>
          <a:xfrm>
            <a:off x="5338613" y="1762300"/>
            <a:ext cx="1514774" cy="646331"/>
          </a:xfrm>
          <a:prstGeom prst="rect">
            <a:avLst/>
          </a:prstGeom>
          <a:noFill/>
        </p:spPr>
        <p:txBody>
          <a:bodyPr wrap="none" rtlCol="0">
            <a:spAutoFit/>
          </a:bodyPr>
          <a:lstStyle/>
          <a:p>
            <a:r>
              <a:rPr lang="en-GB" sz="3600" dirty="0"/>
              <a:t>studies</a:t>
            </a:r>
            <a:endParaRPr lang="en-GB" sz="2800" dirty="0"/>
          </a:p>
        </p:txBody>
      </p:sp>
      <p:grpSp>
        <p:nvGrpSpPr>
          <p:cNvPr id="25" name="Many to Many">
            <a:extLst>
              <a:ext uri="{FF2B5EF4-FFF2-40B4-BE49-F238E27FC236}">
                <a16:creationId xmlns:a16="http://schemas.microsoft.com/office/drawing/2014/main" id="{73ECD6FA-A67B-453C-85EA-D204C24E2C7A}"/>
              </a:ext>
            </a:extLst>
          </p:cNvPr>
          <p:cNvGrpSpPr/>
          <p:nvPr/>
        </p:nvGrpSpPr>
        <p:grpSpPr>
          <a:xfrm>
            <a:off x="3420431" y="2134281"/>
            <a:ext cx="5351138" cy="359999"/>
            <a:chOff x="4506145" y="5300546"/>
            <a:chExt cx="3203554" cy="359999"/>
          </a:xfrm>
        </p:grpSpPr>
        <p:cxnSp>
          <p:nvCxnSpPr>
            <p:cNvPr id="26" name="Straight Connector 25">
              <a:extLst>
                <a:ext uri="{FF2B5EF4-FFF2-40B4-BE49-F238E27FC236}">
                  <a16:creationId xmlns:a16="http://schemas.microsoft.com/office/drawing/2014/main" id="{184C5A4D-6198-497E-BE3B-BCB8D24C0E98}"/>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9B0A13DE-1279-4C56-8488-32B10C503456}"/>
              </a:ext>
            </a:extLst>
          </p:cNvPr>
          <p:cNvGrpSpPr/>
          <p:nvPr/>
        </p:nvGrpSpPr>
        <p:grpSpPr>
          <a:xfrm>
            <a:off x="8762690" y="1995593"/>
            <a:ext cx="1939956" cy="2308324"/>
            <a:chOff x="2197100" y="1720840"/>
            <a:chExt cx="1939956"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
        <p:nvSpPr>
          <p:cNvPr id="3" name="TextBox 2">
            <a:extLst>
              <a:ext uri="{FF2B5EF4-FFF2-40B4-BE49-F238E27FC236}">
                <a16:creationId xmlns:a16="http://schemas.microsoft.com/office/drawing/2014/main" id="{E9C42267-2A63-0C61-8DA0-0F26B0511377}"/>
              </a:ext>
            </a:extLst>
          </p:cNvPr>
          <p:cNvSpPr txBox="1"/>
          <p:nvPr/>
        </p:nvSpPr>
        <p:spPr>
          <a:xfrm>
            <a:off x="2245756" y="5432851"/>
            <a:ext cx="7689256" cy="1200329"/>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a:p>
            <a:pPr algn="ctr"/>
            <a:r>
              <a:rPr lang="en-GB" sz="3600" b="1" dirty="0">
                <a:solidFill>
                  <a:srgbClr val="7030A0"/>
                </a:solidFill>
              </a:rPr>
              <a:t>Which one?  Both?</a:t>
            </a:r>
          </a:p>
        </p:txBody>
      </p:sp>
      <p:sp>
        <p:nvSpPr>
          <p:cNvPr id="5" name="TextBox 4">
            <a:extLst>
              <a:ext uri="{FF2B5EF4-FFF2-40B4-BE49-F238E27FC236}">
                <a16:creationId xmlns:a16="http://schemas.microsoft.com/office/drawing/2014/main" id="{82539874-A4E3-C27A-F605-227A2FA50564}"/>
              </a:ext>
            </a:extLst>
          </p:cNvPr>
          <p:cNvSpPr txBox="1"/>
          <p:nvPr/>
        </p:nvSpPr>
        <p:spPr>
          <a:xfrm>
            <a:off x="4331072" y="3594187"/>
            <a:ext cx="35186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10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10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left)">
                                      <p:cBhvr>
                                        <p:cTn id="22" dur="1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0" end="0"/>
                                            </p:txEl>
                                          </p:spTgt>
                                        </p:tgtEl>
                                        <p:attrNameLst>
                                          <p:attrName>style.visibility</p:attrName>
                                        </p:attrNameLst>
                                      </p:cBhvr>
                                      <p:to>
                                        <p:strVal val="visible"/>
                                      </p:to>
                                    </p:set>
                                    <p:animEffect transition="in" filter="wipe(left)">
                                      <p:cBhvr>
                                        <p:cTn id="27" dur="2000"/>
                                        <p:tgtEl>
                                          <p:spTgt spid="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2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wipe(left)">
                                      <p:cBhvr>
                                        <p:cTn id="37" dur="2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 grpId="0" uiExpand="1" build="p"/>
      <p:bldP spid="5"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079485"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17" name="Group 16">
            <a:extLst>
              <a:ext uri="{FF2B5EF4-FFF2-40B4-BE49-F238E27FC236}">
                <a16:creationId xmlns:a16="http://schemas.microsoft.com/office/drawing/2014/main" id="{9B0A13DE-1279-4C56-8488-32B10C503456}"/>
              </a:ext>
            </a:extLst>
          </p:cNvPr>
          <p:cNvGrpSpPr/>
          <p:nvPr/>
        </p:nvGrpSpPr>
        <p:grpSpPr>
          <a:xfrm>
            <a:off x="8364296" y="1995593"/>
            <a:ext cx="1939955" cy="2308324"/>
            <a:chOff x="2197100" y="1720840"/>
            <a:chExt cx="1939955"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Tree>
    <p:extLst>
      <p:ext uri="{BB962C8B-B14F-4D97-AF65-F5344CB8AC3E}">
        <p14:creationId xmlns:p14="http://schemas.microsoft.com/office/powerpoint/2010/main" val="222496093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Group 26"/>
          <p:cNvGrpSpPr/>
          <p:nvPr/>
        </p:nvGrpSpPr>
        <p:grpSpPr>
          <a:xfrm>
            <a:off x="3373771" y="2433693"/>
            <a:ext cx="1492417" cy="359999"/>
            <a:chOff x="3053749" y="2433693"/>
            <a:chExt cx="1492417" cy="359999"/>
          </a:xfrm>
        </p:grpSpPr>
        <p:cxnSp>
          <p:nvCxnSpPr>
            <p:cNvPr id="16" name="Straight Connector 15">
              <a:extLst>
                <a:ext uri="{FF2B5EF4-FFF2-40B4-BE49-F238E27FC236}">
                  <a16:creationId xmlns:a16="http://schemas.microsoft.com/office/drawing/2014/main" id="{EE9D46E9-4E8E-4717-9456-F239E043F11F}"/>
                </a:ext>
              </a:extLst>
            </p:cNvPr>
            <p:cNvCxnSpPr/>
            <p:nvPr/>
          </p:nvCxnSpPr>
          <p:spPr>
            <a:xfrm flipV="1">
              <a:off x="4227867" y="2433693"/>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B2255B5-E5CC-4508-935C-135BE6748857}"/>
                </a:ext>
              </a:extLst>
            </p:cNvPr>
            <p:cNvCxnSpPr/>
            <p:nvPr/>
          </p:nvCxnSpPr>
          <p:spPr>
            <a:xfrm>
              <a:off x="4227867" y="2622394"/>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053749" y="2622394"/>
              <a:ext cx="1482515"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 name="Group 4"/>
          <p:cNvGrpSpPr/>
          <p:nvPr/>
        </p:nvGrpSpPr>
        <p:grpSpPr>
          <a:xfrm>
            <a:off x="7021787" y="2622394"/>
            <a:ext cx="1656000" cy="703583"/>
            <a:chOff x="6879746" y="2622394"/>
            <a:chExt cx="1656000" cy="703583"/>
          </a:xfrm>
        </p:grpSpPr>
        <p:cxnSp>
          <p:nvCxnSpPr>
            <p:cNvPr id="13" name="Straight Connector 12">
              <a:extLst>
                <a:ext uri="{FF2B5EF4-FFF2-40B4-BE49-F238E27FC236}">
                  <a16:creationId xmlns:a16="http://schemas.microsoft.com/office/drawing/2014/main" id="{2A6F60BF-38F6-4A6A-90CB-218DC269E685}"/>
                </a:ext>
              </a:extLst>
            </p:cNvPr>
            <p:cNvCxnSpPr/>
            <p:nvPr/>
          </p:nvCxnSpPr>
          <p:spPr>
            <a:xfrm flipH="1" flipV="1">
              <a:off x="6881780" y="296597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F5F1230A-6464-4DF9-9B3A-266A838665F7}"/>
                </a:ext>
              </a:extLst>
            </p:cNvPr>
            <p:cNvCxnSpPr/>
            <p:nvPr/>
          </p:nvCxnSpPr>
          <p:spPr>
            <a:xfrm flipH="1">
              <a:off x="6881780" y="315467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rot="10800000" flipV="1">
              <a:off x="6879746" y="2622394"/>
              <a:ext cx="1656000" cy="53228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7" name="TextBox 6">
            <a:extLst>
              <a:ext uri="{FF2B5EF4-FFF2-40B4-BE49-F238E27FC236}">
                <a16:creationId xmlns:a16="http://schemas.microsoft.com/office/drawing/2014/main" id="{663E3461-DC5D-48CF-AE13-69B629EAA16E}"/>
              </a:ext>
            </a:extLst>
          </p:cNvPr>
          <p:cNvSpPr txBox="1"/>
          <p:nvPr/>
        </p:nvSpPr>
        <p:spPr>
          <a:xfrm>
            <a:off x="2185298" y="5555483"/>
            <a:ext cx="7687491" cy="1200329"/>
          </a:xfrm>
          <a:prstGeom prst="rect">
            <a:avLst/>
          </a:prstGeom>
          <a:noFill/>
        </p:spPr>
        <p:txBody>
          <a:bodyPr wrap="square" rtlCol="0">
            <a:spAutoFit/>
          </a:bodyPr>
          <a:lstStyle/>
          <a:p>
            <a:pPr algn="ctr"/>
            <a:r>
              <a:rPr lang="en-GB" sz="3600" dirty="0">
                <a:solidFill>
                  <a:srgbClr val="7030A0"/>
                </a:solidFill>
              </a:rPr>
              <a:t>Two or more Foreign Keys create the Primary Key, known as a Compound Key</a:t>
            </a:r>
          </a:p>
        </p:txBody>
      </p:sp>
      <p:grpSp>
        <p:nvGrpSpPr>
          <p:cNvPr id="22" name="Group 21">
            <a:extLst>
              <a:ext uri="{FF2B5EF4-FFF2-40B4-BE49-F238E27FC236}">
                <a16:creationId xmlns:a16="http://schemas.microsoft.com/office/drawing/2014/main" id="{9B0A13DE-1279-4C56-8488-32B10C503456}"/>
              </a:ext>
            </a:extLst>
          </p:cNvPr>
          <p:cNvGrpSpPr/>
          <p:nvPr/>
        </p:nvGrpSpPr>
        <p:grpSpPr>
          <a:xfrm>
            <a:off x="8677786" y="1695166"/>
            <a:ext cx="1939956" cy="2308324"/>
            <a:chOff x="2197099"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099" y="1720840"/>
              <a:ext cx="1939955"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Right Arrow 9">
            <a:extLst>
              <a:ext uri="{FF2B5EF4-FFF2-40B4-BE49-F238E27FC236}">
                <a16:creationId xmlns:a16="http://schemas.microsoft.com/office/drawing/2014/main" id="{60691E62-541D-B007-EA58-027DB4B72146}"/>
              </a:ext>
            </a:extLst>
          </p:cNvPr>
          <p:cNvSpPr/>
          <p:nvPr/>
        </p:nvSpPr>
        <p:spPr>
          <a:xfrm rot="16200000">
            <a:off x="5660530" y="3795443"/>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a:extLst>
              <a:ext uri="{FF2B5EF4-FFF2-40B4-BE49-F238E27FC236}">
                <a16:creationId xmlns:a16="http://schemas.microsoft.com/office/drawing/2014/main" id="{725D3502-5640-FB71-2BE9-CC8B4B0D74BB}"/>
              </a:ext>
            </a:extLst>
          </p:cNvPr>
          <p:cNvSpPr txBox="1"/>
          <p:nvPr/>
        </p:nvSpPr>
        <p:spPr>
          <a:xfrm>
            <a:off x="4583066" y="4479589"/>
            <a:ext cx="3025868" cy="646331"/>
          </a:xfrm>
          <a:prstGeom prst="rect">
            <a:avLst/>
          </a:prstGeom>
          <a:noFill/>
        </p:spPr>
        <p:txBody>
          <a:bodyPr wrap="square" rtlCol="0">
            <a:spAutoFit/>
          </a:bodyPr>
          <a:lstStyle/>
          <a:p>
            <a:pPr algn="ctr"/>
            <a:r>
              <a:rPr lang="en-GB" sz="3600" dirty="0">
                <a:solidFill>
                  <a:srgbClr val="7030A0"/>
                </a:solidFill>
              </a:rPr>
              <a:t>Intersect entity</a:t>
            </a:r>
          </a:p>
        </p:txBody>
      </p:sp>
    </p:spTree>
    <p:extLst>
      <p:ext uri="{BB962C8B-B14F-4D97-AF65-F5344CB8AC3E}">
        <p14:creationId xmlns:p14="http://schemas.microsoft.com/office/powerpoint/2010/main" val="4106518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10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10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wipe(left)">
                                      <p:cBhvr>
                                        <p:cTn id="22" dur="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wipe(right)">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
                                        </p:tgtEl>
                                        <p:attrNameLst>
                                          <p:attrName>style.visibility</p:attrName>
                                        </p:attrNameLst>
                                      </p:cBhvr>
                                      <p:to>
                                        <p:strVal val="visible"/>
                                      </p:to>
                                    </p:set>
                                    <p:animEffect transition="in" filter="wipe(down)">
                                      <p:cBhvr>
                                        <p:cTn id="32" dur="1000"/>
                                        <p:tgtEl>
                                          <p:spTgt spid="2"/>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3">
                                            <p:txEl>
                                              <p:pRg st="0" end="0"/>
                                            </p:txEl>
                                          </p:spTgt>
                                        </p:tgtEl>
                                        <p:attrNameLst>
                                          <p:attrName>style.visibility</p:attrName>
                                        </p:attrNameLst>
                                      </p:cBhvr>
                                      <p:to>
                                        <p:strVal val="visible"/>
                                      </p:to>
                                    </p:set>
                                    <p:animEffect transition="in" filter="wipe(left)">
                                      <p:cBhvr>
                                        <p:cTn id="36" dur="1000"/>
                                        <p:tgtEl>
                                          <p:spTgt spid="3">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animEffect transition="in" filter="wipe(left)">
                                      <p:cBhvr>
                                        <p:cTn id="41" dur="3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animBg="1"/>
      <p:bldP spid="3" grpId="0" uiExpand="1" build="p"/>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2" name="Group 21">
            <a:extLst>
              <a:ext uri="{FF2B5EF4-FFF2-40B4-BE49-F238E27FC236}">
                <a16:creationId xmlns:a16="http://schemas.microsoft.com/office/drawing/2014/main" id="{9B0A13DE-1279-4C56-8488-32B10C503456}"/>
              </a:ext>
            </a:extLst>
          </p:cNvPr>
          <p:cNvGrpSpPr/>
          <p:nvPr/>
        </p:nvGrpSpPr>
        <p:grpSpPr>
          <a:xfrm>
            <a:off x="8684318" y="1695166"/>
            <a:ext cx="1939956" cy="2308324"/>
            <a:chOff x="2197100"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TextBox 1">
            <a:extLst>
              <a:ext uri="{FF2B5EF4-FFF2-40B4-BE49-F238E27FC236}">
                <a16:creationId xmlns:a16="http://schemas.microsoft.com/office/drawing/2014/main" id="{3FA458CF-69F4-839C-1E7A-E0F19E66A00F}"/>
              </a:ext>
            </a:extLst>
          </p:cNvPr>
          <p:cNvSpPr txBox="1"/>
          <p:nvPr/>
        </p:nvSpPr>
        <p:spPr>
          <a:xfrm>
            <a:off x="2185299" y="5366071"/>
            <a:ext cx="7298335" cy="1200329"/>
          </a:xfrm>
          <a:prstGeom prst="rect">
            <a:avLst/>
          </a:prstGeom>
          <a:noFill/>
        </p:spPr>
        <p:txBody>
          <a:bodyPr wrap="square" rtlCol="0">
            <a:spAutoFit/>
          </a:bodyPr>
          <a:lstStyle/>
          <a:p>
            <a:pPr algn="r"/>
            <a:r>
              <a:rPr lang="en-GB" sz="3600" dirty="0">
                <a:solidFill>
                  <a:srgbClr val="7030A0"/>
                </a:solidFill>
              </a:rPr>
              <a:t>Foreign Keys create the</a:t>
            </a:r>
          </a:p>
          <a:p>
            <a:r>
              <a:rPr lang="en-GB" sz="3600" dirty="0">
                <a:solidFill>
                  <a:srgbClr val="7030A0"/>
                </a:solidFill>
              </a:rPr>
              <a:t>Primary Key, known as a                  </a:t>
            </a:r>
          </a:p>
        </p:txBody>
      </p:sp>
    </p:spTree>
    <p:extLst>
      <p:ext uri="{BB962C8B-B14F-4D97-AF65-F5344CB8AC3E}">
        <p14:creationId xmlns:p14="http://schemas.microsoft.com/office/powerpoint/2010/main" val="289298082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Evaluate solution in terms of: </a:t>
            </a:r>
          </a:p>
          <a:p>
            <a:pPr lvl="1"/>
            <a:r>
              <a:rPr lang="en-GB" sz="2800" dirty="0"/>
              <a:t>fitness for purpose </a:t>
            </a:r>
          </a:p>
          <a:p>
            <a:pPr lvl="1"/>
            <a:r>
              <a:rPr lang="en-GB" sz="2800" dirty="0"/>
              <a:t>accuracy of output </a:t>
            </a:r>
          </a:p>
        </p:txBody>
      </p:sp>
    </p:spTree>
    <p:extLst>
      <p:ext uri="{BB962C8B-B14F-4D97-AF65-F5344CB8AC3E}">
        <p14:creationId xmlns:p14="http://schemas.microsoft.com/office/powerpoint/2010/main" val="78050133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calculations</a:t>
            </a:r>
          </a:p>
          <a:p>
            <a:pPr lvl="1"/>
            <a:r>
              <a:rPr lang="en-GB" sz="2800" dirty="0"/>
              <a:t>Correct search criteria</a:t>
            </a:r>
          </a:p>
          <a:p>
            <a:pPr lvl="1"/>
            <a:r>
              <a:rPr lang="en-GB" sz="2800" dirty="0"/>
              <a:t>Correct sort order</a:t>
            </a:r>
          </a:p>
          <a:p>
            <a:pPr lvl="1"/>
            <a:r>
              <a:rPr lang="en-GB" sz="2800" dirty="0"/>
              <a:t>Correct grouping</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Corrects Alias(es)</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500"/>
                                        <p:tgtEl>
                                          <p:spTgt spid="4">
                                            <p:txEl>
                                              <p:pRg st="2" end="2"/>
                                            </p:txEl>
                                          </p:spTgt>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animEffect transition="in" filter="wipe(left)">
                                      <p:cBhvr>
                                        <p:cTn id="21" dur="1000"/>
                                        <p:tgtEl>
                                          <p:spTgt spid="4">
                                            <p:txEl>
                                              <p:pRg st="3" end="3"/>
                                            </p:txEl>
                                          </p:spTgt>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4">
                                            <p:txEl>
                                              <p:pRg st="4" end="4"/>
                                            </p:txEl>
                                          </p:spTgt>
                                        </p:tgtEl>
                                        <p:attrNameLst>
                                          <p:attrName>style.visibility</p:attrName>
                                        </p:attrNameLst>
                                      </p:cBhvr>
                                      <p:to>
                                        <p:strVal val="visible"/>
                                      </p:to>
                                    </p:set>
                                    <p:animEffect transition="in" filter="wipe(left)">
                                      <p:cBhvr>
                                        <p:cTn id="24" dur="1000"/>
                                        <p:tgtEl>
                                          <p:spTgt spid="4">
                                            <p:txEl>
                                              <p:pRg st="4" end="4"/>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5">
                                            <p:txEl>
                                              <p:pRg st="0" end="0"/>
                                            </p:txEl>
                                          </p:spTgt>
                                        </p:tgtEl>
                                        <p:attrNameLst>
                                          <p:attrName>style.visibility</p:attrName>
                                        </p:attrNameLst>
                                      </p:cBhvr>
                                      <p:to>
                                        <p:strVal val="visible"/>
                                      </p:to>
                                    </p:set>
                                    <p:animEffect transition="in" filter="wipe(left)">
                                      <p:cBhvr>
                                        <p:cTn id="29" dur="1000"/>
                                        <p:tgtEl>
                                          <p:spTgt spid="5">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0" end="0"/>
                                            </p:txEl>
                                          </p:spTgt>
                                        </p:tgtEl>
                                        <p:attrNameLst>
                                          <p:attrName>style.visibility</p:attrName>
                                        </p:attrNameLst>
                                      </p:cBhvr>
                                      <p:to>
                                        <p:strVal val="visible"/>
                                      </p:to>
                                    </p:set>
                                    <p:animEffect transition="in" filter="wipe(left)">
                                      <p:cBhvr>
                                        <p:cTn id="34" dur="1750"/>
                                        <p:tgtEl>
                                          <p:spTgt spid="6">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6">
                                            <p:txEl>
                                              <p:pRg st="1" end="1"/>
                                            </p:txEl>
                                          </p:spTgt>
                                        </p:tgtEl>
                                        <p:attrNameLst>
                                          <p:attrName>style.visibility</p:attrName>
                                        </p:attrNameLst>
                                      </p:cBhvr>
                                      <p:to>
                                        <p:strVal val="visible"/>
                                      </p:to>
                                    </p:set>
                                    <p:animEffect transition="in" filter="wipe(left)">
                                      <p:cBhvr>
                                        <p:cTn id="39" dur="1750"/>
                                        <p:tgtEl>
                                          <p:spTgt spid="6">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6">
                                            <p:txEl>
                                              <p:pRg st="2" end="2"/>
                                            </p:txEl>
                                          </p:spTgt>
                                        </p:tgtEl>
                                        <p:attrNameLst>
                                          <p:attrName>style.visibility</p:attrName>
                                        </p:attrNameLst>
                                      </p:cBhvr>
                                      <p:to>
                                        <p:strVal val="visible"/>
                                      </p:to>
                                    </p:set>
                                    <p:animEffect transition="in" filter="wipe(left)">
                                      <p:cBhvr>
                                        <p:cTn id="44" dur="1750"/>
                                        <p:tgtEl>
                                          <p:spTgt spid="6">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10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p>
          <a:p>
            <a:pPr lvl="1"/>
            <a:r>
              <a:rPr lang="en-GB" sz="3600" dirty="0"/>
              <a:t> </a:t>
            </a:r>
          </a:p>
          <a:p>
            <a:pPr lvl="1"/>
            <a:r>
              <a:rPr lang="en-GB" sz="3600" dirty="0"/>
              <a:t> </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wrong (if wrong)</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a:t>
            </a:r>
          </a:p>
          <a:p>
            <a:pPr lvl="1">
              <a:spcAft>
                <a:spcPts val="1800"/>
              </a:spcAft>
            </a:pPr>
            <a:r>
              <a:rPr lang="en-GB" sz="3200" dirty="0"/>
              <a:t>State grouping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 </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 correct</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wrong (if wrong)</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the required aliases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2160</TotalTime>
  <Words>4754</Words>
  <Application>Microsoft Office PowerPoint</Application>
  <PresentationFormat>Widescreen</PresentationFormat>
  <Paragraphs>1533</Paragraphs>
  <Slides>110</Slides>
  <Notes>81</Notes>
  <HiddenSlides>49</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110</vt:i4>
      </vt:variant>
    </vt:vector>
  </HeadingPairs>
  <TitlesOfParts>
    <vt:vector size="117" baseType="lpstr">
      <vt:lpstr>Arial</vt:lpstr>
      <vt:lpstr>Calibri</vt:lpstr>
      <vt:lpstr>Calibri Light</vt:lpstr>
      <vt:lpstr>Consolas</vt:lpstr>
      <vt:lpstr>Courier New</vt:lpstr>
      <vt:lpstr>ReithSans</vt:lpstr>
      <vt:lpstr>Office Theme</vt:lpstr>
      <vt:lpstr>Higher Computing Science</vt:lpstr>
      <vt:lpstr>Plan</vt:lpstr>
      <vt:lpstr>Plan</vt:lpstr>
      <vt:lpstr>Assessment</vt:lpstr>
      <vt:lpstr>Assessment</vt:lpstr>
      <vt:lpstr>What is a database?</vt:lpstr>
      <vt:lpstr>SQL</vt:lpstr>
      <vt:lpstr>Learning Intentions</vt:lpstr>
      <vt:lpstr>SELECT – N5 Revision</vt:lpstr>
      <vt:lpstr>Alias – Single word (1)</vt:lpstr>
      <vt:lpstr>Alias – Single word (1)</vt:lpstr>
      <vt:lpstr>Alias – Multiple words (1)</vt:lpstr>
      <vt:lpstr>Alias – Multiple words (1)</vt:lpstr>
      <vt:lpstr>Alias – Single word (2)</vt:lpstr>
      <vt:lpstr>Alias – Single word (2)</vt:lpstr>
      <vt:lpstr>Alias – Multiple words (2)</vt:lpstr>
      <vt:lpstr>Alias – Multiple words (2)</vt:lpstr>
      <vt:lpstr>Learning Intentions</vt:lpstr>
      <vt:lpstr>N5 Revision – SELECT</vt:lpstr>
      <vt:lpstr>Wildcard: %</vt:lpstr>
      <vt:lpstr>Wildcard: %</vt:lpstr>
      <vt:lpstr>Wildcard: _</vt:lpstr>
      <vt:lpstr>Wildcard: _</vt:lpstr>
      <vt:lpstr>Division</vt:lpstr>
      <vt:lpstr>Division</vt:lpstr>
      <vt:lpstr>Casting</vt:lpstr>
      <vt:lpstr>Casting</vt:lpstr>
      <vt:lpstr>Round</vt:lpstr>
      <vt:lpstr>Round</vt:lpstr>
      <vt:lpstr>Convert Date to a Number</vt:lpstr>
      <vt:lpstr>Convert Date to a Number</vt:lpstr>
      <vt:lpstr>Convert Number to a Date</vt:lpstr>
      <vt:lpstr>Convert Number to a Date</vt:lpstr>
      <vt:lpstr>Learning Intentions</vt:lpstr>
      <vt:lpstr>N5 Revision – SELECT</vt:lpstr>
      <vt:lpstr>Computed - SELECT</vt:lpstr>
      <vt:lpstr>Computed - SELECT</vt:lpstr>
      <vt:lpstr>Computed - UPDATE</vt:lpstr>
      <vt:lpstr>Computed - UPDATE</vt:lpstr>
      <vt:lpstr>Learning Intentions</vt:lpstr>
      <vt:lpstr>N5 Revision – SELECT</vt:lpstr>
      <vt:lpstr>COUNT</vt:lpstr>
      <vt:lpstr>COUNT</vt:lpstr>
      <vt:lpstr>MAX / MIN</vt:lpstr>
      <vt:lpstr>MAX / MIN</vt:lpstr>
      <vt:lpstr>SUM</vt:lpstr>
      <vt:lpstr>SUM</vt:lpstr>
      <vt:lpstr>AVG</vt:lpstr>
      <vt:lpstr>AVG</vt:lpstr>
      <vt:lpstr>Multiple Aggregate Functions</vt:lpstr>
      <vt:lpstr>Multiple Aggregate Functions</vt:lpstr>
      <vt:lpstr>Learning Intentions</vt:lpstr>
      <vt:lpstr>N5 Revision – SELECT</vt:lpstr>
      <vt:lpstr>GROUP BY – Single column</vt:lpstr>
      <vt:lpstr>GROUP BY – Single column</vt:lpstr>
      <vt:lpstr>GROUP BY – Multiple columns</vt:lpstr>
      <vt:lpstr>GROUP BY – Multiple columns</vt:lpstr>
      <vt:lpstr>SQL Order of Operations</vt:lpstr>
      <vt:lpstr>SQL Order of Operations</vt:lpstr>
      <vt:lpstr>Order of Operations</vt:lpstr>
      <vt:lpstr>Order of Operations</vt:lpstr>
      <vt:lpstr>GROUP BY – Example</vt:lpstr>
      <vt:lpstr>GROUP BY – Example</vt:lpstr>
      <vt:lpstr>Learning Intentions</vt:lpstr>
      <vt:lpstr>SELECT – Oldest Pupils</vt:lpstr>
      <vt:lpstr>SELECT – Oldest Pupils</vt:lpstr>
      <vt:lpstr>Steps</vt:lpstr>
      <vt:lpstr>Step 1 – Create a View</vt:lpstr>
      <vt:lpstr>Step 1 – Create a View</vt:lpstr>
      <vt:lpstr>Step 2 – Use the View Result</vt:lpstr>
      <vt:lpstr>Step 2 – Use the View Result</vt:lpstr>
      <vt:lpstr>SELECT – SQL (Subquery)</vt:lpstr>
      <vt:lpstr>SELECT – SQL (Subquery)</vt:lpstr>
      <vt:lpstr>Requirements</vt:lpstr>
      <vt:lpstr>Requirements</vt:lpstr>
      <vt:lpstr>End User Requirements</vt:lpstr>
      <vt:lpstr>End User Requirements</vt:lpstr>
      <vt:lpstr>Functional Requirements</vt:lpstr>
      <vt:lpstr>Functional Requirements</vt:lpstr>
      <vt:lpstr>Learning Intentions</vt:lpstr>
      <vt:lpstr>Entity-Occurrence Diagram (1)</vt:lpstr>
      <vt:lpstr>Entity-Occurrence Diagram (1)</vt:lpstr>
      <vt:lpstr>Entity-Occurrence Diagram (2)</vt:lpstr>
      <vt:lpstr>Entity-Occurrence Diagram (2)</vt:lpstr>
      <vt:lpstr>Entity-Occurrence Diagram (3)</vt:lpstr>
      <vt:lpstr>Entity-Occurrence Diagram (3)</vt:lpstr>
      <vt:lpstr>Learning Intentions</vt:lpstr>
      <vt:lpstr>Primary Key</vt:lpstr>
      <vt:lpstr>Primary Key</vt:lpstr>
      <vt:lpstr>Composite Key</vt:lpstr>
      <vt:lpstr>Composite Key</vt:lpstr>
      <vt:lpstr>N5 Revision – Foreign Key</vt:lpstr>
      <vt:lpstr>N5 Revision – Foreign Key</vt:lpstr>
      <vt:lpstr>N5 Revision – Many to Many</vt:lpstr>
      <vt:lpstr>N5 Revision – Many to Many</vt:lpstr>
      <vt:lpstr>Foreign Key – Many to Many</vt:lpstr>
      <vt:lpstr>Foreign Key – Many to Many</vt:lpstr>
      <vt:lpstr>Compound Key</vt:lpstr>
      <vt:lpstr>Compound Key</vt:lpstr>
      <vt:lpstr>Learning Intentions</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293</cp:revision>
  <cp:lastPrinted>2021-06-18T08:15:49Z</cp:lastPrinted>
  <dcterms:created xsi:type="dcterms:W3CDTF">2020-11-23T14:36:09Z</dcterms:created>
  <dcterms:modified xsi:type="dcterms:W3CDTF">2025-11-13T13:06:58Z</dcterms:modified>
</cp:coreProperties>
</file>