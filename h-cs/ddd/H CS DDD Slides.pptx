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2"/>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472" r:id="rId45"/>
    <p:sldId id="762" r:id="rId46"/>
    <p:sldId id="474" r:id="rId47"/>
    <p:sldId id="763" r:id="rId48"/>
    <p:sldId id="473" r:id="rId49"/>
    <p:sldId id="764" r:id="rId50"/>
    <p:sldId id="496" r:id="rId51"/>
    <p:sldId id="765"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873" r:id="rId67"/>
    <p:sldId id="490" r:id="rId68"/>
    <p:sldId id="513" r:id="rId69"/>
    <p:sldId id="592" r:id="rId70"/>
    <p:sldId id="493" r:id="rId71"/>
    <p:sldId id="593" r:id="rId72"/>
    <p:sldId id="491" r:id="rId73"/>
    <p:sldId id="594" r:id="rId74"/>
    <p:sldId id="685" r:id="rId75"/>
    <p:sldId id="786" r:id="rId76"/>
    <p:sldId id="680" r:id="rId77"/>
    <p:sldId id="681" r:id="rId78"/>
    <p:sldId id="682" r:id="rId79"/>
    <p:sldId id="684" r:id="rId80"/>
    <p:sldId id="779" r:id="rId81"/>
    <p:sldId id="780" r:id="rId82"/>
    <p:sldId id="783" r:id="rId83"/>
    <p:sldId id="781" r:id="rId84"/>
    <p:sldId id="784" r:id="rId85"/>
    <p:sldId id="782" r:id="rId86"/>
    <p:sldId id="785" r:id="rId87"/>
    <p:sldId id="494" r:id="rId88"/>
    <p:sldId id="499" r:id="rId89"/>
    <p:sldId id="508" r:id="rId90"/>
    <p:sldId id="507" r:id="rId91"/>
    <p:sldId id="509" r:id="rId92"/>
    <p:sldId id="757" r:id="rId93"/>
    <p:sldId id="693" r:id="rId94"/>
    <p:sldId id="506" r:id="rId95"/>
    <p:sldId id="688" r:id="rId96"/>
    <p:sldId id="447" r:id="rId97"/>
    <p:sldId id="691" r:id="rId98"/>
    <p:sldId id="504" r:id="rId99"/>
    <p:sldId id="690" r:id="rId100"/>
    <p:sldId id="537" r:id="rId101"/>
    <p:sldId id="856" r:id="rId102"/>
    <p:sldId id="866" r:id="rId103"/>
    <p:sldId id="860" r:id="rId104"/>
    <p:sldId id="867" r:id="rId105"/>
    <p:sldId id="858" r:id="rId106"/>
    <p:sldId id="868" r:id="rId107"/>
    <p:sldId id="869" r:id="rId108"/>
    <p:sldId id="871" r:id="rId109"/>
    <p:sldId id="870" r:id="rId110"/>
    <p:sldId id="872" r:id="rId11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Sub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4865" autoAdjust="0"/>
  </p:normalViewPr>
  <p:slideViewPr>
    <p:cSldViewPr snapToGrid="0" showGuides="1">
      <p:cViewPr varScale="1">
        <p:scale>
          <a:sx n="56" d="100"/>
          <a:sy n="56" d="100"/>
        </p:scale>
        <p:origin x="516"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6/11/relationships/changesInfo" Target="changesInfos/changesInfo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modSld sldOrd modSection">
      <pc:chgData name="Al Friend" userId="e5ed79da-d858-46d4-9eed-a7a24903f2de" providerId="ADAL" clId="{7EBC21C9-36A6-45B2-B043-A3E9805CDF51}" dt="2025-11-12T14:22:19.791" v="346"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2T11:39:24.572" v="294"/>
        <pc:sldMkLst>
          <pc:docMk/>
          <pc:sldMk cId="1135862847" sldId="791"/>
        </pc:sldMkLst>
        <pc:spChg chg="add">
          <ac:chgData name="Al Friend" userId="e5ed79da-d858-46d4-9eed-a7a24903f2de" providerId="ADAL" clId="{7EBC21C9-36A6-45B2-B043-A3E9805CDF51}" dt="2025-11-12T11:38:13.918" v="25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89AC2D94-70FA-4A39-8C94-2049C8290CD7}"/>
              </a:ext>
            </a:extLst>
          </p:cNvPr>
          <p:cNvSpPr/>
          <p:nvPr/>
        </p:nvSpPr>
        <p:spPr>
          <a:xfrm>
            <a:off x="5672646" y="3244334"/>
            <a:ext cx="846707" cy="369332"/>
          </a:xfrm>
          <a:prstGeom prst="rect">
            <a:avLst/>
          </a:prstGeom>
        </p:spPr>
        <p:txBody>
          <a:bodyPr wrap="none">
            <a:spAutoFit/>
          </a:bodyPr>
          <a:lstStyle/>
          <a:p>
            <a:r>
              <a:rPr lang="en-GB" dirty="0"/>
              <a:t>Minnie</a:t>
            </a:r>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2159</TotalTime>
  <Words>4754</Words>
  <Application>Microsoft Office PowerPoint</Application>
  <PresentationFormat>Widescreen</PresentationFormat>
  <Paragraphs>1533</Paragraphs>
  <Slides>110</Slides>
  <Notes>81</Notes>
  <HiddenSlides>49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110</vt:i4>
      </vt:variant>
    </vt:vector>
  </HeadingPairs>
  <TitlesOfParts>
    <vt:vector size="117"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293</cp:revision>
  <cp:lastPrinted>2021-06-18T08:15:49Z</cp:lastPrinted>
  <dcterms:created xsi:type="dcterms:W3CDTF">2020-11-23T14:36:09Z</dcterms:created>
  <dcterms:modified xsi:type="dcterms:W3CDTF">2025-11-12T14:27:13Z</dcterms:modified>
</cp:coreProperties>
</file>