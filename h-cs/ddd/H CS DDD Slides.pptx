
<file path=[Content_Types].xml><?xml version="1.0" encoding="utf-8"?>
<Types xmlns="http://schemas.openxmlformats.org/package/2006/content-types">
  <Default Extension="jpeg" ContentType="image/jpe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72.xml" ContentType="application/vnd.openxmlformats-officedocument.presentationml.slide+xml"/>
  <Override PartName="/ppt/slides/slide73.xml" ContentType="application/vnd.openxmlformats-officedocument.presentationml.slide+xml"/>
  <Override PartName="/ppt/slides/slide74.xml" ContentType="application/vnd.openxmlformats-officedocument.presentationml.slide+xml"/>
  <Override PartName="/ppt/slides/slide75.xml" ContentType="application/vnd.openxmlformats-officedocument.presentationml.slide+xml"/>
  <Override PartName="/ppt/slides/slide76.xml" ContentType="application/vnd.openxmlformats-officedocument.presentationml.slide+xml"/>
  <Override PartName="/ppt/slides/slide77.xml" ContentType="application/vnd.openxmlformats-officedocument.presentationml.slide+xml"/>
  <Override PartName="/ppt/slides/slide78.xml" ContentType="application/vnd.openxmlformats-officedocument.presentationml.slide+xml"/>
  <Override PartName="/ppt/slides/slide79.xml" ContentType="application/vnd.openxmlformats-officedocument.presentationml.slide+xml"/>
  <Override PartName="/ppt/slides/slide80.xml" ContentType="application/vnd.openxmlformats-officedocument.presentationml.slide+xml"/>
  <Override PartName="/ppt/slides/slide81.xml" ContentType="application/vnd.openxmlformats-officedocument.presentationml.slide+xml"/>
  <Override PartName="/ppt/slides/slide82.xml" ContentType="application/vnd.openxmlformats-officedocument.presentationml.slide+xml"/>
  <Override PartName="/ppt/slides/slide83.xml" ContentType="application/vnd.openxmlformats-officedocument.presentationml.slide+xml"/>
  <Override PartName="/ppt/slides/slide84.xml" ContentType="application/vnd.openxmlformats-officedocument.presentationml.slide+xml"/>
  <Override PartName="/ppt/slides/slide85.xml" ContentType="application/vnd.openxmlformats-officedocument.presentationml.slide+xml"/>
  <Override PartName="/ppt/slides/slide86.xml" ContentType="application/vnd.openxmlformats-officedocument.presentationml.slide+xml"/>
  <Override PartName="/ppt/slides/slide87.xml" ContentType="application/vnd.openxmlformats-officedocument.presentationml.slide+xml"/>
  <Override PartName="/ppt/slides/slide88.xml" ContentType="application/vnd.openxmlformats-officedocument.presentationml.slide+xml"/>
  <Override PartName="/ppt/slides/slide89.xml" ContentType="application/vnd.openxmlformats-officedocument.presentationml.slide+xml"/>
  <Override PartName="/ppt/slides/slide90.xml" ContentType="application/vnd.openxmlformats-officedocument.presentationml.slide+xml"/>
  <Override PartName="/ppt/slides/slide91.xml" ContentType="application/vnd.openxmlformats-officedocument.presentationml.slide+xml"/>
  <Override PartName="/ppt/slides/slide92.xml" ContentType="application/vnd.openxmlformats-officedocument.presentationml.slide+xml"/>
  <Override PartName="/ppt/slides/slide93.xml" ContentType="application/vnd.openxmlformats-officedocument.presentationml.slide+xml"/>
  <Override PartName="/ppt/slides/slide94.xml" ContentType="application/vnd.openxmlformats-officedocument.presentationml.slide+xml"/>
  <Override PartName="/ppt/slides/slide95.xml" ContentType="application/vnd.openxmlformats-officedocument.presentationml.slide+xml"/>
  <Override PartName="/ppt/slides/slide96.xml" ContentType="application/vnd.openxmlformats-officedocument.presentationml.slide+xml"/>
  <Override PartName="/ppt/slides/slide97.xml" ContentType="application/vnd.openxmlformats-officedocument.presentationml.slide+xml"/>
  <Override PartName="/ppt/slides/slide98.xml" ContentType="application/vnd.openxmlformats-officedocument.presentationml.slide+xml"/>
  <Override PartName="/ppt/slides/slide99.xml" ContentType="application/vnd.openxmlformats-officedocument.presentationml.slide+xml"/>
  <Override PartName="/ppt/slides/slide100.xml" ContentType="application/vnd.openxmlformats-officedocument.presentationml.slide+xml"/>
  <Override PartName="/ppt/slides/slide101.xml" ContentType="application/vnd.openxmlformats-officedocument.presentationml.slide+xml"/>
  <Override PartName="/ppt/slides/slide102.xml" ContentType="application/vnd.openxmlformats-officedocument.presentationml.slide+xml"/>
  <Override PartName="/ppt/slides/slide103.xml" ContentType="application/vnd.openxmlformats-officedocument.presentationml.slide+xml"/>
  <Override PartName="/ppt/slides/slide104.xml" ContentType="application/vnd.openxmlformats-officedocument.presentationml.slide+xml"/>
  <Override PartName="/ppt/slides/slide105.xml" ContentType="application/vnd.openxmlformats-officedocument.presentationml.slide+xml"/>
  <Override PartName="/ppt/slides/slide106.xml" ContentType="application/vnd.openxmlformats-officedocument.presentationml.slide+xml"/>
  <Override PartName="/ppt/slides/slide107.xml" ContentType="application/vnd.openxmlformats-officedocument.presentationml.slide+xml"/>
  <Override PartName="/ppt/slides/slide108.xml" ContentType="application/vnd.openxmlformats-officedocument.presentationml.slide+xml"/>
  <Override PartName="/ppt/slides/slide109.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diagrams/data1.xml" ContentType="application/vnd.openxmlformats-officedocument.drawingml.diagramData+xml"/>
  <Override PartName="/ppt/diagrams/layout1.xml" ContentType="application/vnd.openxmlformats-officedocument.drawingml.diagramLayout+xml"/>
  <Override PartName="/ppt/diagrams/quickStyle1.xml" ContentType="application/vnd.openxmlformats-officedocument.drawingml.diagramStyle+xml"/>
  <Override PartName="/ppt/diagrams/colors1.xml" ContentType="application/vnd.openxmlformats-officedocument.drawingml.diagramColors+xml"/>
  <Override PartName="/ppt/diagrams/drawing1.xml" ContentType="application/vnd.ms-office.drawingml.diagramDrawing+xml"/>
  <Override PartName="/ppt/notesSlides/notesSlide3.xml" ContentType="application/vnd.openxmlformats-officedocument.presentationml.notesSlide+xml"/>
  <Override PartName="/ppt/diagrams/data2.xml" ContentType="application/vnd.openxmlformats-officedocument.drawingml.diagramData+xml"/>
  <Override PartName="/ppt/diagrams/layout2.xml" ContentType="application/vnd.openxmlformats-officedocument.drawingml.diagramLayout+xml"/>
  <Override PartName="/ppt/diagrams/quickStyle2.xml" ContentType="application/vnd.openxmlformats-officedocument.drawingml.diagramStyle+xml"/>
  <Override PartName="/ppt/diagrams/colors2.xml" ContentType="application/vnd.openxmlformats-officedocument.drawingml.diagramColors+xml"/>
  <Override PartName="/ppt/diagrams/drawing2.xml" ContentType="application/vnd.ms-office.drawingml.diagramDrawing+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ppt/notesSlides/notesSlide56.xml" ContentType="application/vnd.openxmlformats-officedocument.presentationml.notesSlide+xml"/>
  <Override PartName="/ppt/notesSlides/notesSlide57.xml" ContentType="application/vnd.openxmlformats-officedocument.presentationml.notesSlide+xml"/>
  <Override PartName="/ppt/notesSlides/notesSlide58.xml" ContentType="application/vnd.openxmlformats-officedocument.presentationml.notesSlide+xml"/>
  <Override PartName="/ppt/notesSlides/notesSlide59.xml" ContentType="application/vnd.openxmlformats-officedocument.presentationml.notesSlide+xml"/>
  <Override PartName="/ppt/notesSlides/notesSlide60.xml" ContentType="application/vnd.openxmlformats-officedocument.presentationml.notesSlide+xml"/>
  <Override PartName="/ppt/notesSlides/notesSlide61.xml" ContentType="application/vnd.openxmlformats-officedocument.presentationml.notesSlide+xml"/>
  <Override PartName="/ppt/notesSlides/notesSlide62.xml" ContentType="application/vnd.openxmlformats-officedocument.presentationml.notesSlide+xml"/>
  <Override PartName="/ppt/notesSlides/notesSlide63.xml" ContentType="application/vnd.openxmlformats-officedocument.presentationml.notesSlide+xml"/>
  <Override PartName="/ppt/notesSlides/notesSlide64.xml" ContentType="application/vnd.openxmlformats-officedocument.presentationml.notesSlide+xml"/>
  <Override PartName="/ppt/notesSlides/notesSlide65.xml" ContentType="application/vnd.openxmlformats-officedocument.presentationml.notesSlide+xml"/>
  <Override PartName="/ppt/notesSlides/notesSlide66.xml" ContentType="application/vnd.openxmlformats-officedocument.presentationml.notesSlide+xml"/>
  <Override PartName="/ppt/notesSlides/notesSlide67.xml" ContentType="application/vnd.openxmlformats-officedocument.presentationml.notesSlide+xml"/>
  <Override PartName="/ppt/notesSlides/notesSlide68.xml" ContentType="application/vnd.openxmlformats-officedocument.presentationml.notesSlide+xml"/>
  <Override PartName="/ppt/notesSlides/notesSlide69.xml" ContentType="application/vnd.openxmlformats-officedocument.presentationml.notesSlide+xml"/>
  <Override PartName="/ppt/notesSlides/notesSlide70.xml" ContentType="application/vnd.openxmlformats-officedocument.presentationml.notesSlide+xml"/>
  <Override PartName="/ppt/notesSlides/notesSlide71.xml" ContentType="application/vnd.openxmlformats-officedocument.presentationml.notesSlide+xml"/>
  <Override PartName="/ppt/notesSlides/notesSlide72.xml" ContentType="application/vnd.openxmlformats-officedocument.presentationml.notesSlide+xml"/>
  <Override PartName="/ppt/notesSlides/notesSlide73.xml" ContentType="application/vnd.openxmlformats-officedocument.presentationml.notesSlide+xml"/>
  <Override PartName="/ppt/notesSlides/notesSlide74.xml" ContentType="application/vnd.openxmlformats-officedocument.presentationml.notesSlide+xml"/>
  <Override PartName="/ppt/notesSlides/notesSlide75.xml" ContentType="application/vnd.openxmlformats-officedocument.presentationml.notesSlide+xml"/>
  <Override PartName="/ppt/notesSlides/notesSlide76.xml" ContentType="application/vnd.openxmlformats-officedocument.presentationml.notesSlide+xml"/>
  <Override PartName="/ppt/notesSlides/notesSlide77.xml" ContentType="application/vnd.openxmlformats-officedocument.presentationml.notesSlide+xml"/>
  <Override PartName="/ppt/notesSlides/notesSlide78.xml" ContentType="application/vnd.openxmlformats-officedocument.presentationml.notesSlide+xml"/>
  <Override PartName="/ppt/notesSlides/notesSlide79.xml" ContentType="application/vnd.openxmlformats-officedocument.presentationml.notesSlide+xml"/>
  <Override PartName="/ppt/notesSlides/notesSlide80.xml" ContentType="application/vnd.openxmlformats-officedocument.presentationml.notesSlide+xml"/>
  <Override PartName="/ppt/changesInfos/changesInfo1.xml" ContentType="application/vnd.ms-powerpoint.changesinfo+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1"/>
  </p:sldMasterIdLst>
  <p:notesMasterIdLst>
    <p:notesMasterId r:id="rId111"/>
  </p:notesMasterIdLst>
  <p:sldIdLst>
    <p:sldId id="262" r:id="rId2"/>
    <p:sldId id="687" r:id="rId3"/>
    <p:sldId id="424" r:id="rId4"/>
    <p:sldId id="686" r:id="rId5"/>
    <p:sldId id="787" r:id="rId6"/>
    <p:sldId id="430" r:id="rId7"/>
    <p:sldId id="433" r:id="rId8"/>
    <p:sldId id="479" r:id="rId9"/>
    <p:sldId id="481" r:id="rId10"/>
    <p:sldId id="480" r:id="rId11"/>
    <p:sldId id="595" r:id="rId12"/>
    <p:sldId id="482" r:id="rId13"/>
    <p:sldId id="596" r:id="rId14"/>
    <p:sldId id="483" r:id="rId15"/>
    <p:sldId id="597" r:id="rId16"/>
    <p:sldId id="484" r:id="rId17"/>
    <p:sldId id="758" r:id="rId18"/>
    <p:sldId id="434" r:id="rId19"/>
    <p:sldId id="441" r:id="rId20"/>
    <p:sldId id="467" r:id="rId21"/>
    <p:sldId id="598" r:id="rId22"/>
    <p:sldId id="468" r:id="rId23"/>
    <p:sldId id="599" r:id="rId24"/>
    <p:sldId id="448" r:id="rId25"/>
    <p:sldId id="788" r:id="rId26"/>
    <p:sldId id="789" r:id="rId27"/>
    <p:sldId id="790" r:id="rId28"/>
    <p:sldId id="495" r:id="rId29"/>
    <p:sldId id="775" r:id="rId30"/>
    <p:sldId id="589" r:id="rId31"/>
    <p:sldId id="772" r:id="rId32"/>
    <p:sldId id="771" r:id="rId33"/>
    <p:sldId id="773" r:id="rId34"/>
    <p:sldId id="475" r:id="rId35"/>
    <p:sldId id="476" r:id="rId36"/>
    <p:sldId id="477" r:id="rId37"/>
    <p:sldId id="759" r:id="rId38"/>
    <p:sldId id="478" r:id="rId39"/>
    <p:sldId id="590" r:id="rId40"/>
    <p:sldId id="469" r:id="rId41"/>
    <p:sldId id="470" r:id="rId42"/>
    <p:sldId id="471" r:id="rId43"/>
    <p:sldId id="761" r:id="rId44"/>
    <p:sldId id="472" r:id="rId45"/>
    <p:sldId id="762" r:id="rId46"/>
    <p:sldId id="474" r:id="rId47"/>
    <p:sldId id="763" r:id="rId48"/>
    <p:sldId id="473" r:id="rId49"/>
    <p:sldId id="764" r:id="rId50"/>
    <p:sldId id="496" r:id="rId51"/>
    <p:sldId id="765" r:id="rId52"/>
    <p:sldId id="485" r:id="rId53"/>
    <p:sldId id="486" r:id="rId54"/>
    <p:sldId id="487" r:id="rId55"/>
    <p:sldId id="760" r:id="rId56"/>
    <p:sldId id="488" r:id="rId57"/>
    <p:sldId id="776" r:id="rId58"/>
    <p:sldId id="701" r:id="rId59"/>
    <p:sldId id="740" r:id="rId60"/>
    <p:sldId id="791" r:id="rId61"/>
    <p:sldId id="792" r:id="rId62"/>
    <p:sldId id="777" r:id="rId63"/>
    <p:sldId id="778" r:id="rId64"/>
    <p:sldId id="489" r:id="rId65"/>
    <p:sldId id="497" r:id="rId66"/>
    <p:sldId id="490" r:id="rId67"/>
    <p:sldId id="513" r:id="rId68"/>
    <p:sldId id="592" r:id="rId69"/>
    <p:sldId id="493" r:id="rId70"/>
    <p:sldId id="593" r:id="rId71"/>
    <p:sldId id="491" r:id="rId72"/>
    <p:sldId id="594" r:id="rId73"/>
    <p:sldId id="685" r:id="rId74"/>
    <p:sldId id="786" r:id="rId75"/>
    <p:sldId id="680" r:id="rId76"/>
    <p:sldId id="681" r:id="rId77"/>
    <p:sldId id="682" r:id="rId78"/>
    <p:sldId id="684" r:id="rId79"/>
    <p:sldId id="779" r:id="rId80"/>
    <p:sldId id="780" r:id="rId81"/>
    <p:sldId id="783" r:id="rId82"/>
    <p:sldId id="781" r:id="rId83"/>
    <p:sldId id="784" r:id="rId84"/>
    <p:sldId id="782" r:id="rId85"/>
    <p:sldId id="785" r:id="rId86"/>
    <p:sldId id="494" r:id="rId87"/>
    <p:sldId id="499" r:id="rId88"/>
    <p:sldId id="508" r:id="rId89"/>
    <p:sldId id="507" r:id="rId90"/>
    <p:sldId id="509" r:id="rId91"/>
    <p:sldId id="757" r:id="rId92"/>
    <p:sldId id="693" r:id="rId93"/>
    <p:sldId id="506" r:id="rId94"/>
    <p:sldId id="688" r:id="rId95"/>
    <p:sldId id="447" r:id="rId96"/>
    <p:sldId id="691" r:id="rId97"/>
    <p:sldId id="504" r:id="rId98"/>
    <p:sldId id="690" r:id="rId99"/>
    <p:sldId id="537" r:id="rId100"/>
    <p:sldId id="856" r:id="rId101"/>
    <p:sldId id="866" r:id="rId102"/>
    <p:sldId id="860" r:id="rId103"/>
    <p:sldId id="867" r:id="rId104"/>
    <p:sldId id="858" r:id="rId105"/>
    <p:sldId id="868" r:id="rId106"/>
    <p:sldId id="869" r:id="rId107"/>
    <p:sldId id="871" r:id="rId108"/>
    <p:sldId id="870" r:id="rId109"/>
    <p:sldId id="872" r:id="rId110"/>
  </p:sldIdLst>
  <p:sldSz cx="12192000" cy="6858000"/>
  <p:notesSz cx="7102475" cy="10234613"/>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Intro" id="{8CD916D4-C61B-4DE1-BA53-06CFF0F5F6D1}">
          <p14:sldIdLst>
            <p14:sldId id="262"/>
            <p14:sldId id="687"/>
            <p14:sldId id="424"/>
            <p14:sldId id="686"/>
            <p14:sldId id="787"/>
            <p14:sldId id="430"/>
            <p14:sldId id="433"/>
          </p14:sldIdLst>
        </p14:section>
        <p14:section name="Aliases" id="{1D8E4C94-2161-400E-BE16-C2650E70DF4D}">
          <p14:sldIdLst>
            <p14:sldId id="479"/>
            <p14:sldId id="481"/>
            <p14:sldId id="480"/>
            <p14:sldId id="595"/>
            <p14:sldId id="482"/>
            <p14:sldId id="596"/>
            <p14:sldId id="483"/>
            <p14:sldId id="597"/>
            <p14:sldId id="484"/>
            <p14:sldId id="758"/>
          </p14:sldIdLst>
        </p14:section>
        <p14:section name="Wildcards" id="{2EDCD0F4-5722-4C0A-AACB-6CCC95B63552}">
          <p14:sldIdLst>
            <p14:sldId id="434"/>
            <p14:sldId id="441"/>
            <p14:sldId id="467"/>
            <p14:sldId id="598"/>
            <p14:sldId id="468"/>
            <p14:sldId id="599"/>
          </p14:sldIdLst>
        </p14:section>
        <p14:section name="Useful Functions" id="{0838BC72-7636-49DA-BBF4-4E0FA1BA2470}">
          <p14:sldIdLst>
            <p14:sldId id="448"/>
            <p14:sldId id="788"/>
            <p14:sldId id="789"/>
            <p14:sldId id="790"/>
            <p14:sldId id="495"/>
            <p14:sldId id="775"/>
            <p14:sldId id="589"/>
            <p14:sldId id="772"/>
            <p14:sldId id="771"/>
            <p14:sldId id="773"/>
          </p14:sldIdLst>
        </p14:section>
        <p14:section name="Computed Values" id="{987D9B64-A5E6-4B7E-BD86-5CE2CE842408}">
          <p14:sldIdLst>
            <p14:sldId id="475"/>
            <p14:sldId id="476"/>
            <p14:sldId id="477"/>
            <p14:sldId id="759"/>
            <p14:sldId id="478"/>
            <p14:sldId id="590"/>
          </p14:sldIdLst>
        </p14:section>
        <p14:section name="Aggregate Functions" id="{DFD8321B-36F9-46ED-A985-5131F6533219}">
          <p14:sldIdLst>
            <p14:sldId id="469"/>
            <p14:sldId id="470"/>
            <p14:sldId id="471"/>
            <p14:sldId id="761"/>
            <p14:sldId id="472"/>
            <p14:sldId id="762"/>
            <p14:sldId id="474"/>
            <p14:sldId id="763"/>
            <p14:sldId id="473"/>
            <p14:sldId id="764"/>
            <p14:sldId id="496"/>
            <p14:sldId id="765"/>
          </p14:sldIdLst>
        </p14:section>
        <p14:section name="GROUP BY" id="{E78808D3-F81D-43F7-BB75-C469491936EF}">
          <p14:sldIdLst>
            <p14:sldId id="485"/>
            <p14:sldId id="486"/>
            <p14:sldId id="487"/>
            <p14:sldId id="760"/>
            <p14:sldId id="488"/>
            <p14:sldId id="776"/>
            <p14:sldId id="701"/>
            <p14:sldId id="740"/>
            <p14:sldId id="791"/>
            <p14:sldId id="792"/>
            <p14:sldId id="777"/>
            <p14:sldId id="778"/>
          </p14:sldIdLst>
        </p14:section>
        <p14:section name="Subquery" id="{044C4488-F2F9-4ECB-B0C2-98E57205C295}">
          <p14:sldIdLst>
            <p14:sldId id="489"/>
            <p14:sldId id="497"/>
            <p14:sldId id="490"/>
            <p14:sldId id="513"/>
            <p14:sldId id="592"/>
            <p14:sldId id="493"/>
            <p14:sldId id="593"/>
            <p14:sldId id="491"/>
            <p14:sldId id="594"/>
          </p14:sldIdLst>
        </p14:section>
        <p14:section name="Analysis" id="{FA6D905C-B725-4FE5-81CF-8BC105090DA1}">
          <p14:sldIdLst>
            <p14:sldId id="685"/>
            <p14:sldId id="786"/>
            <p14:sldId id="680"/>
            <p14:sldId id="681"/>
            <p14:sldId id="682"/>
            <p14:sldId id="684"/>
          </p14:sldIdLst>
        </p14:section>
        <p14:section name="EO Diagrams" id="{5D78AB47-F661-4F56-A1FC-3BE889E7F19F}">
          <p14:sldIdLst>
            <p14:sldId id="779"/>
            <p14:sldId id="780"/>
            <p14:sldId id="783"/>
            <p14:sldId id="781"/>
            <p14:sldId id="784"/>
            <p14:sldId id="782"/>
            <p14:sldId id="785"/>
          </p14:sldIdLst>
        </p14:section>
        <p14:section name="Compound Keys" id="{1B774313-8165-49D8-85F7-5A18BEBBB43B}">
          <p14:sldIdLst>
            <p14:sldId id="494"/>
            <p14:sldId id="499"/>
            <p14:sldId id="508"/>
            <p14:sldId id="507"/>
            <p14:sldId id="509"/>
            <p14:sldId id="757"/>
            <p14:sldId id="693"/>
            <p14:sldId id="506"/>
            <p14:sldId id="688"/>
            <p14:sldId id="447"/>
            <p14:sldId id="691"/>
            <p14:sldId id="504"/>
            <p14:sldId id="690"/>
          </p14:sldIdLst>
        </p14:section>
        <p14:section name="Evaluation" id="{23FFF015-B520-42F2-A1F1-581D6C69AC17}">
          <p14:sldIdLst>
            <p14:sldId id="537"/>
            <p14:sldId id="856"/>
            <p14:sldId id="866"/>
            <p14:sldId id="860"/>
            <p14:sldId id="867"/>
            <p14:sldId id="858"/>
            <p14:sldId id="868"/>
            <p14:sldId id="869"/>
            <p14:sldId id="871"/>
            <p14:sldId id="870"/>
            <p14:sldId id="872"/>
          </p14:sldIdLst>
        </p14:section>
      </p14:sectionLst>
    </p:ext>
    <p:ext uri="{EFAFB233-063F-42B5-8137-9DF3F51BA10A}">
      <p15:sldGuideLst xmlns:p15="http://schemas.microsoft.com/office/powerpoint/2012/main">
        <p15:guide id="1" orient="horz" pos="2160" userDrawn="1">
          <p15:clr>
            <a:srgbClr val="A4A3A4"/>
          </p15:clr>
        </p15:guide>
        <p15:guide id="2" pos="3840" userDrawn="1">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clrMru>
    <a:srgbClr val="BDD7EE"/>
  </p:clrMru>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 styleId="{B301B821-A1FF-4177-AEE7-76D212191A09}" styleName="Medium Style 1 - Accent 1">
    <a:wholeTbl>
      <a:tcTxStyle>
        <a:fontRef idx="minor">
          <a:scrgbClr r="0" g="0" b="0"/>
        </a:fontRef>
        <a:schemeClr val="dk1"/>
      </a:tcTxStyle>
      <a:tcStyle>
        <a:tcBdr>
          <a:left>
            <a:ln w="12700" cmpd="sng">
              <a:solidFill>
                <a:schemeClr val="accent1"/>
              </a:solidFill>
            </a:ln>
          </a:left>
          <a:right>
            <a:ln w="12700" cmpd="sng">
              <a:solidFill>
                <a:schemeClr val="accent1"/>
              </a:solidFill>
            </a:ln>
          </a:right>
          <a:top>
            <a:ln w="12700" cmpd="sng">
              <a:solidFill>
                <a:schemeClr val="accent1"/>
              </a:solidFill>
            </a:ln>
          </a:top>
          <a:bottom>
            <a:ln w="12700" cmpd="sng">
              <a:solidFill>
                <a:schemeClr val="accent1"/>
              </a:solidFill>
            </a:ln>
          </a:bottom>
          <a:insideH>
            <a:ln w="12700" cmpd="sng">
              <a:solidFill>
                <a:schemeClr val="accent1"/>
              </a:solidFill>
            </a:ln>
          </a:insideH>
          <a:insideV>
            <a:ln>
              <a:noFill/>
            </a:ln>
          </a:insideV>
        </a:tcBdr>
        <a:fill>
          <a:solidFill>
            <a:schemeClr val="lt1"/>
          </a:solidFill>
        </a:fill>
      </a:tcStyle>
    </a:wholeTbl>
    <a:band1H>
      <a:tcStyle>
        <a:tcBdr/>
        <a:fill>
          <a:solidFill>
            <a:schemeClr val="accent1">
              <a:tint val="20000"/>
            </a:schemeClr>
          </a:solidFill>
        </a:fill>
      </a:tcStyle>
    </a:band1H>
    <a:band1V>
      <a:tcStyle>
        <a:tcBdr/>
        <a:fill>
          <a:solidFill>
            <a:schemeClr val="accent1">
              <a:tint val="20000"/>
            </a:schemeClr>
          </a:solidFill>
        </a:fill>
      </a:tcStyle>
    </a:band1V>
    <a:lastCol>
      <a:tcTxStyle b="on"/>
      <a:tcStyle>
        <a:tcBdr/>
      </a:tcStyle>
    </a:lastCol>
    <a:firstCol>
      <a:tcTxStyle b="on"/>
      <a:tcStyle>
        <a:tcBdr/>
      </a:tcStyle>
    </a:firstCol>
    <a:lastRow>
      <a:tcTxStyle b="on"/>
      <a:tcStyle>
        <a:tcBdr>
          <a:top>
            <a:ln w="50800" cmpd="dbl">
              <a:solidFill>
                <a:schemeClr val="accent1"/>
              </a:solidFill>
            </a:ln>
          </a:top>
        </a:tcBdr>
        <a:fill>
          <a:solidFill>
            <a:schemeClr val="lt1"/>
          </a:solidFill>
        </a:fill>
      </a:tcStyle>
    </a:lastRow>
    <a:firstRow>
      <a:tcTxStyle b="on">
        <a:fontRef idx="minor">
          <a:scrgbClr r="0" g="0" b="0"/>
        </a:fontRef>
        <a:schemeClr val="lt1"/>
      </a:tcTxStyle>
      <a:tcStyle>
        <a:tcBdr/>
        <a:fill>
          <a:solidFill>
            <a:schemeClr val="accent1"/>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normalViewPr>
    <p:restoredLeft sz="15531" autoAdjust="0"/>
    <p:restoredTop sz="84865" autoAdjust="0"/>
  </p:normalViewPr>
  <p:slideViewPr>
    <p:cSldViewPr snapToGrid="0" showGuides="1">
      <p:cViewPr>
        <p:scale>
          <a:sx n="150" d="100"/>
          <a:sy n="150" d="100"/>
        </p:scale>
        <p:origin x="-2248" y="-1956"/>
      </p:cViewPr>
      <p:guideLst>
        <p:guide orient="horz" pos="2160"/>
        <p:guide pos="3840"/>
      </p:guideLst>
    </p:cSldViewPr>
  </p:slideViewPr>
  <p:notesTextViewPr>
    <p:cViewPr>
      <p:scale>
        <a:sx n="3" d="2"/>
        <a:sy n="3" d="2"/>
      </p:scale>
      <p:origin x="0" y="0"/>
    </p:cViewPr>
  </p:notesTextViewPr>
  <p:gridSpacing cx="72008" cy="72008"/>
</p:viewPr>
</file>

<file path=ppt/_rels/presentation.xml.rels><?xml version="1.0" encoding="UTF-8" standalone="yes"?>
<Relationships xmlns="http://schemas.openxmlformats.org/package/2006/relationships"><Relationship Id="rId26" Type="http://schemas.openxmlformats.org/officeDocument/2006/relationships/slide" Target="slides/slide25.xml"/><Relationship Id="rId21" Type="http://schemas.openxmlformats.org/officeDocument/2006/relationships/slide" Target="slides/slide20.xml"/><Relationship Id="rId42" Type="http://schemas.openxmlformats.org/officeDocument/2006/relationships/slide" Target="slides/slide41.xml"/><Relationship Id="rId47" Type="http://schemas.openxmlformats.org/officeDocument/2006/relationships/slide" Target="slides/slide46.xml"/><Relationship Id="rId63" Type="http://schemas.openxmlformats.org/officeDocument/2006/relationships/slide" Target="slides/slide62.xml"/><Relationship Id="rId68" Type="http://schemas.openxmlformats.org/officeDocument/2006/relationships/slide" Target="slides/slide67.xml"/><Relationship Id="rId84" Type="http://schemas.openxmlformats.org/officeDocument/2006/relationships/slide" Target="slides/slide83.xml"/><Relationship Id="rId89" Type="http://schemas.openxmlformats.org/officeDocument/2006/relationships/slide" Target="slides/slide88.xml"/><Relationship Id="rId112" Type="http://schemas.openxmlformats.org/officeDocument/2006/relationships/presProps" Target="presProps.xml"/><Relationship Id="rId16" Type="http://schemas.openxmlformats.org/officeDocument/2006/relationships/slide" Target="slides/slide15.xml"/><Relationship Id="rId107" Type="http://schemas.openxmlformats.org/officeDocument/2006/relationships/slide" Target="slides/slide106.xml"/><Relationship Id="rId11" Type="http://schemas.openxmlformats.org/officeDocument/2006/relationships/slide" Target="slides/slide10.xml"/><Relationship Id="rId32" Type="http://schemas.openxmlformats.org/officeDocument/2006/relationships/slide" Target="slides/slide31.xml"/><Relationship Id="rId37" Type="http://schemas.openxmlformats.org/officeDocument/2006/relationships/slide" Target="slides/slide36.xml"/><Relationship Id="rId53" Type="http://schemas.openxmlformats.org/officeDocument/2006/relationships/slide" Target="slides/slide52.xml"/><Relationship Id="rId58" Type="http://schemas.openxmlformats.org/officeDocument/2006/relationships/slide" Target="slides/slide57.xml"/><Relationship Id="rId74" Type="http://schemas.openxmlformats.org/officeDocument/2006/relationships/slide" Target="slides/slide73.xml"/><Relationship Id="rId79" Type="http://schemas.openxmlformats.org/officeDocument/2006/relationships/slide" Target="slides/slide78.xml"/><Relationship Id="rId102" Type="http://schemas.openxmlformats.org/officeDocument/2006/relationships/slide" Target="slides/slide101.xml"/><Relationship Id="rId5" Type="http://schemas.openxmlformats.org/officeDocument/2006/relationships/slide" Target="slides/slide4.xml"/><Relationship Id="rId90" Type="http://schemas.openxmlformats.org/officeDocument/2006/relationships/slide" Target="slides/slide89.xml"/><Relationship Id="rId95" Type="http://schemas.openxmlformats.org/officeDocument/2006/relationships/slide" Target="slides/slide94.xml"/><Relationship Id="rId22" Type="http://schemas.openxmlformats.org/officeDocument/2006/relationships/slide" Target="slides/slide21.xml"/><Relationship Id="rId27" Type="http://schemas.openxmlformats.org/officeDocument/2006/relationships/slide" Target="slides/slide26.xml"/><Relationship Id="rId43" Type="http://schemas.openxmlformats.org/officeDocument/2006/relationships/slide" Target="slides/slide42.xml"/><Relationship Id="rId48" Type="http://schemas.openxmlformats.org/officeDocument/2006/relationships/slide" Target="slides/slide47.xml"/><Relationship Id="rId64" Type="http://schemas.openxmlformats.org/officeDocument/2006/relationships/slide" Target="slides/slide63.xml"/><Relationship Id="rId69" Type="http://schemas.openxmlformats.org/officeDocument/2006/relationships/slide" Target="slides/slide68.xml"/><Relationship Id="rId113" Type="http://schemas.openxmlformats.org/officeDocument/2006/relationships/viewProps" Target="viewProps.xml"/><Relationship Id="rId80" Type="http://schemas.openxmlformats.org/officeDocument/2006/relationships/slide" Target="slides/slide79.xml"/><Relationship Id="rId85" Type="http://schemas.openxmlformats.org/officeDocument/2006/relationships/slide" Target="slides/slide84.xml"/><Relationship Id="rId12" Type="http://schemas.openxmlformats.org/officeDocument/2006/relationships/slide" Target="slides/slide11.xml"/><Relationship Id="rId17" Type="http://schemas.openxmlformats.org/officeDocument/2006/relationships/slide" Target="slides/slide16.xml"/><Relationship Id="rId33" Type="http://schemas.openxmlformats.org/officeDocument/2006/relationships/slide" Target="slides/slide32.xml"/><Relationship Id="rId38" Type="http://schemas.openxmlformats.org/officeDocument/2006/relationships/slide" Target="slides/slide37.xml"/><Relationship Id="rId59" Type="http://schemas.openxmlformats.org/officeDocument/2006/relationships/slide" Target="slides/slide58.xml"/><Relationship Id="rId103" Type="http://schemas.openxmlformats.org/officeDocument/2006/relationships/slide" Target="slides/slide102.xml"/><Relationship Id="rId108" Type="http://schemas.openxmlformats.org/officeDocument/2006/relationships/slide" Target="slides/slide107.xml"/><Relationship Id="rId54" Type="http://schemas.openxmlformats.org/officeDocument/2006/relationships/slide" Target="slides/slide53.xml"/><Relationship Id="rId70" Type="http://schemas.openxmlformats.org/officeDocument/2006/relationships/slide" Target="slides/slide69.xml"/><Relationship Id="rId75" Type="http://schemas.openxmlformats.org/officeDocument/2006/relationships/slide" Target="slides/slide74.xml"/><Relationship Id="rId91" Type="http://schemas.openxmlformats.org/officeDocument/2006/relationships/slide" Target="slides/slide90.xml"/><Relationship Id="rId96" Type="http://schemas.openxmlformats.org/officeDocument/2006/relationships/slide" Target="slides/slide95.xml"/><Relationship Id="rId1" Type="http://schemas.openxmlformats.org/officeDocument/2006/relationships/slideMaster" Target="slideMasters/slideMaster1.xml"/><Relationship Id="rId6" Type="http://schemas.openxmlformats.org/officeDocument/2006/relationships/slide" Target="slides/slide5.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slide" Target="slides/slide27.xml"/><Relationship Id="rId36" Type="http://schemas.openxmlformats.org/officeDocument/2006/relationships/slide" Target="slides/slide35.xml"/><Relationship Id="rId49" Type="http://schemas.openxmlformats.org/officeDocument/2006/relationships/slide" Target="slides/slide48.xml"/><Relationship Id="rId57" Type="http://schemas.openxmlformats.org/officeDocument/2006/relationships/slide" Target="slides/slide56.xml"/><Relationship Id="rId106" Type="http://schemas.openxmlformats.org/officeDocument/2006/relationships/slide" Target="slides/slide105.xml"/><Relationship Id="rId114" Type="http://schemas.openxmlformats.org/officeDocument/2006/relationships/theme" Target="theme/theme1.xml"/><Relationship Id="rId10" Type="http://schemas.openxmlformats.org/officeDocument/2006/relationships/slide" Target="slides/slide9.xml"/><Relationship Id="rId31" Type="http://schemas.openxmlformats.org/officeDocument/2006/relationships/slide" Target="slides/slide30.xml"/><Relationship Id="rId44" Type="http://schemas.openxmlformats.org/officeDocument/2006/relationships/slide" Target="slides/slide43.xml"/><Relationship Id="rId52" Type="http://schemas.openxmlformats.org/officeDocument/2006/relationships/slide" Target="slides/slide51.xml"/><Relationship Id="rId60" Type="http://schemas.openxmlformats.org/officeDocument/2006/relationships/slide" Target="slides/slide59.xml"/><Relationship Id="rId65" Type="http://schemas.openxmlformats.org/officeDocument/2006/relationships/slide" Target="slides/slide64.xml"/><Relationship Id="rId73" Type="http://schemas.openxmlformats.org/officeDocument/2006/relationships/slide" Target="slides/slide72.xml"/><Relationship Id="rId78" Type="http://schemas.openxmlformats.org/officeDocument/2006/relationships/slide" Target="slides/slide77.xml"/><Relationship Id="rId81" Type="http://schemas.openxmlformats.org/officeDocument/2006/relationships/slide" Target="slides/slide80.xml"/><Relationship Id="rId86" Type="http://schemas.openxmlformats.org/officeDocument/2006/relationships/slide" Target="slides/slide85.xml"/><Relationship Id="rId94" Type="http://schemas.openxmlformats.org/officeDocument/2006/relationships/slide" Target="slides/slide93.xml"/><Relationship Id="rId99" Type="http://schemas.openxmlformats.org/officeDocument/2006/relationships/slide" Target="slides/slide98.xml"/><Relationship Id="rId101" Type="http://schemas.openxmlformats.org/officeDocument/2006/relationships/slide" Target="slides/slide100.xml"/><Relationship Id="rId4" Type="http://schemas.openxmlformats.org/officeDocument/2006/relationships/slide" Target="slides/slide3.xml"/><Relationship Id="rId9" Type="http://schemas.openxmlformats.org/officeDocument/2006/relationships/slide" Target="slides/slide8.xml"/><Relationship Id="rId13" Type="http://schemas.openxmlformats.org/officeDocument/2006/relationships/slide" Target="slides/slide12.xml"/><Relationship Id="rId18" Type="http://schemas.openxmlformats.org/officeDocument/2006/relationships/slide" Target="slides/slide17.xml"/><Relationship Id="rId39" Type="http://schemas.openxmlformats.org/officeDocument/2006/relationships/slide" Target="slides/slide38.xml"/><Relationship Id="rId109" Type="http://schemas.openxmlformats.org/officeDocument/2006/relationships/slide" Target="slides/slide108.xml"/><Relationship Id="rId34" Type="http://schemas.openxmlformats.org/officeDocument/2006/relationships/slide" Target="slides/slide33.xml"/><Relationship Id="rId50" Type="http://schemas.openxmlformats.org/officeDocument/2006/relationships/slide" Target="slides/slide49.xml"/><Relationship Id="rId55" Type="http://schemas.openxmlformats.org/officeDocument/2006/relationships/slide" Target="slides/slide54.xml"/><Relationship Id="rId76" Type="http://schemas.openxmlformats.org/officeDocument/2006/relationships/slide" Target="slides/slide75.xml"/><Relationship Id="rId97" Type="http://schemas.openxmlformats.org/officeDocument/2006/relationships/slide" Target="slides/slide96.xml"/><Relationship Id="rId104" Type="http://schemas.openxmlformats.org/officeDocument/2006/relationships/slide" Target="slides/slide103.xml"/><Relationship Id="rId7" Type="http://schemas.openxmlformats.org/officeDocument/2006/relationships/slide" Target="slides/slide6.xml"/><Relationship Id="rId71" Type="http://schemas.openxmlformats.org/officeDocument/2006/relationships/slide" Target="slides/slide70.xml"/><Relationship Id="rId92" Type="http://schemas.openxmlformats.org/officeDocument/2006/relationships/slide" Target="slides/slide91.xml"/><Relationship Id="rId2" Type="http://schemas.openxmlformats.org/officeDocument/2006/relationships/slide" Target="slides/slide1.xml"/><Relationship Id="rId29" Type="http://schemas.openxmlformats.org/officeDocument/2006/relationships/slide" Target="slides/slide28.xml"/><Relationship Id="rId24" Type="http://schemas.openxmlformats.org/officeDocument/2006/relationships/slide" Target="slides/slide23.xml"/><Relationship Id="rId40" Type="http://schemas.openxmlformats.org/officeDocument/2006/relationships/slide" Target="slides/slide39.xml"/><Relationship Id="rId45" Type="http://schemas.openxmlformats.org/officeDocument/2006/relationships/slide" Target="slides/slide44.xml"/><Relationship Id="rId66" Type="http://schemas.openxmlformats.org/officeDocument/2006/relationships/slide" Target="slides/slide65.xml"/><Relationship Id="rId87" Type="http://schemas.openxmlformats.org/officeDocument/2006/relationships/slide" Target="slides/slide86.xml"/><Relationship Id="rId110" Type="http://schemas.openxmlformats.org/officeDocument/2006/relationships/slide" Target="slides/slide109.xml"/><Relationship Id="rId115" Type="http://schemas.openxmlformats.org/officeDocument/2006/relationships/tableStyles" Target="tableStyles.xml"/><Relationship Id="rId61" Type="http://schemas.openxmlformats.org/officeDocument/2006/relationships/slide" Target="slides/slide60.xml"/><Relationship Id="rId82" Type="http://schemas.openxmlformats.org/officeDocument/2006/relationships/slide" Target="slides/slide81.xml"/><Relationship Id="rId19" Type="http://schemas.openxmlformats.org/officeDocument/2006/relationships/slide" Target="slides/slide18.xml"/><Relationship Id="rId14" Type="http://schemas.openxmlformats.org/officeDocument/2006/relationships/slide" Target="slides/slide13.xml"/><Relationship Id="rId30" Type="http://schemas.openxmlformats.org/officeDocument/2006/relationships/slide" Target="slides/slide29.xml"/><Relationship Id="rId35" Type="http://schemas.openxmlformats.org/officeDocument/2006/relationships/slide" Target="slides/slide34.xml"/><Relationship Id="rId56" Type="http://schemas.openxmlformats.org/officeDocument/2006/relationships/slide" Target="slides/slide55.xml"/><Relationship Id="rId77" Type="http://schemas.openxmlformats.org/officeDocument/2006/relationships/slide" Target="slides/slide76.xml"/><Relationship Id="rId100" Type="http://schemas.openxmlformats.org/officeDocument/2006/relationships/slide" Target="slides/slide99.xml"/><Relationship Id="rId105" Type="http://schemas.openxmlformats.org/officeDocument/2006/relationships/slide" Target="slides/slide104.xml"/><Relationship Id="rId8" Type="http://schemas.openxmlformats.org/officeDocument/2006/relationships/slide" Target="slides/slide7.xml"/><Relationship Id="rId51" Type="http://schemas.openxmlformats.org/officeDocument/2006/relationships/slide" Target="slides/slide50.xml"/><Relationship Id="rId72" Type="http://schemas.openxmlformats.org/officeDocument/2006/relationships/slide" Target="slides/slide71.xml"/><Relationship Id="rId93" Type="http://schemas.openxmlformats.org/officeDocument/2006/relationships/slide" Target="slides/slide92.xml"/><Relationship Id="rId98" Type="http://schemas.openxmlformats.org/officeDocument/2006/relationships/slide" Target="slides/slide97.xml"/><Relationship Id="rId3" Type="http://schemas.openxmlformats.org/officeDocument/2006/relationships/slide" Target="slides/slide2.xml"/><Relationship Id="rId25" Type="http://schemas.openxmlformats.org/officeDocument/2006/relationships/slide" Target="slides/slide24.xml"/><Relationship Id="rId46" Type="http://schemas.openxmlformats.org/officeDocument/2006/relationships/slide" Target="slides/slide45.xml"/><Relationship Id="rId67" Type="http://schemas.openxmlformats.org/officeDocument/2006/relationships/slide" Target="slides/slide66.xml"/><Relationship Id="rId116" Type="http://schemas.microsoft.com/office/2016/11/relationships/changesInfo" Target="changesInfos/changesInfo1.xml"/><Relationship Id="rId20" Type="http://schemas.openxmlformats.org/officeDocument/2006/relationships/slide" Target="slides/slide19.xml"/><Relationship Id="rId41" Type="http://schemas.openxmlformats.org/officeDocument/2006/relationships/slide" Target="slides/slide40.xml"/><Relationship Id="rId62" Type="http://schemas.openxmlformats.org/officeDocument/2006/relationships/slide" Target="slides/slide61.xml"/><Relationship Id="rId83" Type="http://schemas.openxmlformats.org/officeDocument/2006/relationships/slide" Target="slides/slide82.xml"/><Relationship Id="rId88" Type="http://schemas.openxmlformats.org/officeDocument/2006/relationships/slide" Target="slides/slide87.xml"/><Relationship Id="rId111" Type="http://schemas.openxmlformats.org/officeDocument/2006/relationships/notesMaster" Target="notesMasters/notesMaster1.xml"/></Relationships>
</file>

<file path=ppt/changesInfos/changesInfo1.xml><?xml version="1.0" encoding="utf-8"?>
<pc:chgInfo xmlns:a="http://schemas.openxmlformats.org/drawingml/2006/main" xmlns:r="http://schemas.openxmlformats.org/officeDocument/2006/relationships" xmlns:ac="http://schemas.microsoft.com/office/drawing/2013/main/command" xmlns:pc="http://schemas.microsoft.com/office/powerpoint/2013/main/command">
  <pc:docChgLst>
    <pc:chgData name="Al Friend" userId="e5ed79da-d858-46d4-9eed-a7a24903f2de" providerId="ADAL" clId="{86267C0B-2CD9-41BA-80EA-F8864E498CAF}"/>
  </pc:docChgLst>
  <pc:docChgLst>
    <pc:chgData name="Al Friend" userId="e5ed79da-d858-46d4-9eed-a7a24903f2de" providerId="ADAL" clId="{262E20AF-7CF5-40DA-B920-234D8BAB6C8F}"/>
  </pc:docChgLst>
  <pc:docChgLst>
    <pc:chgData name="Al Friend" userId="e5ed79da-d858-46d4-9eed-a7a24903f2de" providerId="ADAL" clId="{A321C44D-CDC8-457A-B83A-AE1FCE227571}"/>
  </pc:docChgLst>
  <pc:docChgLst>
    <pc:chgData name="Al Friend" userId="e5ed79da-d858-46d4-9eed-a7a24903f2de" providerId="ADAL" clId="{7EBC21C9-36A6-45B2-B043-A3E9805CDF51}"/>
    <pc:docChg chg="undo modSld sldOrd modSection">
      <pc:chgData name="Al Friend" userId="e5ed79da-d858-46d4-9eed-a7a24903f2de" providerId="ADAL" clId="{7EBC21C9-36A6-45B2-B043-A3E9805CDF51}" dt="2025-11-05T16:11:31.740" v="212"/>
      <pc:docMkLst>
        <pc:docMk/>
      </pc:docMkLst>
      <pc:sldChg chg="ord">
        <pc:chgData name="Al Friend" userId="e5ed79da-d858-46d4-9eed-a7a24903f2de" providerId="ADAL" clId="{7EBC21C9-36A6-45B2-B043-A3E9805CDF51}" dt="2025-11-05T10:36:46.274" v="143"/>
        <pc:sldMkLst>
          <pc:docMk/>
          <pc:sldMk cId="1378454003" sldId="448"/>
        </pc:sldMkLst>
      </pc:sldChg>
      <pc:sldChg chg="modSp">
        <pc:chgData name="Al Friend" userId="e5ed79da-d858-46d4-9eed-a7a24903f2de" providerId="ADAL" clId="{7EBC21C9-36A6-45B2-B043-A3E9805CDF51}" dt="2025-11-04T11:37:27.172" v="121" actId="1037"/>
        <pc:sldMkLst>
          <pc:docMk/>
          <pc:sldMk cId="2052178966" sldId="467"/>
        </pc:sldMkLst>
        <pc:spChg chg="mod">
          <ac:chgData name="Al Friend" userId="e5ed79da-d858-46d4-9eed-a7a24903f2de" providerId="ADAL" clId="{7EBC21C9-36A6-45B2-B043-A3E9805CDF51}" dt="2025-11-04T11:37:27.172" v="121" actId="1037"/>
          <ac:spMkLst>
            <pc:docMk/>
            <pc:sldMk cId="2052178966" sldId="467"/>
            <ac:spMk id="6" creationId="{CA47E56C-5DB8-4159-B2B6-0AC97A9CCBAB}"/>
          </ac:spMkLst>
        </pc:spChg>
        <pc:spChg chg="mod">
          <ac:chgData name="Al Friend" userId="e5ed79da-d858-46d4-9eed-a7a24903f2de" providerId="ADAL" clId="{7EBC21C9-36A6-45B2-B043-A3E9805CDF51}" dt="2025-11-04T11:37:22.133" v="104" actId="1037"/>
          <ac:spMkLst>
            <pc:docMk/>
            <pc:sldMk cId="2052178966" sldId="467"/>
            <ac:spMk id="7" creationId="{50AAC98C-F945-C259-7F14-B01DB38E30EB}"/>
          </ac:spMkLst>
        </pc:spChg>
      </pc:sldChg>
      <pc:sldChg chg="modSp">
        <pc:chgData name="Al Friend" userId="e5ed79da-d858-46d4-9eed-a7a24903f2de" providerId="ADAL" clId="{7EBC21C9-36A6-45B2-B043-A3E9805CDF51}" dt="2025-11-05T10:32:41.582" v="128" actId="20577"/>
        <pc:sldMkLst>
          <pc:docMk/>
          <pc:sldMk cId="40042554" sldId="471"/>
        </pc:sldMkLst>
        <pc:spChg chg="mod">
          <ac:chgData name="Al Friend" userId="e5ed79da-d858-46d4-9eed-a7a24903f2de" providerId="ADAL" clId="{7EBC21C9-36A6-45B2-B043-A3E9805CDF51}" dt="2025-11-05T10:32:41.582" v="128" actId="20577"/>
          <ac:spMkLst>
            <pc:docMk/>
            <pc:sldMk cId="40042554" sldId="471"/>
            <ac:spMk id="5" creationId="{C5786D92-2AB0-D36B-A2BC-31B1C89FF7DD}"/>
          </ac:spMkLst>
        </pc:spChg>
      </pc:sldChg>
      <pc:sldChg chg="modSp">
        <pc:chgData name="Al Friend" userId="e5ed79da-d858-46d4-9eed-a7a24903f2de" providerId="ADAL" clId="{7EBC21C9-36A6-45B2-B043-A3E9805CDF51}" dt="2025-11-05T10:32:45" v="129" actId="20577"/>
        <pc:sldMkLst>
          <pc:docMk/>
          <pc:sldMk cId="1314343701" sldId="472"/>
        </pc:sldMkLst>
        <pc:spChg chg="mod">
          <ac:chgData name="Al Friend" userId="e5ed79da-d858-46d4-9eed-a7a24903f2de" providerId="ADAL" clId="{7EBC21C9-36A6-45B2-B043-A3E9805CDF51}" dt="2025-11-05T10:32:45" v="129" actId="20577"/>
          <ac:spMkLst>
            <pc:docMk/>
            <pc:sldMk cId="1314343701" sldId="472"/>
            <ac:spMk id="4" creationId="{0C75A64C-164B-E364-54A7-D8C9A5479CB1}"/>
          </ac:spMkLst>
        </pc:spChg>
      </pc:sldChg>
      <pc:sldChg chg="modSp">
        <pc:chgData name="Al Friend" userId="e5ed79da-d858-46d4-9eed-a7a24903f2de" providerId="ADAL" clId="{7EBC21C9-36A6-45B2-B043-A3E9805CDF51}" dt="2025-11-05T11:01:36.512" v="154" actId="1037"/>
        <pc:sldMkLst>
          <pc:docMk/>
          <pc:sldMk cId="1118836114" sldId="477"/>
        </pc:sldMkLst>
        <pc:spChg chg="mod">
          <ac:chgData name="Al Friend" userId="e5ed79da-d858-46d4-9eed-a7a24903f2de" providerId="ADAL" clId="{7EBC21C9-36A6-45B2-B043-A3E9805CDF51}" dt="2025-11-05T11:01:36.512" v="154" actId="1037"/>
          <ac:spMkLst>
            <pc:docMk/>
            <pc:sldMk cId="1118836114" sldId="477"/>
            <ac:spMk id="5" creationId="{C2FD1D64-4D71-ED86-33E1-18E0E0206C14}"/>
          </ac:spMkLst>
        </pc:spChg>
      </pc:sldChg>
      <pc:sldChg chg="modSp">
        <pc:chgData name="Al Friend" userId="e5ed79da-d858-46d4-9eed-a7a24903f2de" providerId="ADAL" clId="{7EBC21C9-36A6-45B2-B043-A3E9805CDF51}" dt="2025-11-04T11:10:52.011" v="35" actId="14100"/>
        <pc:sldMkLst>
          <pc:docMk/>
          <pc:sldMk cId="1470971289" sldId="480"/>
        </pc:sldMkLst>
        <pc:spChg chg="mod">
          <ac:chgData name="Al Friend" userId="e5ed79da-d858-46d4-9eed-a7a24903f2de" providerId="ADAL" clId="{7EBC21C9-36A6-45B2-B043-A3E9805CDF51}" dt="2025-11-04T11:10:39.515" v="19" actId="1037"/>
          <ac:spMkLst>
            <pc:docMk/>
            <pc:sldMk cId="1470971289" sldId="480"/>
            <ac:spMk id="4" creationId="{93721793-CA31-4B84-8EE1-CCC1FFFA35E8}"/>
          </ac:spMkLst>
        </pc:spChg>
        <pc:spChg chg="mod">
          <ac:chgData name="Al Friend" userId="e5ed79da-d858-46d4-9eed-a7a24903f2de" providerId="ADAL" clId="{7EBC21C9-36A6-45B2-B043-A3E9805CDF51}" dt="2025-11-04T11:10:52.011" v="35" actId="14100"/>
          <ac:spMkLst>
            <pc:docMk/>
            <pc:sldMk cId="1470971289" sldId="480"/>
            <ac:spMk id="5" creationId="{043215A2-63BF-4071-82E3-F5D3AD04ED7E}"/>
          </ac:spMkLst>
        </pc:spChg>
      </pc:sldChg>
      <pc:sldChg chg="modSp">
        <pc:chgData name="Al Friend" userId="e5ed79da-d858-46d4-9eed-a7a24903f2de" providerId="ADAL" clId="{7EBC21C9-36A6-45B2-B043-A3E9805CDF51}" dt="2025-11-04T11:24:18.959" v="47" actId="1037"/>
        <pc:sldMkLst>
          <pc:docMk/>
          <pc:sldMk cId="1332464609" sldId="482"/>
        </pc:sldMkLst>
        <pc:spChg chg="mod">
          <ac:chgData name="Al Friend" userId="e5ed79da-d858-46d4-9eed-a7a24903f2de" providerId="ADAL" clId="{7EBC21C9-36A6-45B2-B043-A3E9805CDF51}" dt="2025-11-04T11:24:18.959" v="47" actId="1037"/>
          <ac:spMkLst>
            <pc:docMk/>
            <pc:sldMk cId="1332464609" sldId="482"/>
            <ac:spMk id="4" creationId="{4F7F657C-0885-47FC-9332-3A73D95D6B79}"/>
          </ac:spMkLst>
        </pc:spChg>
      </pc:sldChg>
      <pc:sldChg chg="modSp">
        <pc:chgData name="Al Friend" userId="e5ed79da-d858-46d4-9eed-a7a24903f2de" providerId="ADAL" clId="{7EBC21C9-36A6-45B2-B043-A3E9805CDF51}" dt="2025-11-04T11:30:04.854" v="64" actId="1038"/>
        <pc:sldMkLst>
          <pc:docMk/>
          <pc:sldMk cId="932557511" sldId="483"/>
        </pc:sldMkLst>
        <pc:spChg chg="mod">
          <ac:chgData name="Al Friend" userId="e5ed79da-d858-46d4-9eed-a7a24903f2de" providerId="ADAL" clId="{7EBC21C9-36A6-45B2-B043-A3E9805CDF51}" dt="2025-11-04T11:30:04.854" v="64" actId="1038"/>
          <ac:spMkLst>
            <pc:docMk/>
            <pc:sldMk cId="932557511" sldId="483"/>
            <ac:spMk id="4" creationId="{70059189-A8F5-443B-840A-C462858FF9EC}"/>
          </ac:spMkLst>
        </pc:spChg>
      </pc:sldChg>
      <pc:sldChg chg="modSp">
        <pc:chgData name="Al Friend" userId="e5ed79da-d858-46d4-9eed-a7a24903f2de" providerId="ADAL" clId="{7EBC21C9-36A6-45B2-B043-A3E9805CDF51}" dt="2025-11-04T11:30:27.127" v="92" actId="1037"/>
        <pc:sldMkLst>
          <pc:docMk/>
          <pc:sldMk cId="1332464609" sldId="484"/>
        </pc:sldMkLst>
        <pc:spChg chg="mod">
          <ac:chgData name="Al Friend" userId="e5ed79da-d858-46d4-9eed-a7a24903f2de" providerId="ADAL" clId="{7EBC21C9-36A6-45B2-B043-A3E9805CDF51}" dt="2025-11-04T11:30:22.133" v="80" actId="1037"/>
          <ac:spMkLst>
            <pc:docMk/>
            <pc:sldMk cId="1332464609" sldId="484"/>
            <ac:spMk id="4" creationId="{B7CE4B85-86DF-46E6-8482-B52ACDB31684}"/>
          </ac:spMkLst>
        </pc:spChg>
        <pc:spChg chg="mod">
          <ac:chgData name="Al Friend" userId="e5ed79da-d858-46d4-9eed-a7a24903f2de" providerId="ADAL" clId="{7EBC21C9-36A6-45B2-B043-A3E9805CDF51}" dt="2025-11-04T11:30:27.127" v="92" actId="1037"/>
          <ac:spMkLst>
            <pc:docMk/>
            <pc:sldMk cId="1332464609" sldId="484"/>
            <ac:spMk id="5" creationId="{EC02A9DC-52B1-4524-8ECF-08E718F2F72F}"/>
          </ac:spMkLst>
        </pc:spChg>
      </pc:sldChg>
      <pc:sldChg chg="modSp ord">
        <pc:chgData name="Al Friend" userId="e5ed79da-d858-46d4-9eed-a7a24903f2de" providerId="ADAL" clId="{7EBC21C9-36A6-45B2-B043-A3E9805CDF51}" dt="2025-11-05T14:23:58.511" v="195" actId="1037"/>
        <pc:sldMkLst>
          <pc:docMk/>
          <pc:sldMk cId="2101183669" sldId="495"/>
        </pc:sldMkLst>
        <pc:spChg chg="mod">
          <ac:chgData name="Al Friend" userId="e5ed79da-d858-46d4-9eed-a7a24903f2de" providerId="ADAL" clId="{7EBC21C9-36A6-45B2-B043-A3E9805CDF51}" dt="2025-11-05T14:12:56.732" v="157" actId="113"/>
          <ac:spMkLst>
            <pc:docMk/>
            <pc:sldMk cId="2101183669" sldId="495"/>
            <ac:spMk id="4" creationId="{185813CB-9FAE-BFE0-99F7-D887C6794568}"/>
          </ac:spMkLst>
        </pc:spChg>
        <pc:spChg chg="mod">
          <ac:chgData name="Al Friend" userId="e5ed79da-d858-46d4-9eed-a7a24903f2de" providerId="ADAL" clId="{7EBC21C9-36A6-45B2-B043-A3E9805CDF51}" dt="2025-11-05T14:23:58.511" v="195" actId="1037"/>
          <ac:spMkLst>
            <pc:docMk/>
            <pc:sldMk cId="2101183669" sldId="495"/>
            <ac:spMk id="5" creationId="{EB0E0EEA-3A4A-497B-97CE-13740A7D5F02}"/>
          </ac:spMkLst>
        </pc:spChg>
      </pc:sldChg>
      <pc:sldChg chg="modSp ord">
        <pc:chgData name="Al Friend" userId="e5ed79da-d858-46d4-9eed-a7a24903f2de" providerId="ADAL" clId="{7EBC21C9-36A6-45B2-B043-A3E9805CDF51}" dt="2025-11-05T14:13:27.788" v="160" actId="14100"/>
        <pc:sldMkLst>
          <pc:docMk/>
          <pc:sldMk cId="4107584093" sldId="589"/>
        </pc:sldMkLst>
        <pc:spChg chg="mod">
          <ac:chgData name="Al Friend" userId="e5ed79da-d858-46d4-9eed-a7a24903f2de" providerId="ADAL" clId="{7EBC21C9-36A6-45B2-B043-A3E9805CDF51}" dt="2025-11-05T14:13:27.788" v="160" actId="14100"/>
          <ac:spMkLst>
            <pc:docMk/>
            <pc:sldMk cId="4107584093" sldId="589"/>
            <ac:spMk id="4" creationId="{77E8332C-AADD-4F2B-B0E2-AC0B43D6AE90}"/>
          </ac:spMkLst>
        </pc:spChg>
      </pc:sldChg>
      <pc:sldChg chg="ord">
        <pc:chgData name="Al Friend" userId="e5ed79da-d858-46d4-9eed-a7a24903f2de" providerId="ADAL" clId="{7EBC21C9-36A6-45B2-B043-A3E9805CDF51}" dt="2025-10-30T11:22:30.191" v="0"/>
        <pc:sldMkLst>
          <pc:docMk/>
          <pc:sldMk cId="3688620620" sldId="687"/>
        </pc:sldMkLst>
      </pc:sldChg>
      <pc:sldChg chg="modSp ord">
        <pc:chgData name="Al Friend" userId="e5ed79da-d858-46d4-9eed-a7a24903f2de" providerId="ADAL" clId="{7EBC21C9-36A6-45B2-B043-A3E9805CDF51}" dt="2025-11-05T14:13:34.699" v="162" actId="14100"/>
        <pc:sldMkLst>
          <pc:docMk/>
          <pc:sldMk cId="731722010" sldId="771"/>
        </pc:sldMkLst>
        <pc:spChg chg="mod">
          <ac:chgData name="Al Friend" userId="e5ed79da-d858-46d4-9eed-a7a24903f2de" providerId="ADAL" clId="{7EBC21C9-36A6-45B2-B043-A3E9805CDF51}" dt="2025-11-05T14:13:34.699" v="162" actId="14100"/>
          <ac:spMkLst>
            <pc:docMk/>
            <pc:sldMk cId="731722010" sldId="771"/>
            <ac:spMk id="4" creationId="{77E8332C-AADD-4F2B-B0E2-AC0B43D6AE90}"/>
          </ac:spMkLst>
        </pc:spChg>
      </pc:sldChg>
      <pc:sldChg chg="ord">
        <pc:chgData name="Al Friend" userId="e5ed79da-d858-46d4-9eed-a7a24903f2de" providerId="ADAL" clId="{7EBC21C9-36A6-45B2-B043-A3E9805CDF51}" dt="2025-11-05T10:35:30.043" v="131"/>
        <pc:sldMkLst>
          <pc:docMk/>
          <pc:sldMk cId="2224595681" sldId="772"/>
        </pc:sldMkLst>
      </pc:sldChg>
      <pc:sldChg chg="ord">
        <pc:chgData name="Al Friend" userId="e5ed79da-d858-46d4-9eed-a7a24903f2de" providerId="ADAL" clId="{7EBC21C9-36A6-45B2-B043-A3E9805CDF51}" dt="2025-11-05T10:35:30.043" v="131"/>
        <pc:sldMkLst>
          <pc:docMk/>
          <pc:sldMk cId="234386027" sldId="773"/>
        </pc:sldMkLst>
      </pc:sldChg>
      <pc:sldChg chg="ord">
        <pc:chgData name="Al Friend" userId="e5ed79da-d858-46d4-9eed-a7a24903f2de" providerId="ADAL" clId="{7EBC21C9-36A6-45B2-B043-A3E9805CDF51}" dt="2025-11-05T10:35:30.043" v="131"/>
        <pc:sldMkLst>
          <pc:docMk/>
          <pc:sldMk cId="2734450975" sldId="775"/>
        </pc:sldMkLst>
      </pc:sldChg>
      <pc:sldChg chg="ord">
        <pc:chgData name="Al Friend" userId="e5ed79da-d858-46d4-9eed-a7a24903f2de" providerId="ADAL" clId="{7EBC21C9-36A6-45B2-B043-A3E9805CDF51}" dt="2025-11-05T10:36:46.274" v="143"/>
        <pc:sldMkLst>
          <pc:docMk/>
          <pc:sldMk cId="389849039" sldId="788"/>
        </pc:sldMkLst>
      </pc:sldChg>
      <pc:sldChg chg="modSp ord">
        <pc:chgData name="Al Friend" userId="e5ed79da-d858-46d4-9eed-a7a24903f2de" providerId="ADAL" clId="{7EBC21C9-36A6-45B2-B043-A3E9805CDF51}" dt="2025-11-05T14:13:11.127" v="158"/>
        <pc:sldMkLst>
          <pc:docMk/>
          <pc:sldMk cId="293292054" sldId="789"/>
        </pc:sldMkLst>
        <pc:spChg chg="mod">
          <ac:chgData name="Al Friend" userId="e5ed79da-d858-46d4-9eed-a7a24903f2de" providerId="ADAL" clId="{7EBC21C9-36A6-45B2-B043-A3E9805CDF51}" dt="2025-11-05T14:13:11.127" v="158"/>
          <ac:spMkLst>
            <pc:docMk/>
            <pc:sldMk cId="293292054" sldId="789"/>
            <ac:spMk id="7" creationId="{960ADA62-6F76-4B50-8402-A3FD578F96AA}"/>
          </ac:spMkLst>
        </pc:spChg>
      </pc:sldChg>
      <pc:sldChg chg="ord">
        <pc:chgData name="Al Friend" userId="e5ed79da-d858-46d4-9eed-a7a24903f2de" providerId="ADAL" clId="{7EBC21C9-36A6-45B2-B043-A3E9805CDF51}" dt="2025-11-05T10:36:46.274" v="143"/>
        <pc:sldMkLst>
          <pc:docMk/>
          <pc:sldMk cId="1729334769" sldId="790"/>
        </pc:sldMkLst>
      </pc:sldChg>
      <pc:sldChg chg="modSp modAnim">
        <pc:chgData name="Al Friend" userId="e5ed79da-d858-46d4-9eed-a7a24903f2de" providerId="ADAL" clId="{7EBC21C9-36A6-45B2-B043-A3E9805CDF51}" dt="2025-11-05T16:11:31.740" v="212"/>
        <pc:sldMkLst>
          <pc:docMk/>
          <pc:sldMk cId="1135862847" sldId="791"/>
        </pc:sldMkLst>
        <pc:spChg chg="mod">
          <ac:chgData name="Al Friend" userId="e5ed79da-d858-46d4-9eed-a7a24903f2de" providerId="ADAL" clId="{7EBC21C9-36A6-45B2-B043-A3E9805CDF51}" dt="2025-11-05T16:10:56.519" v="210" actId="1076"/>
          <ac:spMkLst>
            <pc:docMk/>
            <pc:sldMk cId="1135862847" sldId="791"/>
            <ac:spMk id="49" creationId="{32D80D9D-A915-458D-9FB9-52D0A8801C46}"/>
          </ac:spMkLst>
        </pc:spChg>
      </pc:sldChg>
    </pc:docChg>
  </pc:docChgLst>
  <pc:docChgLst>
    <pc:chgData name="Al Friend" userId="e5ed79da-d858-46d4-9eed-a7a24903f2de" providerId="ADAL" clId="{7629EF56-E4C2-4744-AEF1-479C866A7F49}"/>
  </pc:docChgLst>
  <pc:docChgLst>
    <pc:chgData name="Al Friend" userId="e5ed79da-d858-46d4-9eed-a7a24903f2de" providerId="ADAL" clId="{84C4C289-AD5C-4B25-AD63-E6DEBE2994A4}"/>
  </pc:docChgLst>
</pc:chgInfo>
</file>

<file path=ppt/diagrams/colors1.xml><?xml version="1.0" encoding="utf-8"?>
<dgm:colorsDef xmlns:dgm="http://schemas.openxmlformats.org/drawingml/2006/diagram" xmlns:a="http://schemas.openxmlformats.org/drawingml/2006/main" uniqueId="urn:microsoft.com/office/officeart/2005/8/colors/accent1_2">
  <dgm:title val=""/>
  <dgm:desc val=""/>
  <dgm:catLst>
    <dgm:cat type="accent1" pri="11200"/>
  </dgm:catLst>
  <dgm:styleLbl name="node0">
    <dgm:fillClrLst meth="repeat">
      <a:schemeClr val="accent1"/>
    </dgm:fillClrLst>
    <dgm:linClrLst meth="repeat">
      <a:schemeClr val="lt1"/>
    </dgm:linClrLst>
    <dgm:effectClrLst/>
    <dgm:txLinClrLst/>
    <dgm:txFillClrLst/>
    <dgm:txEffectClrLst/>
  </dgm:styleLbl>
  <dgm:styleLbl name="alignNode1">
    <dgm:fillClrLst meth="repeat">
      <a:schemeClr val="accent1"/>
    </dgm:fillClrLst>
    <dgm:linClrLst meth="repeat">
      <a:schemeClr val="accent1"/>
    </dgm:linClrLst>
    <dgm:effectClrLst/>
    <dgm:txLinClrLst/>
    <dgm:txFillClrLst/>
    <dgm:txEffectClrLst/>
  </dgm:styleLbl>
  <dgm:styleLbl name="node1">
    <dgm:fillClrLst meth="repeat">
      <a:schemeClr val="accent1"/>
    </dgm:fillClrLst>
    <dgm:linClrLst meth="repeat">
      <a:schemeClr val="lt1"/>
    </dgm:linClrLst>
    <dgm:effectClrLst/>
    <dgm:txLinClrLst/>
    <dgm:txFillClrLst/>
    <dgm:txEffectClrLst/>
  </dgm:styleLbl>
  <dgm:styleLbl name="lnNode1">
    <dgm:fillClrLst meth="repeat">
      <a:schemeClr val="accent1"/>
    </dgm:fillClrLst>
    <dgm:linClrLst meth="repeat">
      <a:schemeClr val="lt1"/>
    </dgm:linClrLst>
    <dgm:effectClrLst/>
    <dgm:txLinClrLst/>
    <dgm:txFillClrLst/>
    <dgm:txEffectClrLst/>
  </dgm:styleLbl>
  <dgm:styleLbl name="vennNode1">
    <dgm:fillClrLst meth="repeat">
      <a:schemeClr val="accent1">
        <a:alpha val="50000"/>
      </a:schemeClr>
    </dgm:fillClrLst>
    <dgm:linClrLst meth="repeat">
      <a:schemeClr val="lt1"/>
    </dgm:linClrLst>
    <dgm:effectClrLst/>
    <dgm:txLinClrLst/>
    <dgm:txFillClrLst/>
    <dgm:txEffectClrLst/>
  </dgm:styleLbl>
  <dgm:styleLbl name="node2">
    <dgm:fillClrLst meth="repeat">
      <a:schemeClr val="accent1"/>
    </dgm:fillClrLst>
    <dgm:linClrLst meth="repeat">
      <a:schemeClr val="lt1"/>
    </dgm:linClrLst>
    <dgm:effectClrLst/>
    <dgm:txLinClrLst/>
    <dgm:txFillClrLst/>
    <dgm:txEffectClrLst/>
  </dgm:styleLbl>
  <dgm:styleLbl name="node3">
    <dgm:fillClrLst meth="repeat">
      <a:schemeClr val="accent1"/>
    </dgm:fillClrLst>
    <dgm:linClrLst meth="repeat">
      <a:schemeClr val="lt1"/>
    </dgm:linClrLst>
    <dgm:effectClrLst/>
    <dgm:txLinClrLst/>
    <dgm:txFillClrLst/>
    <dgm:txEffectClrLst/>
  </dgm:styleLbl>
  <dgm:styleLbl name="node4">
    <dgm:fillClrLst meth="repeat">
      <a:schemeClr val="accent1"/>
    </dgm:fillClrLst>
    <dgm:linClrLst meth="repeat">
      <a:schemeClr val="lt1"/>
    </dgm:linClrLst>
    <dgm:effectClrLst/>
    <dgm:txLinClrLst/>
    <dgm:txFillClrLst/>
    <dgm:txEffectClrLst/>
  </dgm:styleLbl>
  <dgm:styleLbl name="f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1">
        <a:tint val="60000"/>
      </a:schemeClr>
    </dgm:fillClrLst>
    <dgm:linClrLst meth="repeat">
      <a:schemeClr val="accent1">
        <a:tint val="60000"/>
      </a:schemeClr>
    </dgm:linClrLst>
    <dgm:effectClrLst/>
    <dgm:txLinClrLst/>
    <dgm:txFillClrLst/>
    <dgm:txEffectClrLst/>
  </dgm:styleLbl>
  <dgm:styleLbl name="fgSibTrans2D1">
    <dgm:fillClrLst meth="repeat">
      <a:schemeClr val="accent1">
        <a:tint val="60000"/>
      </a:schemeClr>
    </dgm:fillClrLst>
    <dgm:linClrLst meth="repeat">
      <a:schemeClr val="accent1">
        <a:tint val="60000"/>
      </a:schemeClr>
    </dgm:linClrLst>
    <dgm:effectClrLst/>
    <dgm:txLinClrLst/>
    <dgm:txFillClrLst/>
    <dgm:txEffectClrLst/>
  </dgm:styleLbl>
  <dgm:styleLbl name="bgSibTrans2D1">
    <dgm:fillClrLst meth="repeat">
      <a:schemeClr val="accent1">
        <a:tint val="60000"/>
      </a:schemeClr>
    </dgm:fillClrLst>
    <dgm:linClrLst meth="repeat">
      <a:schemeClr val="accent1">
        <a:tint val="60000"/>
      </a:schemeClr>
    </dgm:linClrLst>
    <dgm:effectClrLst/>
    <dgm:txLinClrLst/>
    <dgm:txFillClrLst/>
    <dgm:txEffectClrLst/>
  </dgm:styleLbl>
  <dgm:styleLbl name="sibTrans1D1">
    <dgm:fillClrLst meth="repeat">
      <a:schemeClr val="accent1"/>
    </dgm:fillClrLst>
    <dgm:linClrLst meth="repeat">
      <a:schemeClr val="accent1"/>
    </dgm:linClrLst>
    <dgm:effectClrLst/>
    <dgm:txLinClrLst/>
    <dgm:txFillClrLst meth="repeat">
      <a:schemeClr val="tx1"/>
    </dgm:txFillClrLst>
    <dgm:txEffectClrLst/>
  </dgm:styleLbl>
  <dgm:styleLbl name="callout">
    <dgm:fillClrLst meth="repeat">
      <a:schemeClr val="accent1"/>
    </dgm:fillClrLst>
    <dgm:linClrLst meth="repeat">
      <a:schemeClr val="accent1">
        <a:tint val="50000"/>
      </a:schemeClr>
    </dgm:linClrLst>
    <dgm:effectClrLst/>
    <dgm:txLinClrLst/>
    <dgm:txFillClrLst meth="repeat">
      <a:schemeClr val="tx1"/>
    </dgm:txFillClrLst>
    <dgm:txEffectClrLst/>
  </dgm:styleLbl>
  <dgm:styleLbl name="asst0">
    <dgm:fillClrLst meth="repeat">
      <a:schemeClr val="accent1"/>
    </dgm:fillClrLst>
    <dgm:linClrLst meth="repeat">
      <a:schemeClr val="lt1"/>
    </dgm:linClrLst>
    <dgm:effectClrLst/>
    <dgm:txLinClrLst/>
    <dgm:txFillClrLst/>
    <dgm:txEffectClrLst/>
  </dgm:styleLbl>
  <dgm:styleLbl name="asst1">
    <dgm:fillClrLst meth="repeat">
      <a:schemeClr val="accent1"/>
    </dgm:fillClrLst>
    <dgm:linClrLst meth="repeat">
      <a:schemeClr val="lt1"/>
    </dgm:linClrLst>
    <dgm:effectClrLst/>
    <dgm:txLinClrLst/>
    <dgm:txFillClrLst/>
    <dgm:txEffectClrLst/>
  </dgm:styleLbl>
  <dgm:styleLbl name="asst2">
    <dgm:fillClrLst meth="repeat">
      <a:schemeClr val="accent1"/>
    </dgm:fillClrLst>
    <dgm:linClrLst meth="repeat">
      <a:schemeClr val="lt1"/>
    </dgm:linClrLst>
    <dgm:effectClrLst/>
    <dgm:txLinClrLst/>
    <dgm:txFillClrLst/>
    <dgm:txEffectClrLst/>
  </dgm:styleLbl>
  <dgm:styleLbl name="asst3">
    <dgm:fillClrLst meth="repeat">
      <a:schemeClr val="accent1"/>
    </dgm:fillClrLst>
    <dgm:linClrLst meth="repeat">
      <a:schemeClr val="lt1"/>
    </dgm:linClrLst>
    <dgm:effectClrLst/>
    <dgm:txLinClrLst/>
    <dgm:txFillClrLst/>
    <dgm:txEffectClrLst/>
  </dgm:styleLbl>
  <dgm:styleLbl name="asst4">
    <dgm:fillClrLst meth="repeat">
      <a:schemeClr val="accent1"/>
    </dgm:fillClrLst>
    <dgm:linClrLst meth="repeat">
      <a:schemeClr val="lt1"/>
    </dgm:linClrLst>
    <dgm:effectClrLst/>
    <dgm:txLinClrLst/>
    <dgm:txFillClrLst/>
    <dgm:txEffectClrLst/>
  </dgm:styleLbl>
  <dgm:styleLbl name="parChTrans2D1">
    <dgm:fillClrLst meth="repeat">
      <a:schemeClr val="accent1">
        <a:tint val="60000"/>
      </a:schemeClr>
    </dgm:fillClrLst>
    <dgm:linClrLst meth="repeat">
      <a:schemeClr val="accent1">
        <a:tint val="60000"/>
      </a:schemeClr>
    </dgm:linClrLst>
    <dgm:effectClrLst/>
    <dgm:txLinClrLst/>
    <dgm:txFillClrLst meth="repeat">
      <a:schemeClr val="lt1"/>
    </dgm:txFillClrLst>
    <dgm:txEffectClrLst/>
  </dgm:styleLbl>
  <dgm:styleLbl name="parChTrans2D2">
    <dgm:fillClrLst meth="repeat">
      <a:schemeClr val="accent1"/>
    </dgm:fillClrLst>
    <dgm:linClrLst meth="repeat">
      <a:schemeClr val="accent1"/>
    </dgm:linClrLst>
    <dgm:effectClrLst/>
    <dgm:txLinClrLst/>
    <dgm:txFillClrLst meth="repeat">
      <a:schemeClr val="lt1"/>
    </dgm:txFillClrLst>
    <dgm:txEffectClrLst/>
  </dgm:styleLbl>
  <dgm:styleLbl name="parChTrans2D3">
    <dgm:fillClrLst meth="repeat">
      <a:schemeClr val="accent1"/>
    </dgm:fillClrLst>
    <dgm:linClrLst meth="repeat">
      <a:schemeClr val="accent1"/>
    </dgm:linClrLst>
    <dgm:effectClrLst/>
    <dgm:txLinClrLst/>
    <dgm:txFillClrLst meth="repeat">
      <a:schemeClr val="lt1"/>
    </dgm:txFillClrLst>
    <dgm:txEffectClrLst/>
  </dgm:styleLbl>
  <dgm:styleLbl name="parChTrans2D4">
    <dgm:fillClrLst meth="repeat">
      <a:schemeClr val="accent1"/>
    </dgm:fillClrLst>
    <dgm:linClrLst meth="repeat">
      <a:schemeClr val="accent1"/>
    </dgm:linClrLst>
    <dgm:effectClrLst/>
    <dgm:txLinClrLst/>
    <dgm:txFillClrLst meth="repeat">
      <a:schemeClr val="lt1"/>
    </dgm:txFillClrLst>
    <dgm:txEffectClrLst/>
  </dgm:styleLbl>
  <dgm:styleLbl name="parChTrans1D1">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2">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3">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parChTrans1D4">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1"/>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solidFgAcc1">
    <dgm:fillClrLst meth="repeat">
      <a:schemeClr val="lt1"/>
    </dgm:fillClrLst>
    <dgm:linClrLst meth="repeat">
      <a:schemeClr val="accent1"/>
    </dgm:linClrLst>
    <dgm:effectClrLst/>
    <dgm:txLinClrLst/>
    <dgm:txFillClrLst meth="repeat">
      <a:schemeClr val="dk1"/>
    </dgm:txFillClrLst>
    <dgm:txEffectClrLst/>
  </dgm:styleLbl>
  <dgm:styleLbl name="solidAlignAcc1">
    <dgm:fillClrLst meth="repeat">
      <a:schemeClr val="lt1"/>
    </dgm:fillClrLst>
    <dgm:linClrLst meth="repeat">
      <a:schemeClr val="accent1"/>
    </dgm:linClrLst>
    <dgm:effectClrLst/>
    <dgm:txLinClrLst/>
    <dgm:txFillClrLst meth="repeat">
      <a:schemeClr val="dk1"/>
    </dgm:txFillClrLst>
    <dgm:txEffectClrLst/>
  </dgm:styleLbl>
  <dgm:styleLbl name="solidBgAcc1">
    <dgm:fillClrLst meth="repeat">
      <a:schemeClr val="lt1"/>
    </dgm:fillClrLst>
    <dgm:linClrLst meth="repeat">
      <a:schemeClr val="accent1"/>
    </dgm:linClrLst>
    <dgm:effectClrLst/>
    <dgm:txLinClrLst/>
    <dgm:txFillClrLst meth="repeat">
      <a:schemeClr val="dk1"/>
    </dgm:txFillClrLst>
    <dgm:txEffectClrLst/>
  </dgm:styleLbl>
  <dgm:styleLbl name="f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align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b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bgShp">
    <dgm:fillClrLst meth="repeat">
      <a:schemeClr val="accent1">
        <a:tint val="40000"/>
      </a:schemeClr>
    </dgm:fillClrLst>
    <dgm:linClrLst meth="repeat">
      <a:schemeClr val="accent1"/>
    </dgm:linClrLst>
    <dgm:effectClrLst/>
    <dgm:txLinClrLst/>
    <dgm:txFillClrLst meth="repeat">
      <a:schemeClr val="dk1"/>
    </dgm:txFillClrLst>
    <dgm:txEffectClrLst/>
  </dgm:styleLbl>
  <dgm:styleLbl name="dkBgShp">
    <dgm:fillClrLst meth="repeat">
      <a:schemeClr val="accent1">
        <a:shade val="80000"/>
      </a:schemeClr>
    </dgm:fillClrLst>
    <dgm:linClrLst meth="repeat">
      <a:schemeClr val="accent1"/>
    </dgm:linClrLst>
    <dgm:effectClrLst/>
    <dgm:txLinClrLst/>
    <dgm:txFillClrLst meth="repeat">
      <a:schemeClr val="lt1"/>
    </dgm:txFillClrLst>
    <dgm:txEffectClrLst/>
  </dgm:styleLbl>
  <dgm:styleLbl name="trBgShp">
    <dgm:fillClrLst meth="repeat">
      <a:schemeClr val="accent1">
        <a:tint val="50000"/>
        <a:alpha val="40000"/>
      </a:schemeClr>
    </dgm:fillClrLst>
    <dgm:linClrLst meth="repeat">
      <a:schemeClr val="accent1"/>
    </dgm:linClrLst>
    <dgm:effectClrLst/>
    <dgm:txLinClrLst/>
    <dgm:txFillClrLst meth="repeat">
      <a:schemeClr val="lt1"/>
    </dgm:txFillClrLst>
    <dgm:txEffectClrLst/>
  </dgm:styleLbl>
  <dgm:styleLbl name="fgShp">
    <dgm:fillClrLst meth="repeat">
      <a:schemeClr val="accent1">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2.xml><?xml version="1.0" encoding="utf-8"?>
<dgm:colorsDef xmlns:dgm="http://schemas.openxmlformats.org/drawingml/2006/diagram" xmlns:a="http://schemas.openxmlformats.org/drawingml/2006/main" uniqueId="urn:microsoft.com/office/officeart/2005/8/colors/accent1_2">
  <dgm:title val=""/>
  <dgm:desc val=""/>
  <dgm:catLst>
    <dgm:cat type="accent1" pri="11200"/>
  </dgm:catLst>
  <dgm:styleLbl name="node0">
    <dgm:fillClrLst meth="repeat">
      <a:schemeClr val="accent1"/>
    </dgm:fillClrLst>
    <dgm:linClrLst meth="repeat">
      <a:schemeClr val="lt1"/>
    </dgm:linClrLst>
    <dgm:effectClrLst/>
    <dgm:txLinClrLst/>
    <dgm:txFillClrLst/>
    <dgm:txEffectClrLst/>
  </dgm:styleLbl>
  <dgm:styleLbl name="alignNode1">
    <dgm:fillClrLst meth="repeat">
      <a:schemeClr val="accent1"/>
    </dgm:fillClrLst>
    <dgm:linClrLst meth="repeat">
      <a:schemeClr val="accent1"/>
    </dgm:linClrLst>
    <dgm:effectClrLst/>
    <dgm:txLinClrLst/>
    <dgm:txFillClrLst/>
    <dgm:txEffectClrLst/>
  </dgm:styleLbl>
  <dgm:styleLbl name="node1">
    <dgm:fillClrLst meth="repeat">
      <a:schemeClr val="accent1"/>
    </dgm:fillClrLst>
    <dgm:linClrLst meth="repeat">
      <a:schemeClr val="lt1"/>
    </dgm:linClrLst>
    <dgm:effectClrLst/>
    <dgm:txLinClrLst/>
    <dgm:txFillClrLst/>
    <dgm:txEffectClrLst/>
  </dgm:styleLbl>
  <dgm:styleLbl name="lnNode1">
    <dgm:fillClrLst meth="repeat">
      <a:schemeClr val="accent1"/>
    </dgm:fillClrLst>
    <dgm:linClrLst meth="repeat">
      <a:schemeClr val="lt1"/>
    </dgm:linClrLst>
    <dgm:effectClrLst/>
    <dgm:txLinClrLst/>
    <dgm:txFillClrLst/>
    <dgm:txEffectClrLst/>
  </dgm:styleLbl>
  <dgm:styleLbl name="vennNode1">
    <dgm:fillClrLst meth="repeat">
      <a:schemeClr val="accent1">
        <a:alpha val="50000"/>
      </a:schemeClr>
    </dgm:fillClrLst>
    <dgm:linClrLst meth="repeat">
      <a:schemeClr val="lt1"/>
    </dgm:linClrLst>
    <dgm:effectClrLst/>
    <dgm:txLinClrLst/>
    <dgm:txFillClrLst/>
    <dgm:txEffectClrLst/>
  </dgm:styleLbl>
  <dgm:styleLbl name="node2">
    <dgm:fillClrLst meth="repeat">
      <a:schemeClr val="accent1"/>
    </dgm:fillClrLst>
    <dgm:linClrLst meth="repeat">
      <a:schemeClr val="lt1"/>
    </dgm:linClrLst>
    <dgm:effectClrLst/>
    <dgm:txLinClrLst/>
    <dgm:txFillClrLst/>
    <dgm:txEffectClrLst/>
  </dgm:styleLbl>
  <dgm:styleLbl name="node3">
    <dgm:fillClrLst meth="repeat">
      <a:schemeClr val="accent1"/>
    </dgm:fillClrLst>
    <dgm:linClrLst meth="repeat">
      <a:schemeClr val="lt1"/>
    </dgm:linClrLst>
    <dgm:effectClrLst/>
    <dgm:txLinClrLst/>
    <dgm:txFillClrLst/>
    <dgm:txEffectClrLst/>
  </dgm:styleLbl>
  <dgm:styleLbl name="node4">
    <dgm:fillClrLst meth="repeat">
      <a:schemeClr val="accent1"/>
    </dgm:fillClrLst>
    <dgm:linClrLst meth="repeat">
      <a:schemeClr val="lt1"/>
    </dgm:linClrLst>
    <dgm:effectClrLst/>
    <dgm:txLinClrLst/>
    <dgm:txFillClrLst/>
    <dgm:txEffectClrLst/>
  </dgm:styleLbl>
  <dgm:styleLbl name="f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1">
        <a:tint val="60000"/>
      </a:schemeClr>
    </dgm:fillClrLst>
    <dgm:linClrLst meth="repeat">
      <a:schemeClr val="accent1">
        <a:tint val="60000"/>
      </a:schemeClr>
    </dgm:linClrLst>
    <dgm:effectClrLst/>
    <dgm:txLinClrLst/>
    <dgm:txFillClrLst/>
    <dgm:txEffectClrLst/>
  </dgm:styleLbl>
  <dgm:styleLbl name="fgSibTrans2D1">
    <dgm:fillClrLst meth="repeat">
      <a:schemeClr val="accent1">
        <a:tint val="60000"/>
      </a:schemeClr>
    </dgm:fillClrLst>
    <dgm:linClrLst meth="repeat">
      <a:schemeClr val="accent1">
        <a:tint val="60000"/>
      </a:schemeClr>
    </dgm:linClrLst>
    <dgm:effectClrLst/>
    <dgm:txLinClrLst/>
    <dgm:txFillClrLst/>
    <dgm:txEffectClrLst/>
  </dgm:styleLbl>
  <dgm:styleLbl name="bgSibTrans2D1">
    <dgm:fillClrLst meth="repeat">
      <a:schemeClr val="accent1">
        <a:tint val="60000"/>
      </a:schemeClr>
    </dgm:fillClrLst>
    <dgm:linClrLst meth="repeat">
      <a:schemeClr val="accent1">
        <a:tint val="60000"/>
      </a:schemeClr>
    </dgm:linClrLst>
    <dgm:effectClrLst/>
    <dgm:txLinClrLst/>
    <dgm:txFillClrLst/>
    <dgm:txEffectClrLst/>
  </dgm:styleLbl>
  <dgm:styleLbl name="sibTrans1D1">
    <dgm:fillClrLst meth="repeat">
      <a:schemeClr val="accent1"/>
    </dgm:fillClrLst>
    <dgm:linClrLst meth="repeat">
      <a:schemeClr val="accent1"/>
    </dgm:linClrLst>
    <dgm:effectClrLst/>
    <dgm:txLinClrLst/>
    <dgm:txFillClrLst meth="repeat">
      <a:schemeClr val="tx1"/>
    </dgm:txFillClrLst>
    <dgm:txEffectClrLst/>
  </dgm:styleLbl>
  <dgm:styleLbl name="callout">
    <dgm:fillClrLst meth="repeat">
      <a:schemeClr val="accent1"/>
    </dgm:fillClrLst>
    <dgm:linClrLst meth="repeat">
      <a:schemeClr val="accent1">
        <a:tint val="50000"/>
      </a:schemeClr>
    </dgm:linClrLst>
    <dgm:effectClrLst/>
    <dgm:txLinClrLst/>
    <dgm:txFillClrLst meth="repeat">
      <a:schemeClr val="tx1"/>
    </dgm:txFillClrLst>
    <dgm:txEffectClrLst/>
  </dgm:styleLbl>
  <dgm:styleLbl name="asst0">
    <dgm:fillClrLst meth="repeat">
      <a:schemeClr val="accent1"/>
    </dgm:fillClrLst>
    <dgm:linClrLst meth="repeat">
      <a:schemeClr val="lt1"/>
    </dgm:linClrLst>
    <dgm:effectClrLst/>
    <dgm:txLinClrLst/>
    <dgm:txFillClrLst/>
    <dgm:txEffectClrLst/>
  </dgm:styleLbl>
  <dgm:styleLbl name="asst1">
    <dgm:fillClrLst meth="repeat">
      <a:schemeClr val="accent1"/>
    </dgm:fillClrLst>
    <dgm:linClrLst meth="repeat">
      <a:schemeClr val="lt1"/>
    </dgm:linClrLst>
    <dgm:effectClrLst/>
    <dgm:txLinClrLst/>
    <dgm:txFillClrLst/>
    <dgm:txEffectClrLst/>
  </dgm:styleLbl>
  <dgm:styleLbl name="asst2">
    <dgm:fillClrLst meth="repeat">
      <a:schemeClr val="accent1"/>
    </dgm:fillClrLst>
    <dgm:linClrLst meth="repeat">
      <a:schemeClr val="lt1"/>
    </dgm:linClrLst>
    <dgm:effectClrLst/>
    <dgm:txLinClrLst/>
    <dgm:txFillClrLst/>
    <dgm:txEffectClrLst/>
  </dgm:styleLbl>
  <dgm:styleLbl name="asst3">
    <dgm:fillClrLst meth="repeat">
      <a:schemeClr val="accent1"/>
    </dgm:fillClrLst>
    <dgm:linClrLst meth="repeat">
      <a:schemeClr val="lt1"/>
    </dgm:linClrLst>
    <dgm:effectClrLst/>
    <dgm:txLinClrLst/>
    <dgm:txFillClrLst/>
    <dgm:txEffectClrLst/>
  </dgm:styleLbl>
  <dgm:styleLbl name="asst4">
    <dgm:fillClrLst meth="repeat">
      <a:schemeClr val="accent1"/>
    </dgm:fillClrLst>
    <dgm:linClrLst meth="repeat">
      <a:schemeClr val="lt1"/>
    </dgm:linClrLst>
    <dgm:effectClrLst/>
    <dgm:txLinClrLst/>
    <dgm:txFillClrLst/>
    <dgm:txEffectClrLst/>
  </dgm:styleLbl>
  <dgm:styleLbl name="parChTrans2D1">
    <dgm:fillClrLst meth="repeat">
      <a:schemeClr val="accent1">
        <a:tint val="60000"/>
      </a:schemeClr>
    </dgm:fillClrLst>
    <dgm:linClrLst meth="repeat">
      <a:schemeClr val="accent1">
        <a:tint val="60000"/>
      </a:schemeClr>
    </dgm:linClrLst>
    <dgm:effectClrLst/>
    <dgm:txLinClrLst/>
    <dgm:txFillClrLst meth="repeat">
      <a:schemeClr val="lt1"/>
    </dgm:txFillClrLst>
    <dgm:txEffectClrLst/>
  </dgm:styleLbl>
  <dgm:styleLbl name="parChTrans2D2">
    <dgm:fillClrLst meth="repeat">
      <a:schemeClr val="accent1"/>
    </dgm:fillClrLst>
    <dgm:linClrLst meth="repeat">
      <a:schemeClr val="accent1"/>
    </dgm:linClrLst>
    <dgm:effectClrLst/>
    <dgm:txLinClrLst/>
    <dgm:txFillClrLst meth="repeat">
      <a:schemeClr val="lt1"/>
    </dgm:txFillClrLst>
    <dgm:txEffectClrLst/>
  </dgm:styleLbl>
  <dgm:styleLbl name="parChTrans2D3">
    <dgm:fillClrLst meth="repeat">
      <a:schemeClr val="accent1"/>
    </dgm:fillClrLst>
    <dgm:linClrLst meth="repeat">
      <a:schemeClr val="accent1"/>
    </dgm:linClrLst>
    <dgm:effectClrLst/>
    <dgm:txLinClrLst/>
    <dgm:txFillClrLst meth="repeat">
      <a:schemeClr val="lt1"/>
    </dgm:txFillClrLst>
    <dgm:txEffectClrLst/>
  </dgm:styleLbl>
  <dgm:styleLbl name="parChTrans2D4">
    <dgm:fillClrLst meth="repeat">
      <a:schemeClr val="accent1"/>
    </dgm:fillClrLst>
    <dgm:linClrLst meth="repeat">
      <a:schemeClr val="accent1"/>
    </dgm:linClrLst>
    <dgm:effectClrLst/>
    <dgm:txLinClrLst/>
    <dgm:txFillClrLst meth="repeat">
      <a:schemeClr val="lt1"/>
    </dgm:txFillClrLst>
    <dgm:txEffectClrLst/>
  </dgm:styleLbl>
  <dgm:styleLbl name="parChTrans1D1">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2">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3">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parChTrans1D4">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1"/>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solidFgAcc1">
    <dgm:fillClrLst meth="repeat">
      <a:schemeClr val="lt1"/>
    </dgm:fillClrLst>
    <dgm:linClrLst meth="repeat">
      <a:schemeClr val="accent1"/>
    </dgm:linClrLst>
    <dgm:effectClrLst/>
    <dgm:txLinClrLst/>
    <dgm:txFillClrLst meth="repeat">
      <a:schemeClr val="dk1"/>
    </dgm:txFillClrLst>
    <dgm:txEffectClrLst/>
  </dgm:styleLbl>
  <dgm:styleLbl name="solidAlignAcc1">
    <dgm:fillClrLst meth="repeat">
      <a:schemeClr val="lt1"/>
    </dgm:fillClrLst>
    <dgm:linClrLst meth="repeat">
      <a:schemeClr val="accent1"/>
    </dgm:linClrLst>
    <dgm:effectClrLst/>
    <dgm:txLinClrLst/>
    <dgm:txFillClrLst meth="repeat">
      <a:schemeClr val="dk1"/>
    </dgm:txFillClrLst>
    <dgm:txEffectClrLst/>
  </dgm:styleLbl>
  <dgm:styleLbl name="solidBgAcc1">
    <dgm:fillClrLst meth="repeat">
      <a:schemeClr val="lt1"/>
    </dgm:fillClrLst>
    <dgm:linClrLst meth="repeat">
      <a:schemeClr val="accent1"/>
    </dgm:linClrLst>
    <dgm:effectClrLst/>
    <dgm:txLinClrLst/>
    <dgm:txFillClrLst meth="repeat">
      <a:schemeClr val="dk1"/>
    </dgm:txFillClrLst>
    <dgm:txEffectClrLst/>
  </dgm:styleLbl>
  <dgm:styleLbl name="f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align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b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bgShp">
    <dgm:fillClrLst meth="repeat">
      <a:schemeClr val="accent1">
        <a:tint val="40000"/>
      </a:schemeClr>
    </dgm:fillClrLst>
    <dgm:linClrLst meth="repeat">
      <a:schemeClr val="accent1"/>
    </dgm:linClrLst>
    <dgm:effectClrLst/>
    <dgm:txLinClrLst/>
    <dgm:txFillClrLst meth="repeat">
      <a:schemeClr val="dk1"/>
    </dgm:txFillClrLst>
    <dgm:txEffectClrLst/>
  </dgm:styleLbl>
  <dgm:styleLbl name="dkBgShp">
    <dgm:fillClrLst meth="repeat">
      <a:schemeClr val="accent1">
        <a:shade val="80000"/>
      </a:schemeClr>
    </dgm:fillClrLst>
    <dgm:linClrLst meth="repeat">
      <a:schemeClr val="accent1"/>
    </dgm:linClrLst>
    <dgm:effectClrLst/>
    <dgm:txLinClrLst/>
    <dgm:txFillClrLst meth="repeat">
      <a:schemeClr val="lt1"/>
    </dgm:txFillClrLst>
    <dgm:txEffectClrLst/>
  </dgm:styleLbl>
  <dgm:styleLbl name="trBgShp">
    <dgm:fillClrLst meth="repeat">
      <a:schemeClr val="accent1">
        <a:tint val="50000"/>
        <a:alpha val="40000"/>
      </a:schemeClr>
    </dgm:fillClrLst>
    <dgm:linClrLst meth="repeat">
      <a:schemeClr val="accent1"/>
    </dgm:linClrLst>
    <dgm:effectClrLst/>
    <dgm:txLinClrLst/>
    <dgm:txFillClrLst meth="repeat">
      <a:schemeClr val="lt1"/>
    </dgm:txFillClrLst>
    <dgm:txEffectClrLst/>
  </dgm:styleLbl>
  <dgm:styleLbl name="fgShp">
    <dgm:fillClrLst meth="repeat">
      <a:schemeClr val="accent1">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data1.xml><?xml version="1.0" encoding="utf-8"?>
<dgm:dataModel xmlns:dgm="http://schemas.openxmlformats.org/drawingml/2006/diagram" xmlns:a="http://schemas.openxmlformats.org/drawingml/2006/main">
  <dgm:ptLst>
    <dgm:pt modelId="{AADFB80D-C2E8-416C-B522-D5F6D93F18D7}" type="doc">
      <dgm:prSet loTypeId="urn:microsoft.com/office/officeart/2005/8/layout/chevron2" loCatId="list" qsTypeId="urn:microsoft.com/office/officeart/2005/8/quickstyle/simple1" qsCatId="simple" csTypeId="urn:microsoft.com/office/officeart/2005/8/colors/accent1_2" csCatId="accent1" phldr="1"/>
      <dgm:spPr/>
      <dgm:t>
        <a:bodyPr/>
        <a:lstStyle/>
        <a:p>
          <a:endParaRPr lang="en-US"/>
        </a:p>
      </dgm:t>
    </dgm:pt>
    <dgm:pt modelId="{13A3E740-D063-442F-85E3-8C13FFBDAFFB}">
      <dgm:prSet phldrT="[Text]"/>
      <dgm:spPr/>
      <dgm:t>
        <a:bodyPr/>
        <a:lstStyle/>
        <a:p>
          <a:r>
            <a:rPr lang="en-US" dirty="0"/>
            <a:t>SDD</a:t>
          </a:r>
        </a:p>
      </dgm:t>
    </dgm:pt>
    <dgm:pt modelId="{055E1BD7-FB8E-4E56-9F39-EF9F6386A053}" type="parTrans" cxnId="{1B5B31EC-2D9A-481F-92B4-9BD3DD315797}">
      <dgm:prSet/>
      <dgm:spPr/>
      <dgm:t>
        <a:bodyPr/>
        <a:lstStyle/>
        <a:p>
          <a:endParaRPr lang="en-US"/>
        </a:p>
      </dgm:t>
    </dgm:pt>
    <dgm:pt modelId="{87670CDC-835B-4F9F-927F-1317C8E87F86}" type="sibTrans" cxnId="{1B5B31EC-2D9A-481F-92B4-9BD3DD315797}">
      <dgm:prSet/>
      <dgm:spPr/>
      <dgm:t>
        <a:bodyPr/>
        <a:lstStyle/>
        <a:p>
          <a:endParaRPr lang="en-US"/>
        </a:p>
      </dgm:t>
    </dgm:pt>
    <dgm:pt modelId="{AC2B0C85-A34A-449C-BDB1-A298878DE704}">
      <dgm:prSet phldrT="[Text]"/>
      <dgm:spPr/>
      <dgm:t>
        <a:bodyPr/>
        <a:lstStyle/>
        <a:p>
          <a:r>
            <a:rPr lang="en-US" dirty="0"/>
            <a:t>Software Design and Development (54%)</a:t>
          </a:r>
        </a:p>
      </dgm:t>
    </dgm:pt>
    <dgm:pt modelId="{E5225F41-044B-4F7C-A813-74912B7609F7}" type="parTrans" cxnId="{A2F04726-03B2-41D7-AC39-4EB0FD25F0DB}">
      <dgm:prSet/>
      <dgm:spPr/>
      <dgm:t>
        <a:bodyPr/>
        <a:lstStyle/>
        <a:p>
          <a:endParaRPr lang="en-US"/>
        </a:p>
      </dgm:t>
    </dgm:pt>
    <dgm:pt modelId="{C96E9F27-EE7F-4F89-BD19-DC4C6EA4193D}" type="sibTrans" cxnId="{A2F04726-03B2-41D7-AC39-4EB0FD25F0DB}">
      <dgm:prSet/>
      <dgm:spPr/>
      <dgm:t>
        <a:bodyPr/>
        <a:lstStyle/>
        <a:p>
          <a:endParaRPr lang="en-US"/>
        </a:p>
      </dgm:t>
    </dgm:pt>
    <dgm:pt modelId="{711BDD39-3FCE-427A-B0DC-2C28CEED9EDF}">
      <dgm:prSet phldrT="[Text]"/>
      <dgm:spPr/>
      <dgm:t>
        <a:bodyPr/>
        <a:lstStyle/>
        <a:p>
          <a:r>
            <a:rPr lang="en-US" dirty="0"/>
            <a:t>DDD</a:t>
          </a:r>
        </a:p>
      </dgm:t>
    </dgm:pt>
    <dgm:pt modelId="{2D0B9227-5F25-49F4-84E9-F7E211C285CA}" type="parTrans" cxnId="{07BC019F-EA5F-4290-A7F2-F044F5CF5F67}">
      <dgm:prSet/>
      <dgm:spPr/>
      <dgm:t>
        <a:bodyPr/>
        <a:lstStyle/>
        <a:p>
          <a:endParaRPr lang="en-US"/>
        </a:p>
      </dgm:t>
    </dgm:pt>
    <dgm:pt modelId="{56806687-EA3D-424E-8880-B9427A94FF7E}" type="sibTrans" cxnId="{07BC019F-EA5F-4290-A7F2-F044F5CF5F67}">
      <dgm:prSet/>
      <dgm:spPr/>
      <dgm:t>
        <a:bodyPr/>
        <a:lstStyle/>
        <a:p>
          <a:endParaRPr lang="en-US"/>
        </a:p>
      </dgm:t>
    </dgm:pt>
    <dgm:pt modelId="{856C5D97-053A-4768-924C-7BBED1694139}">
      <dgm:prSet phldrT="[Text]"/>
      <dgm:spPr/>
      <dgm:t>
        <a:bodyPr/>
        <a:lstStyle/>
        <a:p>
          <a:r>
            <a:rPr lang="en-US" dirty="0"/>
            <a:t>Database Design and Development (33%)</a:t>
          </a:r>
        </a:p>
      </dgm:t>
    </dgm:pt>
    <dgm:pt modelId="{5882EAA0-9B73-4D58-9B28-101A1A118DA7}" type="parTrans" cxnId="{5ED434D9-CD48-4632-9238-0AD1DC8B7F67}">
      <dgm:prSet/>
      <dgm:spPr/>
      <dgm:t>
        <a:bodyPr/>
        <a:lstStyle/>
        <a:p>
          <a:endParaRPr lang="en-US"/>
        </a:p>
      </dgm:t>
    </dgm:pt>
    <dgm:pt modelId="{FB282A4C-1B09-4A3E-BA59-953ECF9E16C0}" type="sibTrans" cxnId="{5ED434D9-CD48-4632-9238-0AD1DC8B7F67}">
      <dgm:prSet/>
      <dgm:spPr/>
      <dgm:t>
        <a:bodyPr/>
        <a:lstStyle/>
        <a:p>
          <a:endParaRPr lang="en-US"/>
        </a:p>
      </dgm:t>
    </dgm:pt>
    <dgm:pt modelId="{4A3955F4-B1A6-4812-98ED-2D6D02D94E35}">
      <dgm:prSet phldrT="[Text]"/>
      <dgm:spPr/>
      <dgm:t>
        <a:bodyPr/>
        <a:lstStyle/>
        <a:p>
          <a:r>
            <a:rPr lang="en-US" b="1"/>
            <a:t>Assignment</a:t>
          </a:r>
        </a:p>
      </dgm:t>
    </dgm:pt>
    <dgm:pt modelId="{1EF809BA-BB9B-41F6-9A35-2C78CE3A0913}" type="parTrans" cxnId="{7E5A0596-4D16-4207-B5F3-C2FD778C5412}">
      <dgm:prSet/>
      <dgm:spPr/>
      <dgm:t>
        <a:bodyPr/>
        <a:lstStyle/>
        <a:p>
          <a:endParaRPr lang="en-US"/>
        </a:p>
      </dgm:t>
    </dgm:pt>
    <dgm:pt modelId="{10EB35A1-EA5F-40EF-95CA-BDAB4D957484}" type="sibTrans" cxnId="{7E5A0596-4D16-4207-B5F3-C2FD778C5412}">
      <dgm:prSet/>
      <dgm:spPr/>
      <dgm:t>
        <a:bodyPr/>
        <a:lstStyle/>
        <a:p>
          <a:endParaRPr lang="en-US"/>
        </a:p>
      </dgm:t>
    </dgm:pt>
    <dgm:pt modelId="{4C515B8D-87D1-4362-95C3-18B42B452625}">
      <dgm:prSet phldrT="[Text]"/>
      <dgm:spPr>
        <a:solidFill>
          <a:srgbClr val="FF0000"/>
        </a:solidFill>
        <a:ln>
          <a:solidFill>
            <a:srgbClr val="FF0000"/>
          </a:solidFill>
        </a:ln>
      </dgm:spPr>
      <dgm:t>
        <a:bodyPr/>
        <a:lstStyle/>
        <a:p>
          <a:endParaRPr lang="en-US"/>
        </a:p>
      </dgm:t>
    </dgm:pt>
    <dgm:pt modelId="{3413E62F-FACB-412C-9FEF-2E9D080F65F5}" type="parTrans" cxnId="{4AB28759-DCAB-43B1-B5BE-36D4FCDBAA0B}">
      <dgm:prSet/>
      <dgm:spPr/>
      <dgm:t>
        <a:bodyPr/>
        <a:lstStyle/>
        <a:p>
          <a:endParaRPr lang="en-US"/>
        </a:p>
      </dgm:t>
    </dgm:pt>
    <dgm:pt modelId="{387E11D6-6F89-470A-86BE-C608C2106AF6}" type="sibTrans" cxnId="{4AB28759-DCAB-43B1-B5BE-36D4FCDBAA0B}">
      <dgm:prSet/>
      <dgm:spPr/>
      <dgm:t>
        <a:bodyPr/>
        <a:lstStyle/>
        <a:p>
          <a:endParaRPr lang="en-US"/>
        </a:p>
      </dgm:t>
    </dgm:pt>
    <dgm:pt modelId="{E2BA0B41-F146-425E-9754-1E81B83EDF8B}">
      <dgm:prSet phldrT="[Text]"/>
      <dgm:spPr/>
      <dgm:t>
        <a:bodyPr/>
        <a:lstStyle/>
        <a:p>
          <a:r>
            <a:rPr lang="en-US" dirty="0"/>
            <a:t>Computer Systems (13%)</a:t>
          </a:r>
        </a:p>
      </dgm:t>
    </dgm:pt>
    <dgm:pt modelId="{09E005FD-F987-4EBD-9D26-CE4C06669AB5}" type="parTrans" cxnId="{56AEC75D-06D3-4BA4-8933-FE1A0F7AE162}">
      <dgm:prSet/>
      <dgm:spPr/>
      <dgm:t>
        <a:bodyPr/>
        <a:lstStyle/>
        <a:p>
          <a:endParaRPr lang="en-US"/>
        </a:p>
      </dgm:t>
    </dgm:pt>
    <dgm:pt modelId="{017B98FE-F345-4459-B767-E6B696310854}" type="sibTrans" cxnId="{56AEC75D-06D3-4BA4-8933-FE1A0F7AE162}">
      <dgm:prSet/>
      <dgm:spPr/>
      <dgm:t>
        <a:bodyPr/>
        <a:lstStyle/>
        <a:p>
          <a:endParaRPr lang="en-US"/>
        </a:p>
      </dgm:t>
    </dgm:pt>
    <dgm:pt modelId="{780589F0-2154-4E4C-8595-8806E5EF917A}">
      <dgm:prSet phldrT="[Text]"/>
      <dgm:spPr/>
      <dgm:t>
        <a:bodyPr/>
        <a:lstStyle/>
        <a:p>
          <a:r>
            <a:rPr lang="en-US" dirty="0"/>
            <a:t>C/Sys</a:t>
          </a:r>
        </a:p>
      </dgm:t>
    </dgm:pt>
    <dgm:pt modelId="{F00962FA-5389-4E36-9ABB-07A219FF91D3}" type="parTrans" cxnId="{AAFC0F9A-ADA1-4827-BB1A-86C8E3CBC8EB}">
      <dgm:prSet/>
      <dgm:spPr/>
      <dgm:t>
        <a:bodyPr/>
        <a:lstStyle/>
        <a:p>
          <a:endParaRPr lang="en-US"/>
        </a:p>
      </dgm:t>
    </dgm:pt>
    <dgm:pt modelId="{DED9E408-00AC-4B08-A19D-D94226C9548F}" type="sibTrans" cxnId="{AAFC0F9A-ADA1-4827-BB1A-86C8E3CBC8EB}">
      <dgm:prSet/>
      <dgm:spPr/>
      <dgm:t>
        <a:bodyPr/>
        <a:lstStyle/>
        <a:p>
          <a:endParaRPr lang="en-US"/>
        </a:p>
      </dgm:t>
    </dgm:pt>
    <dgm:pt modelId="{75E710BF-3292-4B3F-A454-B7E6BF72E2C7}">
      <dgm:prSet phldrT="[Text]"/>
      <dgm:spPr/>
      <dgm:t>
        <a:bodyPr/>
        <a:lstStyle/>
        <a:p>
          <a:r>
            <a:rPr lang="en-US" b="1"/>
            <a:t>Exam</a:t>
          </a:r>
        </a:p>
      </dgm:t>
    </dgm:pt>
    <dgm:pt modelId="{E03E4501-7796-49DD-B7C4-88D3AB91E6DB}" type="parTrans" cxnId="{F320287E-B3C2-4880-9516-FFD6695AE0E7}">
      <dgm:prSet/>
      <dgm:spPr/>
      <dgm:t>
        <a:bodyPr/>
        <a:lstStyle/>
        <a:p>
          <a:endParaRPr lang="en-US"/>
        </a:p>
      </dgm:t>
    </dgm:pt>
    <dgm:pt modelId="{7BCEDD18-C1A5-4D74-BD02-31A9F5C8DF2C}" type="sibTrans" cxnId="{F320287E-B3C2-4880-9516-FFD6695AE0E7}">
      <dgm:prSet/>
      <dgm:spPr/>
      <dgm:t>
        <a:bodyPr/>
        <a:lstStyle/>
        <a:p>
          <a:endParaRPr lang="en-US"/>
        </a:p>
      </dgm:t>
    </dgm:pt>
    <dgm:pt modelId="{9EC5D7E7-13E1-4749-A134-4C83AB922A61}">
      <dgm:prSet phldrT="[Text]"/>
      <dgm:spPr>
        <a:solidFill>
          <a:srgbClr val="FF0000"/>
        </a:solidFill>
        <a:ln>
          <a:solidFill>
            <a:srgbClr val="FF0000"/>
          </a:solidFill>
        </a:ln>
      </dgm:spPr>
      <dgm:t>
        <a:bodyPr/>
        <a:lstStyle/>
        <a:p>
          <a:endParaRPr lang="en-US"/>
        </a:p>
      </dgm:t>
    </dgm:pt>
    <dgm:pt modelId="{5C3B17FD-DFBE-4B56-9F97-5E041A0D5E90}" type="parTrans" cxnId="{4944EAFC-B2B0-4E7D-94E9-B17B5C2D380E}">
      <dgm:prSet/>
      <dgm:spPr/>
      <dgm:t>
        <a:bodyPr/>
        <a:lstStyle/>
        <a:p>
          <a:endParaRPr lang="en-US"/>
        </a:p>
      </dgm:t>
    </dgm:pt>
    <dgm:pt modelId="{B7023446-8BB7-45ED-9CB6-4F5FC1A1AF95}" type="sibTrans" cxnId="{4944EAFC-B2B0-4E7D-94E9-B17B5C2D380E}">
      <dgm:prSet/>
      <dgm:spPr/>
      <dgm:t>
        <a:bodyPr/>
        <a:lstStyle/>
        <a:p>
          <a:endParaRPr lang="en-US"/>
        </a:p>
      </dgm:t>
    </dgm:pt>
    <dgm:pt modelId="{7EBBDEE6-A55E-47FA-9020-5BC46200AFFC}" type="pres">
      <dgm:prSet presAssocID="{AADFB80D-C2E8-416C-B522-D5F6D93F18D7}" presName="linearFlow" presStyleCnt="0">
        <dgm:presLayoutVars>
          <dgm:dir/>
          <dgm:animLvl val="lvl"/>
          <dgm:resizeHandles val="exact"/>
        </dgm:presLayoutVars>
      </dgm:prSet>
      <dgm:spPr/>
    </dgm:pt>
    <dgm:pt modelId="{C2DD6752-EEDA-4174-9D58-1EADF09490B5}" type="pres">
      <dgm:prSet presAssocID="{13A3E740-D063-442F-85E3-8C13FFBDAFFB}" presName="composite" presStyleCnt="0"/>
      <dgm:spPr/>
    </dgm:pt>
    <dgm:pt modelId="{DFA48299-B840-4714-A5F6-769C74D74113}" type="pres">
      <dgm:prSet presAssocID="{13A3E740-D063-442F-85E3-8C13FFBDAFFB}" presName="parentText" presStyleLbl="alignNode1" presStyleIdx="0" presStyleCnt="5">
        <dgm:presLayoutVars>
          <dgm:chMax val="1"/>
          <dgm:bulletEnabled val="1"/>
        </dgm:presLayoutVars>
      </dgm:prSet>
      <dgm:spPr/>
    </dgm:pt>
    <dgm:pt modelId="{19C32B8D-512E-49A1-A0E6-109384C61E4D}" type="pres">
      <dgm:prSet presAssocID="{13A3E740-D063-442F-85E3-8C13FFBDAFFB}" presName="descendantText" presStyleLbl="alignAcc1" presStyleIdx="0" presStyleCnt="5">
        <dgm:presLayoutVars>
          <dgm:bulletEnabled val="1"/>
        </dgm:presLayoutVars>
      </dgm:prSet>
      <dgm:spPr/>
    </dgm:pt>
    <dgm:pt modelId="{EB6649E3-7C43-464A-A458-4DE8A2D95277}" type="pres">
      <dgm:prSet presAssocID="{87670CDC-835B-4F9F-927F-1317C8E87F86}" presName="sp" presStyleCnt="0"/>
      <dgm:spPr/>
    </dgm:pt>
    <dgm:pt modelId="{B03EC7DE-1F17-45FD-8EC4-5657CB3CA06B}" type="pres">
      <dgm:prSet presAssocID="{711BDD39-3FCE-427A-B0DC-2C28CEED9EDF}" presName="composite" presStyleCnt="0"/>
      <dgm:spPr/>
    </dgm:pt>
    <dgm:pt modelId="{AAD30B60-88C6-4919-B6DD-9F480459E84E}" type="pres">
      <dgm:prSet presAssocID="{711BDD39-3FCE-427A-B0DC-2C28CEED9EDF}" presName="parentText" presStyleLbl="alignNode1" presStyleIdx="1" presStyleCnt="5">
        <dgm:presLayoutVars>
          <dgm:chMax val="1"/>
          <dgm:bulletEnabled val="1"/>
        </dgm:presLayoutVars>
      </dgm:prSet>
      <dgm:spPr/>
    </dgm:pt>
    <dgm:pt modelId="{0DFDFC6D-8604-4378-B6A3-6A6720006C95}" type="pres">
      <dgm:prSet presAssocID="{711BDD39-3FCE-427A-B0DC-2C28CEED9EDF}" presName="descendantText" presStyleLbl="alignAcc1" presStyleIdx="1" presStyleCnt="5">
        <dgm:presLayoutVars>
          <dgm:bulletEnabled val="1"/>
        </dgm:presLayoutVars>
      </dgm:prSet>
      <dgm:spPr/>
    </dgm:pt>
    <dgm:pt modelId="{8738B044-A46F-4E69-BD1E-16537D77F816}" type="pres">
      <dgm:prSet presAssocID="{56806687-EA3D-424E-8880-B9427A94FF7E}" presName="sp" presStyleCnt="0"/>
      <dgm:spPr/>
    </dgm:pt>
    <dgm:pt modelId="{3E2A20E0-2799-4B60-847C-0291A143F060}" type="pres">
      <dgm:prSet presAssocID="{4C515B8D-87D1-4362-95C3-18B42B452625}" presName="composite" presStyleCnt="0"/>
      <dgm:spPr/>
    </dgm:pt>
    <dgm:pt modelId="{17253025-0BE3-46B4-B2C8-BFD879D75B26}" type="pres">
      <dgm:prSet presAssocID="{4C515B8D-87D1-4362-95C3-18B42B452625}" presName="parentText" presStyleLbl="alignNode1" presStyleIdx="2" presStyleCnt="5">
        <dgm:presLayoutVars>
          <dgm:chMax val="1"/>
          <dgm:bulletEnabled val="1"/>
        </dgm:presLayoutVars>
      </dgm:prSet>
      <dgm:spPr/>
    </dgm:pt>
    <dgm:pt modelId="{B2D4CD90-7709-4B59-AC85-D09667CFC12B}" type="pres">
      <dgm:prSet presAssocID="{4C515B8D-87D1-4362-95C3-18B42B452625}" presName="descendantText" presStyleLbl="alignAcc1" presStyleIdx="2" presStyleCnt="5">
        <dgm:presLayoutVars>
          <dgm:bulletEnabled val="1"/>
        </dgm:presLayoutVars>
      </dgm:prSet>
      <dgm:spPr/>
    </dgm:pt>
    <dgm:pt modelId="{FCA35A52-5E56-41CA-AAAA-74E510180904}" type="pres">
      <dgm:prSet presAssocID="{387E11D6-6F89-470A-86BE-C608C2106AF6}" presName="sp" presStyleCnt="0"/>
      <dgm:spPr/>
    </dgm:pt>
    <dgm:pt modelId="{BC0413A5-5CFC-41A1-A4D1-32D9D3A580EB}" type="pres">
      <dgm:prSet presAssocID="{780589F0-2154-4E4C-8595-8806E5EF917A}" presName="composite" presStyleCnt="0"/>
      <dgm:spPr/>
    </dgm:pt>
    <dgm:pt modelId="{056CCBB6-5CE0-4348-89C6-99FB2D3AB62B}" type="pres">
      <dgm:prSet presAssocID="{780589F0-2154-4E4C-8595-8806E5EF917A}" presName="parentText" presStyleLbl="alignNode1" presStyleIdx="3" presStyleCnt="5">
        <dgm:presLayoutVars>
          <dgm:chMax val="1"/>
          <dgm:bulletEnabled val="1"/>
        </dgm:presLayoutVars>
      </dgm:prSet>
      <dgm:spPr/>
    </dgm:pt>
    <dgm:pt modelId="{90709722-0E94-45E4-BEDD-48CB660682DD}" type="pres">
      <dgm:prSet presAssocID="{780589F0-2154-4E4C-8595-8806E5EF917A}" presName="descendantText" presStyleLbl="alignAcc1" presStyleIdx="3" presStyleCnt="5">
        <dgm:presLayoutVars>
          <dgm:bulletEnabled val="1"/>
        </dgm:presLayoutVars>
      </dgm:prSet>
      <dgm:spPr/>
    </dgm:pt>
    <dgm:pt modelId="{13B0A0BF-E273-47AE-B262-3C6C9C4E8968}" type="pres">
      <dgm:prSet presAssocID="{DED9E408-00AC-4B08-A19D-D94226C9548F}" presName="sp" presStyleCnt="0"/>
      <dgm:spPr/>
    </dgm:pt>
    <dgm:pt modelId="{5FCAE6DF-E40E-46F3-84CF-149E85A19097}" type="pres">
      <dgm:prSet presAssocID="{9EC5D7E7-13E1-4749-A134-4C83AB922A61}" presName="composite" presStyleCnt="0"/>
      <dgm:spPr/>
    </dgm:pt>
    <dgm:pt modelId="{EB2E52AE-8FCF-47D0-B499-CFCFAF1883A9}" type="pres">
      <dgm:prSet presAssocID="{9EC5D7E7-13E1-4749-A134-4C83AB922A61}" presName="parentText" presStyleLbl="alignNode1" presStyleIdx="4" presStyleCnt="5">
        <dgm:presLayoutVars>
          <dgm:chMax val="1"/>
          <dgm:bulletEnabled val="1"/>
        </dgm:presLayoutVars>
      </dgm:prSet>
      <dgm:spPr/>
    </dgm:pt>
    <dgm:pt modelId="{C92F1771-01AA-4FF3-B7EC-0229DB7A592C}" type="pres">
      <dgm:prSet presAssocID="{9EC5D7E7-13E1-4749-A134-4C83AB922A61}" presName="descendantText" presStyleLbl="alignAcc1" presStyleIdx="4" presStyleCnt="5">
        <dgm:presLayoutVars>
          <dgm:bulletEnabled val="1"/>
        </dgm:presLayoutVars>
      </dgm:prSet>
      <dgm:spPr/>
    </dgm:pt>
  </dgm:ptLst>
  <dgm:cxnLst>
    <dgm:cxn modelId="{B5BAA509-F012-4E82-9E50-DD70E5E7F1B2}" type="presOf" srcId="{AADFB80D-C2E8-416C-B522-D5F6D93F18D7}" destId="{7EBBDEE6-A55E-47FA-9020-5BC46200AFFC}" srcOrd="0" destOrd="0" presId="urn:microsoft.com/office/officeart/2005/8/layout/chevron2"/>
    <dgm:cxn modelId="{51AC560A-15D5-4873-A728-46FA9B3877F9}" type="presOf" srcId="{780589F0-2154-4E4C-8595-8806E5EF917A}" destId="{056CCBB6-5CE0-4348-89C6-99FB2D3AB62B}" srcOrd="0" destOrd="0" presId="urn:microsoft.com/office/officeart/2005/8/layout/chevron2"/>
    <dgm:cxn modelId="{6521D611-0B51-48EB-B293-CE7ADA48FE29}" type="presOf" srcId="{711BDD39-3FCE-427A-B0DC-2C28CEED9EDF}" destId="{AAD30B60-88C6-4919-B6DD-9F480459E84E}" srcOrd="0" destOrd="0" presId="urn:microsoft.com/office/officeart/2005/8/layout/chevron2"/>
    <dgm:cxn modelId="{A2F04726-03B2-41D7-AC39-4EB0FD25F0DB}" srcId="{13A3E740-D063-442F-85E3-8C13FFBDAFFB}" destId="{AC2B0C85-A34A-449C-BDB1-A298878DE704}" srcOrd="0" destOrd="0" parTransId="{E5225F41-044B-4F7C-A813-74912B7609F7}" sibTransId="{C96E9F27-EE7F-4F89-BD19-DC4C6EA4193D}"/>
    <dgm:cxn modelId="{D49F1534-E21B-49CA-902B-89FB72311FD2}" type="presOf" srcId="{4C515B8D-87D1-4362-95C3-18B42B452625}" destId="{17253025-0BE3-46B4-B2C8-BFD879D75B26}" srcOrd="0" destOrd="0" presId="urn:microsoft.com/office/officeart/2005/8/layout/chevron2"/>
    <dgm:cxn modelId="{465C8D34-FC72-4D1A-9E65-4F4016ABC282}" type="presOf" srcId="{13A3E740-D063-442F-85E3-8C13FFBDAFFB}" destId="{DFA48299-B840-4714-A5F6-769C74D74113}" srcOrd="0" destOrd="0" presId="urn:microsoft.com/office/officeart/2005/8/layout/chevron2"/>
    <dgm:cxn modelId="{56AEC75D-06D3-4BA4-8933-FE1A0F7AE162}" srcId="{780589F0-2154-4E4C-8595-8806E5EF917A}" destId="{E2BA0B41-F146-425E-9754-1E81B83EDF8B}" srcOrd="0" destOrd="0" parTransId="{09E005FD-F987-4EBD-9D26-CE4C06669AB5}" sibTransId="{017B98FE-F345-4459-B767-E6B696310854}"/>
    <dgm:cxn modelId="{2B7AD66F-7BCF-434E-A3B5-2F39AADE0BF7}" type="presOf" srcId="{E2BA0B41-F146-425E-9754-1E81B83EDF8B}" destId="{90709722-0E94-45E4-BEDD-48CB660682DD}" srcOrd="0" destOrd="0" presId="urn:microsoft.com/office/officeart/2005/8/layout/chevron2"/>
    <dgm:cxn modelId="{5C508956-AB66-4052-8A09-9D7A16ABB973}" type="presOf" srcId="{4A3955F4-B1A6-4812-98ED-2D6D02D94E35}" destId="{B2D4CD90-7709-4B59-AC85-D09667CFC12B}" srcOrd="0" destOrd="0" presId="urn:microsoft.com/office/officeart/2005/8/layout/chevron2"/>
    <dgm:cxn modelId="{4AB28759-DCAB-43B1-B5BE-36D4FCDBAA0B}" srcId="{AADFB80D-C2E8-416C-B522-D5F6D93F18D7}" destId="{4C515B8D-87D1-4362-95C3-18B42B452625}" srcOrd="2" destOrd="0" parTransId="{3413E62F-FACB-412C-9FEF-2E9D080F65F5}" sibTransId="{387E11D6-6F89-470A-86BE-C608C2106AF6}"/>
    <dgm:cxn modelId="{F320287E-B3C2-4880-9516-FFD6695AE0E7}" srcId="{9EC5D7E7-13E1-4749-A134-4C83AB922A61}" destId="{75E710BF-3292-4B3F-A454-B7E6BF72E2C7}" srcOrd="0" destOrd="0" parTransId="{E03E4501-7796-49DD-B7C4-88D3AB91E6DB}" sibTransId="{7BCEDD18-C1A5-4D74-BD02-31A9F5C8DF2C}"/>
    <dgm:cxn modelId="{D36EDC8C-BDD1-4F1F-9AB5-8EDEF33F628F}" type="presOf" srcId="{75E710BF-3292-4B3F-A454-B7E6BF72E2C7}" destId="{C92F1771-01AA-4FF3-B7EC-0229DB7A592C}" srcOrd="0" destOrd="0" presId="urn:microsoft.com/office/officeart/2005/8/layout/chevron2"/>
    <dgm:cxn modelId="{7E5A0596-4D16-4207-B5F3-C2FD778C5412}" srcId="{4C515B8D-87D1-4362-95C3-18B42B452625}" destId="{4A3955F4-B1A6-4812-98ED-2D6D02D94E35}" srcOrd="0" destOrd="0" parTransId="{1EF809BA-BB9B-41F6-9A35-2C78CE3A0913}" sibTransId="{10EB35A1-EA5F-40EF-95CA-BDAB4D957484}"/>
    <dgm:cxn modelId="{AAFC0F9A-ADA1-4827-BB1A-86C8E3CBC8EB}" srcId="{AADFB80D-C2E8-416C-B522-D5F6D93F18D7}" destId="{780589F0-2154-4E4C-8595-8806E5EF917A}" srcOrd="3" destOrd="0" parTransId="{F00962FA-5389-4E36-9ABB-07A219FF91D3}" sibTransId="{DED9E408-00AC-4B08-A19D-D94226C9548F}"/>
    <dgm:cxn modelId="{07BC019F-EA5F-4290-A7F2-F044F5CF5F67}" srcId="{AADFB80D-C2E8-416C-B522-D5F6D93F18D7}" destId="{711BDD39-3FCE-427A-B0DC-2C28CEED9EDF}" srcOrd="1" destOrd="0" parTransId="{2D0B9227-5F25-49F4-84E9-F7E211C285CA}" sibTransId="{56806687-EA3D-424E-8880-B9427A94FF7E}"/>
    <dgm:cxn modelId="{2AB70DB2-120D-4916-A542-8BD092D58E08}" type="presOf" srcId="{AC2B0C85-A34A-449C-BDB1-A298878DE704}" destId="{19C32B8D-512E-49A1-A0E6-109384C61E4D}" srcOrd="0" destOrd="0" presId="urn:microsoft.com/office/officeart/2005/8/layout/chevron2"/>
    <dgm:cxn modelId="{95BAE2D2-7669-469D-9AF0-D651B51FCE91}" type="presOf" srcId="{9EC5D7E7-13E1-4749-A134-4C83AB922A61}" destId="{EB2E52AE-8FCF-47D0-B499-CFCFAF1883A9}" srcOrd="0" destOrd="0" presId="urn:microsoft.com/office/officeart/2005/8/layout/chevron2"/>
    <dgm:cxn modelId="{5ED434D9-CD48-4632-9238-0AD1DC8B7F67}" srcId="{711BDD39-3FCE-427A-B0DC-2C28CEED9EDF}" destId="{856C5D97-053A-4768-924C-7BBED1694139}" srcOrd="0" destOrd="0" parTransId="{5882EAA0-9B73-4D58-9B28-101A1A118DA7}" sibTransId="{FB282A4C-1B09-4A3E-BA59-953ECF9E16C0}"/>
    <dgm:cxn modelId="{37E82DE3-0EF4-4A02-AA7D-36369B21C5B2}" type="presOf" srcId="{856C5D97-053A-4768-924C-7BBED1694139}" destId="{0DFDFC6D-8604-4378-B6A3-6A6720006C95}" srcOrd="0" destOrd="0" presId="urn:microsoft.com/office/officeart/2005/8/layout/chevron2"/>
    <dgm:cxn modelId="{1B5B31EC-2D9A-481F-92B4-9BD3DD315797}" srcId="{AADFB80D-C2E8-416C-B522-D5F6D93F18D7}" destId="{13A3E740-D063-442F-85E3-8C13FFBDAFFB}" srcOrd="0" destOrd="0" parTransId="{055E1BD7-FB8E-4E56-9F39-EF9F6386A053}" sibTransId="{87670CDC-835B-4F9F-927F-1317C8E87F86}"/>
    <dgm:cxn modelId="{4944EAFC-B2B0-4E7D-94E9-B17B5C2D380E}" srcId="{AADFB80D-C2E8-416C-B522-D5F6D93F18D7}" destId="{9EC5D7E7-13E1-4749-A134-4C83AB922A61}" srcOrd="4" destOrd="0" parTransId="{5C3B17FD-DFBE-4B56-9F97-5E041A0D5E90}" sibTransId="{B7023446-8BB7-45ED-9CB6-4F5FC1A1AF95}"/>
    <dgm:cxn modelId="{2CC3E848-3291-4CD0-B317-41F5D7C45A7F}" type="presParOf" srcId="{7EBBDEE6-A55E-47FA-9020-5BC46200AFFC}" destId="{C2DD6752-EEDA-4174-9D58-1EADF09490B5}" srcOrd="0" destOrd="0" presId="urn:microsoft.com/office/officeart/2005/8/layout/chevron2"/>
    <dgm:cxn modelId="{F2611B9D-ED34-4E48-B173-7425A1C12702}" type="presParOf" srcId="{C2DD6752-EEDA-4174-9D58-1EADF09490B5}" destId="{DFA48299-B840-4714-A5F6-769C74D74113}" srcOrd="0" destOrd="0" presId="urn:microsoft.com/office/officeart/2005/8/layout/chevron2"/>
    <dgm:cxn modelId="{0339950F-F790-4C54-B5C5-7E748C166A64}" type="presParOf" srcId="{C2DD6752-EEDA-4174-9D58-1EADF09490B5}" destId="{19C32B8D-512E-49A1-A0E6-109384C61E4D}" srcOrd="1" destOrd="0" presId="urn:microsoft.com/office/officeart/2005/8/layout/chevron2"/>
    <dgm:cxn modelId="{8C3B7F65-E991-4727-96FD-4A397BC99530}" type="presParOf" srcId="{7EBBDEE6-A55E-47FA-9020-5BC46200AFFC}" destId="{EB6649E3-7C43-464A-A458-4DE8A2D95277}" srcOrd="1" destOrd="0" presId="urn:microsoft.com/office/officeart/2005/8/layout/chevron2"/>
    <dgm:cxn modelId="{67686BDB-624B-4768-B17C-649608EC595D}" type="presParOf" srcId="{7EBBDEE6-A55E-47FA-9020-5BC46200AFFC}" destId="{B03EC7DE-1F17-45FD-8EC4-5657CB3CA06B}" srcOrd="2" destOrd="0" presId="urn:microsoft.com/office/officeart/2005/8/layout/chevron2"/>
    <dgm:cxn modelId="{E384677C-5D5C-4BA0-9373-811233886715}" type="presParOf" srcId="{B03EC7DE-1F17-45FD-8EC4-5657CB3CA06B}" destId="{AAD30B60-88C6-4919-B6DD-9F480459E84E}" srcOrd="0" destOrd="0" presId="urn:microsoft.com/office/officeart/2005/8/layout/chevron2"/>
    <dgm:cxn modelId="{990050CC-88AF-4BFD-BA57-27FA9CC550C6}" type="presParOf" srcId="{B03EC7DE-1F17-45FD-8EC4-5657CB3CA06B}" destId="{0DFDFC6D-8604-4378-B6A3-6A6720006C95}" srcOrd="1" destOrd="0" presId="urn:microsoft.com/office/officeart/2005/8/layout/chevron2"/>
    <dgm:cxn modelId="{577D7B9B-111D-49E5-8B31-17247683DAAB}" type="presParOf" srcId="{7EBBDEE6-A55E-47FA-9020-5BC46200AFFC}" destId="{8738B044-A46F-4E69-BD1E-16537D77F816}" srcOrd="3" destOrd="0" presId="urn:microsoft.com/office/officeart/2005/8/layout/chevron2"/>
    <dgm:cxn modelId="{4B8D09CE-12DA-4A98-A079-57B4B36ABD66}" type="presParOf" srcId="{7EBBDEE6-A55E-47FA-9020-5BC46200AFFC}" destId="{3E2A20E0-2799-4B60-847C-0291A143F060}" srcOrd="4" destOrd="0" presId="urn:microsoft.com/office/officeart/2005/8/layout/chevron2"/>
    <dgm:cxn modelId="{DD09799F-3B55-4A21-B1D8-51D0255A8FC0}" type="presParOf" srcId="{3E2A20E0-2799-4B60-847C-0291A143F060}" destId="{17253025-0BE3-46B4-B2C8-BFD879D75B26}" srcOrd="0" destOrd="0" presId="urn:microsoft.com/office/officeart/2005/8/layout/chevron2"/>
    <dgm:cxn modelId="{B28B55D1-C1C4-4929-B387-2753095F16BC}" type="presParOf" srcId="{3E2A20E0-2799-4B60-847C-0291A143F060}" destId="{B2D4CD90-7709-4B59-AC85-D09667CFC12B}" srcOrd="1" destOrd="0" presId="urn:microsoft.com/office/officeart/2005/8/layout/chevron2"/>
    <dgm:cxn modelId="{14614803-1AE9-4484-B475-713BAB65206C}" type="presParOf" srcId="{7EBBDEE6-A55E-47FA-9020-5BC46200AFFC}" destId="{FCA35A52-5E56-41CA-AAAA-74E510180904}" srcOrd="5" destOrd="0" presId="urn:microsoft.com/office/officeart/2005/8/layout/chevron2"/>
    <dgm:cxn modelId="{5FCECAA4-B55F-4524-B52B-5579AFC35055}" type="presParOf" srcId="{7EBBDEE6-A55E-47FA-9020-5BC46200AFFC}" destId="{BC0413A5-5CFC-41A1-A4D1-32D9D3A580EB}" srcOrd="6" destOrd="0" presId="urn:microsoft.com/office/officeart/2005/8/layout/chevron2"/>
    <dgm:cxn modelId="{A5C36485-CCE1-4523-911E-6345AFDCF231}" type="presParOf" srcId="{BC0413A5-5CFC-41A1-A4D1-32D9D3A580EB}" destId="{056CCBB6-5CE0-4348-89C6-99FB2D3AB62B}" srcOrd="0" destOrd="0" presId="urn:microsoft.com/office/officeart/2005/8/layout/chevron2"/>
    <dgm:cxn modelId="{49CDF3A4-EBDD-472A-8CEE-35499F216772}" type="presParOf" srcId="{BC0413A5-5CFC-41A1-A4D1-32D9D3A580EB}" destId="{90709722-0E94-45E4-BEDD-48CB660682DD}" srcOrd="1" destOrd="0" presId="urn:microsoft.com/office/officeart/2005/8/layout/chevron2"/>
    <dgm:cxn modelId="{5DA3A105-B2B5-4570-ACCF-A2B4BFFDA4E8}" type="presParOf" srcId="{7EBBDEE6-A55E-47FA-9020-5BC46200AFFC}" destId="{13B0A0BF-E273-47AE-B262-3C6C9C4E8968}" srcOrd="7" destOrd="0" presId="urn:microsoft.com/office/officeart/2005/8/layout/chevron2"/>
    <dgm:cxn modelId="{9C5603DB-FB5F-489A-A5FC-119F4545BE24}" type="presParOf" srcId="{7EBBDEE6-A55E-47FA-9020-5BC46200AFFC}" destId="{5FCAE6DF-E40E-46F3-84CF-149E85A19097}" srcOrd="8" destOrd="0" presId="urn:microsoft.com/office/officeart/2005/8/layout/chevron2"/>
    <dgm:cxn modelId="{F75C00D0-5E0F-413E-AC94-1D55800F95C3}" type="presParOf" srcId="{5FCAE6DF-E40E-46F3-84CF-149E85A19097}" destId="{EB2E52AE-8FCF-47D0-B499-CFCFAF1883A9}" srcOrd="0" destOrd="0" presId="urn:microsoft.com/office/officeart/2005/8/layout/chevron2"/>
    <dgm:cxn modelId="{3052A6C1-D8FE-443D-9D61-8901A566CBC1}" type="presParOf" srcId="{5FCAE6DF-E40E-46F3-84CF-149E85A19097}" destId="{C92F1771-01AA-4FF3-B7EC-0229DB7A592C}" srcOrd="1" destOrd="0" presId="urn:microsoft.com/office/officeart/2005/8/layout/chevron2"/>
  </dgm:cxnLst>
  <dgm:bg/>
  <dgm:whole/>
  <dgm:extLst>
    <a:ext uri="http://schemas.microsoft.com/office/drawing/2008/diagram">
      <dsp:dataModelExt xmlns:dsp="http://schemas.microsoft.com/office/drawing/2008/diagram" relId="rId7" minVer="http://schemas.openxmlformats.org/drawingml/2006/diagram"/>
    </a:ext>
  </dgm:extLst>
</dgm:dataModel>
</file>

<file path=ppt/diagrams/data2.xml><?xml version="1.0" encoding="utf-8"?>
<dgm:dataModel xmlns:dgm="http://schemas.openxmlformats.org/drawingml/2006/diagram" xmlns:a="http://schemas.openxmlformats.org/drawingml/2006/main">
  <dgm:ptLst>
    <dgm:pt modelId="{AADFB80D-C2E8-416C-B522-D5F6D93F18D7}" type="doc">
      <dgm:prSet loTypeId="urn:microsoft.com/office/officeart/2005/8/layout/chevron2" loCatId="list" qsTypeId="urn:microsoft.com/office/officeart/2005/8/quickstyle/simple1" qsCatId="simple" csTypeId="urn:microsoft.com/office/officeart/2005/8/colors/accent1_2" csCatId="accent1" phldr="1"/>
      <dgm:spPr/>
      <dgm:t>
        <a:bodyPr/>
        <a:lstStyle/>
        <a:p>
          <a:endParaRPr lang="en-US"/>
        </a:p>
      </dgm:t>
    </dgm:pt>
    <dgm:pt modelId="{13A3E740-D063-442F-85E3-8C13FFBDAFFB}">
      <dgm:prSet phldrT="[Text]"/>
      <dgm:spPr/>
      <dgm:t>
        <a:bodyPr/>
        <a:lstStyle/>
        <a:p>
          <a:r>
            <a:rPr lang="en-US" dirty="0"/>
            <a:t>SDD</a:t>
          </a:r>
        </a:p>
      </dgm:t>
    </dgm:pt>
    <dgm:pt modelId="{055E1BD7-FB8E-4E56-9F39-EF9F6386A053}" type="parTrans" cxnId="{1B5B31EC-2D9A-481F-92B4-9BD3DD315797}">
      <dgm:prSet/>
      <dgm:spPr/>
      <dgm:t>
        <a:bodyPr/>
        <a:lstStyle/>
        <a:p>
          <a:endParaRPr lang="en-US"/>
        </a:p>
      </dgm:t>
    </dgm:pt>
    <dgm:pt modelId="{87670CDC-835B-4F9F-927F-1317C8E87F86}" type="sibTrans" cxnId="{1B5B31EC-2D9A-481F-92B4-9BD3DD315797}">
      <dgm:prSet/>
      <dgm:spPr/>
      <dgm:t>
        <a:bodyPr/>
        <a:lstStyle/>
        <a:p>
          <a:endParaRPr lang="en-US"/>
        </a:p>
      </dgm:t>
    </dgm:pt>
    <dgm:pt modelId="{AC2B0C85-A34A-449C-BDB1-A298878DE704}">
      <dgm:prSet phldrT="[Text]"/>
      <dgm:spPr/>
      <dgm:t>
        <a:bodyPr/>
        <a:lstStyle/>
        <a:p>
          <a:r>
            <a:rPr lang="en-US" dirty="0"/>
            <a:t>Software Design and Development (40%)</a:t>
          </a:r>
        </a:p>
      </dgm:t>
    </dgm:pt>
    <dgm:pt modelId="{E5225F41-044B-4F7C-A813-74912B7609F7}" type="parTrans" cxnId="{A2F04726-03B2-41D7-AC39-4EB0FD25F0DB}">
      <dgm:prSet/>
      <dgm:spPr/>
      <dgm:t>
        <a:bodyPr/>
        <a:lstStyle/>
        <a:p>
          <a:endParaRPr lang="en-US"/>
        </a:p>
      </dgm:t>
    </dgm:pt>
    <dgm:pt modelId="{C96E9F27-EE7F-4F89-BD19-DC4C6EA4193D}" type="sibTrans" cxnId="{A2F04726-03B2-41D7-AC39-4EB0FD25F0DB}">
      <dgm:prSet/>
      <dgm:spPr/>
      <dgm:t>
        <a:bodyPr/>
        <a:lstStyle/>
        <a:p>
          <a:endParaRPr lang="en-US"/>
        </a:p>
      </dgm:t>
    </dgm:pt>
    <dgm:pt modelId="{711BDD39-3FCE-427A-B0DC-2C28CEED9EDF}">
      <dgm:prSet phldrT="[Text]"/>
      <dgm:spPr/>
      <dgm:t>
        <a:bodyPr/>
        <a:lstStyle/>
        <a:p>
          <a:r>
            <a:rPr lang="en-US" dirty="0"/>
            <a:t>DDD</a:t>
          </a:r>
        </a:p>
      </dgm:t>
    </dgm:pt>
    <dgm:pt modelId="{2D0B9227-5F25-49F4-84E9-F7E211C285CA}" type="parTrans" cxnId="{07BC019F-EA5F-4290-A7F2-F044F5CF5F67}">
      <dgm:prSet/>
      <dgm:spPr/>
      <dgm:t>
        <a:bodyPr/>
        <a:lstStyle/>
        <a:p>
          <a:endParaRPr lang="en-US"/>
        </a:p>
      </dgm:t>
    </dgm:pt>
    <dgm:pt modelId="{56806687-EA3D-424E-8880-B9427A94FF7E}" type="sibTrans" cxnId="{07BC019F-EA5F-4290-A7F2-F044F5CF5F67}">
      <dgm:prSet/>
      <dgm:spPr/>
      <dgm:t>
        <a:bodyPr/>
        <a:lstStyle/>
        <a:p>
          <a:endParaRPr lang="en-US"/>
        </a:p>
      </dgm:t>
    </dgm:pt>
    <dgm:pt modelId="{856C5D97-053A-4768-924C-7BBED1694139}">
      <dgm:prSet phldrT="[Text]"/>
      <dgm:spPr/>
      <dgm:t>
        <a:bodyPr/>
        <a:lstStyle/>
        <a:p>
          <a:r>
            <a:rPr lang="en-US" dirty="0"/>
            <a:t>Database Design and Development (25%)</a:t>
          </a:r>
        </a:p>
      </dgm:t>
    </dgm:pt>
    <dgm:pt modelId="{5882EAA0-9B73-4D58-9B28-101A1A118DA7}" type="parTrans" cxnId="{5ED434D9-CD48-4632-9238-0AD1DC8B7F67}">
      <dgm:prSet/>
      <dgm:spPr/>
      <dgm:t>
        <a:bodyPr/>
        <a:lstStyle/>
        <a:p>
          <a:endParaRPr lang="en-US"/>
        </a:p>
      </dgm:t>
    </dgm:pt>
    <dgm:pt modelId="{FB282A4C-1B09-4A3E-BA59-953ECF9E16C0}" type="sibTrans" cxnId="{5ED434D9-CD48-4632-9238-0AD1DC8B7F67}">
      <dgm:prSet/>
      <dgm:spPr/>
      <dgm:t>
        <a:bodyPr/>
        <a:lstStyle/>
        <a:p>
          <a:endParaRPr lang="en-US"/>
        </a:p>
      </dgm:t>
    </dgm:pt>
    <dgm:pt modelId="{4C2AC2DB-DA7B-4EE8-A271-F42910EF38FA}">
      <dgm:prSet phldrT="[Text]"/>
      <dgm:spPr/>
      <dgm:t>
        <a:bodyPr/>
        <a:lstStyle/>
        <a:p>
          <a:r>
            <a:rPr lang="en-US" dirty="0"/>
            <a:t>WDD</a:t>
          </a:r>
        </a:p>
      </dgm:t>
    </dgm:pt>
    <dgm:pt modelId="{4DCD8EEA-C4AA-404D-A26F-F433BB0189EA}" type="parTrans" cxnId="{F4016BC7-2E72-4F45-A906-6E7F3BDA4E2F}">
      <dgm:prSet/>
      <dgm:spPr/>
      <dgm:t>
        <a:bodyPr/>
        <a:lstStyle/>
        <a:p>
          <a:endParaRPr lang="en-US"/>
        </a:p>
      </dgm:t>
    </dgm:pt>
    <dgm:pt modelId="{E3247148-B6B0-4C23-B610-041B2044E035}" type="sibTrans" cxnId="{F4016BC7-2E72-4F45-A906-6E7F3BDA4E2F}">
      <dgm:prSet/>
      <dgm:spPr/>
      <dgm:t>
        <a:bodyPr/>
        <a:lstStyle/>
        <a:p>
          <a:endParaRPr lang="en-US"/>
        </a:p>
      </dgm:t>
    </dgm:pt>
    <dgm:pt modelId="{6F17941D-CCAD-4AF8-9198-4E8B5F9AEDC2}">
      <dgm:prSet phldrT="[Text]"/>
      <dgm:spPr/>
      <dgm:t>
        <a:bodyPr/>
        <a:lstStyle/>
        <a:p>
          <a:r>
            <a:rPr lang="en-US" dirty="0"/>
            <a:t>Web Design and Development (25%)</a:t>
          </a:r>
        </a:p>
      </dgm:t>
    </dgm:pt>
    <dgm:pt modelId="{6A62EC5C-257B-4078-AC75-009164CBD245}" type="parTrans" cxnId="{9A2AE9EC-1703-4071-9D5B-2F76EC9F4AA5}">
      <dgm:prSet/>
      <dgm:spPr/>
      <dgm:t>
        <a:bodyPr/>
        <a:lstStyle/>
        <a:p>
          <a:endParaRPr lang="en-US"/>
        </a:p>
      </dgm:t>
    </dgm:pt>
    <dgm:pt modelId="{6908D1C2-C5D8-437D-AE20-3870EC3D4B13}" type="sibTrans" cxnId="{9A2AE9EC-1703-4071-9D5B-2F76EC9F4AA5}">
      <dgm:prSet/>
      <dgm:spPr/>
      <dgm:t>
        <a:bodyPr/>
        <a:lstStyle/>
        <a:p>
          <a:endParaRPr lang="en-US"/>
        </a:p>
      </dgm:t>
    </dgm:pt>
    <dgm:pt modelId="{4A3955F4-B1A6-4812-98ED-2D6D02D94E35}">
      <dgm:prSet phldrT="[Text]"/>
      <dgm:spPr/>
      <dgm:t>
        <a:bodyPr/>
        <a:lstStyle/>
        <a:p>
          <a:r>
            <a:rPr lang="en-US" b="1" dirty="0"/>
            <a:t>Assignment</a:t>
          </a:r>
        </a:p>
      </dgm:t>
    </dgm:pt>
    <dgm:pt modelId="{1EF809BA-BB9B-41F6-9A35-2C78CE3A0913}" type="parTrans" cxnId="{7E5A0596-4D16-4207-B5F3-C2FD778C5412}">
      <dgm:prSet/>
      <dgm:spPr/>
      <dgm:t>
        <a:bodyPr/>
        <a:lstStyle/>
        <a:p>
          <a:endParaRPr lang="en-US"/>
        </a:p>
      </dgm:t>
    </dgm:pt>
    <dgm:pt modelId="{10EB35A1-EA5F-40EF-95CA-BDAB4D957484}" type="sibTrans" cxnId="{7E5A0596-4D16-4207-B5F3-C2FD778C5412}">
      <dgm:prSet/>
      <dgm:spPr/>
      <dgm:t>
        <a:bodyPr/>
        <a:lstStyle/>
        <a:p>
          <a:endParaRPr lang="en-US"/>
        </a:p>
      </dgm:t>
    </dgm:pt>
    <dgm:pt modelId="{4C515B8D-87D1-4362-95C3-18B42B452625}">
      <dgm:prSet phldrT="[Text]"/>
      <dgm:spPr>
        <a:solidFill>
          <a:srgbClr val="FF0000"/>
        </a:solidFill>
        <a:ln>
          <a:solidFill>
            <a:srgbClr val="FF0000"/>
          </a:solidFill>
        </a:ln>
      </dgm:spPr>
      <dgm:t>
        <a:bodyPr/>
        <a:lstStyle/>
        <a:p>
          <a:endParaRPr lang="en-US" dirty="0"/>
        </a:p>
      </dgm:t>
    </dgm:pt>
    <dgm:pt modelId="{3413E62F-FACB-412C-9FEF-2E9D080F65F5}" type="parTrans" cxnId="{4AB28759-DCAB-43B1-B5BE-36D4FCDBAA0B}">
      <dgm:prSet/>
      <dgm:spPr/>
      <dgm:t>
        <a:bodyPr/>
        <a:lstStyle/>
        <a:p>
          <a:endParaRPr lang="en-US"/>
        </a:p>
      </dgm:t>
    </dgm:pt>
    <dgm:pt modelId="{387E11D6-6F89-470A-86BE-C608C2106AF6}" type="sibTrans" cxnId="{4AB28759-DCAB-43B1-B5BE-36D4FCDBAA0B}">
      <dgm:prSet/>
      <dgm:spPr/>
      <dgm:t>
        <a:bodyPr/>
        <a:lstStyle/>
        <a:p>
          <a:endParaRPr lang="en-US"/>
        </a:p>
      </dgm:t>
    </dgm:pt>
    <dgm:pt modelId="{E2BA0B41-F146-425E-9754-1E81B83EDF8B}">
      <dgm:prSet phldrT="[Text]"/>
      <dgm:spPr/>
      <dgm:t>
        <a:bodyPr/>
        <a:lstStyle/>
        <a:p>
          <a:r>
            <a:rPr lang="en-US" dirty="0"/>
            <a:t>Computer Systems (10%)</a:t>
          </a:r>
        </a:p>
      </dgm:t>
    </dgm:pt>
    <dgm:pt modelId="{09E005FD-F987-4EBD-9D26-CE4C06669AB5}" type="parTrans" cxnId="{56AEC75D-06D3-4BA4-8933-FE1A0F7AE162}">
      <dgm:prSet/>
      <dgm:spPr/>
      <dgm:t>
        <a:bodyPr/>
        <a:lstStyle/>
        <a:p>
          <a:endParaRPr lang="en-US"/>
        </a:p>
      </dgm:t>
    </dgm:pt>
    <dgm:pt modelId="{017B98FE-F345-4459-B767-E6B696310854}" type="sibTrans" cxnId="{56AEC75D-06D3-4BA4-8933-FE1A0F7AE162}">
      <dgm:prSet/>
      <dgm:spPr/>
      <dgm:t>
        <a:bodyPr/>
        <a:lstStyle/>
        <a:p>
          <a:endParaRPr lang="en-US"/>
        </a:p>
      </dgm:t>
    </dgm:pt>
    <dgm:pt modelId="{780589F0-2154-4E4C-8595-8806E5EF917A}">
      <dgm:prSet phldrT="[Text]"/>
      <dgm:spPr/>
      <dgm:t>
        <a:bodyPr/>
        <a:lstStyle/>
        <a:p>
          <a:r>
            <a:rPr lang="en-US" dirty="0"/>
            <a:t>C/Sys</a:t>
          </a:r>
        </a:p>
      </dgm:t>
    </dgm:pt>
    <dgm:pt modelId="{F00962FA-5389-4E36-9ABB-07A219FF91D3}" type="parTrans" cxnId="{AAFC0F9A-ADA1-4827-BB1A-86C8E3CBC8EB}">
      <dgm:prSet/>
      <dgm:spPr/>
      <dgm:t>
        <a:bodyPr/>
        <a:lstStyle/>
        <a:p>
          <a:endParaRPr lang="en-US"/>
        </a:p>
      </dgm:t>
    </dgm:pt>
    <dgm:pt modelId="{DED9E408-00AC-4B08-A19D-D94226C9548F}" type="sibTrans" cxnId="{AAFC0F9A-ADA1-4827-BB1A-86C8E3CBC8EB}">
      <dgm:prSet/>
      <dgm:spPr/>
      <dgm:t>
        <a:bodyPr/>
        <a:lstStyle/>
        <a:p>
          <a:endParaRPr lang="en-US"/>
        </a:p>
      </dgm:t>
    </dgm:pt>
    <dgm:pt modelId="{75E710BF-3292-4B3F-A454-B7E6BF72E2C7}">
      <dgm:prSet phldrT="[Text]"/>
      <dgm:spPr/>
      <dgm:t>
        <a:bodyPr/>
        <a:lstStyle/>
        <a:p>
          <a:r>
            <a:rPr lang="en-US" b="1" dirty="0"/>
            <a:t>Exam</a:t>
          </a:r>
        </a:p>
      </dgm:t>
    </dgm:pt>
    <dgm:pt modelId="{E03E4501-7796-49DD-B7C4-88D3AB91E6DB}" type="parTrans" cxnId="{F320287E-B3C2-4880-9516-FFD6695AE0E7}">
      <dgm:prSet/>
      <dgm:spPr/>
      <dgm:t>
        <a:bodyPr/>
        <a:lstStyle/>
        <a:p>
          <a:endParaRPr lang="en-US"/>
        </a:p>
      </dgm:t>
    </dgm:pt>
    <dgm:pt modelId="{7BCEDD18-C1A5-4D74-BD02-31A9F5C8DF2C}" type="sibTrans" cxnId="{F320287E-B3C2-4880-9516-FFD6695AE0E7}">
      <dgm:prSet/>
      <dgm:spPr/>
      <dgm:t>
        <a:bodyPr/>
        <a:lstStyle/>
        <a:p>
          <a:endParaRPr lang="en-US"/>
        </a:p>
      </dgm:t>
    </dgm:pt>
    <dgm:pt modelId="{9EC5D7E7-13E1-4749-A134-4C83AB922A61}">
      <dgm:prSet phldrT="[Text]"/>
      <dgm:spPr>
        <a:solidFill>
          <a:srgbClr val="FF0000"/>
        </a:solidFill>
        <a:ln>
          <a:solidFill>
            <a:srgbClr val="FF0000"/>
          </a:solidFill>
        </a:ln>
      </dgm:spPr>
      <dgm:t>
        <a:bodyPr/>
        <a:lstStyle/>
        <a:p>
          <a:endParaRPr lang="en-US" dirty="0"/>
        </a:p>
      </dgm:t>
    </dgm:pt>
    <dgm:pt modelId="{5C3B17FD-DFBE-4B56-9F97-5E041A0D5E90}" type="parTrans" cxnId="{4944EAFC-B2B0-4E7D-94E9-B17B5C2D380E}">
      <dgm:prSet/>
      <dgm:spPr/>
      <dgm:t>
        <a:bodyPr/>
        <a:lstStyle/>
        <a:p>
          <a:endParaRPr lang="en-US"/>
        </a:p>
      </dgm:t>
    </dgm:pt>
    <dgm:pt modelId="{B7023446-8BB7-45ED-9CB6-4F5FC1A1AF95}" type="sibTrans" cxnId="{4944EAFC-B2B0-4E7D-94E9-B17B5C2D380E}">
      <dgm:prSet/>
      <dgm:spPr/>
      <dgm:t>
        <a:bodyPr/>
        <a:lstStyle/>
        <a:p>
          <a:endParaRPr lang="en-US"/>
        </a:p>
      </dgm:t>
    </dgm:pt>
    <dgm:pt modelId="{7EBBDEE6-A55E-47FA-9020-5BC46200AFFC}" type="pres">
      <dgm:prSet presAssocID="{AADFB80D-C2E8-416C-B522-D5F6D93F18D7}" presName="linearFlow" presStyleCnt="0">
        <dgm:presLayoutVars>
          <dgm:dir/>
          <dgm:animLvl val="lvl"/>
          <dgm:resizeHandles val="exact"/>
        </dgm:presLayoutVars>
      </dgm:prSet>
      <dgm:spPr/>
    </dgm:pt>
    <dgm:pt modelId="{C2DD6752-EEDA-4174-9D58-1EADF09490B5}" type="pres">
      <dgm:prSet presAssocID="{13A3E740-D063-442F-85E3-8C13FFBDAFFB}" presName="composite" presStyleCnt="0"/>
      <dgm:spPr/>
    </dgm:pt>
    <dgm:pt modelId="{DFA48299-B840-4714-A5F6-769C74D74113}" type="pres">
      <dgm:prSet presAssocID="{13A3E740-D063-442F-85E3-8C13FFBDAFFB}" presName="parentText" presStyleLbl="alignNode1" presStyleIdx="0" presStyleCnt="6">
        <dgm:presLayoutVars>
          <dgm:chMax val="1"/>
          <dgm:bulletEnabled val="1"/>
        </dgm:presLayoutVars>
      </dgm:prSet>
      <dgm:spPr/>
    </dgm:pt>
    <dgm:pt modelId="{19C32B8D-512E-49A1-A0E6-109384C61E4D}" type="pres">
      <dgm:prSet presAssocID="{13A3E740-D063-442F-85E3-8C13FFBDAFFB}" presName="descendantText" presStyleLbl="alignAcc1" presStyleIdx="0" presStyleCnt="6">
        <dgm:presLayoutVars>
          <dgm:bulletEnabled val="1"/>
        </dgm:presLayoutVars>
      </dgm:prSet>
      <dgm:spPr/>
    </dgm:pt>
    <dgm:pt modelId="{EB6649E3-7C43-464A-A458-4DE8A2D95277}" type="pres">
      <dgm:prSet presAssocID="{87670CDC-835B-4F9F-927F-1317C8E87F86}" presName="sp" presStyleCnt="0"/>
      <dgm:spPr/>
    </dgm:pt>
    <dgm:pt modelId="{B03EC7DE-1F17-45FD-8EC4-5657CB3CA06B}" type="pres">
      <dgm:prSet presAssocID="{711BDD39-3FCE-427A-B0DC-2C28CEED9EDF}" presName="composite" presStyleCnt="0"/>
      <dgm:spPr/>
    </dgm:pt>
    <dgm:pt modelId="{AAD30B60-88C6-4919-B6DD-9F480459E84E}" type="pres">
      <dgm:prSet presAssocID="{711BDD39-3FCE-427A-B0DC-2C28CEED9EDF}" presName="parentText" presStyleLbl="alignNode1" presStyleIdx="1" presStyleCnt="6">
        <dgm:presLayoutVars>
          <dgm:chMax val="1"/>
          <dgm:bulletEnabled val="1"/>
        </dgm:presLayoutVars>
      </dgm:prSet>
      <dgm:spPr/>
    </dgm:pt>
    <dgm:pt modelId="{0DFDFC6D-8604-4378-B6A3-6A6720006C95}" type="pres">
      <dgm:prSet presAssocID="{711BDD39-3FCE-427A-B0DC-2C28CEED9EDF}" presName="descendantText" presStyleLbl="alignAcc1" presStyleIdx="1" presStyleCnt="6">
        <dgm:presLayoutVars>
          <dgm:bulletEnabled val="1"/>
        </dgm:presLayoutVars>
      </dgm:prSet>
      <dgm:spPr/>
    </dgm:pt>
    <dgm:pt modelId="{8738B044-A46F-4E69-BD1E-16537D77F816}" type="pres">
      <dgm:prSet presAssocID="{56806687-EA3D-424E-8880-B9427A94FF7E}" presName="sp" presStyleCnt="0"/>
      <dgm:spPr/>
    </dgm:pt>
    <dgm:pt modelId="{D4F01D1E-88B7-466D-B76A-F726FF7DE3F8}" type="pres">
      <dgm:prSet presAssocID="{4C2AC2DB-DA7B-4EE8-A271-F42910EF38FA}" presName="composite" presStyleCnt="0"/>
      <dgm:spPr/>
    </dgm:pt>
    <dgm:pt modelId="{3451A250-69C4-4911-A975-CCB8D5F6053B}" type="pres">
      <dgm:prSet presAssocID="{4C2AC2DB-DA7B-4EE8-A271-F42910EF38FA}" presName="parentText" presStyleLbl="alignNode1" presStyleIdx="2" presStyleCnt="6">
        <dgm:presLayoutVars>
          <dgm:chMax val="1"/>
          <dgm:bulletEnabled val="1"/>
        </dgm:presLayoutVars>
      </dgm:prSet>
      <dgm:spPr/>
    </dgm:pt>
    <dgm:pt modelId="{56AFEC8A-7D45-4965-A718-64DE087BA59E}" type="pres">
      <dgm:prSet presAssocID="{4C2AC2DB-DA7B-4EE8-A271-F42910EF38FA}" presName="descendantText" presStyleLbl="alignAcc1" presStyleIdx="2" presStyleCnt="6">
        <dgm:presLayoutVars>
          <dgm:bulletEnabled val="1"/>
        </dgm:presLayoutVars>
      </dgm:prSet>
      <dgm:spPr/>
    </dgm:pt>
    <dgm:pt modelId="{E061B53C-41F2-4FB1-8AB8-871078ECF09F}" type="pres">
      <dgm:prSet presAssocID="{E3247148-B6B0-4C23-B610-041B2044E035}" presName="sp" presStyleCnt="0"/>
      <dgm:spPr/>
    </dgm:pt>
    <dgm:pt modelId="{3E2A20E0-2799-4B60-847C-0291A143F060}" type="pres">
      <dgm:prSet presAssocID="{4C515B8D-87D1-4362-95C3-18B42B452625}" presName="composite" presStyleCnt="0"/>
      <dgm:spPr/>
    </dgm:pt>
    <dgm:pt modelId="{17253025-0BE3-46B4-B2C8-BFD879D75B26}" type="pres">
      <dgm:prSet presAssocID="{4C515B8D-87D1-4362-95C3-18B42B452625}" presName="parentText" presStyleLbl="alignNode1" presStyleIdx="3" presStyleCnt="6">
        <dgm:presLayoutVars>
          <dgm:chMax val="1"/>
          <dgm:bulletEnabled val="1"/>
        </dgm:presLayoutVars>
      </dgm:prSet>
      <dgm:spPr/>
    </dgm:pt>
    <dgm:pt modelId="{B2D4CD90-7709-4B59-AC85-D09667CFC12B}" type="pres">
      <dgm:prSet presAssocID="{4C515B8D-87D1-4362-95C3-18B42B452625}" presName="descendantText" presStyleLbl="alignAcc1" presStyleIdx="3" presStyleCnt="6">
        <dgm:presLayoutVars>
          <dgm:bulletEnabled val="1"/>
        </dgm:presLayoutVars>
      </dgm:prSet>
      <dgm:spPr/>
    </dgm:pt>
    <dgm:pt modelId="{FCA35A52-5E56-41CA-AAAA-74E510180904}" type="pres">
      <dgm:prSet presAssocID="{387E11D6-6F89-470A-86BE-C608C2106AF6}" presName="sp" presStyleCnt="0"/>
      <dgm:spPr/>
    </dgm:pt>
    <dgm:pt modelId="{BC0413A5-5CFC-41A1-A4D1-32D9D3A580EB}" type="pres">
      <dgm:prSet presAssocID="{780589F0-2154-4E4C-8595-8806E5EF917A}" presName="composite" presStyleCnt="0"/>
      <dgm:spPr/>
    </dgm:pt>
    <dgm:pt modelId="{056CCBB6-5CE0-4348-89C6-99FB2D3AB62B}" type="pres">
      <dgm:prSet presAssocID="{780589F0-2154-4E4C-8595-8806E5EF917A}" presName="parentText" presStyleLbl="alignNode1" presStyleIdx="4" presStyleCnt="6">
        <dgm:presLayoutVars>
          <dgm:chMax val="1"/>
          <dgm:bulletEnabled val="1"/>
        </dgm:presLayoutVars>
      </dgm:prSet>
      <dgm:spPr/>
    </dgm:pt>
    <dgm:pt modelId="{90709722-0E94-45E4-BEDD-48CB660682DD}" type="pres">
      <dgm:prSet presAssocID="{780589F0-2154-4E4C-8595-8806E5EF917A}" presName="descendantText" presStyleLbl="alignAcc1" presStyleIdx="4" presStyleCnt="6">
        <dgm:presLayoutVars>
          <dgm:bulletEnabled val="1"/>
        </dgm:presLayoutVars>
      </dgm:prSet>
      <dgm:spPr/>
    </dgm:pt>
    <dgm:pt modelId="{13B0A0BF-E273-47AE-B262-3C6C9C4E8968}" type="pres">
      <dgm:prSet presAssocID="{DED9E408-00AC-4B08-A19D-D94226C9548F}" presName="sp" presStyleCnt="0"/>
      <dgm:spPr/>
    </dgm:pt>
    <dgm:pt modelId="{5FCAE6DF-E40E-46F3-84CF-149E85A19097}" type="pres">
      <dgm:prSet presAssocID="{9EC5D7E7-13E1-4749-A134-4C83AB922A61}" presName="composite" presStyleCnt="0"/>
      <dgm:spPr/>
    </dgm:pt>
    <dgm:pt modelId="{EB2E52AE-8FCF-47D0-B499-CFCFAF1883A9}" type="pres">
      <dgm:prSet presAssocID="{9EC5D7E7-13E1-4749-A134-4C83AB922A61}" presName="parentText" presStyleLbl="alignNode1" presStyleIdx="5" presStyleCnt="6">
        <dgm:presLayoutVars>
          <dgm:chMax val="1"/>
          <dgm:bulletEnabled val="1"/>
        </dgm:presLayoutVars>
      </dgm:prSet>
      <dgm:spPr/>
    </dgm:pt>
    <dgm:pt modelId="{C92F1771-01AA-4FF3-B7EC-0229DB7A592C}" type="pres">
      <dgm:prSet presAssocID="{9EC5D7E7-13E1-4749-A134-4C83AB922A61}" presName="descendantText" presStyleLbl="alignAcc1" presStyleIdx="5" presStyleCnt="6">
        <dgm:presLayoutVars>
          <dgm:bulletEnabled val="1"/>
        </dgm:presLayoutVars>
      </dgm:prSet>
      <dgm:spPr/>
    </dgm:pt>
  </dgm:ptLst>
  <dgm:cxnLst>
    <dgm:cxn modelId="{B5BAA509-F012-4E82-9E50-DD70E5E7F1B2}" type="presOf" srcId="{AADFB80D-C2E8-416C-B522-D5F6D93F18D7}" destId="{7EBBDEE6-A55E-47FA-9020-5BC46200AFFC}" srcOrd="0" destOrd="0" presId="urn:microsoft.com/office/officeart/2005/8/layout/chevron2"/>
    <dgm:cxn modelId="{51AC560A-15D5-4873-A728-46FA9B3877F9}" type="presOf" srcId="{780589F0-2154-4E4C-8595-8806E5EF917A}" destId="{056CCBB6-5CE0-4348-89C6-99FB2D3AB62B}" srcOrd="0" destOrd="0" presId="urn:microsoft.com/office/officeart/2005/8/layout/chevron2"/>
    <dgm:cxn modelId="{75D9DC0C-11C7-49DD-8A71-811F74721BA7}" type="presOf" srcId="{4C2AC2DB-DA7B-4EE8-A271-F42910EF38FA}" destId="{3451A250-69C4-4911-A975-CCB8D5F6053B}" srcOrd="0" destOrd="0" presId="urn:microsoft.com/office/officeart/2005/8/layout/chevron2"/>
    <dgm:cxn modelId="{0113120F-3FE7-4154-8079-D7AA5B4E9BD0}" type="presOf" srcId="{6F17941D-CCAD-4AF8-9198-4E8B5F9AEDC2}" destId="{56AFEC8A-7D45-4965-A718-64DE087BA59E}" srcOrd="0" destOrd="0" presId="urn:microsoft.com/office/officeart/2005/8/layout/chevron2"/>
    <dgm:cxn modelId="{6521D611-0B51-48EB-B293-CE7ADA48FE29}" type="presOf" srcId="{711BDD39-3FCE-427A-B0DC-2C28CEED9EDF}" destId="{AAD30B60-88C6-4919-B6DD-9F480459E84E}" srcOrd="0" destOrd="0" presId="urn:microsoft.com/office/officeart/2005/8/layout/chevron2"/>
    <dgm:cxn modelId="{A2F04726-03B2-41D7-AC39-4EB0FD25F0DB}" srcId="{13A3E740-D063-442F-85E3-8C13FFBDAFFB}" destId="{AC2B0C85-A34A-449C-BDB1-A298878DE704}" srcOrd="0" destOrd="0" parTransId="{E5225F41-044B-4F7C-A813-74912B7609F7}" sibTransId="{C96E9F27-EE7F-4F89-BD19-DC4C6EA4193D}"/>
    <dgm:cxn modelId="{D49F1534-E21B-49CA-902B-89FB72311FD2}" type="presOf" srcId="{4C515B8D-87D1-4362-95C3-18B42B452625}" destId="{17253025-0BE3-46B4-B2C8-BFD879D75B26}" srcOrd="0" destOrd="0" presId="urn:microsoft.com/office/officeart/2005/8/layout/chevron2"/>
    <dgm:cxn modelId="{465C8D34-FC72-4D1A-9E65-4F4016ABC282}" type="presOf" srcId="{13A3E740-D063-442F-85E3-8C13FFBDAFFB}" destId="{DFA48299-B840-4714-A5F6-769C74D74113}" srcOrd="0" destOrd="0" presId="urn:microsoft.com/office/officeart/2005/8/layout/chevron2"/>
    <dgm:cxn modelId="{56AEC75D-06D3-4BA4-8933-FE1A0F7AE162}" srcId="{780589F0-2154-4E4C-8595-8806E5EF917A}" destId="{E2BA0B41-F146-425E-9754-1E81B83EDF8B}" srcOrd="0" destOrd="0" parTransId="{09E005FD-F987-4EBD-9D26-CE4C06669AB5}" sibTransId="{017B98FE-F345-4459-B767-E6B696310854}"/>
    <dgm:cxn modelId="{2B7AD66F-7BCF-434E-A3B5-2F39AADE0BF7}" type="presOf" srcId="{E2BA0B41-F146-425E-9754-1E81B83EDF8B}" destId="{90709722-0E94-45E4-BEDD-48CB660682DD}" srcOrd="0" destOrd="0" presId="urn:microsoft.com/office/officeart/2005/8/layout/chevron2"/>
    <dgm:cxn modelId="{5C508956-AB66-4052-8A09-9D7A16ABB973}" type="presOf" srcId="{4A3955F4-B1A6-4812-98ED-2D6D02D94E35}" destId="{B2D4CD90-7709-4B59-AC85-D09667CFC12B}" srcOrd="0" destOrd="0" presId="urn:microsoft.com/office/officeart/2005/8/layout/chevron2"/>
    <dgm:cxn modelId="{4AB28759-DCAB-43B1-B5BE-36D4FCDBAA0B}" srcId="{AADFB80D-C2E8-416C-B522-D5F6D93F18D7}" destId="{4C515B8D-87D1-4362-95C3-18B42B452625}" srcOrd="3" destOrd="0" parTransId="{3413E62F-FACB-412C-9FEF-2E9D080F65F5}" sibTransId="{387E11D6-6F89-470A-86BE-C608C2106AF6}"/>
    <dgm:cxn modelId="{F320287E-B3C2-4880-9516-FFD6695AE0E7}" srcId="{9EC5D7E7-13E1-4749-A134-4C83AB922A61}" destId="{75E710BF-3292-4B3F-A454-B7E6BF72E2C7}" srcOrd="0" destOrd="0" parTransId="{E03E4501-7796-49DD-B7C4-88D3AB91E6DB}" sibTransId="{7BCEDD18-C1A5-4D74-BD02-31A9F5C8DF2C}"/>
    <dgm:cxn modelId="{D36EDC8C-BDD1-4F1F-9AB5-8EDEF33F628F}" type="presOf" srcId="{75E710BF-3292-4B3F-A454-B7E6BF72E2C7}" destId="{C92F1771-01AA-4FF3-B7EC-0229DB7A592C}" srcOrd="0" destOrd="0" presId="urn:microsoft.com/office/officeart/2005/8/layout/chevron2"/>
    <dgm:cxn modelId="{7E5A0596-4D16-4207-B5F3-C2FD778C5412}" srcId="{4C515B8D-87D1-4362-95C3-18B42B452625}" destId="{4A3955F4-B1A6-4812-98ED-2D6D02D94E35}" srcOrd="0" destOrd="0" parTransId="{1EF809BA-BB9B-41F6-9A35-2C78CE3A0913}" sibTransId="{10EB35A1-EA5F-40EF-95CA-BDAB4D957484}"/>
    <dgm:cxn modelId="{AAFC0F9A-ADA1-4827-BB1A-86C8E3CBC8EB}" srcId="{AADFB80D-C2E8-416C-B522-D5F6D93F18D7}" destId="{780589F0-2154-4E4C-8595-8806E5EF917A}" srcOrd="4" destOrd="0" parTransId="{F00962FA-5389-4E36-9ABB-07A219FF91D3}" sibTransId="{DED9E408-00AC-4B08-A19D-D94226C9548F}"/>
    <dgm:cxn modelId="{07BC019F-EA5F-4290-A7F2-F044F5CF5F67}" srcId="{AADFB80D-C2E8-416C-B522-D5F6D93F18D7}" destId="{711BDD39-3FCE-427A-B0DC-2C28CEED9EDF}" srcOrd="1" destOrd="0" parTransId="{2D0B9227-5F25-49F4-84E9-F7E211C285CA}" sibTransId="{56806687-EA3D-424E-8880-B9427A94FF7E}"/>
    <dgm:cxn modelId="{2AB70DB2-120D-4916-A542-8BD092D58E08}" type="presOf" srcId="{AC2B0C85-A34A-449C-BDB1-A298878DE704}" destId="{19C32B8D-512E-49A1-A0E6-109384C61E4D}" srcOrd="0" destOrd="0" presId="urn:microsoft.com/office/officeart/2005/8/layout/chevron2"/>
    <dgm:cxn modelId="{F4016BC7-2E72-4F45-A906-6E7F3BDA4E2F}" srcId="{AADFB80D-C2E8-416C-B522-D5F6D93F18D7}" destId="{4C2AC2DB-DA7B-4EE8-A271-F42910EF38FA}" srcOrd="2" destOrd="0" parTransId="{4DCD8EEA-C4AA-404D-A26F-F433BB0189EA}" sibTransId="{E3247148-B6B0-4C23-B610-041B2044E035}"/>
    <dgm:cxn modelId="{95BAE2D2-7669-469D-9AF0-D651B51FCE91}" type="presOf" srcId="{9EC5D7E7-13E1-4749-A134-4C83AB922A61}" destId="{EB2E52AE-8FCF-47D0-B499-CFCFAF1883A9}" srcOrd="0" destOrd="0" presId="urn:microsoft.com/office/officeart/2005/8/layout/chevron2"/>
    <dgm:cxn modelId="{5ED434D9-CD48-4632-9238-0AD1DC8B7F67}" srcId="{711BDD39-3FCE-427A-B0DC-2C28CEED9EDF}" destId="{856C5D97-053A-4768-924C-7BBED1694139}" srcOrd="0" destOrd="0" parTransId="{5882EAA0-9B73-4D58-9B28-101A1A118DA7}" sibTransId="{FB282A4C-1B09-4A3E-BA59-953ECF9E16C0}"/>
    <dgm:cxn modelId="{37E82DE3-0EF4-4A02-AA7D-36369B21C5B2}" type="presOf" srcId="{856C5D97-053A-4768-924C-7BBED1694139}" destId="{0DFDFC6D-8604-4378-B6A3-6A6720006C95}" srcOrd="0" destOrd="0" presId="urn:microsoft.com/office/officeart/2005/8/layout/chevron2"/>
    <dgm:cxn modelId="{1B5B31EC-2D9A-481F-92B4-9BD3DD315797}" srcId="{AADFB80D-C2E8-416C-B522-D5F6D93F18D7}" destId="{13A3E740-D063-442F-85E3-8C13FFBDAFFB}" srcOrd="0" destOrd="0" parTransId="{055E1BD7-FB8E-4E56-9F39-EF9F6386A053}" sibTransId="{87670CDC-835B-4F9F-927F-1317C8E87F86}"/>
    <dgm:cxn modelId="{9A2AE9EC-1703-4071-9D5B-2F76EC9F4AA5}" srcId="{4C2AC2DB-DA7B-4EE8-A271-F42910EF38FA}" destId="{6F17941D-CCAD-4AF8-9198-4E8B5F9AEDC2}" srcOrd="0" destOrd="0" parTransId="{6A62EC5C-257B-4078-AC75-009164CBD245}" sibTransId="{6908D1C2-C5D8-437D-AE20-3870EC3D4B13}"/>
    <dgm:cxn modelId="{4944EAFC-B2B0-4E7D-94E9-B17B5C2D380E}" srcId="{AADFB80D-C2E8-416C-B522-D5F6D93F18D7}" destId="{9EC5D7E7-13E1-4749-A134-4C83AB922A61}" srcOrd="5" destOrd="0" parTransId="{5C3B17FD-DFBE-4B56-9F97-5E041A0D5E90}" sibTransId="{B7023446-8BB7-45ED-9CB6-4F5FC1A1AF95}"/>
    <dgm:cxn modelId="{2CC3E848-3291-4CD0-B317-41F5D7C45A7F}" type="presParOf" srcId="{7EBBDEE6-A55E-47FA-9020-5BC46200AFFC}" destId="{C2DD6752-EEDA-4174-9D58-1EADF09490B5}" srcOrd="0" destOrd="0" presId="urn:microsoft.com/office/officeart/2005/8/layout/chevron2"/>
    <dgm:cxn modelId="{F2611B9D-ED34-4E48-B173-7425A1C12702}" type="presParOf" srcId="{C2DD6752-EEDA-4174-9D58-1EADF09490B5}" destId="{DFA48299-B840-4714-A5F6-769C74D74113}" srcOrd="0" destOrd="0" presId="urn:microsoft.com/office/officeart/2005/8/layout/chevron2"/>
    <dgm:cxn modelId="{0339950F-F790-4C54-B5C5-7E748C166A64}" type="presParOf" srcId="{C2DD6752-EEDA-4174-9D58-1EADF09490B5}" destId="{19C32B8D-512E-49A1-A0E6-109384C61E4D}" srcOrd="1" destOrd="0" presId="urn:microsoft.com/office/officeart/2005/8/layout/chevron2"/>
    <dgm:cxn modelId="{8C3B7F65-E991-4727-96FD-4A397BC99530}" type="presParOf" srcId="{7EBBDEE6-A55E-47FA-9020-5BC46200AFFC}" destId="{EB6649E3-7C43-464A-A458-4DE8A2D95277}" srcOrd="1" destOrd="0" presId="urn:microsoft.com/office/officeart/2005/8/layout/chevron2"/>
    <dgm:cxn modelId="{67686BDB-624B-4768-B17C-649608EC595D}" type="presParOf" srcId="{7EBBDEE6-A55E-47FA-9020-5BC46200AFFC}" destId="{B03EC7DE-1F17-45FD-8EC4-5657CB3CA06B}" srcOrd="2" destOrd="0" presId="urn:microsoft.com/office/officeart/2005/8/layout/chevron2"/>
    <dgm:cxn modelId="{E384677C-5D5C-4BA0-9373-811233886715}" type="presParOf" srcId="{B03EC7DE-1F17-45FD-8EC4-5657CB3CA06B}" destId="{AAD30B60-88C6-4919-B6DD-9F480459E84E}" srcOrd="0" destOrd="0" presId="urn:microsoft.com/office/officeart/2005/8/layout/chevron2"/>
    <dgm:cxn modelId="{990050CC-88AF-4BFD-BA57-27FA9CC550C6}" type="presParOf" srcId="{B03EC7DE-1F17-45FD-8EC4-5657CB3CA06B}" destId="{0DFDFC6D-8604-4378-B6A3-6A6720006C95}" srcOrd="1" destOrd="0" presId="urn:microsoft.com/office/officeart/2005/8/layout/chevron2"/>
    <dgm:cxn modelId="{577D7B9B-111D-49E5-8B31-17247683DAAB}" type="presParOf" srcId="{7EBBDEE6-A55E-47FA-9020-5BC46200AFFC}" destId="{8738B044-A46F-4E69-BD1E-16537D77F816}" srcOrd="3" destOrd="0" presId="urn:microsoft.com/office/officeart/2005/8/layout/chevron2"/>
    <dgm:cxn modelId="{EAF4121D-00B1-46BD-B1F6-93EB6FBED3D3}" type="presParOf" srcId="{7EBBDEE6-A55E-47FA-9020-5BC46200AFFC}" destId="{D4F01D1E-88B7-466D-B76A-F726FF7DE3F8}" srcOrd="4" destOrd="0" presId="urn:microsoft.com/office/officeart/2005/8/layout/chevron2"/>
    <dgm:cxn modelId="{460F7729-81B3-46BB-891B-6E4175CCD089}" type="presParOf" srcId="{D4F01D1E-88B7-466D-B76A-F726FF7DE3F8}" destId="{3451A250-69C4-4911-A975-CCB8D5F6053B}" srcOrd="0" destOrd="0" presId="urn:microsoft.com/office/officeart/2005/8/layout/chevron2"/>
    <dgm:cxn modelId="{A48AB365-FFFF-4401-96B5-C1A6F80EE146}" type="presParOf" srcId="{D4F01D1E-88B7-466D-B76A-F726FF7DE3F8}" destId="{56AFEC8A-7D45-4965-A718-64DE087BA59E}" srcOrd="1" destOrd="0" presId="urn:microsoft.com/office/officeart/2005/8/layout/chevron2"/>
    <dgm:cxn modelId="{A114524B-CDF1-4D77-9C13-30CC18B34AFA}" type="presParOf" srcId="{7EBBDEE6-A55E-47FA-9020-5BC46200AFFC}" destId="{E061B53C-41F2-4FB1-8AB8-871078ECF09F}" srcOrd="5" destOrd="0" presId="urn:microsoft.com/office/officeart/2005/8/layout/chevron2"/>
    <dgm:cxn modelId="{4B8D09CE-12DA-4A98-A079-57B4B36ABD66}" type="presParOf" srcId="{7EBBDEE6-A55E-47FA-9020-5BC46200AFFC}" destId="{3E2A20E0-2799-4B60-847C-0291A143F060}" srcOrd="6" destOrd="0" presId="urn:microsoft.com/office/officeart/2005/8/layout/chevron2"/>
    <dgm:cxn modelId="{DD09799F-3B55-4A21-B1D8-51D0255A8FC0}" type="presParOf" srcId="{3E2A20E0-2799-4B60-847C-0291A143F060}" destId="{17253025-0BE3-46B4-B2C8-BFD879D75B26}" srcOrd="0" destOrd="0" presId="urn:microsoft.com/office/officeart/2005/8/layout/chevron2"/>
    <dgm:cxn modelId="{B28B55D1-C1C4-4929-B387-2753095F16BC}" type="presParOf" srcId="{3E2A20E0-2799-4B60-847C-0291A143F060}" destId="{B2D4CD90-7709-4B59-AC85-D09667CFC12B}" srcOrd="1" destOrd="0" presId="urn:microsoft.com/office/officeart/2005/8/layout/chevron2"/>
    <dgm:cxn modelId="{14614803-1AE9-4484-B475-713BAB65206C}" type="presParOf" srcId="{7EBBDEE6-A55E-47FA-9020-5BC46200AFFC}" destId="{FCA35A52-5E56-41CA-AAAA-74E510180904}" srcOrd="7" destOrd="0" presId="urn:microsoft.com/office/officeart/2005/8/layout/chevron2"/>
    <dgm:cxn modelId="{5FCECAA4-B55F-4524-B52B-5579AFC35055}" type="presParOf" srcId="{7EBBDEE6-A55E-47FA-9020-5BC46200AFFC}" destId="{BC0413A5-5CFC-41A1-A4D1-32D9D3A580EB}" srcOrd="8" destOrd="0" presId="urn:microsoft.com/office/officeart/2005/8/layout/chevron2"/>
    <dgm:cxn modelId="{A5C36485-CCE1-4523-911E-6345AFDCF231}" type="presParOf" srcId="{BC0413A5-5CFC-41A1-A4D1-32D9D3A580EB}" destId="{056CCBB6-5CE0-4348-89C6-99FB2D3AB62B}" srcOrd="0" destOrd="0" presId="urn:microsoft.com/office/officeart/2005/8/layout/chevron2"/>
    <dgm:cxn modelId="{49CDF3A4-EBDD-472A-8CEE-35499F216772}" type="presParOf" srcId="{BC0413A5-5CFC-41A1-A4D1-32D9D3A580EB}" destId="{90709722-0E94-45E4-BEDD-48CB660682DD}" srcOrd="1" destOrd="0" presId="urn:microsoft.com/office/officeart/2005/8/layout/chevron2"/>
    <dgm:cxn modelId="{5DA3A105-B2B5-4570-ACCF-A2B4BFFDA4E8}" type="presParOf" srcId="{7EBBDEE6-A55E-47FA-9020-5BC46200AFFC}" destId="{13B0A0BF-E273-47AE-B262-3C6C9C4E8968}" srcOrd="9" destOrd="0" presId="urn:microsoft.com/office/officeart/2005/8/layout/chevron2"/>
    <dgm:cxn modelId="{9C5603DB-FB5F-489A-A5FC-119F4545BE24}" type="presParOf" srcId="{7EBBDEE6-A55E-47FA-9020-5BC46200AFFC}" destId="{5FCAE6DF-E40E-46F3-84CF-149E85A19097}" srcOrd="10" destOrd="0" presId="urn:microsoft.com/office/officeart/2005/8/layout/chevron2"/>
    <dgm:cxn modelId="{F75C00D0-5E0F-413E-AC94-1D55800F95C3}" type="presParOf" srcId="{5FCAE6DF-E40E-46F3-84CF-149E85A19097}" destId="{EB2E52AE-8FCF-47D0-B499-CFCFAF1883A9}" srcOrd="0" destOrd="0" presId="urn:microsoft.com/office/officeart/2005/8/layout/chevron2"/>
    <dgm:cxn modelId="{3052A6C1-D8FE-443D-9D61-8901A566CBC1}" type="presParOf" srcId="{5FCAE6DF-E40E-46F3-84CF-149E85A19097}" destId="{C92F1771-01AA-4FF3-B7EC-0229DB7A592C}" srcOrd="1" destOrd="0" presId="urn:microsoft.com/office/officeart/2005/8/layout/chevron2"/>
  </dgm:cxnLst>
  <dgm:bg/>
  <dgm:whole/>
  <dgm:extLst>
    <a:ext uri="http://schemas.microsoft.com/office/drawing/2008/diagram">
      <dsp:dataModelExt xmlns:dsp="http://schemas.microsoft.com/office/drawing/2008/diagram" relId="rId7" minVer="http://schemas.openxmlformats.org/drawingml/2006/diagram"/>
    </a:ext>
  </dgm:extLst>
</dgm:dataModel>
</file>

<file path=ppt/diagrams/drawing1.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DFA48299-B840-4714-A5F6-769C74D74113}">
      <dsp:nvSpPr>
        <dsp:cNvPr id="0" name=""/>
        <dsp:cNvSpPr/>
      </dsp:nvSpPr>
      <dsp:spPr>
        <a:xfrm rot="5400000">
          <a:off x="-144690" y="146350"/>
          <a:ext cx="964603" cy="675222"/>
        </a:xfrm>
        <a:prstGeom prst="chevron">
          <a:avLst/>
        </a:prstGeom>
        <a:solidFill>
          <a:schemeClr val="accent1">
            <a:hueOff val="0"/>
            <a:satOff val="0"/>
            <a:lumOff val="0"/>
            <a:alphaOff val="0"/>
          </a:schemeClr>
        </a:solidFill>
        <a:ln w="12700" cap="flat" cmpd="sng" algn="ctr">
          <a:solidFill>
            <a:schemeClr val="accen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12065" tIns="12065" rIns="12065" bIns="12065" numCol="1" spcCol="1270" anchor="ctr" anchorCtr="0">
          <a:noAutofit/>
        </a:bodyPr>
        <a:lstStyle/>
        <a:p>
          <a:pPr marL="0" lvl="0" indent="0" algn="ctr" defTabSz="844550">
            <a:lnSpc>
              <a:spcPct val="90000"/>
            </a:lnSpc>
            <a:spcBef>
              <a:spcPct val="0"/>
            </a:spcBef>
            <a:spcAft>
              <a:spcPct val="35000"/>
            </a:spcAft>
            <a:buNone/>
          </a:pPr>
          <a:r>
            <a:rPr lang="en-US" sz="1900" kern="1200" dirty="0"/>
            <a:t>SDD</a:t>
          </a:r>
        </a:p>
      </dsp:txBody>
      <dsp:txXfrm rot="-5400000">
        <a:off x="1" y="339270"/>
        <a:ext cx="675222" cy="289381"/>
      </dsp:txXfrm>
    </dsp:sp>
    <dsp:sp modelId="{19C32B8D-512E-49A1-A0E6-109384C61E4D}">
      <dsp:nvSpPr>
        <dsp:cNvPr id="0" name=""/>
        <dsp:cNvSpPr/>
      </dsp:nvSpPr>
      <dsp:spPr>
        <a:xfrm rot="5400000">
          <a:off x="4077955" y="-3401073"/>
          <a:ext cx="626992" cy="7432457"/>
        </a:xfrm>
        <a:prstGeom prst="round2SameRect">
          <a:avLst/>
        </a:prstGeom>
        <a:solidFill>
          <a:schemeClr val="lt1">
            <a:alpha val="90000"/>
            <a:hueOff val="0"/>
            <a:satOff val="0"/>
            <a:lumOff val="0"/>
            <a:alphaOff val="0"/>
          </a:schemeClr>
        </a:solidFill>
        <a:ln w="12700" cap="flat" cmpd="sng" algn="ctr">
          <a:solidFill>
            <a:schemeClr val="accen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dsp:style>
      <dsp:txBody>
        <a:bodyPr spcFirstLastPara="0" vert="horz" wrap="square" lIns="227584" tIns="20320" rIns="20320" bIns="20320" numCol="1" spcCol="1270" anchor="ctr" anchorCtr="0">
          <a:noAutofit/>
        </a:bodyPr>
        <a:lstStyle/>
        <a:p>
          <a:pPr marL="285750" lvl="1" indent="-285750" algn="l" defTabSz="1422400">
            <a:lnSpc>
              <a:spcPct val="90000"/>
            </a:lnSpc>
            <a:spcBef>
              <a:spcPct val="0"/>
            </a:spcBef>
            <a:spcAft>
              <a:spcPct val="15000"/>
            </a:spcAft>
            <a:buChar char="•"/>
          </a:pPr>
          <a:r>
            <a:rPr lang="en-US" sz="3200" kern="1200" dirty="0"/>
            <a:t>Software Design and Development (54%)</a:t>
          </a:r>
        </a:p>
      </dsp:txBody>
      <dsp:txXfrm rot="-5400000">
        <a:off x="675223" y="32266"/>
        <a:ext cx="7401850" cy="565778"/>
      </dsp:txXfrm>
    </dsp:sp>
    <dsp:sp modelId="{AAD30B60-88C6-4919-B6DD-9F480459E84E}">
      <dsp:nvSpPr>
        <dsp:cNvPr id="0" name=""/>
        <dsp:cNvSpPr/>
      </dsp:nvSpPr>
      <dsp:spPr>
        <a:xfrm rot="5400000">
          <a:off x="-144690" y="992203"/>
          <a:ext cx="964603" cy="675222"/>
        </a:xfrm>
        <a:prstGeom prst="chevron">
          <a:avLst/>
        </a:prstGeom>
        <a:solidFill>
          <a:schemeClr val="accent1">
            <a:hueOff val="0"/>
            <a:satOff val="0"/>
            <a:lumOff val="0"/>
            <a:alphaOff val="0"/>
          </a:schemeClr>
        </a:solidFill>
        <a:ln w="12700" cap="flat" cmpd="sng" algn="ctr">
          <a:solidFill>
            <a:schemeClr val="accen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12065" tIns="12065" rIns="12065" bIns="12065" numCol="1" spcCol="1270" anchor="ctr" anchorCtr="0">
          <a:noAutofit/>
        </a:bodyPr>
        <a:lstStyle/>
        <a:p>
          <a:pPr marL="0" lvl="0" indent="0" algn="ctr" defTabSz="844550">
            <a:lnSpc>
              <a:spcPct val="90000"/>
            </a:lnSpc>
            <a:spcBef>
              <a:spcPct val="0"/>
            </a:spcBef>
            <a:spcAft>
              <a:spcPct val="35000"/>
            </a:spcAft>
            <a:buNone/>
          </a:pPr>
          <a:r>
            <a:rPr lang="en-US" sz="1900" kern="1200" dirty="0"/>
            <a:t>DDD</a:t>
          </a:r>
        </a:p>
      </dsp:txBody>
      <dsp:txXfrm rot="-5400000">
        <a:off x="1" y="1185123"/>
        <a:ext cx="675222" cy="289381"/>
      </dsp:txXfrm>
    </dsp:sp>
    <dsp:sp modelId="{0DFDFC6D-8604-4378-B6A3-6A6720006C95}">
      <dsp:nvSpPr>
        <dsp:cNvPr id="0" name=""/>
        <dsp:cNvSpPr/>
      </dsp:nvSpPr>
      <dsp:spPr>
        <a:xfrm rot="5400000">
          <a:off x="4077955" y="-2555219"/>
          <a:ext cx="626992" cy="7432457"/>
        </a:xfrm>
        <a:prstGeom prst="round2SameRect">
          <a:avLst/>
        </a:prstGeom>
        <a:solidFill>
          <a:schemeClr val="lt1">
            <a:alpha val="90000"/>
            <a:hueOff val="0"/>
            <a:satOff val="0"/>
            <a:lumOff val="0"/>
            <a:alphaOff val="0"/>
          </a:schemeClr>
        </a:solidFill>
        <a:ln w="12700" cap="flat" cmpd="sng" algn="ctr">
          <a:solidFill>
            <a:schemeClr val="accen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dsp:style>
      <dsp:txBody>
        <a:bodyPr spcFirstLastPara="0" vert="horz" wrap="square" lIns="227584" tIns="20320" rIns="20320" bIns="20320" numCol="1" spcCol="1270" anchor="ctr" anchorCtr="0">
          <a:noAutofit/>
        </a:bodyPr>
        <a:lstStyle/>
        <a:p>
          <a:pPr marL="285750" lvl="1" indent="-285750" algn="l" defTabSz="1422400">
            <a:lnSpc>
              <a:spcPct val="90000"/>
            </a:lnSpc>
            <a:spcBef>
              <a:spcPct val="0"/>
            </a:spcBef>
            <a:spcAft>
              <a:spcPct val="15000"/>
            </a:spcAft>
            <a:buChar char="•"/>
          </a:pPr>
          <a:r>
            <a:rPr lang="en-US" sz="3200" kern="1200" dirty="0"/>
            <a:t>Database Design and Development (33%)</a:t>
          </a:r>
        </a:p>
      </dsp:txBody>
      <dsp:txXfrm rot="-5400000">
        <a:off x="675223" y="878120"/>
        <a:ext cx="7401850" cy="565778"/>
      </dsp:txXfrm>
    </dsp:sp>
    <dsp:sp modelId="{17253025-0BE3-46B4-B2C8-BFD879D75B26}">
      <dsp:nvSpPr>
        <dsp:cNvPr id="0" name=""/>
        <dsp:cNvSpPr/>
      </dsp:nvSpPr>
      <dsp:spPr>
        <a:xfrm rot="5400000">
          <a:off x="-144690" y="1838057"/>
          <a:ext cx="964603" cy="675222"/>
        </a:xfrm>
        <a:prstGeom prst="chevron">
          <a:avLst/>
        </a:prstGeom>
        <a:solidFill>
          <a:srgbClr val="FF0000"/>
        </a:solidFill>
        <a:ln w="12700" cap="flat" cmpd="sng" algn="ctr">
          <a:solidFill>
            <a:srgbClr val="FF0000"/>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12065" tIns="12065" rIns="12065" bIns="12065" numCol="1" spcCol="1270" anchor="ctr" anchorCtr="0">
          <a:noAutofit/>
        </a:bodyPr>
        <a:lstStyle/>
        <a:p>
          <a:pPr marL="0" lvl="0" indent="0" algn="ctr" defTabSz="844550">
            <a:lnSpc>
              <a:spcPct val="90000"/>
            </a:lnSpc>
            <a:spcBef>
              <a:spcPct val="0"/>
            </a:spcBef>
            <a:spcAft>
              <a:spcPct val="35000"/>
            </a:spcAft>
            <a:buNone/>
          </a:pPr>
          <a:endParaRPr lang="en-US" sz="1900" kern="1200"/>
        </a:p>
      </dsp:txBody>
      <dsp:txXfrm rot="-5400000">
        <a:off x="1" y="2030977"/>
        <a:ext cx="675222" cy="289381"/>
      </dsp:txXfrm>
    </dsp:sp>
    <dsp:sp modelId="{B2D4CD90-7709-4B59-AC85-D09667CFC12B}">
      <dsp:nvSpPr>
        <dsp:cNvPr id="0" name=""/>
        <dsp:cNvSpPr/>
      </dsp:nvSpPr>
      <dsp:spPr>
        <a:xfrm rot="5400000">
          <a:off x="4077955" y="-1709365"/>
          <a:ext cx="626992" cy="7432457"/>
        </a:xfrm>
        <a:prstGeom prst="round2SameRect">
          <a:avLst/>
        </a:prstGeom>
        <a:solidFill>
          <a:schemeClr val="lt1">
            <a:alpha val="90000"/>
            <a:hueOff val="0"/>
            <a:satOff val="0"/>
            <a:lumOff val="0"/>
            <a:alphaOff val="0"/>
          </a:schemeClr>
        </a:solidFill>
        <a:ln w="12700" cap="flat" cmpd="sng" algn="ctr">
          <a:solidFill>
            <a:schemeClr val="accen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dsp:style>
      <dsp:txBody>
        <a:bodyPr spcFirstLastPara="0" vert="horz" wrap="square" lIns="227584" tIns="20320" rIns="20320" bIns="20320" numCol="1" spcCol="1270" anchor="ctr" anchorCtr="0">
          <a:noAutofit/>
        </a:bodyPr>
        <a:lstStyle/>
        <a:p>
          <a:pPr marL="285750" lvl="1" indent="-285750" algn="l" defTabSz="1422400">
            <a:lnSpc>
              <a:spcPct val="90000"/>
            </a:lnSpc>
            <a:spcBef>
              <a:spcPct val="0"/>
            </a:spcBef>
            <a:spcAft>
              <a:spcPct val="15000"/>
            </a:spcAft>
            <a:buChar char="•"/>
          </a:pPr>
          <a:r>
            <a:rPr lang="en-US" sz="3200" b="1" kern="1200"/>
            <a:t>Assignment</a:t>
          </a:r>
        </a:p>
      </dsp:txBody>
      <dsp:txXfrm rot="-5400000">
        <a:off x="675223" y="1723974"/>
        <a:ext cx="7401850" cy="565778"/>
      </dsp:txXfrm>
    </dsp:sp>
    <dsp:sp modelId="{056CCBB6-5CE0-4348-89C6-99FB2D3AB62B}">
      <dsp:nvSpPr>
        <dsp:cNvPr id="0" name=""/>
        <dsp:cNvSpPr/>
      </dsp:nvSpPr>
      <dsp:spPr>
        <a:xfrm rot="5400000">
          <a:off x="-144690" y="2683911"/>
          <a:ext cx="964603" cy="675222"/>
        </a:xfrm>
        <a:prstGeom prst="chevron">
          <a:avLst/>
        </a:prstGeom>
        <a:solidFill>
          <a:schemeClr val="accent1">
            <a:hueOff val="0"/>
            <a:satOff val="0"/>
            <a:lumOff val="0"/>
            <a:alphaOff val="0"/>
          </a:schemeClr>
        </a:solidFill>
        <a:ln w="12700" cap="flat" cmpd="sng" algn="ctr">
          <a:solidFill>
            <a:schemeClr val="accen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12065" tIns="12065" rIns="12065" bIns="12065" numCol="1" spcCol="1270" anchor="ctr" anchorCtr="0">
          <a:noAutofit/>
        </a:bodyPr>
        <a:lstStyle/>
        <a:p>
          <a:pPr marL="0" lvl="0" indent="0" algn="ctr" defTabSz="844550">
            <a:lnSpc>
              <a:spcPct val="90000"/>
            </a:lnSpc>
            <a:spcBef>
              <a:spcPct val="0"/>
            </a:spcBef>
            <a:spcAft>
              <a:spcPct val="35000"/>
            </a:spcAft>
            <a:buNone/>
          </a:pPr>
          <a:r>
            <a:rPr lang="en-US" sz="1900" kern="1200" dirty="0"/>
            <a:t>C/Sys</a:t>
          </a:r>
        </a:p>
      </dsp:txBody>
      <dsp:txXfrm rot="-5400000">
        <a:off x="1" y="2876831"/>
        <a:ext cx="675222" cy="289381"/>
      </dsp:txXfrm>
    </dsp:sp>
    <dsp:sp modelId="{90709722-0E94-45E4-BEDD-48CB660682DD}">
      <dsp:nvSpPr>
        <dsp:cNvPr id="0" name=""/>
        <dsp:cNvSpPr/>
      </dsp:nvSpPr>
      <dsp:spPr>
        <a:xfrm rot="5400000">
          <a:off x="4077955" y="-863511"/>
          <a:ext cx="626992" cy="7432457"/>
        </a:xfrm>
        <a:prstGeom prst="round2SameRect">
          <a:avLst/>
        </a:prstGeom>
        <a:solidFill>
          <a:schemeClr val="lt1">
            <a:alpha val="90000"/>
            <a:hueOff val="0"/>
            <a:satOff val="0"/>
            <a:lumOff val="0"/>
            <a:alphaOff val="0"/>
          </a:schemeClr>
        </a:solidFill>
        <a:ln w="12700" cap="flat" cmpd="sng" algn="ctr">
          <a:solidFill>
            <a:schemeClr val="accen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dsp:style>
      <dsp:txBody>
        <a:bodyPr spcFirstLastPara="0" vert="horz" wrap="square" lIns="227584" tIns="20320" rIns="20320" bIns="20320" numCol="1" spcCol="1270" anchor="ctr" anchorCtr="0">
          <a:noAutofit/>
        </a:bodyPr>
        <a:lstStyle/>
        <a:p>
          <a:pPr marL="285750" lvl="1" indent="-285750" algn="l" defTabSz="1422400">
            <a:lnSpc>
              <a:spcPct val="90000"/>
            </a:lnSpc>
            <a:spcBef>
              <a:spcPct val="0"/>
            </a:spcBef>
            <a:spcAft>
              <a:spcPct val="15000"/>
            </a:spcAft>
            <a:buChar char="•"/>
          </a:pPr>
          <a:r>
            <a:rPr lang="en-US" sz="3200" kern="1200" dirty="0"/>
            <a:t>Computer Systems (13%)</a:t>
          </a:r>
        </a:p>
      </dsp:txBody>
      <dsp:txXfrm rot="-5400000">
        <a:off x="675223" y="2569828"/>
        <a:ext cx="7401850" cy="565778"/>
      </dsp:txXfrm>
    </dsp:sp>
    <dsp:sp modelId="{EB2E52AE-8FCF-47D0-B499-CFCFAF1883A9}">
      <dsp:nvSpPr>
        <dsp:cNvPr id="0" name=""/>
        <dsp:cNvSpPr/>
      </dsp:nvSpPr>
      <dsp:spPr>
        <a:xfrm rot="5400000">
          <a:off x="-144690" y="3529765"/>
          <a:ext cx="964603" cy="675222"/>
        </a:xfrm>
        <a:prstGeom prst="chevron">
          <a:avLst/>
        </a:prstGeom>
        <a:solidFill>
          <a:srgbClr val="FF0000"/>
        </a:solidFill>
        <a:ln w="12700" cap="flat" cmpd="sng" algn="ctr">
          <a:solidFill>
            <a:srgbClr val="FF0000"/>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12065" tIns="12065" rIns="12065" bIns="12065" numCol="1" spcCol="1270" anchor="ctr" anchorCtr="0">
          <a:noAutofit/>
        </a:bodyPr>
        <a:lstStyle/>
        <a:p>
          <a:pPr marL="0" lvl="0" indent="0" algn="ctr" defTabSz="844550">
            <a:lnSpc>
              <a:spcPct val="90000"/>
            </a:lnSpc>
            <a:spcBef>
              <a:spcPct val="0"/>
            </a:spcBef>
            <a:spcAft>
              <a:spcPct val="35000"/>
            </a:spcAft>
            <a:buNone/>
          </a:pPr>
          <a:endParaRPr lang="en-US" sz="1900" kern="1200"/>
        </a:p>
      </dsp:txBody>
      <dsp:txXfrm rot="-5400000">
        <a:off x="1" y="3722685"/>
        <a:ext cx="675222" cy="289381"/>
      </dsp:txXfrm>
    </dsp:sp>
    <dsp:sp modelId="{C92F1771-01AA-4FF3-B7EC-0229DB7A592C}">
      <dsp:nvSpPr>
        <dsp:cNvPr id="0" name=""/>
        <dsp:cNvSpPr/>
      </dsp:nvSpPr>
      <dsp:spPr>
        <a:xfrm rot="5400000">
          <a:off x="4077955" y="-17657"/>
          <a:ext cx="626992" cy="7432457"/>
        </a:xfrm>
        <a:prstGeom prst="round2SameRect">
          <a:avLst/>
        </a:prstGeom>
        <a:solidFill>
          <a:schemeClr val="lt1">
            <a:alpha val="90000"/>
            <a:hueOff val="0"/>
            <a:satOff val="0"/>
            <a:lumOff val="0"/>
            <a:alphaOff val="0"/>
          </a:schemeClr>
        </a:solidFill>
        <a:ln w="12700" cap="flat" cmpd="sng" algn="ctr">
          <a:solidFill>
            <a:schemeClr val="accen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dsp:style>
      <dsp:txBody>
        <a:bodyPr spcFirstLastPara="0" vert="horz" wrap="square" lIns="227584" tIns="20320" rIns="20320" bIns="20320" numCol="1" spcCol="1270" anchor="ctr" anchorCtr="0">
          <a:noAutofit/>
        </a:bodyPr>
        <a:lstStyle/>
        <a:p>
          <a:pPr marL="285750" lvl="1" indent="-285750" algn="l" defTabSz="1422400">
            <a:lnSpc>
              <a:spcPct val="90000"/>
            </a:lnSpc>
            <a:spcBef>
              <a:spcPct val="0"/>
            </a:spcBef>
            <a:spcAft>
              <a:spcPct val="15000"/>
            </a:spcAft>
            <a:buChar char="•"/>
          </a:pPr>
          <a:r>
            <a:rPr lang="en-US" sz="3200" b="1" kern="1200"/>
            <a:t>Exam</a:t>
          </a:r>
        </a:p>
      </dsp:txBody>
      <dsp:txXfrm rot="-5400000">
        <a:off x="675223" y="3415682"/>
        <a:ext cx="7401850" cy="565778"/>
      </dsp:txXfrm>
    </dsp:sp>
  </dsp:spTree>
</dsp:drawing>
</file>

<file path=ppt/diagrams/drawing2.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DFA48299-B840-4714-A5F6-769C74D74113}">
      <dsp:nvSpPr>
        <dsp:cNvPr id="0" name=""/>
        <dsp:cNvSpPr/>
      </dsp:nvSpPr>
      <dsp:spPr>
        <a:xfrm rot="5400000">
          <a:off x="-121106" y="123128"/>
          <a:ext cx="807377" cy="565164"/>
        </a:xfrm>
        <a:prstGeom prst="chevron">
          <a:avLst/>
        </a:prstGeom>
        <a:solidFill>
          <a:schemeClr val="accent1">
            <a:hueOff val="0"/>
            <a:satOff val="0"/>
            <a:lumOff val="0"/>
            <a:alphaOff val="0"/>
          </a:schemeClr>
        </a:solidFill>
        <a:ln w="12700" cap="flat" cmpd="sng" algn="ctr">
          <a:solidFill>
            <a:schemeClr val="accen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9525" tIns="9525" rIns="9525" bIns="9525" numCol="1" spcCol="1270" anchor="ctr" anchorCtr="0">
          <a:noAutofit/>
        </a:bodyPr>
        <a:lstStyle/>
        <a:p>
          <a:pPr marL="0" lvl="0" indent="0" algn="ctr" defTabSz="666750">
            <a:lnSpc>
              <a:spcPct val="90000"/>
            </a:lnSpc>
            <a:spcBef>
              <a:spcPct val="0"/>
            </a:spcBef>
            <a:spcAft>
              <a:spcPct val="35000"/>
            </a:spcAft>
            <a:buNone/>
          </a:pPr>
          <a:r>
            <a:rPr lang="en-US" sz="1500" kern="1200" dirty="0"/>
            <a:t>SDD</a:t>
          </a:r>
        </a:p>
      </dsp:txBody>
      <dsp:txXfrm rot="-5400000">
        <a:off x="1" y="284603"/>
        <a:ext cx="565164" cy="242213"/>
      </dsp:txXfrm>
    </dsp:sp>
    <dsp:sp modelId="{19C32B8D-512E-49A1-A0E6-109384C61E4D}">
      <dsp:nvSpPr>
        <dsp:cNvPr id="0" name=""/>
        <dsp:cNvSpPr/>
      </dsp:nvSpPr>
      <dsp:spPr>
        <a:xfrm rot="5400000">
          <a:off x="4074024" y="-3506838"/>
          <a:ext cx="524795" cy="7542515"/>
        </a:xfrm>
        <a:prstGeom prst="round2SameRect">
          <a:avLst/>
        </a:prstGeom>
        <a:solidFill>
          <a:schemeClr val="lt1">
            <a:alpha val="90000"/>
            <a:hueOff val="0"/>
            <a:satOff val="0"/>
            <a:lumOff val="0"/>
            <a:alphaOff val="0"/>
          </a:schemeClr>
        </a:solidFill>
        <a:ln w="12700" cap="flat" cmpd="sng" algn="ctr">
          <a:solidFill>
            <a:schemeClr val="accen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dsp:style>
      <dsp:txBody>
        <a:bodyPr spcFirstLastPara="0" vert="horz" wrap="square" lIns="220472" tIns="19685" rIns="19685" bIns="19685" numCol="1" spcCol="1270" anchor="ctr" anchorCtr="0">
          <a:noAutofit/>
        </a:bodyPr>
        <a:lstStyle/>
        <a:p>
          <a:pPr marL="285750" lvl="1" indent="-285750" algn="l" defTabSz="1377950">
            <a:lnSpc>
              <a:spcPct val="90000"/>
            </a:lnSpc>
            <a:spcBef>
              <a:spcPct val="0"/>
            </a:spcBef>
            <a:spcAft>
              <a:spcPct val="15000"/>
            </a:spcAft>
            <a:buChar char="•"/>
          </a:pPr>
          <a:r>
            <a:rPr lang="en-US" sz="3100" kern="1200" dirty="0"/>
            <a:t>Software Design and Development (40%)</a:t>
          </a:r>
        </a:p>
      </dsp:txBody>
      <dsp:txXfrm rot="-5400000">
        <a:off x="565164" y="27640"/>
        <a:ext cx="7516897" cy="473559"/>
      </dsp:txXfrm>
    </dsp:sp>
    <dsp:sp modelId="{AAD30B60-88C6-4919-B6DD-9F480459E84E}">
      <dsp:nvSpPr>
        <dsp:cNvPr id="0" name=""/>
        <dsp:cNvSpPr/>
      </dsp:nvSpPr>
      <dsp:spPr>
        <a:xfrm rot="5400000">
          <a:off x="-121106" y="831111"/>
          <a:ext cx="807377" cy="565164"/>
        </a:xfrm>
        <a:prstGeom prst="chevron">
          <a:avLst/>
        </a:prstGeom>
        <a:solidFill>
          <a:schemeClr val="accent1">
            <a:hueOff val="0"/>
            <a:satOff val="0"/>
            <a:lumOff val="0"/>
            <a:alphaOff val="0"/>
          </a:schemeClr>
        </a:solidFill>
        <a:ln w="12700" cap="flat" cmpd="sng" algn="ctr">
          <a:solidFill>
            <a:schemeClr val="accen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9525" tIns="9525" rIns="9525" bIns="9525" numCol="1" spcCol="1270" anchor="ctr" anchorCtr="0">
          <a:noAutofit/>
        </a:bodyPr>
        <a:lstStyle/>
        <a:p>
          <a:pPr marL="0" lvl="0" indent="0" algn="ctr" defTabSz="666750">
            <a:lnSpc>
              <a:spcPct val="90000"/>
            </a:lnSpc>
            <a:spcBef>
              <a:spcPct val="0"/>
            </a:spcBef>
            <a:spcAft>
              <a:spcPct val="35000"/>
            </a:spcAft>
            <a:buNone/>
          </a:pPr>
          <a:r>
            <a:rPr lang="en-US" sz="1500" kern="1200" dirty="0"/>
            <a:t>DDD</a:t>
          </a:r>
        </a:p>
      </dsp:txBody>
      <dsp:txXfrm rot="-5400000">
        <a:off x="1" y="992586"/>
        <a:ext cx="565164" cy="242213"/>
      </dsp:txXfrm>
    </dsp:sp>
    <dsp:sp modelId="{0DFDFC6D-8604-4378-B6A3-6A6720006C95}">
      <dsp:nvSpPr>
        <dsp:cNvPr id="0" name=""/>
        <dsp:cNvSpPr/>
      </dsp:nvSpPr>
      <dsp:spPr>
        <a:xfrm rot="5400000">
          <a:off x="4074024" y="-2798855"/>
          <a:ext cx="524795" cy="7542515"/>
        </a:xfrm>
        <a:prstGeom prst="round2SameRect">
          <a:avLst/>
        </a:prstGeom>
        <a:solidFill>
          <a:schemeClr val="lt1">
            <a:alpha val="90000"/>
            <a:hueOff val="0"/>
            <a:satOff val="0"/>
            <a:lumOff val="0"/>
            <a:alphaOff val="0"/>
          </a:schemeClr>
        </a:solidFill>
        <a:ln w="12700" cap="flat" cmpd="sng" algn="ctr">
          <a:solidFill>
            <a:schemeClr val="accen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dsp:style>
      <dsp:txBody>
        <a:bodyPr spcFirstLastPara="0" vert="horz" wrap="square" lIns="220472" tIns="19685" rIns="19685" bIns="19685" numCol="1" spcCol="1270" anchor="ctr" anchorCtr="0">
          <a:noAutofit/>
        </a:bodyPr>
        <a:lstStyle/>
        <a:p>
          <a:pPr marL="285750" lvl="1" indent="-285750" algn="l" defTabSz="1377950">
            <a:lnSpc>
              <a:spcPct val="90000"/>
            </a:lnSpc>
            <a:spcBef>
              <a:spcPct val="0"/>
            </a:spcBef>
            <a:spcAft>
              <a:spcPct val="15000"/>
            </a:spcAft>
            <a:buChar char="•"/>
          </a:pPr>
          <a:r>
            <a:rPr lang="en-US" sz="3100" kern="1200" dirty="0"/>
            <a:t>Database Design and Development (25%)</a:t>
          </a:r>
        </a:p>
      </dsp:txBody>
      <dsp:txXfrm rot="-5400000">
        <a:off x="565164" y="735623"/>
        <a:ext cx="7516897" cy="473559"/>
      </dsp:txXfrm>
    </dsp:sp>
    <dsp:sp modelId="{3451A250-69C4-4911-A975-CCB8D5F6053B}">
      <dsp:nvSpPr>
        <dsp:cNvPr id="0" name=""/>
        <dsp:cNvSpPr/>
      </dsp:nvSpPr>
      <dsp:spPr>
        <a:xfrm rot="5400000">
          <a:off x="-121106" y="1539095"/>
          <a:ext cx="807377" cy="565164"/>
        </a:xfrm>
        <a:prstGeom prst="chevron">
          <a:avLst/>
        </a:prstGeom>
        <a:solidFill>
          <a:schemeClr val="accent1">
            <a:hueOff val="0"/>
            <a:satOff val="0"/>
            <a:lumOff val="0"/>
            <a:alphaOff val="0"/>
          </a:schemeClr>
        </a:solidFill>
        <a:ln w="12700" cap="flat" cmpd="sng" algn="ctr">
          <a:solidFill>
            <a:schemeClr val="accen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9525" tIns="9525" rIns="9525" bIns="9525" numCol="1" spcCol="1270" anchor="ctr" anchorCtr="0">
          <a:noAutofit/>
        </a:bodyPr>
        <a:lstStyle/>
        <a:p>
          <a:pPr marL="0" lvl="0" indent="0" algn="ctr" defTabSz="666750">
            <a:lnSpc>
              <a:spcPct val="90000"/>
            </a:lnSpc>
            <a:spcBef>
              <a:spcPct val="0"/>
            </a:spcBef>
            <a:spcAft>
              <a:spcPct val="35000"/>
            </a:spcAft>
            <a:buNone/>
          </a:pPr>
          <a:r>
            <a:rPr lang="en-US" sz="1500" kern="1200" dirty="0"/>
            <a:t>WDD</a:t>
          </a:r>
        </a:p>
      </dsp:txBody>
      <dsp:txXfrm rot="-5400000">
        <a:off x="1" y="1700570"/>
        <a:ext cx="565164" cy="242213"/>
      </dsp:txXfrm>
    </dsp:sp>
    <dsp:sp modelId="{56AFEC8A-7D45-4965-A718-64DE087BA59E}">
      <dsp:nvSpPr>
        <dsp:cNvPr id="0" name=""/>
        <dsp:cNvSpPr/>
      </dsp:nvSpPr>
      <dsp:spPr>
        <a:xfrm rot="5400000">
          <a:off x="4074024" y="-2090871"/>
          <a:ext cx="524795" cy="7542515"/>
        </a:xfrm>
        <a:prstGeom prst="round2SameRect">
          <a:avLst/>
        </a:prstGeom>
        <a:solidFill>
          <a:schemeClr val="lt1">
            <a:alpha val="90000"/>
            <a:hueOff val="0"/>
            <a:satOff val="0"/>
            <a:lumOff val="0"/>
            <a:alphaOff val="0"/>
          </a:schemeClr>
        </a:solidFill>
        <a:ln w="12700" cap="flat" cmpd="sng" algn="ctr">
          <a:solidFill>
            <a:schemeClr val="accen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dsp:style>
      <dsp:txBody>
        <a:bodyPr spcFirstLastPara="0" vert="horz" wrap="square" lIns="220472" tIns="19685" rIns="19685" bIns="19685" numCol="1" spcCol="1270" anchor="ctr" anchorCtr="0">
          <a:noAutofit/>
        </a:bodyPr>
        <a:lstStyle/>
        <a:p>
          <a:pPr marL="285750" lvl="1" indent="-285750" algn="l" defTabSz="1377950">
            <a:lnSpc>
              <a:spcPct val="90000"/>
            </a:lnSpc>
            <a:spcBef>
              <a:spcPct val="0"/>
            </a:spcBef>
            <a:spcAft>
              <a:spcPct val="15000"/>
            </a:spcAft>
            <a:buChar char="•"/>
          </a:pPr>
          <a:r>
            <a:rPr lang="en-US" sz="3100" kern="1200" dirty="0"/>
            <a:t>Web Design and Development (25%)</a:t>
          </a:r>
        </a:p>
      </dsp:txBody>
      <dsp:txXfrm rot="-5400000">
        <a:off x="565164" y="1443607"/>
        <a:ext cx="7516897" cy="473559"/>
      </dsp:txXfrm>
    </dsp:sp>
    <dsp:sp modelId="{17253025-0BE3-46B4-B2C8-BFD879D75B26}">
      <dsp:nvSpPr>
        <dsp:cNvPr id="0" name=""/>
        <dsp:cNvSpPr/>
      </dsp:nvSpPr>
      <dsp:spPr>
        <a:xfrm rot="5400000">
          <a:off x="-121106" y="2247078"/>
          <a:ext cx="807377" cy="565164"/>
        </a:xfrm>
        <a:prstGeom prst="chevron">
          <a:avLst/>
        </a:prstGeom>
        <a:solidFill>
          <a:srgbClr val="FF0000"/>
        </a:solidFill>
        <a:ln w="12700" cap="flat" cmpd="sng" algn="ctr">
          <a:solidFill>
            <a:srgbClr val="FF0000"/>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9525" tIns="9525" rIns="9525" bIns="9525" numCol="1" spcCol="1270" anchor="ctr" anchorCtr="0">
          <a:noAutofit/>
        </a:bodyPr>
        <a:lstStyle/>
        <a:p>
          <a:pPr marL="0" lvl="0" indent="0" algn="ctr" defTabSz="666750">
            <a:lnSpc>
              <a:spcPct val="90000"/>
            </a:lnSpc>
            <a:spcBef>
              <a:spcPct val="0"/>
            </a:spcBef>
            <a:spcAft>
              <a:spcPct val="35000"/>
            </a:spcAft>
            <a:buNone/>
          </a:pPr>
          <a:endParaRPr lang="en-US" sz="1500" kern="1200" dirty="0"/>
        </a:p>
      </dsp:txBody>
      <dsp:txXfrm rot="-5400000">
        <a:off x="1" y="2408553"/>
        <a:ext cx="565164" cy="242213"/>
      </dsp:txXfrm>
    </dsp:sp>
    <dsp:sp modelId="{B2D4CD90-7709-4B59-AC85-D09667CFC12B}">
      <dsp:nvSpPr>
        <dsp:cNvPr id="0" name=""/>
        <dsp:cNvSpPr/>
      </dsp:nvSpPr>
      <dsp:spPr>
        <a:xfrm rot="5400000">
          <a:off x="4074024" y="-1382888"/>
          <a:ext cx="524795" cy="7542515"/>
        </a:xfrm>
        <a:prstGeom prst="round2SameRect">
          <a:avLst/>
        </a:prstGeom>
        <a:solidFill>
          <a:schemeClr val="lt1">
            <a:alpha val="90000"/>
            <a:hueOff val="0"/>
            <a:satOff val="0"/>
            <a:lumOff val="0"/>
            <a:alphaOff val="0"/>
          </a:schemeClr>
        </a:solidFill>
        <a:ln w="12700" cap="flat" cmpd="sng" algn="ctr">
          <a:solidFill>
            <a:schemeClr val="accen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dsp:style>
      <dsp:txBody>
        <a:bodyPr spcFirstLastPara="0" vert="horz" wrap="square" lIns="220472" tIns="19685" rIns="19685" bIns="19685" numCol="1" spcCol="1270" anchor="ctr" anchorCtr="0">
          <a:noAutofit/>
        </a:bodyPr>
        <a:lstStyle/>
        <a:p>
          <a:pPr marL="285750" lvl="1" indent="-285750" algn="l" defTabSz="1377950">
            <a:lnSpc>
              <a:spcPct val="90000"/>
            </a:lnSpc>
            <a:spcBef>
              <a:spcPct val="0"/>
            </a:spcBef>
            <a:spcAft>
              <a:spcPct val="15000"/>
            </a:spcAft>
            <a:buChar char="•"/>
          </a:pPr>
          <a:r>
            <a:rPr lang="en-US" sz="3100" b="1" kern="1200" dirty="0"/>
            <a:t>Assignment</a:t>
          </a:r>
        </a:p>
      </dsp:txBody>
      <dsp:txXfrm rot="-5400000">
        <a:off x="565164" y="2151590"/>
        <a:ext cx="7516897" cy="473559"/>
      </dsp:txXfrm>
    </dsp:sp>
    <dsp:sp modelId="{056CCBB6-5CE0-4348-89C6-99FB2D3AB62B}">
      <dsp:nvSpPr>
        <dsp:cNvPr id="0" name=""/>
        <dsp:cNvSpPr/>
      </dsp:nvSpPr>
      <dsp:spPr>
        <a:xfrm rot="5400000">
          <a:off x="-121106" y="2955062"/>
          <a:ext cx="807377" cy="565164"/>
        </a:xfrm>
        <a:prstGeom prst="chevron">
          <a:avLst/>
        </a:prstGeom>
        <a:solidFill>
          <a:schemeClr val="accent1">
            <a:hueOff val="0"/>
            <a:satOff val="0"/>
            <a:lumOff val="0"/>
            <a:alphaOff val="0"/>
          </a:schemeClr>
        </a:solidFill>
        <a:ln w="12700" cap="flat" cmpd="sng" algn="ctr">
          <a:solidFill>
            <a:schemeClr val="accen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9525" tIns="9525" rIns="9525" bIns="9525" numCol="1" spcCol="1270" anchor="ctr" anchorCtr="0">
          <a:noAutofit/>
        </a:bodyPr>
        <a:lstStyle/>
        <a:p>
          <a:pPr marL="0" lvl="0" indent="0" algn="ctr" defTabSz="666750">
            <a:lnSpc>
              <a:spcPct val="90000"/>
            </a:lnSpc>
            <a:spcBef>
              <a:spcPct val="0"/>
            </a:spcBef>
            <a:spcAft>
              <a:spcPct val="35000"/>
            </a:spcAft>
            <a:buNone/>
          </a:pPr>
          <a:r>
            <a:rPr lang="en-US" sz="1500" kern="1200" dirty="0"/>
            <a:t>C/Sys</a:t>
          </a:r>
        </a:p>
      </dsp:txBody>
      <dsp:txXfrm rot="-5400000">
        <a:off x="1" y="3116537"/>
        <a:ext cx="565164" cy="242213"/>
      </dsp:txXfrm>
    </dsp:sp>
    <dsp:sp modelId="{90709722-0E94-45E4-BEDD-48CB660682DD}">
      <dsp:nvSpPr>
        <dsp:cNvPr id="0" name=""/>
        <dsp:cNvSpPr/>
      </dsp:nvSpPr>
      <dsp:spPr>
        <a:xfrm rot="5400000">
          <a:off x="4074024" y="-674904"/>
          <a:ext cx="524795" cy="7542515"/>
        </a:xfrm>
        <a:prstGeom prst="round2SameRect">
          <a:avLst/>
        </a:prstGeom>
        <a:solidFill>
          <a:schemeClr val="lt1">
            <a:alpha val="90000"/>
            <a:hueOff val="0"/>
            <a:satOff val="0"/>
            <a:lumOff val="0"/>
            <a:alphaOff val="0"/>
          </a:schemeClr>
        </a:solidFill>
        <a:ln w="12700" cap="flat" cmpd="sng" algn="ctr">
          <a:solidFill>
            <a:schemeClr val="accen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dsp:style>
      <dsp:txBody>
        <a:bodyPr spcFirstLastPara="0" vert="horz" wrap="square" lIns="220472" tIns="19685" rIns="19685" bIns="19685" numCol="1" spcCol="1270" anchor="ctr" anchorCtr="0">
          <a:noAutofit/>
        </a:bodyPr>
        <a:lstStyle/>
        <a:p>
          <a:pPr marL="285750" lvl="1" indent="-285750" algn="l" defTabSz="1377950">
            <a:lnSpc>
              <a:spcPct val="90000"/>
            </a:lnSpc>
            <a:spcBef>
              <a:spcPct val="0"/>
            </a:spcBef>
            <a:spcAft>
              <a:spcPct val="15000"/>
            </a:spcAft>
            <a:buChar char="•"/>
          </a:pPr>
          <a:r>
            <a:rPr lang="en-US" sz="3100" kern="1200" dirty="0"/>
            <a:t>Computer Systems (10%)</a:t>
          </a:r>
        </a:p>
      </dsp:txBody>
      <dsp:txXfrm rot="-5400000">
        <a:off x="565164" y="2859574"/>
        <a:ext cx="7516897" cy="473559"/>
      </dsp:txXfrm>
    </dsp:sp>
    <dsp:sp modelId="{EB2E52AE-8FCF-47D0-B499-CFCFAF1883A9}">
      <dsp:nvSpPr>
        <dsp:cNvPr id="0" name=""/>
        <dsp:cNvSpPr/>
      </dsp:nvSpPr>
      <dsp:spPr>
        <a:xfrm rot="5400000">
          <a:off x="-121106" y="3663045"/>
          <a:ext cx="807377" cy="565164"/>
        </a:xfrm>
        <a:prstGeom prst="chevron">
          <a:avLst/>
        </a:prstGeom>
        <a:solidFill>
          <a:srgbClr val="FF0000"/>
        </a:solidFill>
        <a:ln w="12700" cap="flat" cmpd="sng" algn="ctr">
          <a:solidFill>
            <a:srgbClr val="FF0000"/>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9525" tIns="9525" rIns="9525" bIns="9525" numCol="1" spcCol="1270" anchor="ctr" anchorCtr="0">
          <a:noAutofit/>
        </a:bodyPr>
        <a:lstStyle/>
        <a:p>
          <a:pPr marL="0" lvl="0" indent="0" algn="ctr" defTabSz="666750">
            <a:lnSpc>
              <a:spcPct val="90000"/>
            </a:lnSpc>
            <a:spcBef>
              <a:spcPct val="0"/>
            </a:spcBef>
            <a:spcAft>
              <a:spcPct val="35000"/>
            </a:spcAft>
            <a:buNone/>
          </a:pPr>
          <a:endParaRPr lang="en-US" sz="1500" kern="1200" dirty="0"/>
        </a:p>
      </dsp:txBody>
      <dsp:txXfrm rot="-5400000">
        <a:off x="1" y="3824520"/>
        <a:ext cx="565164" cy="242213"/>
      </dsp:txXfrm>
    </dsp:sp>
    <dsp:sp modelId="{C92F1771-01AA-4FF3-B7EC-0229DB7A592C}">
      <dsp:nvSpPr>
        <dsp:cNvPr id="0" name=""/>
        <dsp:cNvSpPr/>
      </dsp:nvSpPr>
      <dsp:spPr>
        <a:xfrm rot="5400000">
          <a:off x="4074024" y="33078"/>
          <a:ext cx="524795" cy="7542515"/>
        </a:xfrm>
        <a:prstGeom prst="round2SameRect">
          <a:avLst/>
        </a:prstGeom>
        <a:solidFill>
          <a:schemeClr val="lt1">
            <a:alpha val="90000"/>
            <a:hueOff val="0"/>
            <a:satOff val="0"/>
            <a:lumOff val="0"/>
            <a:alphaOff val="0"/>
          </a:schemeClr>
        </a:solidFill>
        <a:ln w="12700" cap="flat" cmpd="sng" algn="ctr">
          <a:solidFill>
            <a:schemeClr val="accen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dsp:style>
      <dsp:txBody>
        <a:bodyPr spcFirstLastPara="0" vert="horz" wrap="square" lIns="220472" tIns="19685" rIns="19685" bIns="19685" numCol="1" spcCol="1270" anchor="ctr" anchorCtr="0">
          <a:noAutofit/>
        </a:bodyPr>
        <a:lstStyle/>
        <a:p>
          <a:pPr marL="285750" lvl="1" indent="-285750" algn="l" defTabSz="1377950">
            <a:lnSpc>
              <a:spcPct val="90000"/>
            </a:lnSpc>
            <a:spcBef>
              <a:spcPct val="0"/>
            </a:spcBef>
            <a:spcAft>
              <a:spcPct val="15000"/>
            </a:spcAft>
            <a:buChar char="•"/>
          </a:pPr>
          <a:r>
            <a:rPr lang="en-US" sz="3100" b="1" kern="1200" dirty="0"/>
            <a:t>Exam</a:t>
          </a:r>
        </a:p>
      </dsp:txBody>
      <dsp:txXfrm rot="-5400000">
        <a:off x="565164" y="3567556"/>
        <a:ext cx="7516897" cy="473559"/>
      </dsp:txXfrm>
    </dsp:sp>
  </dsp:spTree>
</dsp:drawing>
</file>

<file path=ppt/diagrams/layout1.xml><?xml version="1.0" encoding="utf-8"?>
<dgm:layoutDef xmlns:dgm="http://schemas.openxmlformats.org/drawingml/2006/diagram" xmlns:a="http://schemas.openxmlformats.org/drawingml/2006/main" uniqueId="urn:microsoft.com/office/officeart/2005/8/layout/chevron2">
  <dgm:title val=""/>
  <dgm:desc val=""/>
  <dgm:catLst>
    <dgm:cat type="process" pri="12000"/>
    <dgm:cat type="list" pri="16000"/>
    <dgm:cat type="convert" pri="11000"/>
  </dgm:catLst>
  <dgm:sampData>
    <dgm:dataModel>
      <dgm:ptLst>
        <dgm:pt modelId="0" type="doc"/>
        <dgm:pt modelId="1">
          <dgm:prSet phldr="1"/>
        </dgm:pt>
        <dgm:pt modelId="11">
          <dgm:prSet phldr="1"/>
        </dgm:pt>
        <dgm:pt modelId="12">
          <dgm:prSet phldr="1"/>
        </dgm:pt>
        <dgm:pt modelId="2">
          <dgm:prSet phldr="1"/>
        </dgm:pt>
        <dgm:pt modelId="21">
          <dgm:prSet phldr="1"/>
        </dgm:pt>
        <dgm:pt modelId="22">
          <dgm:prSet phldr="1"/>
        </dgm:pt>
        <dgm:pt modelId="3">
          <dgm:prSet phldr="1"/>
        </dgm:pt>
        <dgm:pt modelId="31">
          <dgm:prSet phldr="1"/>
        </dgm:pt>
        <dgm:pt modelId="32">
          <dgm:prSet phldr="1"/>
        </dgm:pt>
      </dgm:ptLst>
      <dgm:cxnLst>
        <dgm:cxn modelId="4" srcId="0" destId="1" srcOrd="0" destOrd="0"/>
        <dgm:cxn modelId="5" srcId="0" destId="2" srcOrd="1" destOrd="0"/>
        <dgm:cxn modelId="6" srcId="0" destId="3" srcOrd="2" destOrd="0"/>
        <dgm:cxn modelId="13" srcId="1" destId="11" srcOrd="0" destOrd="0"/>
        <dgm:cxn modelId="14" srcId="1" destId="12" srcOrd="1" destOrd="0"/>
        <dgm:cxn modelId="23" srcId="2" destId="21" srcOrd="0" destOrd="0"/>
        <dgm:cxn modelId="24" srcId="2" destId="22" srcOrd="1" destOrd="0"/>
        <dgm:cxn modelId="33" srcId="3" destId="31" srcOrd="0" destOrd="0"/>
        <dgm:cxn modelId="34" srcId="3" destId="32" srcOrd="1" destOrd="0"/>
      </dgm:cxnLst>
      <dgm:bg/>
      <dgm:whole/>
    </dgm:dataModel>
  </dgm:sampData>
  <dgm:styleData>
    <dgm:dataModel>
      <dgm:ptLst>
        <dgm:pt modelId="0" type="doc"/>
        <dgm:pt modelId="1"/>
      </dgm:ptLst>
      <dgm:cxnLst>
        <dgm:cxn modelId="4" srcId="0" destId="1" srcOrd="0" destOrd="0"/>
      </dgm:cxnLst>
      <dgm:bg/>
      <dgm:whole/>
    </dgm:dataModel>
  </dgm:styleData>
  <dgm:clrData>
    <dgm:dataModel>
      <dgm:ptLst>
        <dgm:pt modelId="0" type="doc"/>
        <dgm:pt modelId="1"/>
        <dgm:pt modelId="11"/>
        <dgm:pt modelId="2"/>
        <dgm:pt modelId="21"/>
        <dgm:pt modelId="3"/>
        <dgm:pt modelId="31"/>
        <dgm:pt modelId="4"/>
        <dgm:pt modelId="41"/>
      </dgm:ptLst>
      <dgm:cxnLst>
        <dgm:cxn modelId="5" srcId="0" destId="1" srcOrd="0" destOrd="0"/>
        <dgm:cxn modelId="6" srcId="0" destId="2" srcOrd="1" destOrd="0"/>
        <dgm:cxn modelId="7" srcId="0" destId="3" srcOrd="2" destOrd="0"/>
        <dgm:cxn modelId="8" srcId="0" destId="4" srcOrd="3" destOrd="0"/>
        <dgm:cxn modelId="13" srcId="1" destId="11" srcOrd="0" destOrd="0"/>
        <dgm:cxn modelId="23" srcId="2" destId="21" srcOrd="0" destOrd="0"/>
        <dgm:cxn modelId="33" srcId="3" destId="31" srcOrd="0" destOrd="0"/>
        <dgm:cxn modelId="43" srcId="4" destId="41" srcOrd="0" destOrd="0"/>
      </dgm:cxnLst>
      <dgm:bg/>
      <dgm:whole/>
    </dgm:dataModel>
  </dgm:clrData>
  <dgm:layoutNode name="linearFlow">
    <dgm:varLst>
      <dgm:dir/>
      <dgm:animLvl val="lvl"/>
      <dgm:resizeHandles val="exact"/>
    </dgm:varLst>
    <dgm:alg type="lin">
      <dgm:param type="linDir" val="fromT"/>
      <dgm:param type="nodeHorzAlign" val="l"/>
    </dgm:alg>
    <dgm:shape xmlns:r="http://schemas.openxmlformats.org/officeDocument/2006/relationships" r:blip="">
      <dgm:adjLst/>
    </dgm:shape>
    <dgm:presOf/>
    <dgm:constrLst>
      <dgm:constr type="h" for="ch" forName="composite" refType="h"/>
      <dgm:constr type="w" for="ch" forName="composite" refType="w"/>
      <dgm:constr type="h" for="des" forName="parentText" op="equ"/>
      <dgm:constr type="h" for="ch" forName="sp" val="-14.88"/>
      <dgm:constr type="h" for="ch" forName="sp" refType="w" refFor="des" refForName="parentText" op="gte" fact="-0.3"/>
      <dgm:constr type="primFontSz" for="des" forName="parentText" op="equ" val="65"/>
      <dgm:constr type="primFontSz" for="des" forName="descendantText" op="equ" val="65"/>
    </dgm:constrLst>
    <dgm:ruleLst/>
    <dgm:forEach name="Name0" axis="ch" ptType="node">
      <dgm:layoutNode name="composite">
        <dgm:alg type="composite"/>
        <dgm:shape xmlns:r="http://schemas.openxmlformats.org/officeDocument/2006/relationships" r:blip="">
          <dgm:adjLst/>
        </dgm:shape>
        <dgm:presOf/>
        <dgm:choose name="Name1">
          <dgm:if name="Name2" func="var" arg="dir" op="equ" val="norm">
            <dgm:constrLst>
              <dgm:constr type="t" for="ch" forName="parentText"/>
              <dgm:constr type="l" for="ch" forName="parentText"/>
              <dgm:constr type="w" for="ch" forName="parentText" refType="w" fact="0.4"/>
              <dgm:constr type="h" for="ch" forName="parentText" refType="h"/>
              <dgm:constr type="w" for="ch" forName="parentText" refType="w" op="lte" fact="0.5"/>
              <dgm:constr type="w" for="ch" forName="parentText" refType="h" refFor="ch" refForName="parentText" op="lte" fact="0.7"/>
              <dgm:constr type="h" for="ch" forName="parentText" refType="w" refFor="ch" refForName="parentText" op="lte" fact="3"/>
              <dgm:constr type="l" for="ch" forName="descendantText" refType="w" refFor="ch" refForName="parentText"/>
              <dgm:constr type="w" for="ch" forName="descendantText" refType="w"/>
              <dgm:constr type="wOff" for="ch" forName="descendantText" refType="w" refFor="ch" refForName="parentText" fact="-1"/>
              <dgm:constr type="t" for="ch" forName="descendantText"/>
              <dgm:constr type="b" for="ch" forName="descendantText" refType="h" refFor="ch" refForName="parentText"/>
              <dgm:constr type="bOff" for="ch" forName="descendantText" refType="w" refFor="ch" refForName="parentText" fact="-0.5"/>
            </dgm:constrLst>
          </dgm:if>
          <dgm:else name="Name3">
            <dgm:constrLst>
              <dgm:constr type="t" for="ch" forName="parentText"/>
              <dgm:constr type="r" for="ch" forName="parentText" refType="w"/>
              <dgm:constr type="w" for="ch" forName="parentText" refType="w" fact="0.4"/>
              <dgm:constr type="h" for="ch" forName="parentText" refType="h"/>
              <dgm:constr type="w" for="ch" forName="parentText" refType="w" op="lte" fact="0.5"/>
              <dgm:constr type="w" for="ch" forName="parentText" refType="h" refFor="ch" refForName="parentText" op="lte" fact="0.7"/>
              <dgm:constr type="h" for="ch" forName="parentText" refType="w" refFor="ch" refForName="parentText" op="lte" fact="3"/>
              <dgm:constr type="l" for="ch" forName="descendantText"/>
              <dgm:constr type="w" for="ch" forName="descendantText" refType="w"/>
              <dgm:constr type="wOff" for="ch" forName="descendantText" refType="w" refFor="ch" refForName="parentText" fact="-1"/>
              <dgm:constr type="t" for="ch" forName="descendantText"/>
              <dgm:constr type="b" for="ch" forName="descendantText" refType="h" refFor="ch" refForName="parentText"/>
              <dgm:constr type="bOff" for="ch" forName="descendantText" refType="w" refFor="ch" refForName="parentText" fact="-0.5"/>
            </dgm:constrLst>
          </dgm:else>
        </dgm:choose>
        <dgm:ruleLst/>
        <dgm:layoutNode name="parentText" styleLbl="alignNode1">
          <dgm:varLst>
            <dgm:chMax val="1"/>
            <dgm:bulletEnabled val="1"/>
          </dgm:varLst>
          <dgm:alg type="tx"/>
          <dgm:shape xmlns:r="http://schemas.openxmlformats.org/officeDocument/2006/relationships" rot="90" type="chevron" r:blip="">
            <dgm:adjLst/>
          </dgm:shape>
          <dgm:presOf axis="self" ptType="node"/>
          <dgm:constrLst>
            <dgm:constr type="lMarg" refType="primFontSz" fact="0.05"/>
            <dgm:constr type="rMarg" refType="primFontSz" fact="0.05"/>
            <dgm:constr type="tMarg" refType="primFontSz" fact="0.05"/>
            <dgm:constr type="bMarg" refType="primFontSz" fact="0.05"/>
          </dgm:constrLst>
          <dgm:ruleLst>
            <dgm:rule type="h" val="100" fact="NaN" max="NaN"/>
            <dgm:rule type="primFontSz" val="24" fact="NaN" max="NaN"/>
            <dgm:rule type="h" val="110" fact="NaN" max="NaN"/>
            <dgm:rule type="primFontSz" val="18" fact="NaN" max="NaN"/>
            <dgm:rule type="h" val="INF" fact="NaN" max="NaN"/>
            <dgm:rule type="primFontSz" val="5" fact="NaN" max="NaN"/>
          </dgm:ruleLst>
        </dgm:layoutNode>
        <dgm:layoutNode name="descendantText" styleLbl="alignAcc1">
          <dgm:varLst>
            <dgm:bulletEnabled val="1"/>
          </dgm:varLst>
          <dgm:choose name="Name4">
            <dgm:if name="Name5" func="var" arg="dir" op="equ" val="norm">
              <dgm:alg type="tx">
                <dgm:param type="stBulletLvl" val="1"/>
                <dgm:param type="txAnchorVertCh" val="mid"/>
              </dgm:alg>
              <dgm:shape xmlns:r="http://schemas.openxmlformats.org/officeDocument/2006/relationships" rot="90" type="round2SameRect" r:blip="">
                <dgm:adjLst/>
              </dgm:shape>
            </dgm:if>
            <dgm:else name="Name6">
              <dgm:alg type="tx">
                <dgm:param type="stBulletLvl" val="1"/>
                <dgm:param type="txAnchorVertCh" val="mid"/>
              </dgm:alg>
              <dgm:shape xmlns:r="http://schemas.openxmlformats.org/officeDocument/2006/relationships" rot="-90" type="round2SameRect" r:blip="">
                <dgm:adjLst/>
              </dgm:shape>
            </dgm:else>
          </dgm:choose>
          <dgm:presOf axis="des" ptType="node"/>
          <dgm:choose name="Name7">
            <dgm:if name="Name8" func="var" arg="dir" op="equ" val="norm">
              <dgm:constrLst>
                <dgm:constr type="secFontSz" refType="primFontSz"/>
                <dgm:constr type="tMarg" refType="primFontSz" fact="0.05"/>
                <dgm:constr type="bMarg" refType="primFontSz" fact="0.05"/>
                <dgm:constr type="rMarg" refType="primFontSz" fact="0.05"/>
              </dgm:constrLst>
            </dgm:if>
            <dgm:else name="Name9">
              <dgm:constrLst>
                <dgm:constr type="secFontSz" refType="primFontSz"/>
                <dgm:constr type="tMarg" refType="primFontSz" fact="0.05"/>
                <dgm:constr type="bMarg" refType="primFontSz" fact="0.05"/>
                <dgm:constr type="lMarg" refType="primFontSz" fact="0.05"/>
              </dgm:constrLst>
            </dgm:else>
          </dgm:choose>
          <dgm:ruleLst>
            <dgm:rule type="primFontSz" val="5" fact="NaN" max="NaN"/>
          </dgm:ruleLst>
        </dgm:layoutNode>
      </dgm:layoutNode>
      <dgm:forEach name="Name10" axis="followSib" ptType="sibTrans" cnt="1">
        <dgm:layoutNode name="sp">
          <dgm:alg type="sp"/>
          <dgm:shape xmlns:r="http://schemas.openxmlformats.org/officeDocument/2006/relationships" r:blip="">
            <dgm:adjLst/>
          </dgm:shape>
          <dgm:presOf axis="self"/>
          <dgm:constrLst>
            <dgm:constr type="w" val="1"/>
            <dgm:constr type="h" val="37.5"/>
          </dgm:constrLst>
          <dgm:ruleLst/>
        </dgm:layoutNode>
      </dgm:forEach>
    </dgm:forEach>
  </dgm:layoutNode>
</dgm:layoutDef>
</file>

<file path=ppt/diagrams/layout2.xml><?xml version="1.0" encoding="utf-8"?>
<dgm:layoutDef xmlns:dgm="http://schemas.openxmlformats.org/drawingml/2006/diagram" xmlns:a="http://schemas.openxmlformats.org/drawingml/2006/main" uniqueId="urn:microsoft.com/office/officeart/2005/8/layout/chevron2">
  <dgm:title val=""/>
  <dgm:desc val=""/>
  <dgm:catLst>
    <dgm:cat type="process" pri="12000"/>
    <dgm:cat type="list" pri="16000"/>
    <dgm:cat type="convert" pri="11000"/>
  </dgm:catLst>
  <dgm:sampData>
    <dgm:dataModel>
      <dgm:ptLst>
        <dgm:pt modelId="0" type="doc"/>
        <dgm:pt modelId="1">
          <dgm:prSet phldr="1"/>
        </dgm:pt>
        <dgm:pt modelId="11">
          <dgm:prSet phldr="1"/>
        </dgm:pt>
        <dgm:pt modelId="12">
          <dgm:prSet phldr="1"/>
        </dgm:pt>
        <dgm:pt modelId="2">
          <dgm:prSet phldr="1"/>
        </dgm:pt>
        <dgm:pt modelId="21">
          <dgm:prSet phldr="1"/>
        </dgm:pt>
        <dgm:pt modelId="22">
          <dgm:prSet phldr="1"/>
        </dgm:pt>
        <dgm:pt modelId="3">
          <dgm:prSet phldr="1"/>
        </dgm:pt>
        <dgm:pt modelId="31">
          <dgm:prSet phldr="1"/>
        </dgm:pt>
        <dgm:pt modelId="32">
          <dgm:prSet phldr="1"/>
        </dgm:pt>
      </dgm:ptLst>
      <dgm:cxnLst>
        <dgm:cxn modelId="4" srcId="0" destId="1" srcOrd="0" destOrd="0"/>
        <dgm:cxn modelId="5" srcId="0" destId="2" srcOrd="1" destOrd="0"/>
        <dgm:cxn modelId="6" srcId="0" destId="3" srcOrd="2" destOrd="0"/>
        <dgm:cxn modelId="13" srcId="1" destId="11" srcOrd="0" destOrd="0"/>
        <dgm:cxn modelId="14" srcId="1" destId="12" srcOrd="1" destOrd="0"/>
        <dgm:cxn modelId="23" srcId="2" destId="21" srcOrd="0" destOrd="0"/>
        <dgm:cxn modelId="24" srcId="2" destId="22" srcOrd="1" destOrd="0"/>
        <dgm:cxn modelId="33" srcId="3" destId="31" srcOrd="0" destOrd="0"/>
        <dgm:cxn modelId="34" srcId="3" destId="32" srcOrd="1" destOrd="0"/>
      </dgm:cxnLst>
      <dgm:bg/>
      <dgm:whole/>
    </dgm:dataModel>
  </dgm:sampData>
  <dgm:styleData>
    <dgm:dataModel>
      <dgm:ptLst>
        <dgm:pt modelId="0" type="doc"/>
        <dgm:pt modelId="1"/>
      </dgm:ptLst>
      <dgm:cxnLst>
        <dgm:cxn modelId="4" srcId="0" destId="1" srcOrd="0" destOrd="0"/>
      </dgm:cxnLst>
      <dgm:bg/>
      <dgm:whole/>
    </dgm:dataModel>
  </dgm:styleData>
  <dgm:clrData>
    <dgm:dataModel>
      <dgm:ptLst>
        <dgm:pt modelId="0" type="doc"/>
        <dgm:pt modelId="1"/>
        <dgm:pt modelId="11"/>
        <dgm:pt modelId="2"/>
        <dgm:pt modelId="21"/>
        <dgm:pt modelId="3"/>
        <dgm:pt modelId="31"/>
        <dgm:pt modelId="4"/>
        <dgm:pt modelId="41"/>
      </dgm:ptLst>
      <dgm:cxnLst>
        <dgm:cxn modelId="5" srcId="0" destId="1" srcOrd="0" destOrd="0"/>
        <dgm:cxn modelId="6" srcId="0" destId="2" srcOrd="1" destOrd="0"/>
        <dgm:cxn modelId="7" srcId="0" destId="3" srcOrd="2" destOrd="0"/>
        <dgm:cxn modelId="8" srcId="0" destId="4" srcOrd="3" destOrd="0"/>
        <dgm:cxn modelId="13" srcId="1" destId="11" srcOrd="0" destOrd="0"/>
        <dgm:cxn modelId="23" srcId="2" destId="21" srcOrd="0" destOrd="0"/>
        <dgm:cxn modelId="33" srcId="3" destId="31" srcOrd="0" destOrd="0"/>
        <dgm:cxn modelId="43" srcId="4" destId="41" srcOrd="0" destOrd="0"/>
      </dgm:cxnLst>
      <dgm:bg/>
      <dgm:whole/>
    </dgm:dataModel>
  </dgm:clrData>
  <dgm:layoutNode name="linearFlow">
    <dgm:varLst>
      <dgm:dir/>
      <dgm:animLvl val="lvl"/>
      <dgm:resizeHandles val="exact"/>
    </dgm:varLst>
    <dgm:alg type="lin">
      <dgm:param type="linDir" val="fromT"/>
      <dgm:param type="nodeHorzAlign" val="l"/>
    </dgm:alg>
    <dgm:shape xmlns:r="http://schemas.openxmlformats.org/officeDocument/2006/relationships" r:blip="">
      <dgm:adjLst/>
    </dgm:shape>
    <dgm:presOf/>
    <dgm:constrLst>
      <dgm:constr type="h" for="ch" forName="composite" refType="h"/>
      <dgm:constr type="w" for="ch" forName="composite" refType="w"/>
      <dgm:constr type="h" for="des" forName="parentText" op="equ"/>
      <dgm:constr type="h" for="ch" forName="sp" val="-14.88"/>
      <dgm:constr type="h" for="ch" forName="sp" refType="w" refFor="des" refForName="parentText" op="gte" fact="-0.3"/>
      <dgm:constr type="primFontSz" for="des" forName="parentText" op="equ" val="65"/>
      <dgm:constr type="primFontSz" for="des" forName="descendantText" op="equ" val="65"/>
    </dgm:constrLst>
    <dgm:ruleLst/>
    <dgm:forEach name="Name0" axis="ch" ptType="node">
      <dgm:layoutNode name="composite">
        <dgm:alg type="composite"/>
        <dgm:shape xmlns:r="http://schemas.openxmlformats.org/officeDocument/2006/relationships" r:blip="">
          <dgm:adjLst/>
        </dgm:shape>
        <dgm:presOf/>
        <dgm:choose name="Name1">
          <dgm:if name="Name2" func="var" arg="dir" op="equ" val="norm">
            <dgm:constrLst>
              <dgm:constr type="t" for="ch" forName="parentText"/>
              <dgm:constr type="l" for="ch" forName="parentText"/>
              <dgm:constr type="w" for="ch" forName="parentText" refType="w" fact="0.4"/>
              <dgm:constr type="h" for="ch" forName="parentText" refType="h"/>
              <dgm:constr type="w" for="ch" forName="parentText" refType="w" op="lte" fact="0.5"/>
              <dgm:constr type="w" for="ch" forName="parentText" refType="h" refFor="ch" refForName="parentText" op="lte" fact="0.7"/>
              <dgm:constr type="h" for="ch" forName="parentText" refType="w" refFor="ch" refForName="parentText" op="lte" fact="3"/>
              <dgm:constr type="l" for="ch" forName="descendantText" refType="w" refFor="ch" refForName="parentText"/>
              <dgm:constr type="w" for="ch" forName="descendantText" refType="w"/>
              <dgm:constr type="wOff" for="ch" forName="descendantText" refType="w" refFor="ch" refForName="parentText" fact="-1"/>
              <dgm:constr type="t" for="ch" forName="descendantText"/>
              <dgm:constr type="b" for="ch" forName="descendantText" refType="h" refFor="ch" refForName="parentText"/>
              <dgm:constr type="bOff" for="ch" forName="descendantText" refType="w" refFor="ch" refForName="parentText" fact="-0.5"/>
            </dgm:constrLst>
          </dgm:if>
          <dgm:else name="Name3">
            <dgm:constrLst>
              <dgm:constr type="t" for="ch" forName="parentText"/>
              <dgm:constr type="r" for="ch" forName="parentText" refType="w"/>
              <dgm:constr type="w" for="ch" forName="parentText" refType="w" fact="0.4"/>
              <dgm:constr type="h" for="ch" forName="parentText" refType="h"/>
              <dgm:constr type="w" for="ch" forName="parentText" refType="w" op="lte" fact="0.5"/>
              <dgm:constr type="w" for="ch" forName="parentText" refType="h" refFor="ch" refForName="parentText" op="lte" fact="0.7"/>
              <dgm:constr type="h" for="ch" forName="parentText" refType="w" refFor="ch" refForName="parentText" op="lte" fact="3"/>
              <dgm:constr type="l" for="ch" forName="descendantText"/>
              <dgm:constr type="w" for="ch" forName="descendantText" refType="w"/>
              <dgm:constr type="wOff" for="ch" forName="descendantText" refType="w" refFor="ch" refForName="parentText" fact="-1"/>
              <dgm:constr type="t" for="ch" forName="descendantText"/>
              <dgm:constr type="b" for="ch" forName="descendantText" refType="h" refFor="ch" refForName="parentText"/>
              <dgm:constr type="bOff" for="ch" forName="descendantText" refType="w" refFor="ch" refForName="parentText" fact="-0.5"/>
            </dgm:constrLst>
          </dgm:else>
        </dgm:choose>
        <dgm:ruleLst/>
        <dgm:layoutNode name="parentText" styleLbl="alignNode1">
          <dgm:varLst>
            <dgm:chMax val="1"/>
            <dgm:bulletEnabled val="1"/>
          </dgm:varLst>
          <dgm:alg type="tx"/>
          <dgm:shape xmlns:r="http://schemas.openxmlformats.org/officeDocument/2006/relationships" rot="90" type="chevron" r:blip="">
            <dgm:adjLst/>
          </dgm:shape>
          <dgm:presOf axis="self" ptType="node"/>
          <dgm:constrLst>
            <dgm:constr type="lMarg" refType="primFontSz" fact="0.05"/>
            <dgm:constr type="rMarg" refType="primFontSz" fact="0.05"/>
            <dgm:constr type="tMarg" refType="primFontSz" fact="0.05"/>
            <dgm:constr type="bMarg" refType="primFontSz" fact="0.05"/>
          </dgm:constrLst>
          <dgm:ruleLst>
            <dgm:rule type="h" val="100" fact="NaN" max="NaN"/>
            <dgm:rule type="primFontSz" val="24" fact="NaN" max="NaN"/>
            <dgm:rule type="h" val="110" fact="NaN" max="NaN"/>
            <dgm:rule type="primFontSz" val="18" fact="NaN" max="NaN"/>
            <dgm:rule type="h" val="INF" fact="NaN" max="NaN"/>
            <dgm:rule type="primFontSz" val="5" fact="NaN" max="NaN"/>
          </dgm:ruleLst>
        </dgm:layoutNode>
        <dgm:layoutNode name="descendantText" styleLbl="alignAcc1">
          <dgm:varLst>
            <dgm:bulletEnabled val="1"/>
          </dgm:varLst>
          <dgm:choose name="Name4">
            <dgm:if name="Name5" func="var" arg="dir" op="equ" val="norm">
              <dgm:alg type="tx">
                <dgm:param type="stBulletLvl" val="1"/>
                <dgm:param type="txAnchorVertCh" val="mid"/>
              </dgm:alg>
              <dgm:shape xmlns:r="http://schemas.openxmlformats.org/officeDocument/2006/relationships" rot="90" type="round2SameRect" r:blip="">
                <dgm:adjLst/>
              </dgm:shape>
            </dgm:if>
            <dgm:else name="Name6">
              <dgm:alg type="tx">
                <dgm:param type="stBulletLvl" val="1"/>
                <dgm:param type="txAnchorVertCh" val="mid"/>
              </dgm:alg>
              <dgm:shape xmlns:r="http://schemas.openxmlformats.org/officeDocument/2006/relationships" rot="-90" type="round2SameRect" r:blip="">
                <dgm:adjLst/>
              </dgm:shape>
            </dgm:else>
          </dgm:choose>
          <dgm:presOf axis="des" ptType="node"/>
          <dgm:choose name="Name7">
            <dgm:if name="Name8" func="var" arg="dir" op="equ" val="norm">
              <dgm:constrLst>
                <dgm:constr type="secFontSz" refType="primFontSz"/>
                <dgm:constr type="tMarg" refType="primFontSz" fact="0.05"/>
                <dgm:constr type="bMarg" refType="primFontSz" fact="0.05"/>
                <dgm:constr type="rMarg" refType="primFontSz" fact="0.05"/>
              </dgm:constrLst>
            </dgm:if>
            <dgm:else name="Name9">
              <dgm:constrLst>
                <dgm:constr type="secFontSz" refType="primFontSz"/>
                <dgm:constr type="tMarg" refType="primFontSz" fact="0.05"/>
                <dgm:constr type="bMarg" refType="primFontSz" fact="0.05"/>
                <dgm:constr type="lMarg" refType="primFontSz" fact="0.05"/>
              </dgm:constrLst>
            </dgm:else>
          </dgm:choose>
          <dgm:ruleLst>
            <dgm:rule type="primFontSz" val="5" fact="NaN" max="NaN"/>
          </dgm:ruleLst>
        </dgm:layoutNode>
      </dgm:layoutNode>
      <dgm:forEach name="Name10" axis="followSib" ptType="sibTrans" cnt="1">
        <dgm:layoutNode name="sp">
          <dgm:alg type="sp"/>
          <dgm:shape xmlns:r="http://schemas.openxmlformats.org/officeDocument/2006/relationships" r:blip="">
            <dgm:adjLst/>
          </dgm:shape>
          <dgm:presOf axis="self"/>
          <dgm:constrLst>
            <dgm:constr type="w" val="1"/>
            <dgm:constr type="h" val="37.5"/>
          </dgm:constrLst>
          <dgm:ruleLst/>
        </dgm:layoutNode>
      </dgm:forEach>
    </dgm:forEach>
  </dgm:layoutNode>
</dgm:layoutDef>
</file>

<file path=ppt/diagrams/quickStyle1.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2.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3077739" cy="513508"/>
          </a:xfrm>
          <a:prstGeom prst="rect">
            <a:avLst/>
          </a:prstGeom>
        </p:spPr>
        <p:txBody>
          <a:bodyPr vert="horz" lIns="99066" tIns="49533" rIns="99066" bIns="49533" rtlCol="0"/>
          <a:lstStyle>
            <a:lvl1pPr algn="l">
              <a:defRPr sz="1300"/>
            </a:lvl1pPr>
          </a:lstStyle>
          <a:p>
            <a:endParaRPr lang="en-GB"/>
          </a:p>
        </p:txBody>
      </p:sp>
      <p:sp>
        <p:nvSpPr>
          <p:cNvPr id="3" name="Date Placeholder 2"/>
          <p:cNvSpPr>
            <a:spLocks noGrp="1"/>
          </p:cNvSpPr>
          <p:nvPr>
            <p:ph type="dt" idx="1"/>
          </p:nvPr>
        </p:nvSpPr>
        <p:spPr>
          <a:xfrm>
            <a:off x="4023092" y="0"/>
            <a:ext cx="3077739" cy="513508"/>
          </a:xfrm>
          <a:prstGeom prst="rect">
            <a:avLst/>
          </a:prstGeom>
        </p:spPr>
        <p:txBody>
          <a:bodyPr vert="horz" lIns="99066" tIns="49533" rIns="99066" bIns="49533" rtlCol="0"/>
          <a:lstStyle>
            <a:lvl1pPr algn="r">
              <a:defRPr sz="1300"/>
            </a:lvl1pPr>
          </a:lstStyle>
          <a:p>
            <a:fld id="{0E35528A-819C-4AD3-BDC3-2CDCE7BEAF53}" type="datetimeFigureOut">
              <a:rPr lang="en-GB" smtClean="0"/>
              <a:t>05/11/2025</a:t>
            </a:fld>
            <a:endParaRPr lang="en-GB"/>
          </a:p>
        </p:txBody>
      </p:sp>
      <p:sp>
        <p:nvSpPr>
          <p:cNvPr id="4" name="Slide Image Placeholder 3"/>
          <p:cNvSpPr>
            <a:spLocks noGrp="1" noRot="1" noChangeAspect="1"/>
          </p:cNvSpPr>
          <p:nvPr>
            <p:ph type="sldImg" idx="2"/>
          </p:nvPr>
        </p:nvSpPr>
        <p:spPr>
          <a:xfrm>
            <a:off x="481013" y="1279525"/>
            <a:ext cx="6140450" cy="3454400"/>
          </a:xfrm>
          <a:prstGeom prst="rect">
            <a:avLst/>
          </a:prstGeom>
          <a:noFill/>
          <a:ln w="12700">
            <a:solidFill>
              <a:prstClr val="black"/>
            </a:solidFill>
          </a:ln>
        </p:spPr>
        <p:txBody>
          <a:bodyPr vert="horz" lIns="99066" tIns="49533" rIns="99066" bIns="49533" rtlCol="0" anchor="ctr"/>
          <a:lstStyle/>
          <a:p>
            <a:endParaRPr lang="en-GB"/>
          </a:p>
        </p:txBody>
      </p:sp>
      <p:sp>
        <p:nvSpPr>
          <p:cNvPr id="5" name="Notes Placeholder 4"/>
          <p:cNvSpPr>
            <a:spLocks noGrp="1"/>
          </p:cNvSpPr>
          <p:nvPr>
            <p:ph type="body" sz="quarter" idx="3"/>
          </p:nvPr>
        </p:nvSpPr>
        <p:spPr>
          <a:xfrm>
            <a:off x="710248" y="4925407"/>
            <a:ext cx="5681980" cy="4029879"/>
          </a:xfrm>
          <a:prstGeom prst="rect">
            <a:avLst/>
          </a:prstGeom>
        </p:spPr>
        <p:txBody>
          <a:bodyPr vert="horz" lIns="99066" tIns="49533" rIns="99066" bIns="49533" rtlCol="0"/>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endParaRPr lang="en-GB"/>
          </a:p>
        </p:txBody>
      </p:sp>
      <p:sp>
        <p:nvSpPr>
          <p:cNvPr id="6" name="Footer Placeholder 5"/>
          <p:cNvSpPr>
            <a:spLocks noGrp="1"/>
          </p:cNvSpPr>
          <p:nvPr>
            <p:ph type="ftr" sz="quarter" idx="4"/>
          </p:nvPr>
        </p:nvSpPr>
        <p:spPr>
          <a:xfrm>
            <a:off x="0" y="9721107"/>
            <a:ext cx="3077739" cy="513507"/>
          </a:xfrm>
          <a:prstGeom prst="rect">
            <a:avLst/>
          </a:prstGeom>
        </p:spPr>
        <p:txBody>
          <a:bodyPr vert="horz" lIns="99066" tIns="49533" rIns="99066" bIns="49533" rtlCol="0" anchor="b"/>
          <a:lstStyle>
            <a:lvl1pPr algn="l">
              <a:defRPr sz="1300"/>
            </a:lvl1pPr>
          </a:lstStyle>
          <a:p>
            <a:endParaRPr lang="en-GB"/>
          </a:p>
        </p:txBody>
      </p:sp>
      <p:sp>
        <p:nvSpPr>
          <p:cNvPr id="7" name="Slide Number Placeholder 6"/>
          <p:cNvSpPr>
            <a:spLocks noGrp="1"/>
          </p:cNvSpPr>
          <p:nvPr>
            <p:ph type="sldNum" sz="quarter" idx="5"/>
          </p:nvPr>
        </p:nvSpPr>
        <p:spPr>
          <a:xfrm>
            <a:off x="4023092" y="9721107"/>
            <a:ext cx="3077739" cy="513507"/>
          </a:xfrm>
          <a:prstGeom prst="rect">
            <a:avLst/>
          </a:prstGeom>
        </p:spPr>
        <p:txBody>
          <a:bodyPr vert="horz" lIns="99066" tIns="49533" rIns="99066" bIns="49533" rtlCol="0" anchor="b"/>
          <a:lstStyle>
            <a:lvl1pPr algn="r">
              <a:defRPr sz="1300"/>
            </a:lvl1pPr>
          </a:lstStyle>
          <a:p>
            <a:fld id="{B71FE5B5-A979-4370-A255-218EAB36A5F4}" type="slidenum">
              <a:rPr lang="en-GB" smtClean="0"/>
              <a:t>‹#›</a:t>
            </a:fld>
            <a:endParaRPr lang="en-GB"/>
          </a:p>
        </p:txBody>
      </p:sp>
    </p:spTree>
    <p:extLst>
      <p:ext uri="{BB962C8B-B14F-4D97-AF65-F5344CB8AC3E}">
        <p14:creationId xmlns:p14="http://schemas.microsoft.com/office/powerpoint/2010/main" val="2595202506"/>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20.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21.xml"/><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2" Type="http://schemas.openxmlformats.org/officeDocument/2006/relationships/slide" Target="../slides/slide22.xml"/><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2" Type="http://schemas.openxmlformats.org/officeDocument/2006/relationships/slide" Target="../slides/slide23.xml"/><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2" Type="http://schemas.openxmlformats.org/officeDocument/2006/relationships/slide" Target="../slides/slide26.xml"/><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2" Type="http://schemas.openxmlformats.org/officeDocument/2006/relationships/slide" Target="../slides/slide27.xml"/><Relationship Id="rId1"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Id2" Type="http://schemas.openxmlformats.org/officeDocument/2006/relationships/slide" Target="../slides/slide28.xml"/><Relationship Id="rId1" Type="http://schemas.openxmlformats.org/officeDocument/2006/relationships/notesMaster" Target="../notesMasters/notesMaster1.xml"/></Relationships>
</file>

<file path=ppt/notesSlides/_rels/notesSlide25.xml.rels><?xml version="1.0" encoding="UTF-8" standalone="yes"?>
<Relationships xmlns="http://schemas.openxmlformats.org/package/2006/relationships"><Relationship Id="rId2" Type="http://schemas.openxmlformats.org/officeDocument/2006/relationships/slide" Target="../slides/slide29.xml"/><Relationship Id="rId1" Type="http://schemas.openxmlformats.org/officeDocument/2006/relationships/notesMaster" Target="../notesMasters/notesMaster1.xml"/></Relationships>
</file>

<file path=ppt/notesSlides/_rels/notesSlide26.xml.rels><?xml version="1.0" encoding="UTF-8" standalone="yes"?>
<Relationships xmlns="http://schemas.openxmlformats.org/package/2006/relationships"><Relationship Id="rId2" Type="http://schemas.openxmlformats.org/officeDocument/2006/relationships/slide" Target="../slides/slide30.xml"/><Relationship Id="rId1" Type="http://schemas.openxmlformats.org/officeDocument/2006/relationships/notesMaster" Target="../notesMasters/notesMaster1.xml"/></Relationships>
</file>

<file path=ppt/notesSlides/_rels/notesSlide27.xml.rels><?xml version="1.0" encoding="UTF-8" standalone="yes"?>
<Relationships xmlns="http://schemas.openxmlformats.org/package/2006/relationships"><Relationship Id="rId2" Type="http://schemas.openxmlformats.org/officeDocument/2006/relationships/slide" Target="../slides/slide31.xml"/><Relationship Id="rId1" Type="http://schemas.openxmlformats.org/officeDocument/2006/relationships/notesMaster" Target="../notesMasters/notesMaster1.xml"/></Relationships>
</file>

<file path=ppt/notesSlides/_rels/notesSlide28.xml.rels><?xml version="1.0" encoding="UTF-8" standalone="yes"?>
<Relationships xmlns="http://schemas.openxmlformats.org/package/2006/relationships"><Relationship Id="rId2" Type="http://schemas.openxmlformats.org/officeDocument/2006/relationships/slide" Target="../slides/slide32.xml"/><Relationship Id="rId1" Type="http://schemas.openxmlformats.org/officeDocument/2006/relationships/notesMaster" Target="../notesMasters/notesMaster1.xml"/></Relationships>
</file>

<file path=ppt/notesSlides/_rels/notesSlide29.xml.rels><?xml version="1.0" encoding="UTF-8" standalone="yes"?>
<Relationships xmlns="http://schemas.openxmlformats.org/package/2006/relationships"><Relationship Id="rId2" Type="http://schemas.openxmlformats.org/officeDocument/2006/relationships/slide" Target="../slides/slide33.xml"/><Relationship Id="rId1" Type="http://schemas.openxmlformats.org/officeDocument/2006/relationships/notesMaster" Target="../notesMasters/notesMaster1.xml"/></Relationships>
</file>

<file path=ppt/notesSlides/_rels/notesSlide30.xml.rels><?xml version="1.0" encoding="UTF-8" standalone="yes"?>
<Relationships xmlns="http://schemas.openxmlformats.org/package/2006/relationships"><Relationship Id="rId2" Type="http://schemas.openxmlformats.org/officeDocument/2006/relationships/slide" Target="../slides/slide35.xml"/><Relationship Id="rId1" Type="http://schemas.openxmlformats.org/officeDocument/2006/relationships/notesMaster" Target="../notesMasters/notesMaster1.xml"/></Relationships>
</file>

<file path=ppt/notesSlides/_rels/notesSlide31.xml.rels><?xml version="1.0" encoding="UTF-8" standalone="yes"?>
<Relationships xmlns="http://schemas.openxmlformats.org/package/2006/relationships"><Relationship Id="rId2" Type="http://schemas.openxmlformats.org/officeDocument/2006/relationships/slide" Target="../slides/slide36.xml"/><Relationship Id="rId1" Type="http://schemas.openxmlformats.org/officeDocument/2006/relationships/notesMaster" Target="../notesMasters/notesMaster1.xml"/></Relationships>
</file>

<file path=ppt/notesSlides/_rels/notesSlide32.xml.rels><?xml version="1.0" encoding="UTF-8" standalone="yes"?>
<Relationships xmlns="http://schemas.openxmlformats.org/package/2006/relationships"><Relationship Id="rId2" Type="http://schemas.openxmlformats.org/officeDocument/2006/relationships/slide" Target="../slides/slide37.xml"/><Relationship Id="rId1" Type="http://schemas.openxmlformats.org/officeDocument/2006/relationships/notesMaster" Target="../notesMasters/notesMaster1.xml"/></Relationships>
</file>

<file path=ppt/notesSlides/_rels/notesSlide33.xml.rels><?xml version="1.0" encoding="UTF-8" standalone="yes"?>
<Relationships xmlns="http://schemas.openxmlformats.org/package/2006/relationships"><Relationship Id="rId2" Type="http://schemas.openxmlformats.org/officeDocument/2006/relationships/slide" Target="../slides/slide38.xml"/><Relationship Id="rId1" Type="http://schemas.openxmlformats.org/officeDocument/2006/relationships/notesMaster" Target="../notesMasters/notesMaster1.xml"/></Relationships>
</file>

<file path=ppt/notesSlides/_rels/notesSlide34.xml.rels><?xml version="1.0" encoding="UTF-8" standalone="yes"?>
<Relationships xmlns="http://schemas.openxmlformats.org/package/2006/relationships"><Relationship Id="rId2" Type="http://schemas.openxmlformats.org/officeDocument/2006/relationships/slide" Target="../slides/slide39.xml"/><Relationship Id="rId1" Type="http://schemas.openxmlformats.org/officeDocument/2006/relationships/notesMaster" Target="../notesMasters/notesMaster1.xml"/></Relationships>
</file>

<file path=ppt/notesSlides/_rels/notesSlide35.xml.rels><?xml version="1.0" encoding="UTF-8" standalone="yes"?>
<Relationships xmlns="http://schemas.openxmlformats.org/package/2006/relationships"><Relationship Id="rId2" Type="http://schemas.openxmlformats.org/officeDocument/2006/relationships/slide" Target="../slides/slide41.xml"/><Relationship Id="rId1" Type="http://schemas.openxmlformats.org/officeDocument/2006/relationships/notesMaster" Target="../notesMasters/notesMaster1.xml"/></Relationships>
</file>

<file path=ppt/notesSlides/_rels/notesSlide36.xml.rels><?xml version="1.0" encoding="UTF-8" standalone="yes"?>
<Relationships xmlns="http://schemas.openxmlformats.org/package/2006/relationships"><Relationship Id="rId2" Type="http://schemas.openxmlformats.org/officeDocument/2006/relationships/slide" Target="../slides/slide42.xml"/><Relationship Id="rId1" Type="http://schemas.openxmlformats.org/officeDocument/2006/relationships/notesMaster" Target="../notesMasters/notesMaster1.xml"/></Relationships>
</file>

<file path=ppt/notesSlides/_rels/notesSlide37.xml.rels><?xml version="1.0" encoding="UTF-8" standalone="yes"?>
<Relationships xmlns="http://schemas.openxmlformats.org/package/2006/relationships"><Relationship Id="rId2" Type="http://schemas.openxmlformats.org/officeDocument/2006/relationships/slide" Target="../slides/slide43.xml"/><Relationship Id="rId1" Type="http://schemas.openxmlformats.org/officeDocument/2006/relationships/notesMaster" Target="../notesMasters/notesMaster1.xml"/></Relationships>
</file>

<file path=ppt/notesSlides/_rels/notesSlide38.xml.rels><?xml version="1.0" encoding="UTF-8" standalone="yes"?>
<Relationships xmlns="http://schemas.openxmlformats.org/package/2006/relationships"><Relationship Id="rId2" Type="http://schemas.openxmlformats.org/officeDocument/2006/relationships/slide" Target="../slides/slide44.xml"/><Relationship Id="rId1" Type="http://schemas.openxmlformats.org/officeDocument/2006/relationships/notesMaster" Target="../notesMasters/notesMaster1.xml"/></Relationships>
</file>

<file path=ppt/notesSlides/_rels/notesSlide39.xml.rels><?xml version="1.0" encoding="UTF-8" standalone="yes"?>
<Relationships xmlns="http://schemas.openxmlformats.org/package/2006/relationships"><Relationship Id="rId2" Type="http://schemas.openxmlformats.org/officeDocument/2006/relationships/slide" Target="../slides/slide45.xml"/><Relationship Id="rId1" Type="http://schemas.openxmlformats.org/officeDocument/2006/relationships/notesMaster" Target="../notesMasters/notesMaster1.xml"/></Relationships>
</file>

<file path=ppt/notesSlides/_rels/notesSlide40.xml.rels><?xml version="1.0" encoding="UTF-8" standalone="yes"?>
<Relationships xmlns="http://schemas.openxmlformats.org/package/2006/relationships"><Relationship Id="rId2" Type="http://schemas.openxmlformats.org/officeDocument/2006/relationships/slide" Target="../slides/slide46.xml"/><Relationship Id="rId1" Type="http://schemas.openxmlformats.org/officeDocument/2006/relationships/notesMaster" Target="../notesMasters/notesMaster1.xml"/></Relationships>
</file>

<file path=ppt/notesSlides/_rels/notesSlide41.xml.rels><?xml version="1.0" encoding="UTF-8" standalone="yes"?>
<Relationships xmlns="http://schemas.openxmlformats.org/package/2006/relationships"><Relationship Id="rId2" Type="http://schemas.openxmlformats.org/officeDocument/2006/relationships/slide" Target="../slides/slide47.xml"/><Relationship Id="rId1" Type="http://schemas.openxmlformats.org/officeDocument/2006/relationships/notesMaster" Target="../notesMasters/notesMaster1.xml"/></Relationships>
</file>

<file path=ppt/notesSlides/_rels/notesSlide42.xml.rels><?xml version="1.0" encoding="UTF-8" standalone="yes"?>
<Relationships xmlns="http://schemas.openxmlformats.org/package/2006/relationships"><Relationship Id="rId2" Type="http://schemas.openxmlformats.org/officeDocument/2006/relationships/slide" Target="../slides/slide48.xml"/><Relationship Id="rId1" Type="http://schemas.openxmlformats.org/officeDocument/2006/relationships/notesMaster" Target="../notesMasters/notesMaster1.xml"/></Relationships>
</file>

<file path=ppt/notesSlides/_rels/notesSlide43.xml.rels><?xml version="1.0" encoding="UTF-8" standalone="yes"?>
<Relationships xmlns="http://schemas.openxmlformats.org/package/2006/relationships"><Relationship Id="rId2" Type="http://schemas.openxmlformats.org/officeDocument/2006/relationships/slide" Target="../slides/slide49.xml"/><Relationship Id="rId1" Type="http://schemas.openxmlformats.org/officeDocument/2006/relationships/notesMaster" Target="../notesMasters/notesMaster1.xml"/></Relationships>
</file>

<file path=ppt/notesSlides/_rels/notesSlide44.xml.rels><?xml version="1.0" encoding="UTF-8" standalone="yes"?>
<Relationships xmlns="http://schemas.openxmlformats.org/package/2006/relationships"><Relationship Id="rId2" Type="http://schemas.openxmlformats.org/officeDocument/2006/relationships/slide" Target="../slides/slide50.xml"/><Relationship Id="rId1" Type="http://schemas.openxmlformats.org/officeDocument/2006/relationships/notesMaster" Target="../notesMasters/notesMaster1.xml"/></Relationships>
</file>

<file path=ppt/notesSlides/_rels/notesSlide45.xml.rels><?xml version="1.0" encoding="UTF-8" standalone="yes"?>
<Relationships xmlns="http://schemas.openxmlformats.org/package/2006/relationships"><Relationship Id="rId2" Type="http://schemas.openxmlformats.org/officeDocument/2006/relationships/slide" Target="../slides/slide51.xml"/><Relationship Id="rId1" Type="http://schemas.openxmlformats.org/officeDocument/2006/relationships/notesMaster" Target="../notesMasters/notesMaster1.xml"/></Relationships>
</file>

<file path=ppt/notesSlides/_rels/notesSlide46.xml.rels><?xml version="1.0" encoding="UTF-8" standalone="yes"?>
<Relationships xmlns="http://schemas.openxmlformats.org/package/2006/relationships"><Relationship Id="rId2" Type="http://schemas.openxmlformats.org/officeDocument/2006/relationships/slide" Target="../slides/slide53.xml"/><Relationship Id="rId1" Type="http://schemas.openxmlformats.org/officeDocument/2006/relationships/notesMaster" Target="../notesMasters/notesMaster1.xml"/></Relationships>
</file>

<file path=ppt/notesSlides/_rels/notesSlide47.xml.rels><?xml version="1.0" encoding="UTF-8" standalone="yes"?>
<Relationships xmlns="http://schemas.openxmlformats.org/package/2006/relationships"><Relationship Id="rId2" Type="http://schemas.openxmlformats.org/officeDocument/2006/relationships/slide" Target="../slides/slide54.xml"/><Relationship Id="rId1" Type="http://schemas.openxmlformats.org/officeDocument/2006/relationships/notesMaster" Target="../notesMasters/notesMaster1.xml"/></Relationships>
</file>

<file path=ppt/notesSlides/_rels/notesSlide48.xml.rels><?xml version="1.0" encoding="UTF-8" standalone="yes"?>
<Relationships xmlns="http://schemas.openxmlformats.org/package/2006/relationships"><Relationship Id="rId2" Type="http://schemas.openxmlformats.org/officeDocument/2006/relationships/slide" Target="../slides/slide55.xml"/><Relationship Id="rId1" Type="http://schemas.openxmlformats.org/officeDocument/2006/relationships/notesMaster" Target="../notesMasters/notesMaster1.xml"/></Relationships>
</file>

<file path=ppt/notesSlides/_rels/notesSlide49.xml.rels><?xml version="1.0" encoding="UTF-8" standalone="yes"?>
<Relationships xmlns="http://schemas.openxmlformats.org/package/2006/relationships"><Relationship Id="rId2" Type="http://schemas.openxmlformats.org/officeDocument/2006/relationships/slide" Target="../slides/slide56.xml"/><Relationship Id="rId1" Type="http://schemas.openxmlformats.org/officeDocument/2006/relationships/notesMaster" Target="../notesMasters/notesMaster1.xml"/></Relationships>
</file>

<file path=ppt/notesSlides/_rels/notesSlide50.xml.rels><?xml version="1.0" encoding="UTF-8" standalone="yes"?>
<Relationships xmlns="http://schemas.openxmlformats.org/package/2006/relationships"><Relationship Id="rId2" Type="http://schemas.openxmlformats.org/officeDocument/2006/relationships/slide" Target="../slides/slide57.xml"/><Relationship Id="rId1" Type="http://schemas.openxmlformats.org/officeDocument/2006/relationships/notesMaster" Target="../notesMasters/notesMaster1.xml"/></Relationships>
</file>

<file path=ppt/notesSlides/_rels/notesSlide51.xml.rels><?xml version="1.0" encoding="UTF-8" standalone="yes"?>
<Relationships xmlns="http://schemas.openxmlformats.org/package/2006/relationships"><Relationship Id="rId2" Type="http://schemas.openxmlformats.org/officeDocument/2006/relationships/slide" Target="../slides/slide58.xml"/><Relationship Id="rId1" Type="http://schemas.openxmlformats.org/officeDocument/2006/relationships/notesMaster" Target="../notesMasters/notesMaster1.xml"/></Relationships>
</file>

<file path=ppt/notesSlides/_rels/notesSlide52.xml.rels><?xml version="1.0" encoding="UTF-8" standalone="yes"?>
<Relationships xmlns="http://schemas.openxmlformats.org/package/2006/relationships"><Relationship Id="rId2" Type="http://schemas.openxmlformats.org/officeDocument/2006/relationships/slide" Target="../slides/slide59.xml"/><Relationship Id="rId1" Type="http://schemas.openxmlformats.org/officeDocument/2006/relationships/notesMaster" Target="../notesMasters/notesMaster1.xml"/></Relationships>
</file>

<file path=ppt/notesSlides/_rels/notesSlide53.xml.rels><?xml version="1.0" encoding="UTF-8" standalone="yes"?>
<Relationships xmlns="http://schemas.openxmlformats.org/package/2006/relationships"><Relationship Id="rId2" Type="http://schemas.openxmlformats.org/officeDocument/2006/relationships/slide" Target="../slides/slide60.xml"/><Relationship Id="rId1" Type="http://schemas.openxmlformats.org/officeDocument/2006/relationships/notesMaster" Target="../notesMasters/notesMaster1.xml"/></Relationships>
</file>

<file path=ppt/notesSlides/_rels/notesSlide54.xml.rels><?xml version="1.0" encoding="UTF-8" standalone="yes"?>
<Relationships xmlns="http://schemas.openxmlformats.org/package/2006/relationships"><Relationship Id="rId2" Type="http://schemas.openxmlformats.org/officeDocument/2006/relationships/slide" Target="../slides/slide61.xml"/><Relationship Id="rId1" Type="http://schemas.openxmlformats.org/officeDocument/2006/relationships/notesMaster" Target="../notesMasters/notesMaster1.xml"/></Relationships>
</file>

<file path=ppt/notesSlides/_rels/notesSlide55.xml.rels><?xml version="1.0" encoding="UTF-8" standalone="yes"?>
<Relationships xmlns="http://schemas.openxmlformats.org/package/2006/relationships"><Relationship Id="rId2" Type="http://schemas.openxmlformats.org/officeDocument/2006/relationships/slide" Target="../slides/slide62.xml"/><Relationship Id="rId1" Type="http://schemas.openxmlformats.org/officeDocument/2006/relationships/notesMaster" Target="../notesMasters/notesMaster1.xml"/></Relationships>
</file>

<file path=ppt/notesSlides/_rels/notesSlide56.xml.rels><?xml version="1.0" encoding="UTF-8" standalone="yes"?>
<Relationships xmlns="http://schemas.openxmlformats.org/package/2006/relationships"><Relationship Id="rId2" Type="http://schemas.openxmlformats.org/officeDocument/2006/relationships/slide" Target="../slides/slide65.xml"/><Relationship Id="rId1" Type="http://schemas.openxmlformats.org/officeDocument/2006/relationships/notesMaster" Target="../notesMasters/notesMaster1.xml"/></Relationships>
</file>

<file path=ppt/notesSlides/_rels/notesSlide57.xml.rels><?xml version="1.0" encoding="UTF-8" standalone="yes"?>
<Relationships xmlns="http://schemas.openxmlformats.org/package/2006/relationships"><Relationship Id="rId2" Type="http://schemas.openxmlformats.org/officeDocument/2006/relationships/slide" Target="../slides/slide66.xml"/><Relationship Id="rId1" Type="http://schemas.openxmlformats.org/officeDocument/2006/relationships/notesMaster" Target="../notesMasters/notesMaster1.xml"/></Relationships>
</file>

<file path=ppt/notesSlides/_rels/notesSlide58.xml.rels><?xml version="1.0" encoding="UTF-8" standalone="yes"?>
<Relationships xmlns="http://schemas.openxmlformats.org/package/2006/relationships"><Relationship Id="rId2" Type="http://schemas.openxmlformats.org/officeDocument/2006/relationships/slide" Target="../slides/slide67.xml"/><Relationship Id="rId1" Type="http://schemas.openxmlformats.org/officeDocument/2006/relationships/notesMaster" Target="../notesMasters/notesMaster1.xml"/></Relationships>
</file>

<file path=ppt/notesSlides/_rels/notesSlide59.xml.rels><?xml version="1.0" encoding="UTF-8" standalone="yes"?>
<Relationships xmlns="http://schemas.openxmlformats.org/package/2006/relationships"><Relationship Id="rId2" Type="http://schemas.openxmlformats.org/officeDocument/2006/relationships/slide" Target="../slides/slide68.xml"/><Relationship Id="rId1" Type="http://schemas.openxmlformats.org/officeDocument/2006/relationships/notesMaster" Target="../notesMasters/notesMaster1.xml"/></Relationships>
</file>

<file path=ppt/notesSlides/_rels/notesSlide60.xml.rels><?xml version="1.0" encoding="UTF-8" standalone="yes"?>
<Relationships xmlns="http://schemas.openxmlformats.org/package/2006/relationships"><Relationship Id="rId2" Type="http://schemas.openxmlformats.org/officeDocument/2006/relationships/slide" Target="../slides/slide69.xml"/><Relationship Id="rId1" Type="http://schemas.openxmlformats.org/officeDocument/2006/relationships/notesMaster" Target="../notesMasters/notesMaster1.xml"/></Relationships>
</file>

<file path=ppt/notesSlides/_rels/notesSlide61.xml.rels><?xml version="1.0" encoding="UTF-8" standalone="yes"?>
<Relationships xmlns="http://schemas.openxmlformats.org/package/2006/relationships"><Relationship Id="rId2" Type="http://schemas.openxmlformats.org/officeDocument/2006/relationships/slide" Target="../slides/slide70.xml"/><Relationship Id="rId1" Type="http://schemas.openxmlformats.org/officeDocument/2006/relationships/notesMaster" Target="../notesMasters/notesMaster1.xml"/></Relationships>
</file>

<file path=ppt/notesSlides/_rels/notesSlide62.xml.rels><?xml version="1.0" encoding="UTF-8" standalone="yes"?>
<Relationships xmlns="http://schemas.openxmlformats.org/package/2006/relationships"><Relationship Id="rId2" Type="http://schemas.openxmlformats.org/officeDocument/2006/relationships/slide" Target="../slides/slide71.xml"/><Relationship Id="rId1" Type="http://schemas.openxmlformats.org/officeDocument/2006/relationships/notesMaster" Target="../notesMasters/notesMaster1.xml"/></Relationships>
</file>

<file path=ppt/notesSlides/_rels/notesSlide63.xml.rels><?xml version="1.0" encoding="UTF-8" standalone="yes"?>
<Relationships xmlns="http://schemas.openxmlformats.org/package/2006/relationships"><Relationship Id="rId2" Type="http://schemas.openxmlformats.org/officeDocument/2006/relationships/slide" Target="../slides/slide72.xml"/><Relationship Id="rId1" Type="http://schemas.openxmlformats.org/officeDocument/2006/relationships/notesMaster" Target="../notesMasters/notesMaster1.xml"/></Relationships>
</file>

<file path=ppt/notesSlides/_rels/notesSlide64.xml.rels><?xml version="1.0" encoding="UTF-8" standalone="yes"?>
<Relationships xmlns="http://schemas.openxmlformats.org/package/2006/relationships"><Relationship Id="rId2" Type="http://schemas.openxmlformats.org/officeDocument/2006/relationships/slide" Target="../slides/slide73.xml"/><Relationship Id="rId1" Type="http://schemas.openxmlformats.org/officeDocument/2006/relationships/notesMaster" Target="../notesMasters/notesMaster1.xml"/></Relationships>
</file>

<file path=ppt/notesSlides/_rels/notesSlide65.xml.rels><?xml version="1.0" encoding="UTF-8" standalone="yes"?>
<Relationships xmlns="http://schemas.openxmlformats.org/package/2006/relationships"><Relationship Id="rId2" Type="http://schemas.openxmlformats.org/officeDocument/2006/relationships/slide" Target="../slides/slide74.xml"/><Relationship Id="rId1" Type="http://schemas.openxmlformats.org/officeDocument/2006/relationships/notesMaster" Target="../notesMasters/notesMaster1.xml"/></Relationships>
</file>

<file path=ppt/notesSlides/_rels/notesSlide66.xml.rels><?xml version="1.0" encoding="UTF-8" standalone="yes"?>
<Relationships xmlns="http://schemas.openxmlformats.org/package/2006/relationships"><Relationship Id="rId2" Type="http://schemas.openxmlformats.org/officeDocument/2006/relationships/slide" Target="../slides/slide87.xml"/><Relationship Id="rId1" Type="http://schemas.openxmlformats.org/officeDocument/2006/relationships/notesMaster" Target="../notesMasters/notesMaster1.xml"/></Relationships>
</file>

<file path=ppt/notesSlides/_rels/notesSlide67.xml.rels><?xml version="1.0" encoding="UTF-8" standalone="yes"?>
<Relationships xmlns="http://schemas.openxmlformats.org/package/2006/relationships"><Relationship Id="rId2" Type="http://schemas.openxmlformats.org/officeDocument/2006/relationships/slide" Target="../slides/slide88.xml"/><Relationship Id="rId1" Type="http://schemas.openxmlformats.org/officeDocument/2006/relationships/notesMaster" Target="../notesMasters/notesMaster1.xml"/></Relationships>
</file>

<file path=ppt/notesSlides/_rels/notesSlide68.xml.rels><?xml version="1.0" encoding="UTF-8" standalone="yes"?>
<Relationships xmlns="http://schemas.openxmlformats.org/package/2006/relationships"><Relationship Id="rId2" Type="http://schemas.openxmlformats.org/officeDocument/2006/relationships/slide" Target="../slides/slide89.xml"/><Relationship Id="rId1" Type="http://schemas.openxmlformats.org/officeDocument/2006/relationships/notesMaster" Target="../notesMasters/notesMaster1.xml"/></Relationships>
</file>

<file path=ppt/notesSlides/_rels/notesSlide69.xml.rels><?xml version="1.0" encoding="UTF-8" standalone="yes"?>
<Relationships xmlns="http://schemas.openxmlformats.org/package/2006/relationships"><Relationship Id="rId2" Type="http://schemas.openxmlformats.org/officeDocument/2006/relationships/slide" Target="../slides/slide90.xml"/><Relationship Id="rId1" Type="http://schemas.openxmlformats.org/officeDocument/2006/relationships/notesMaster" Target="../notesMasters/notesMaster1.xml"/></Relationships>
</file>

<file path=ppt/notesSlides/_rels/notesSlide70.xml.rels><?xml version="1.0" encoding="UTF-8" standalone="yes"?>
<Relationships xmlns="http://schemas.openxmlformats.org/package/2006/relationships"><Relationship Id="rId2" Type="http://schemas.openxmlformats.org/officeDocument/2006/relationships/slide" Target="../slides/slide91.xml"/><Relationship Id="rId1" Type="http://schemas.openxmlformats.org/officeDocument/2006/relationships/notesMaster" Target="../notesMasters/notesMaster1.xml"/></Relationships>
</file>

<file path=ppt/notesSlides/_rels/notesSlide71.xml.rels><?xml version="1.0" encoding="UTF-8" standalone="yes"?>
<Relationships xmlns="http://schemas.openxmlformats.org/package/2006/relationships"><Relationship Id="rId2" Type="http://schemas.openxmlformats.org/officeDocument/2006/relationships/slide" Target="../slides/slide92.xml"/><Relationship Id="rId1" Type="http://schemas.openxmlformats.org/officeDocument/2006/relationships/notesMaster" Target="../notesMasters/notesMaster1.xml"/></Relationships>
</file>

<file path=ppt/notesSlides/_rels/notesSlide72.xml.rels><?xml version="1.0" encoding="UTF-8" standalone="yes"?>
<Relationships xmlns="http://schemas.openxmlformats.org/package/2006/relationships"><Relationship Id="rId2" Type="http://schemas.openxmlformats.org/officeDocument/2006/relationships/slide" Target="../slides/slide93.xml"/><Relationship Id="rId1" Type="http://schemas.openxmlformats.org/officeDocument/2006/relationships/notesMaster" Target="../notesMasters/notesMaster1.xml"/></Relationships>
</file>

<file path=ppt/notesSlides/_rels/notesSlide73.xml.rels><?xml version="1.0" encoding="UTF-8" standalone="yes"?>
<Relationships xmlns="http://schemas.openxmlformats.org/package/2006/relationships"><Relationship Id="rId2" Type="http://schemas.openxmlformats.org/officeDocument/2006/relationships/slide" Target="../slides/slide94.xml"/><Relationship Id="rId1" Type="http://schemas.openxmlformats.org/officeDocument/2006/relationships/notesMaster" Target="../notesMasters/notesMaster1.xml"/></Relationships>
</file>

<file path=ppt/notesSlides/_rels/notesSlide74.xml.rels><?xml version="1.0" encoding="UTF-8" standalone="yes"?>
<Relationships xmlns="http://schemas.openxmlformats.org/package/2006/relationships"><Relationship Id="rId2" Type="http://schemas.openxmlformats.org/officeDocument/2006/relationships/slide" Target="../slides/slide95.xml"/><Relationship Id="rId1" Type="http://schemas.openxmlformats.org/officeDocument/2006/relationships/notesMaster" Target="../notesMasters/notesMaster1.xml"/></Relationships>
</file>

<file path=ppt/notesSlides/_rels/notesSlide75.xml.rels><?xml version="1.0" encoding="UTF-8" standalone="yes"?>
<Relationships xmlns="http://schemas.openxmlformats.org/package/2006/relationships"><Relationship Id="rId2" Type="http://schemas.openxmlformats.org/officeDocument/2006/relationships/slide" Target="../slides/slide96.xml"/><Relationship Id="rId1" Type="http://schemas.openxmlformats.org/officeDocument/2006/relationships/notesMaster" Target="../notesMasters/notesMaster1.xml"/></Relationships>
</file>

<file path=ppt/notesSlides/_rels/notesSlide76.xml.rels><?xml version="1.0" encoding="UTF-8" standalone="yes"?>
<Relationships xmlns="http://schemas.openxmlformats.org/package/2006/relationships"><Relationship Id="rId2" Type="http://schemas.openxmlformats.org/officeDocument/2006/relationships/slide" Target="../slides/slide97.xml"/><Relationship Id="rId1" Type="http://schemas.openxmlformats.org/officeDocument/2006/relationships/notesMaster" Target="../notesMasters/notesMaster1.xml"/></Relationships>
</file>

<file path=ppt/notesSlides/_rels/notesSlide77.xml.rels><?xml version="1.0" encoding="UTF-8" standalone="yes"?>
<Relationships xmlns="http://schemas.openxmlformats.org/package/2006/relationships"><Relationship Id="rId2" Type="http://schemas.openxmlformats.org/officeDocument/2006/relationships/slide" Target="../slides/slide98.xml"/><Relationship Id="rId1" Type="http://schemas.openxmlformats.org/officeDocument/2006/relationships/notesMaster" Target="../notesMasters/notesMaster1.xml"/></Relationships>
</file>

<file path=ppt/notesSlides/_rels/notesSlide78.xml.rels><?xml version="1.0" encoding="UTF-8" standalone="yes"?>
<Relationships xmlns="http://schemas.openxmlformats.org/package/2006/relationships"><Relationship Id="rId2" Type="http://schemas.openxmlformats.org/officeDocument/2006/relationships/slide" Target="../slides/slide100.xml"/><Relationship Id="rId1" Type="http://schemas.openxmlformats.org/officeDocument/2006/relationships/notesMaster" Target="../notesMasters/notesMaster1.xml"/></Relationships>
</file>

<file path=ppt/notesSlides/_rels/notesSlide79.xml.rels><?xml version="1.0" encoding="UTF-8" standalone="yes"?>
<Relationships xmlns="http://schemas.openxmlformats.org/package/2006/relationships"><Relationship Id="rId2" Type="http://schemas.openxmlformats.org/officeDocument/2006/relationships/slide" Target="../slides/slide102.xml"/><Relationship Id="rId1" Type="http://schemas.openxmlformats.org/officeDocument/2006/relationships/notesMaster" Target="../notesMasters/notesMaster1.xml"/></Relationships>
</file>

<file path=ppt/notesSlides/_rels/notesSlide80.xml.rels><?xml version="1.0" encoding="UTF-8" standalone="yes"?>
<Relationships xmlns="http://schemas.openxmlformats.org/package/2006/relationships"><Relationship Id="rId2" Type="http://schemas.openxmlformats.org/officeDocument/2006/relationships/slide" Target="../slides/slide103.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dirty="0"/>
              <a:t>Attribute names: camelCase</a:t>
            </a:r>
          </a:p>
        </p:txBody>
      </p:sp>
      <p:sp>
        <p:nvSpPr>
          <p:cNvPr id="4" name="Slide Number Placeholder 3"/>
          <p:cNvSpPr>
            <a:spLocks noGrp="1"/>
          </p:cNvSpPr>
          <p:nvPr>
            <p:ph type="sldNum" sz="quarter" idx="5"/>
          </p:nvPr>
        </p:nvSpPr>
        <p:spPr/>
        <p:txBody>
          <a:bodyPr/>
          <a:lstStyle/>
          <a:p>
            <a:fld id="{B71FE5B5-A979-4370-A255-218EAB36A5F4}" type="slidenum">
              <a:rPr lang="en-GB" smtClean="0"/>
              <a:t>1</a:t>
            </a:fld>
            <a:endParaRPr lang="en-GB"/>
          </a:p>
        </p:txBody>
      </p:sp>
    </p:spTree>
    <p:extLst>
      <p:ext uri="{BB962C8B-B14F-4D97-AF65-F5344CB8AC3E}">
        <p14:creationId xmlns:p14="http://schemas.microsoft.com/office/powerpoint/2010/main" val="4160937445"/>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a:p>
        </p:txBody>
      </p:sp>
      <p:sp>
        <p:nvSpPr>
          <p:cNvPr id="4" name="Slide Number Placeholder 3"/>
          <p:cNvSpPr>
            <a:spLocks noGrp="1"/>
          </p:cNvSpPr>
          <p:nvPr>
            <p:ph type="sldNum" sz="quarter" idx="10"/>
          </p:nvPr>
        </p:nvSpPr>
        <p:spPr/>
        <p:txBody>
          <a:bodyPr/>
          <a:lstStyle/>
          <a:p>
            <a:fld id="{B71FE5B5-A979-4370-A255-218EAB36A5F4}" type="slidenum">
              <a:rPr lang="en-GB" smtClean="0"/>
              <a:t>2</a:t>
            </a:fld>
            <a:endParaRPr lang="en-GB"/>
          </a:p>
        </p:txBody>
      </p:sp>
    </p:spTree>
    <p:extLst>
      <p:ext uri="{BB962C8B-B14F-4D97-AF65-F5344CB8AC3E}">
        <p14:creationId xmlns:p14="http://schemas.microsoft.com/office/powerpoint/2010/main" val="278655550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10"/>
          </p:nvPr>
        </p:nvSpPr>
        <p:spPr/>
        <p:txBody>
          <a:bodyPr/>
          <a:lstStyle/>
          <a:p>
            <a:fld id="{B71FE5B5-A979-4370-A255-218EAB36A5F4}" type="slidenum">
              <a:rPr lang="en-GB" smtClean="0"/>
              <a:t>3</a:t>
            </a:fld>
            <a:endParaRPr lang="en-GB"/>
          </a:p>
        </p:txBody>
      </p:sp>
    </p:spTree>
    <p:extLst>
      <p:ext uri="{BB962C8B-B14F-4D97-AF65-F5344CB8AC3E}">
        <p14:creationId xmlns:p14="http://schemas.microsoft.com/office/powerpoint/2010/main" val="387718313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dirty="0"/>
              <a:t>DDD: 0-5, 0-5</a:t>
            </a:r>
            <a:r>
              <a:rPr lang="en-GB"/>
              <a:t>, 7-9, </a:t>
            </a:r>
            <a:r>
              <a:rPr lang="en-GB" dirty="0"/>
              <a:t>0-5, 0-5</a:t>
            </a:r>
          </a:p>
        </p:txBody>
      </p:sp>
      <p:sp>
        <p:nvSpPr>
          <p:cNvPr id="4" name="Slide Number Placeholder 3"/>
          <p:cNvSpPr>
            <a:spLocks noGrp="1"/>
          </p:cNvSpPr>
          <p:nvPr>
            <p:ph type="sldNum" sz="quarter" idx="5"/>
          </p:nvPr>
        </p:nvSpPr>
        <p:spPr/>
        <p:txBody>
          <a:bodyPr/>
          <a:lstStyle/>
          <a:p>
            <a:fld id="{B71FE5B5-A979-4370-A255-218EAB36A5F4}" type="slidenum">
              <a:rPr lang="en-GB" smtClean="0"/>
              <a:t>5</a:t>
            </a:fld>
            <a:endParaRPr lang="en-GB"/>
          </a:p>
        </p:txBody>
      </p:sp>
    </p:spTree>
    <p:extLst>
      <p:ext uri="{BB962C8B-B14F-4D97-AF65-F5344CB8AC3E}">
        <p14:creationId xmlns:p14="http://schemas.microsoft.com/office/powerpoint/2010/main" val="114362772"/>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sz="1200" dirty="0"/>
              <a:t>Used</a:t>
            </a:r>
            <a:r>
              <a:rPr lang="en-GB" sz="1200" baseline="0" dirty="0"/>
              <a:t> on websites – Amazon</a:t>
            </a:r>
          </a:p>
          <a:p>
            <a:r>
              <a:rPr lang="en-GB" sz="1200" baseline="0" dirty="0"/>
              <a:t>Used by government – HMRC, DVLA</a:t>
            </a:r>
          </a:p>
          <a:p>
            <a:r>
              <a:rPr lang="en-GB" sz="1200" baseline="0" dirty="0"/>
              <a:t>Used by school – SEEMIS</a:t>
            </a:r>
            <a:endParaRPr lang="en-GB" sz="1200" dirty="0"/>
          </a:p>
        </p:txBody>
      </p:sp>
      <p:sp>
        <p:nvSpPr>
          <p:cNvPr id="4" name="Slide Number Placeholder 3"/>
          <p:cNvSpPr>
            <a:spLocks noGrp="1"/>
          </p:cNvSpPr>
          <p:nvPr>
            <p:ph type="sldNum" sz="quarter" idx="10"/>
          </p:nvPr>
        </p:nvSpPr>
        <p:spPr/>
        <p:txBody>
          <a:bodyPr/>
          <a:lstStyle/>
          <a:p>
            <a:fld id="{B71FE5B5-A979-4370-A255-218EAB36A5F4}" type="slidenum">
              <a:rPr lang="en-GB" smtClean="0"/>
              <a:t>6</a:t>
            </a:fld>
            <a:endParaRPr lang="en-GB"/>
          </a:p>
        </p:txBody>
      </p:sp>
    </p:spTree>
    <p:extLst>
      <p:ext uri="{BB962C8B-B14F-4D97-AF65-F5344CB8AC3E}">
        <p14:creationId xmlns:p14="http://schemas.microsoft.com/office/powerpoint/2010/main" val="2298897104"/>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dirty="0"/>
              <a:t>SEQUEL: Structured English </a:t>
            </a:r>
            <a:r>
              <a:rPr lang="en-GB" dirty="0" err="1"/>
              <a:t>QUEry</a:t>
            </a:r>
            <a:r>
              <a:rPr lang="en-GB" dirty="0"/>
              <a:t> Language</a:t>
            </a:r>
          </a:p>
        </p:txBody>
      </p:sp>
      <p:sp>
        <p:nvSpPr>
          <p:cNvPr id="4" name="Slide Number Placeholder 3"/>
          <p:cNvSpPr>
            <a:spLocks noGrp="1"/>
          </p:cNvSpPr>
          <p:nvPr>
            <p:ph type="sldNum" sz="quarter" idx="5"/>
          </p:nvPr>
        </p:nvSpPr>
        <p:spPr/>
        <p:txBody>
          <a:bodyPr/>
          <a:lstStyle/>
          <a:p>
            <a:fld id="{B71FE5B5-A979-4370-A255-218EAB36A5F4}" type="slidenum">
              <a:rPr lang="en-GB" smtClean="0"/>
              <a:t>7</a:t>
            </a:fld>
            <a:endParaRPr lang="en-GB"/>
          </a:p>
        </p:txBody>
      </p:sp>
    </p:spTree>
    <p:extLst>
      <p:ext uri="{BB962C8B-B14F-4D97-AF65-F5344CB8AC3E}">
        <p14:creationId xmlns:p14="http://schemas.microsoft.com/office/powerpoint/2010/main" val="4063797989"/>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dirty="0"/>
              <a:t>https://mrfriendcs.github.io/h-cs/ddd/H-DDD-Practise/</a:t>
            </a:r>
          </a:p>
        </p:txBody>
      </p:sp>
      <p:sp>
        <p:nvSpPr>
          <p:cNvPr id="4" name="Slide Number Placeholder 3"/>
          <p:cNvSpPr>
            <a:spLocks noGrp="1"/>
          </p:cNvSpPr>
          <p:nvPr>
            <p:ph type="sldNum" sz="quarter" idx="5"/>
          </p:nvPr>
        </p:nvSpPr>
        <p:spPr/>
        <p:txBody>
          <a:bodyPr/>
          <a:lstStyle/>
          <a:p>
            <a:fld id="{B71FE5B5-A979-4370-A255-218EAB36A5F4}" type="slidenum">
              <a:rPr lang="en-GB" smtClean="0"/>
              <a:t>8</a:t>
            </a:fld>
            <a:endParaRPr lang="en-GB"/>
          </a:p>
        </p:txBody>
      </p:sp>
    </p:spTree>
    <p:extLst>
      <p:ext uri="{BB962C8B-B14F-4D97-AF65-F5344CB8AC3E}">
        <p14:creationId xmlns:p14="http://schemas.microsoft.com/office/powerpoint/2010/main" val="3580270995"/>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dirty="0"/>
              <a:t>N5 Revision</a:t>
            </a:r>
          </a:p>
        </p:txBody>
      </p:sp>
      <p:sp>
        <p:nvSpPr>
          <p:cNvPr id="4" name="Slide Number Placeholder 3"/>
          <p:cNvSpPr>
            <a:spLocks noGrp="1"/>
          </p:cNvSpPr>
          <p:nvPr>
            <p:ph type="sldNum" sz="quarter" idx="5"/>
          </p:nvPr>
        </p:nvSpPr>
        <p:spPr/>
        <p:txBody>
          <a:bodyPr/>
          <a:lstStyle/>
          <a:p>
            <a:fld id="{B71FE5B5-A979-4370-A255-218EAB36A5F4}" type="slidenum">
              <a:rPr lang="en-GB" smtClean="0"/>
              <a:t>9</a:t>
            </a:fld>
            <a:endParaRPr lang="en-GB"/>
          </a:p>
        </p:txBody>
      </p:sp>
    </p:spTree>
    <p:extLst>
      <p:ext uri="{BB962C8B-B14F-4D97-AF65-F5344CB8AC3E}">
        <p14:creationId xmlns:p14="http://schemas.microsoft.com/office/powerpoint/2010/main" val="4066498956"/>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dirty="0"/>
              <a:t>It is possible to give tables aliases but outside to scope</a:t>
            </a:r>
            <a:r>
              <a:rPr lang="en-GB" baseline="0" dirty="0"/>
              <a:t> of H CS.</a:t>
            </a:r>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10</a:t>
            </a:fld>
            <a:endParaRPr lang="en-GB"/>
          </a:p>
        </p:txBody>
      </p:sp>
    </p:spTree>
    <p:extLst>
      <p:ext uri="{BB962C8B-B14F-4D97-AF65-F5344CB8AC3E}">
        <p14:creationId xmlns:p14="http://schemas.microsoft.com/office/powerpoint/2010/main" val="3443525955"/>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11</a:t>
            </a:fld>
            <a:endParaRPr lang="en-GB"/>
          </a:p>
        </p:txBody>
      </p:sp>
    </p:spTree>
    <p:extLst>
      <p:ext uri="{BB962C8B-B14F-4D97-AF65-F5344CB8AC3E}">
        <p14:creationId xmlns:p14="http://schemas.microsoft.com/office/powerpoint/2010/main" val="258211847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12</a:t>
            </a:fld>
            <a:endParaRPr lang="en-GB"/>
          </a:p>
        </p:txBody>
      </p:sp>
    </p:spTree>
    <p:extLst>
      <p:ext uri="{BB962C8B-B14F-4D97-AF65-F5344CB8AC3E}">
        <p14:creationId xmlns:p14="http://schemas.microsoft.com/office/powerpoint/2010/main" val="3129185356"/>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13</a:t>
            </a:fld>
            <a:endParaRPr lang="en-GB"/>
          </a:p>
        </p:txBody>
      </p:sp>
    </p:spTree>
    <p:extLst>
      <p:ext uri="{BB962C8B-B14F-4D97-AF65-F5344CB8AC3E}">
        <p14:creationId xmlns:p14="http://schemas.microsoft.com/office/powerpoint/2010/main" val="1619287017"/>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14</a:t>
            </a:fld>
            <a:endParaRPr lang="en-GB"/>
          </a:p>
        </p:txBody>
      </p:sp>
    </p:spTree>
    <p:extLst>
      <p:ext uri="{BB962C8B-B14F-4D97-AF65-F5344CB8AC3E}">
        <p14:creationId xmlns:p14="http://schemas.microsoft.com/office/powerpoint/2010/main" val="1849329084"/>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15</a:t>
            </a:fld>
            <a:endParaRPr lang="en-GB"/>
          </a:p>
        </p:txBody>
      </p:sp>
    </p:spTree>
    <p:extLst>
      <p:ext uri="{BB962C8B-B14F-4D97-AF65-F5344CB8AC3E}">
        <p14:creationId xmlns:p14="http://schemas.microsoft.com/office/powerpoint/2010/main" val="149004296"/>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16</a:t>
            </a:fld>
            <a:endParaRPr lang="en-GB"/>
          </a:p>
        </p:txBody>
      </p:sp>
    </p:spTree>
    <p:extLst>
      <p:ext uri="{BB962C8B-B14F-4D97-AF65-F5344CB8AC3E}">
        <p14:creationId xmlns:p14="http://schemas.microsoft.com/office/powerpoint/2010/main" val="3129185356"/>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17</a:t>
            </a:fld>
            <a:endParaRPr lang="en-GB"/>
          </a:p>
        </p:txBody>
      </p:sp>
    </p:spTree>
    <p:extLst>
      <p:ext uri="{BB962C8B-B14F-4D97-AF65-F5344CB8AC3E}">
        <p14:creationId xmlns:p14="http://schemas.microsoft.com/office/powerpoint/2010/main" val="1455622530"/>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dirty="0"/>
              <a:t>N5 Revision</a:t>
            </a:r>
          </a:p>
        </p:txBody>
      </p:sp>
      <p:sp>
        <p:nvSpPr>
          <p:cNvPr id="4" name="Slide Number Placeholder 3"/>
          <p:cNvSpPr>
            <a:spLocks noGrp="1"/>
          </p:cNvSpPr>
          <p:nvPr>
            <p:ph type="sldNum" sz="quarter" idx="5"/>
          </p:nvPr>
        </p:nvSpPr>
        <p:spPr/>
        <p:txBody>
          <a:bodyPr/>
          <a:lstStyle/>
          <a:p>
            <a:fld id="{B71FE5B5-A979-4370-A255-218EAB36A5F4}" type="slidenum">
              <a:rPr lang="en-GB" smtClean="0"/>
              <a:t>19</a:t>
            </a:fld>
            <a:endParaRPr lang="en-GB"/>
          </a:p>
        </p:txBody>
      </p:sp>
    </p:spTree>
    <p:extLst>
      <p:ext uri="{BB962C8B-B14F-4D97-AF65-F5344CB8AC3E}">
        <p14:creationId xmlns:p14="http://schemas.microsoft.com/office/powerpoint/2010/main" val="791076907"/>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dirty="0"/>
              <a:t>Minimum</a:t>
            </a:r>
            <a:r>
              <a:rPr lang="en-GB" baseline="0" dirty="0"/>
              <a:t> of 2 </a:t>
            </a:r>
            <a:r>
              <a:rPr lang="en-GB" dirty="0"/>
              <a:t>characters, first 2 "Sm", then anything</a:t>
            </a:r>
            <a:r>
              <a:rPr lang="en-GB" baseline="0" dirty="0"/>
              <a:t> or even nothing</a:t>
            </a:r>
            <a:endParaRPr lang="en-GB" dirty="0"/>
          </a:p>
          <a:p>
            <a:r>
              <a:rPr lang="en-GB" dirty="0"/>
              <a:t>% percent symbol</a:t>
            </a:r>
          </a:p>
          <a:p>
            <a:endParaRPr lang="en-GB" dirty="0"/>
          </a:p>
          <a:p>
            <a:r>
              <a:rPr lang="en-GB"/>
              <a:t>Case sensitive?</a:t>
            </a:r>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20</a:t>
            </a:fld>
            <a:endParaRPr lang="en-GB"/>
          </a:p>
        </p:txBody>
      </p:sp>
    </p:spTree>
    <p:extLst>
      <p:ext uri="{BB962C8B-B14F-4D97-AF65-F5344CB8AC3E}">
        <p14:creationId xmlns:p14="http://schemas.microsoft.com/office/powerpoint/2010/main" val="1529556357"/>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21</a:t>
            </a:fld>
            <a:endParaRPr lang="en-GB"/>
          </a:p>
        </p:txBody>
      </p:sp>
    </p:spTree>
    <p:extLst>
      <p:ext uri="{BB962C8B-B14F-4D97-AF65-F5344CB8AC3E}">
        <p14:creationId xmlns:p14="http://schemas.microsoft.com/office/powerpoint/2010/main" val="2330915339"/>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dirty="0"/>
              <a:t>Must be 5 characters, first 2 "Sm", last 2 "</a:t>
            </a:r>
            <a:r>
              <a:rPr lang="en-GB" dirty="0" err="1"/>
              <a:t>th</a:t>
            </a:r>
            <a:r>
              <a:rPr lang="en-GB" dirty="0"/>
              <a:t>", middle character can be anything</a:t>
            </a:r>
          </a:p>
          <a:p>
            <a:r>
              <a:rPr lang="en-GB" dirty="0"/>
              <a:t>_</a:t>
            </a:r>
            <a:r>
              <a:rPr lang="en-GB" baseline="0" dirty="0"/>
              <a:t> u</a:t>
            </a:r>
            <a:r>
              <a:rPr lang="en-GB" dirty="0"/>
              <a:t>nderscore symbol</a:t>
            </a:r>
          </a:p>
        </p:txBody>
      </p:sp>
      <p:sp>
        <p:nvSpPr>
          <p:cNvPr id="4" name="Slide Number Placeholder 3"/>
          <p:cNvSpPr>
            <a:spLocks noGrp="1"/>
          </p:cNvSpPr>
          <p:nvPr>
            <p:ph type="sldNum" sz="quarter" idx="5"/>
          </p:nvPr>
        </p:nvSpPr>
        <p:spPr/>
        <p:txBody>
          <a:bodyPr/>
          <a:lstStyle/>
          <a:p>
            <a:fld id="{B71FE5B5-A979-4370-A255-218EAB36A5F4}" type="slidenum">
              <a:rPr lang="en-GB" smtClean="0"/>
              <a:t>22</a:t>
            </a:fld>
            <a:endParaRPr lang="en-GB"/>
          </a:p>
        </p:txBody>
      </p:sp>
    </p:spTree>
    <p:extLst>
      <p:ext uri="{BB962C8B-B14F-4D97-AF65-F5344CB8AC3E}">
        <p14:creationId xmlns:p14="http://schemas.microsoft.com/office/powerpoint/2010/main" val="3991698578"/>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23</a:t>
            </a:fld>
            <a:endParaRPr lang="en-GB"/>
          </a:p>
        </p:txBody>
      </p:sp>
    </p:spTree>
    <p:extLst>
      <p:ext uri="{BB962C8B-B14F-4D97-AF65-F5344CB8AC3E}">
        <p14:creationId xmlns:p14="http://schemas.microsoft.com/office/powerpoint/2010/main" val="1762204050"/>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5371C7F-D241-5ACD-8A2C-C590AE901986}"/>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68D02D5E-88C3-05C1-7775-3B4C7BBB023F}"/>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7D7C1F04-AEEA-2EC9-794A-41DB852CDE64}"/>
              </a:ext>
            </a:extLst>
          </p:cNvPr>
          <p:cNvSpPr>
            <a:spLocks noGrp="1"/>
          </p:cNvSpPr>
          <p:nvPr>
            <p:ph type="body" idx="1"/>
          </p:nvPr>
        </p:nvSpPr>
        <p:spPr/>
        <p:txBody>
          <a:bodyPr/>
          <a:lstStyle/>
          <a:p>
            <a:endParaRPr lang="en-GB" dirty="0"/>
          </a:p>
        </p:txBody>
      </p:sp>
      <p:sp>
        <p:nvSpPr>
          <p:cNvPr id="4" name="Slide Number Placeholder 3">
            <a:extLst>
              <a:ext uri="{FF2B5EF4-FFF2-40B4-BE49-F238E27FC236}">
                <a16:creationId xmlns:a16="http://schemas.microsoft.com/office/drawing/2014/main" id="{D01ABD66-B5D5-C57F-46D0-B9927DDD9A1F}"/>
              </a:ext>
            </a:extLst>
          </p:cNvPr>
          <p:cNvSpPr>
            <a:spLocks noGrp="1"/>
          </p:cNvSpPr>
          <p:nvPr>
            <p:ph type="sldNum" sz="quarter" idx="5"/>
          </p:nvPr>
        </p:nvSpPr>
        <p:spPr/>
        <p:txBody>
          <a:bodyPr/>
          <a:lstStyle/>
          <a:p>
            <a:fld id="{B71FE5B5-A979-4370-A255-218EAB36A5F4}" type="slidenum">
              <a:rPr lang="en-GB" smtClean="0"/>
              <a:t>26</a:t>
            </a:fld>
            <a:endParaRPr lang="en-GB"/>
          </a:p>
        </p:txBody>
      </p:sp>
    </p:spTree>
    <p:extLst>
      <p:ext uri="{BB962C8B-B14F-4D97-AF65-F5344CB8AC3E}">
        <p14:creationId xmlns:p14="http://schemas.microsoft.com/office/powerpoint/2010/main" val="1186516148"/>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5371C7F-D241-5ACD-8A2C-C590AE901986}"/>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68D02D5E-88C3-05C1-7775-3B4C7BBB023F}"/>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7D7C1F04-AEEA-2EC9-794A-41DB852CDE64}"/>
              </a:ext>
            </a:extLst>
          </p:cNvPr>
          <p:cNvSpPr>
            <a:spLocks noGrp="1"/>
          </p:cNvSpPr>
          <p:nvPr>
            <p:ph type="body" idx="1"/>
          </p:nvPr>
        </p:nvSpPr>
        <p:spPr/>
        <p:txBody>
          <a:bodyPr/>
          <a:lstStyle/>
          <a:p>
            <a:endParaRPr lang="en-GB" dirty="0"/>
          </a:p>
        </p:txBody>
      </p:sp>
      <p:sp>
        <p:nvSpPr>
          <p:cNvPr id="4" name="Slide Number Placeholder 3">
            <a:extLst>
              <a:ext uri="{FF2B5EF4-FFF2-40B4-BE49-F238E27FC236}">
                <a16:creationId xmlns:a16="http://schemas.microsoft.com/office/drawing/2014/main" id="{D01ABD66-B5D5-C57F-46D0-B9927DDD9A1F}"/>
              </a:ext>
            </a:extLst>
          </p:cNvPr>
          <p:cNvSpPr>
            <a:spLocks noGrp="1"/>
          </p:cNvSpPr>
          <p:nvPr>
            <p:ph type="sldNum" sz="quarter" idx="5"/>
          </p:nvPr>
        </p:nvSpPr>
        <p:spPr/>
        <p:txBody>
          <a:bodyPr/>
          <a:lstStyle/>
          <a:p>
            <a:fld id="{B71FE5B5-A979-4370-A255-218EAB36A5F4}" type="slidenum">
              <a:rPr lang="en-GB" smtClean="0"/>
              <a:t>27</a:t>
            </a:fld>
            <a:endParaRPr lang="en-GB"/>
          </a:p>
        </p:txBody>
      </p:sp>
    </p:spTree>
    <p:extLst>
      <p:ext uri="{BB962C8B-B14F-4D97-AF65-F5344CB8AC3E}">
        <p14:creationId xmlns:p14="http://schemas.microsoft.com/office/powerpoint/2010/main" val="672814822"/>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dirty="0"/>
              <a:t>Rounds a value to the specified number of decimal places</a:t>
            </a:r>
          </a:p>
        </p:txBody>
      </p:sp>
      <p:sp>
        <p:nvSpPr>
          <p:cNvPr id="4" name="Slide Number Placeholder 3"/>
          <p:cNvSpPr>
            <a:spLocks noGrp="1"/>
          </p:cNvSpPr>
          <p:nvPr>
            <p:ph type="sldNum" sz="quarter" idx="5"/>
          </p:nvPr>
        </p:nvSpPr>
        <p:spPr/>
        <p:txBody>
          <a:bodyPr/>
          <a:lstStyle/>
          <a:p>
            <a:fld id="{B71FE5B5-A979-4370-A255-218EAB36A5F4}" type="slidenum">
              <a:rPr lang="en-GB" smtClean="0"/>
              <a:t>28</a:t>
            </a:fld>
            <a:endParaRPr lang="en-GB"/>
          </a:p>
        </p:txBody>
      </p:sp>
    </p:spTree>
    <p:extLst>
      <p:ext uri="{BB962C8B-B14F-4D97-AF65-F5344CB8AC3E}">
        <p14:creationId xmlns:p14="http://schemas.microsoft.com/office/powerpoint/2010/main" val="1332468224"/>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dirty="0"/>
              <a:t>Rounds a value to the specified number of decimal places</a:t>
            </a:r>
          </a:p>
        </p:txBody>
      </p:sp>
      <p:sp>
        <p:nvSpPr>
          <p:cNvPr id="4" name="Slide Number Placeholder 3"/>
          <p:cNvSpPr>
            <a:spLocks noGrp="1"/>
          </p:cNvSpPr>
          <p:nvPr>
            <p:ph type="sldNum" sz="quarter" idx="5"/>
          </p:nvPr>
        </p:nvSpPr>
        <p:spPr/>
        <p:txBody>
          <a:bodyPr/>
          <a:lstStyle/>
          <a:p>
            <a:fld id="{B71FE5B5-A979-4370-A255-218EAB36A5F4}" type="slidenum">
              <a:rPr lang="en-GB" smtClean="0"/>
              <a:t>29</a:t>
            </a:fld>
            <a:endParaRPr lang="en-GB"/>
          </a:p>
        </p:txBody>
      </p:sp>
    </p:spTree>
    <p:extLst>
      <p:ext uri="{BB962C8B-B14F-4D97-AF65-F5344CB8AC3E}">
        <p14:creationId xmlns:p14="http://schemas.microsoft.com/office/powerpoint/2010/main" val="4043649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sz="1800" b="0" i="0" dirty="0">
                <a:solidFill>
                  <a:srgbClr val="F0F0F0"/>
                </a:solidFill>
                <a:effectLst/>
                <a:latin typeface="Consolas" panose="020B0609020204030204" pitchFamily="49" charset="0"/>
              </a:rPr>
              <a:t>2451543.5</a:t>
            </a:r>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30</a:t>
            </a:fld>
            <a:endParaRPr lang="en-GB"/>
          </a:p>
        </p:txBody>
      </p:sp>
    </p:spTree>
    <p:extLst>
      <p:ext uri="{BB962C8B-B14F-4D97-AF65-F5344CB8AC3E}">
        <p14:creationId xmlns:p14="http://schemas.microsoft.com/office/powerpoint/2010/main" val="1288257732"/>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31</a:t>
            </a:fld>
            <a:endParaRPr lang="en-GB"/>
          </a:p>
        </p:txBody>
      </p:sp>
    </p:spTree>
    <p:extLst>
      <p:ext uri="{BB962C8B-B14F-4D97-AF65-F5344CB8AC3E}">
        <p14:creationId xmlns:p14="http://schemas.microsoft.com/office/powerpoint/2010/main" val="718696049"/>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altLang="en-US" sz="1800" dirty="0">
                <a:solidFill>
                  <a:srgbClr val="000000"/>
                </a:solidFill>
                <a:latin typeface="Consolas" panose="020B0609020204030204" pitchFamily="49" charset="0"/>
              </a:rPr>
              <a:t>1999-12-31</a:t>
            </a:r>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32</a:t>
            </a:fld>
            <a:endParaRPr lang="en-GB"/>
          </a:p>
        </p:txBody>
      </p:sp>
    </p:spTree>
    <p:extLst>
      <p:ext uri="{BB962C8B-B14F-4D97-AF65-F5344CB8AC3E}">
        <p14:creationId xmlns:p14="http://schemas.microsoft.com/office/powerpoint/2010/main" val="31645392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33</a:t>
            </a:fld>
            <a:endParaRPr lang="en-GB"/>
          </a:p>
        </p:txBody>
      </p:sp>
    </p:spTree>
    <p:extLst>
      <p:ext uri="{BB962C8B-B14F-4D97-AF65-F5344CB8AC3E}">
        <p14:creationId xmlns:p14="http://schemas.microsoft.com/office/powerpoint/2010/main" val="1823522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dirty="0"/>
              <a:t>N5 Revision</a:t>
            </a:r>
          </a:p>
        </p:txBody>
      </p:sp>
      <p:sp>
        <p:nvSpPr>
          <p:cNvPr id="4" name="Slide Number Placeholder 3"/>
          <p:cNvSpPr>
            <a:spLocks noGrp="1"/>
          </p:cNvSpPr>
          <p:nvPr>
            <p:ph type="sldNum" sz="quarter" idx="5"/>
          </p:nvPr>
        </p:nvSpPr>
        <p:spPr/>
        <p:txBody>
          <a:bodyPr/>
          <a:lstStyle/>
          <a:p>
            <a:fld id="{B71FE5B5-A979-4370-A255-218EAB36A5F4}" type="slidenum">
              <a:rPr lang="en-GB" smtClean="0"/>
              <a:t>35</a:t>
            </a:fld>
            <a:endParaRPr lang="en-GB"/>
          </a:p>
        </p:txBody>
      </p:sp>
    </p:spTree>
    <p:extLst>
      <p:ext uri="{BB962C8B-B14F-4D97-AF65-F5344CB8AC3E}">
        <p14:creationId xmlns:p14="http://schemas.microsoft.com/office/powerpoint/2010/main" val="1595003026"/>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36</a:t>
            </a:fld>
            <a:endParaRPr lang="en-GB"/>
          </a:p>
        </p:txBody>
      </p:sp>
    </p:spTree>
    <p:extLst>
      <p:ext uri="{BB962C8B-B14F-4D97-AF65-F5344CB8AC3E}">
        <p14:creationId xmlns:p14="http://schemas.microsoft.com/office/powerpoint/2010/main" val="47109857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37</a:t>
            </a:fld>
            <a:endParaRPr lang="en-GB"/>
          </a:p>
        </p:txBody>
      </p:sp>
    </p:spTree>
    <p:extLst>
      <p:ext uri="{BB962C8B-B14F-4D97-AF65-F5344CB8AC3E}">
        <p14:creationId xmlns:p14="http://schemas.microsoft.com/office/powerpoint/2010/main" val="1879523125"/>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dirty="0"/>
              <a:t>No WHERE statement, no condition / filter, every record updated</a:t>
            </a:r>
          </a:p>
        </p:txBody>
      </p:sp>
      <p:sp>
        <p:nvSpPr>
          <p:cNvPr id="4" name="Slide Number Placeholder 3"/>
          <p:cNvSpPr>
            <a:spLocks noGrp="1"/>
          </p:cNvSpPr>
          <p:nvPr>
            <p:ph type="sldNum" sz="quarter" idx="5"/>
          </p:nvPr>
        </p:nvSpPr>
        <p:spPr/>
        <p:txBody>
          <a:bodyPr/>
          <a:lstStyle/>
          <a:p>
            <a:fld id="{B71FE5B5-A979-4370-A255-218EAB36A5F4}" type="slidenum">
              <a:rPr lang="en-GB" smtClean="0"/>
              <a:t>38</a:t>
            </a:fld>
            <a:endParaRPr lang="en-GB"/>
          </a:p>
        </p:txBody>
      </p:sp>
    </p:spTree>
    <p:extLst>
      <p:ext uri="{BB962C8B-B14F-4D97-AF65-F5344CB8AC3E}">
        <p14:creationId xmlns:p14="http://schemas.microsoft.com/office/powerpoint/2010/main" val="3222489158"/>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39</a:t>
            </a:fld>
            <a:endParaRPr lang="en-GB"/>
          </a:p>
        </p:txBody>
      </p:sp>
    </p:spTree>
    <p:extLst>
      <p:ext uri="{BB962C8B-B14F-4D97-AF65-F5344CB8AC3E}">
        <p14:creationId xmlns:p14="http://schemas.microsoft.com/office/powerpoint/2010/main" val="171540546"/>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dirty="0"/>
              <a:t>N5 Revision</a:t>
            </a:r>
          </a:p>
        </p:txBody>
      </p:sp>
      <p:sp>
        <p:nvSpPr>
          <p:cNvPr id="4" name="Slide Number Placeholder 3"/>
          <p:cNvSpPr>
            <a:spLocks noGrp="1"/>
          </p:cNvSpPr>
          <p:nvPr>
            <p:ph type="sldNum" sz="quarter" idx="5"/>
          </p:nvPr>
        </p:nvSpPr>
        <p:spPr/>
        <p:txBody>
          <a:bodyPr/>
          <a:lstStyle/>
          <a:p>
            <a:fld id="{B71FE5B5-A979-4370-A255-218EAB36A5F4}" type="slidenum">
              <a:rPr lang="en-GB" smtClean="0"/>
              <a:t>41</a:t>
            </a:fld>
            <a:endParaRPr lang="en-GB"/>
          </a:p>
        </p:txBody>
      </p:sp>
    </p:spTree>
    <p:extLst>
      <p:ext uri="{BB962C8B-B14F-4D97-AF65-F5344CB8AC3E}">
        <p14:creationId xmlns:p14="http://schemas.microsoft.com/office/powerpoint/2010/main" val="4037308044"/>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dirty="0"/>
              <a:t>Counts the number of rows that are returned by the query.</a:t>
            </a:r>
          </a:p>
          <a:p>
            <a:r>
              <a:rPr lang="en-GB" dirty="0"/>
              <a:t>All datatypes.</a:t>
            </a:r>
          </a:p>
        </p:txBody>
      </p:sp>
      <p:sp>
        <p:nvSpPr>
          <p:cNvPr id="4" name="Slide Number Placeholder 3"/>
          <p:cNvSpPr>
            <a:spLocks noGrp="1"/>
          </p:cNvSpPr>
          <p:nvPr>
            <p:ph type="sldNum" sz="quarter" idx="5"/>
          </p:nvPr>
        </p:nvSpPr>
        <p:spPr/>
        <p:txBody>
          <a:bodyPr/>
          <a:lstStyle/>
          <a:p>
            <a:fld id="{B71FE5B5-A979-4370-A255-218EAB36A5F4}" type="slidenum">
              <a:rPr lang="en-GB" smtClean="0"/>
              <a:t>42</a:t>
            </a:fld>
            <a:endParaRPr lang="en-GB"/>
          </a:p>
        </p:txBody>
      </p:sp>
    </p:spTree>
    <p:extLst>
      <p:ext uri="{BB962C8B-B14F-4D97-AF65-F5344CB8AC3E}">
        <p14:creationId xmlns:p14="http://schemas.microsoft.com/office/powerpoint/2010/main" val="2192060830"/>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43</a:t>
            </a:fld>
            <a:endParaRPr lang="en-GB"/>
          </a:p>
        </p:txBody>
      </p:sp>
    </p:spTree>
    <p:extLst>
      <p:ext uri="{BB962C8B-B14F-4D97-AF65-F5344CB8AC3E}">
        <p14:creationId xmlns:p14="http://schemas.microsoft.com/office/powerpoint/2010/main" val="2414219993"/>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dirty="0"/>
              <a:t>Finds the maximum, or minimum, value returned by a query.</a:t>
            </a:r>
          </a:p>
          <a:p>
            <a:r>
              <a:rPr lang="en-GB" dirty="0"/>
              <a:t>Text, number, date, time.</a:t>
            </a:r>
          </a:p>
        </p:txBody>
      </p:sp>
      <p:sp>
        <p:nvSpPr>
          <p:cNvPr id="4" name="Slide Number Placeholder 3"/>
          <p:cNvSpPr>
            <a:spLocks noGrp="1"/>
          </p:cNvSpPr>
          <p:nvPr>
            <p:ph type="sldNum" sz="quarter" idx="5"/>
          </p:nvPr>
        </p:nvSpPr>
        <p:spPr/>
        <p:txBody>
          <a:bodyPr/>
          <a:lstStyle/>
          <a:p>
            <a:fld id="{B71FE5B5-A979-4370-A255-218EAB36A5F4}" type="slidenum">
              <a:rPr lang="en-GB" smtClean="0"/>
              <a:t>44</a:t>
            </a:fld>
            <a:endParaRPr lang="en-GB"/>
          </a:p>
        </p:txBody>
      </p:sp>
    </p:spTree>
    <p:extLst>
      <p:ext uri="{BB962C8B-B14F-4D97-AF65-F5344CB8AC3E}">
        <p14:creationId xmlns:p14="http://schemas.microsoft.com/office/powerpoint/2010/main" val="1767385663"/>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45</a:t>
            </a:fld>
            <a:endParaRPr lang="en-GB"/>
          </a:p>
        </p:txBody>
      </p:sp>
    </p:spTree>
    <p:extLst>
      <p:ext uri="{BB962C8B-B14F-4D97-AF65-F5344CB8AC3E}">
        <p14:creationId xmlns:p14="http://schemas.microsoft.com/office/powerpoint/2010/main" val="960900023"/>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dirty="0"/>
              <a:t>Finds the sum (add them all up) of all the values returned by a query.</a:t>
            </a:r>
          </a:p>
          <a:p>
            <a:pPr marL="0" marR="0" lvl="0" indent="0" algn="l" defTabSz="914400" rtl="0" eaLnBrk="1" fontAlgn="auto" latinLnBrk="0" hangingPunct="1">
              <a:lnSpc>
                <a:spcPct val="100000"/>
              </a:lnSpc>
              <a:spcBef>
                <a:spcPts val="0"/>
              </a:spcBef>
              <a:spcAft>
                <a:spcPts val="0"/>
              </a:spcAft>
              <a:buClrTx/>
              <a:buSzTx/>
              <a:buFontTx/>
              <a:buNone/>
              <a:tabLst/>
              <a:defRPr/>
            </a:pPr>
            <a:r>
              <a:rPr lang="en-GB" dirty="0"/>
              <a:t>Numeric values only.</a:t>
            </a:r>
          </a:p>
        </p:txBody>
      </p:sp>
      <p:sp>
        <p:nvSpPr>
          <p:cNvPr id="4" name="Slide Number Placeholder 3"/>
          <p:cNvSpPr>
            <a:spLocks noGrp="1"/>
          </p:cNvSpPr>
          <p:nvPr>
            <p:ph type="sldNum" sz="quarter" idx="5"/>
          </p:nvPr>
        </p:nvSpPr>
        <p:spPr/>
        <p:txBody>
          <a:bodyPr/>
          <a:lstStyle/>
          <a:p>
            <a:fld id="{B71FE5B5-A979-4370-A255-218EAB36A5F4}" type="slidenum">
              <a:rPr lang="en-GB" smtClean="0"/>
              <a:t>46</a:t>
            </a:fld>
            <a:endParaRPr lang="en-GB"/>
          </a:p>
        </p:txBody>
      </p:sp>
    </p:spTree>
    <p:extLst>
      <p:ext uri="{BB962C8B-B14F-4D97-AF65-F5344CB8AC3E}">
        <p14:creationId xmlns:p14="http://schemas.microsoft.com/office/powerpoint/2010/main" val="3959204479"/>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47</a:t>
            </a:fld>
            <a:endParaRPr lang="en-GB"/>
          </a:p>
        </p:txBody>
      </p:sp>
    </p:spTree>
    <p:extLst>
      <p:ext uri="{BB962C8B-B14F-4D97-AF65-F5344CB8AC3E}">
        <p14:creationId xmlns:p14="http://schemas.microsoft.com/office/powerpoint/2010/main" val="3456947277"/>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dirty="0"/>
              <a:t>Finds the average of the values returned by the query.</a:t>
            </a:r>
          </a:p>
          <a:p>
            <a:pPr marL="0" marR="0" lvl="0" indent="0" algn="l" defTabSz="914400" rtl="0" eaLnBrk="1" fontAlgn="auto" latinLnBrk="0" hangingPunct="1">
              <a:lnSpc>
                <a:spcPct val="100000"/>
              </a:lnSpc>
              <a:spcBef>
                <a:spcPts val="0"/>
              </a:spcBef>
              <a:spcAft>
                <a:spcPts val="0"/>
              </a:spcAft>
              <a:buClrTx/>
              <a:buSzTx/>
              <a:buFontTx/>
              <a:buNone/>
              <a:tabLst/>
              <a:defRPr/>
            </a:pPr>
            <a:r>
              <a:rPr lang="en-GB" dirty="0"/>
              <a:t>Numeric values only.</a:t>
            </a:r>
          </a:p>
        </p:txBody>
      </p:sp>
      <p:sp>
        <p:nvSpPr>
          <p:cNvPr id="4" name="Slide Number Placeholder 3"/>
          <p:cNvSpPr>
            <a:spLocks noGrp="1"/>
          </p:cNvSpPr>
          <p:nvPr>
            <p:ph type="sldNum" sz="quarter" idx="5"/>
          </p:nvPr>
        </p:nvSpPr>
        <p:spPr/>
        <p:txBody>
          <a:bodyPr/>
          <a:lstStyle/>
          <a:p>
            <a:fld id="{B71FE5B5-A979-4370-A255-218EAB36A5F4}" type="slidenum">
              <a:rPr lang="en-GB" smtClean="0"/>
              <a:t>48</a:t>
            </a:fld>
            <a:endParaRPr lang="en-GB"/>
          </a:p>
        </p:txBody>
      </p:sp>
    </p:spTree>
    <p:extLst>
      <p:ext uri="{BB962C8B-B14F-4D97-AF65-F5344CB8AC3E}">
        <p14:creationId xmlns:p14="http://schemas.microsoft.com/office/powerpoint/2010/main" val="3346087845"/>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49</a:t>
            </a:fld>
            <a:endParaRPr lang="en-GB"/>
          </a:p>
        </p:txBody>
      </p:sp>
    </p:spTree>
    <p:extLst>
      <p:ext uri="{BB962C8B-B14F-4D97-AF65-F5344CB8AC3E}">
        <p14:creationId xmlns:p14="http://schemas.microsoft.com/office/powerpoint/2010/main" val="446804124"/>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dirty="0"/>
              <a:t>Aggregate functions can't be mixed with columns</a:t>
            </a:r>
          </a:p>
          <a:p>
            <a:r>
              <a:rPr lang="en-GB" dirty="0"/>
              <a:t>Add the count, average rounded to 1 decimal place</a:t>
            </a:r>
          </a:p>
        </p:txBody>
      </p:sp>
      <p:sp>
        <p:nvSpPr>
          <p:cNvPr id="4" name="Slide Number Placeholder 3"/>
          <p:cNvSpPr>
            <a:spLocks noGrp="1"/>
          </p:cNvSpPr>
          <p:nvPr>
            <p:ph type="sldNum" sz="quarter" idx="5"/>
          </p:nvPr>
        </p:nvSpPr>
        <p:spPr/>
        <p:txBody>
          <a:bodyPr/>
          <a:lstStyle/>
          <a:p>
            <a:fld id="{B71FE5B5-A979-4370-A255-218EAB36A5F4}" type="slidenum">
              <a:rPr lang="en-GB" smtClean="0"/>
              <a:t>50</a:t>
            </a:fld>
            <a:endParaRPr lang="en-GB"/>
          </a:p>
        </p:txBody>
      </p:sp>
    </p:spTree>
    <p:extLst>
      <p:ext uri="{BB962C8B-B14F-4D97-AF65-F5344CB8AC3E}">
        <p14:creationId xmlns:p14="http://schemas.microsoft.com/office/powerpoint/2010/main" val="3986757863"/>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51</a:t>
            </a:fld>
            <a:endParaRPr lang="en-GB"/>
          </a:p>
        </p:txBody>
      </p:sp>
    </p:spTree>
    <p:extLst>
      <p:ext uri="{BB962C8B-B14F-4D97-AF65-F5344CB8AC3E}">
        <p14:creationId xmlns:p14="http://schemas.microsoft.com/office/powerpoint/2010/main" val="1013336262"/>
      </p:ext>
    </p:extLst>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dirty="0"/>
              <a:t>N5 Revision</a:t>
            </a:r>
          </a:p>
        </p:txBody>
      </p:sp>
      <p:sp>
        <p:nvSpPr>
          <p:cNvPr id="4" name="Slide Number Placeholder 3"/>
          <p:cNvSpPr>
            <a:spLocks noGrp="1"/>
          </p:cNvSpPr>
          <p:nvPr>
            <p:ph type="sldNum" sz="quarter" idx="5"/>
          </p:nvPr>
        </p:nvSpPr>
        <p:spPr/>
        <p:txBody>
          <a:bodyPr/>
          <a:lstStyle/>
          <a:p>
            <a:fld id="{B71FE5B5-A979-4370-A255-218EAB36A5F4}" type="slidenum">
              <a:rPr lang="en-GB" smtClean="0"/>
              <a:t>53</a:t>
            </a:fld>
            <a:endParaRPr lang="en-GB"/>
          </a:p>
        </p:txBody>
      </p:sp>
    </p:spTree>
    <p:extLst>
      <p:ext uri="{BB962C8B-B14F-4D97-AF65-F5344CB8AC3E}">
        <p14:creationId xmlns:p14="http://schemas.microsoft.com/office/powerpoint/2010/main" val="3743971375"/>
      </p:ext>
    </p:extLst>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54</a:t>
            </a:fld>
            <a:endParaRPr lang="en-GB"/>
          </a:p>
        </p:txBody>
      </p:sp>
    </p:spTree>
    <p:extLst>
      <p:ext uri="{BB962C8B-B14F-4D97-AF65-F5344CB8AC3E}">
        <p14:creationId xmlns:p14="http://schemas.microsoft.com/office/powerpoint/2010/main" val="3374324493"/>
      </p:ext>
    </p:extLst>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55</a:t>
            </a:fld>
            <a:endParaRPr lang="en-GB"/>
          </a:p>
        </p:txBody>
      </p:sp>
    </p:spTree>
    <p:extLst>
      <p:ext uri="{BB962C8B-B14F-4D97-AF65-F5344CB8AC3E}">
        <p14:creationId xmlns:p14="http://schemas.microsoft.com/office/powerpoint/2010/main" val="2941996858"/>
      </p:ext>
    </p:extLst>
  </p:cSld>
  <p:clrMapOvr>
    <a:masterClrMapping/>
  </p:clrMapOvr>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56</a:t>
            </a:fld>
            <a:endParaRPr lang="en-GB"/>
          </a:p>
        </p:txBody>
      </p:sp>
    </p:spTree>
    <p:extLst>
      <p:ext uri="{BB962C8B-B14F-4D97-AF65-F5344CB8AC3E}">
        <p14:creationId xmlns:p14="http://schemas.microsoft.com/office/powerpoint/2010/main" val="2156462377"/>
      </p:ext>
    </p:extLst>
  </p:cSld>
  <p:clrMapOvr>
    <a:masterClrMapping/>
  </p:clrMapOvr>
</p:notes>
</file>

<file path=ppt/notesSlides/notesSlide5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57</a:t>
            </a:fld>
            <a:endParaRPr lang="en-GB"/>
          </a:p>
        </p:txBody>
      </p:sp>
    </p:spTree>
    <p:extLst>
      <p:ext uri="{BB962C8B-B14F-4D97-AF65-F5344CB8AC3E}">
        <p14:creationId xmlns:p14="http://schemas.microsoft.com/office/powerpoint/2010/main" val="3455485732"/>
      </p:ext>
    </p:extLst>
  </p:cSld>
  <p:clrMapOvr>
    <a:masterClrMapping/>
  </p:clrMapOvr>
</p:notes>
</file>

<file path=ppt/notesSlides/notesSlide5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b="1" dirty="0">
                <a:solidFill>
                  <a:srgbClr val="FF0000"/>
                </a:solidFill>
              </a:rPr>
              <a:t>Share</a:t>
            </a:r>
            <a:r>
              <a:rPr lang="en-GB" dirty="0"/>
              <a:t> OneNote page.</a:t>
            </a:r>
          </a:p>
        </p:txBody>
      </p:sp>
      <p:sp>
        <p:nvSpPr>
          <p:cNvPr id="4" name="Slide Number Placeholder 3"/>
          <p:cNvSpPr>
            <a:spLocks noGrp="1"/>
          </p:cNvSpPr>
          <p:nvPr>
            <p:ph type="sldNum" sz="quarter" idx="5"/>
          </p:nvPr>
        </p:nvSpPr>
        <p:spPr/>
        <p:txBody>
          <a:bodyPr/>
          <a:lstStyle/>
          <a:p>
            <a:fld id="{B71FE5B5-A979-4370-A255-218EAB36A5F4}" type="slidenum">
              <a:rPr lang="en-GB" smtClean="0"/>
              <a:t>58</a:t>
            </a:fld>
            <a:endParaRPr lang="en-GB"/>
          </a:p>
        </p:txBody>
      </p:sp>
    </p:spTree>
    <p:extLst>
      <p:ext uri="{BB962C8B-B14F-4D97-AF65-F5344CB8AC3E}">
        <p14:creationId xmlns:p14="http://schemas.microsoft.com/office/powerpoint/2010/main" val="2011519521"/>
      </p:ext>
    </p:extLst>
  </p:cSld>
  <p:clrMapOvr>
    <a:masterClrMapping/>
  </p:clrMapOvr>
</p:notes>
</file>

<file path=ppt/notesSlides/notesSlide5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dirty="0"/>
              <a:t>Share OneNote page.</a:t>
            </a:r>
          </a:p>
        </p:txBody>
      </p:sp>
      <p:sp>
        <p:nvSpPr>
          <p:cNvPr id="4" name="Slide Number Placeholder 3"/>
          <p:cNvSpPr>
            <a:spLocks noGrp="1"/>
          </p:cNvSpPr>
          <p:nvPr>
            <p:ph type="sldNum" sz="quarter" idx="5"/>
          </p:nvPr>
        </p:nvSpPr>
        <p:spPr/>
        <p:txBody>
          <a:bodyPr/>
          <a:lstStyle/>
          <a:p>
            <a:fld id="{B71FE5B5-A979-4370-A255-218EAB36A5F4}" type="slidenum">
              <a:rPr lang="en-GB" smtClean="0"/>
              <a:t>59</a:t>
            </a:fld>
            <a:endParaRPr lang="en-GB"/>
          </a:p>
        </p:txBody>
      </p:sp>
    </p:spTree>
    <p:extLst>
      <p:ext uri="{BB962C8B-B14F-4D97-AF65-F5344CB8AC3E}">
        <p14:creationId xmlns:p14="http://schemas.microsoft.com/office/powerpoint/2010/main" val="220938625"/>
      </p:ext>
    </p:extLst>
  </p:cSld>
  <p:clrMapOvr>
    <a:masterClrMapping/>
  </p:clrMapOvr>
</p:notes>
</file>

<file path=ppt/notesSlides/notesSlide5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dirty="0"/>
              <a:t>This happens in the computer's memory, only the output is displayed.</a:t>
            </a:r>
          </a:p>
        </p:txBody>
      </p:sp>
      <p:sp>
        <p:nvSpPr>
          <p:cNvPr id="4" name="Slide Number Placeholder 3"/>
          <p:cNvSpPr>
            <a:spLocks noGrp="1"/>
          </p:cNvSpPr>
          <p:nvPr>
            <p:ph type="sldNum" sz="quarter" idx="5"/>
          </p:nvPr>
        </p:nvSpPr>
        <p:spPr/>
        <p:txBody>
          <a:bodyPr/>
          <a:lstStyle/>
          <a:p>
            <a:fld id="{B71FE5B5-A979-4370-A255-218EAB36A5F4}" type="slidenum">
              <a:rPr lang="en-GB" smtClean="0"/>
              <a:t>60</a:t>
            </a:fld>
            <a:endParaRPr lang="en-GB"/>
          </a:p>
        </p:txBody>
      </p:sp>
    </p:spTree>
    <p:extLst>
      <p:ext uri="{BB962C8B-B14F-4D97-AF65-F5344CB8AC3E}">
        <p14:creationId xmlns:p14="http://schemas.microsoft.com/office/powerpoint/2010/main" val="716842849"/>
      </p:ext>
    </p:extLst>
  </p:cSld>
  <p:clrMapOvr>
    <a:masterClrMapping/>
  </p:clrMapOvr>
</p:notes>
</file>

<file path=ppt/notesSlides/notesSlide5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61</a:t>
            </a:fld>
            <a:endParaRPr lang="en-GB"/>
          </a:p>
        </p:txBody>
      </p:sp>
    </p:spTree>
    <p:extLst>
      <p:ext uri="{BB962C8B-B14F-4D97-AF65-F5344CB8AC3E}">
        <p14:creationId xmlns:p14="http://schemas.microsoft.com/office/powerpoint/2010/main" val="3107034718"/>
      </p:ext>
    </p:extLst>
  </p:cSld>
  <p:clrMapOvr>
    <a:masterClrMapping/>
  </p:clrMapOvr>
</p:notes>
</file>

<file path=ppt/notesSlides/notesSlide5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dirty="0"/>
              <a:t>Not unique – if it needs to be, group by PK as well</a:t>
            </a:r>
          </a:p>
        </p:txBody>
      </p:sp>
      <p:sp>
        <p:nvSpPr>
          <p:cNvPr id="4" name="Slide Number Placeholder 3"/>
          <p:cNvSpPr>
            <a:spLocks noGrp="1"/>
          </p:cNvSpPr>
          <p:nvPr>
            <p:ph type="sldNum" sz="quarter" idx="5"/>
          </p:nvPr>
        </p:nvSpPr>
        <p:spPr/>
        <p:txBody>
          <a:bodyPr/>
          <a:lstStyle/>
          <a:p>
            <a:fld id="{B71FE5B5-A979-4370-A255-218EAB36A5F4}" type="slidenum">
              <a:rPr lang="en-GB" smtClean="0"/>
              <a:t>62</a:t>
            </a:fld>
            <a:endParaRPr lang="en-GB"/>
          </a:p>
        </p:txBody>
      </p:sp>
    </p:spTree>
    <p:extLst>
      <p:ext uri="{BB962C8B-B14F-4D97-AF65-F5344CB8AC3E}">
        <p14:creationId xmlns:p14="http://schemas.microsoft.com/office/powerpoint/2010/main" val="238045302"/>
      </p:ext>
    </p:extLst>
  </p:cSld>
  <p:clrMapOvr>
    <a:masterClrMapping/>
  </p:clrMapOvr>
</p:notes>
</file>

<file path=ppt/notesSlides/notesSlide5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dirty="0"/>
              <a:t>Can't use an aggregate function in a WHERE clause</a:t>
            </a:r>
          </a:p>
        </p:txBody>
      </p:sp>
      <p:sp>
        <p:nvSpPr>
          <p:cNvPr id="4" name="Slide Number Placeholder 3"/>
          <p:cNvSpPr>
            <a:spLocks noGrp="1"/>
          </p:cNvSpPr>
          <p:nvPr>
            <p:ph type="sldNum" sz="quarter" idx="5"/>
          </p:nvPr>
        </p:nvSpPr>
        <p:spPr/>
        <p:txBody>
          <a:bodyPr/>
          <a:lstStyle/>
          <a:p>
            <a:fld id="{B71FE5B5-A979-4370-A255-218EAB36A5F4}" type="slidenum">
              <a:rPr lang="en-GB" smtClean="0"/>
              <a:t>65</a:t>
            </a:fld>
            <a:endParaRPr lang="en-GB"/>
          </a:p>
        </p:txBody>
      </p:sp>
    </p:spTree>
    <p:extLst>
      <p:ext uri="{BB962C8B-B14F-4D97-AF65-F5344CB8AC3E}">
        <p14:creationId xmlns:p14="http://schemas.microsoft.com/office/powerpoint/2010/main" val="2398600340"/>
      </p:ext>
    </p:extLst>
  </p:cSld>
  <p:clrMapOvr>
    <a:masterClrMapping/>
  </p:clrMapOvr>
</p:notes>
</file>

<file path=ppt/notesSlides/notesSlide5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dirty="0"/>
              <a:t>Query 1 – this will be used as a subquery (SQL) / TEMP VIEW (SQLite)</a:t>
            </a:r>
          </a:p>
        </p:txBody>
      </p:sp>
      <p:sp>
        <p:nvSpPr>
          <p:cNvPr id="4" name="Slide Number Placeholder 3"/>
          <p:cNvSpPr>
            <a:spLocks noGrp="1"/>
          </p:cNvSpPr>
          <p:nvPr>
            <p:ph type="sldNum" sz="quarter" idx="5"/>
          </p:nvPr>
        </p:nvSpPr>
        <p:spPr/>
        <p:txBody>
          <a:bodyPr/>
          <a:lstStyle/>
          <a:p>
            <a:fld id="{B71FE5B5-A979-4370-A255-218EAB36A5F4}" type="slidenum">
              <a:rPr lang="en-GB" smtClean="0"/>
              <a:t>66</a:t>
            </a:fld>
            <a:endParaRPr lang="en-GB"/>
          </a:p>
        </p:txBody>
      </p:sp>
    </p:spTree>
    <p:extLst>
      <p:ext uri="{BB962C8B-B14F-4D97-AF65-F5344CB8AC3E}">
        <p14:creationId xmlns:p14="http://schemas.microsoft.com/office/powerpoint/2010/main" val="253240032"/>
      </p:ext>
    </p:extLst>
  </p:cSld>
  <p:clrMapOvr>
    <a:masterClrMapping/>
  </p:clrMapOvr>
</p:notes>
</file>

<file path=ppt/notesSlides/notesSlide5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dirty="0"/>
              <a:t>SQLite – Two query approach using a TEMP VIEW.  It is deleted by the database when the connection is lost.</a:t>
            </a:r>
          </a:p>
          <a:p>
            <a:r>
              <a:rPr lang="en-GB" dirty="0"/>
              <a:t>SQLite view: MS Access query</a:t>
            </a:r>
          </a:p>
          <a:p>
            <a:r>
              <a:rPr lang="en-GB" dirty="0"/>
              <a:t>https://www.sqlitetutorial.net/sqlite-create-view/</a:t>
            </a:r>
          </a:p>
        </p:txBody>
      </p:sp>
      <p:sp>
        <p:nvSpPr>
          <p:cNvPr id="4" name="Slide Number Placeholder 3"/>
          <p:cNvSpPr>
            <a:spLocks noGrp="1"/>
          </p:cNvSpPr>
          <p:nvPr>
            <p:ph type="sldNum" sz="quarter" idx="5"/>
          </p:nvPr>
        </p:nvSpPr>
        <p:spPr/>
        <p:txBody>
          <a:bodyPr/>
          <a:lstStyle/>
          <a:p>
            <a:fld id="{B71FE5B5-A979-4370-A255-218EAB36A5F4}" type="slidenum">
              <a:rPr lang="en-GB" smtClean="0"/>
              <a:t>67</a:t>
            </a:fld>
            <a:endParaRPr lang="en-GB"/>
          </a:p>
        </p:txBody>
      </p:sp>
    </p:spTree>
    <p:extLst>
      <p:ext uri="{BB962C8B-B14F-4D97-AF65-F5344CB8AC3E}">
        <p14:creationId xmlns:p14="http://schemas.microsoft.com/office/powerpoint/2010/main" val="549304228"/>
      </p:ext>
    </p:extLst>
  </p:cSld>
  <p:clrMapOvr>
    <a:masterClrMapping/>
  </p:clrMapOvr>
</p:notes>
</file>

<file path=ppt/notesSlides/notesSlide5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68</a:t>
            </a:fld>
            <a:endParaRPr lang="en-GB"/>
          </a:p>
        </p:txBody>
      </p:sp>
    </p:spTree>
    <p:extLst>
      <p:ext uri="{BB962C8B-B14F-4D97-AF65-F5344CB8AC3E}">
        <p14:creationId xmlns:p14="http://schemas.microsoft.com/office/powerpoint/2010/main" val="2446684216"/>
      </p:ext>
    </p:extLst>
  </p:cSld>
  <p:clrMapOvr>
    <a:masterClrMapping/>
  </p:clrMapOvr>
</p:notes>
</file>

<file path=ppt/notesSlides/notesSlide6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69</a:t>
            </a:fld>
            <a:endParaRPr lang="en-GB"/>
          </a:p>
        </p:txBody>
      </p:sp>
    </p:spTree>
    <p:extLst>
      <p:ext uri="{BB962C8B-B14F-4D97-AF65-F5344CB8AC3E}">
        <p14:creationId xmlns:p14="http://schemas.microsoft.com/office/powerpoint/2010/main" val="1114442022"/>
      </p:ext>
    </p:extLst>
  </p:cSld>
  <p:clrMapOvr>
    <a:masterClrMapping/>
  </p:clrMapOvr>
</p:notes>
</file>

<file path=ppt/notesSlides/notesSlide6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70</a:t>
            </a:fld>
            <a:endParaRPr lang="en-GB"/>
          </a:p>
        </p:txBody>
      </p:sp>
    </p:spTree>
    <p:extLst>
      <p:ext uri="{BB962C8B-B14F-4D97-AF65-F5344CB8AC3E}">
        <p14:creationId xmlns:p14="http://schemas.microsoft.com/office/powerpoint/2010/main" val="44559622"/>
      </p:ext>
    </p:extLst>
  </p:cSld>
  <p:clrMapOvr>
    <a:masterClrMapping/>
  </p:clrMapOvr>
</p:notes>
</file>

<file path=ppt/notesSlides/notesSlide6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dirty="0"/>
              <a:t>Subquery: SQL</a:t>
            </a:r>
          </a:p>
        </p:txBody>
      </p:sp>
      <p:sp>
        <p:nvSpPr>
          <p:cNvPr id="4" name="Slide Number Placeholder 3"/>
          <p:cNvSpPr>
            <a:spLocks noGrp="1"/>
          </p:cNvSpPr>
          <p:nvPr>
            <p:ph type="sldNum" sz="quarter" idx="5"/>
          </p:nvPr>
        </p:nvSpPr>
        <p:spPr/>
        <p:txBody>
          <a:bodyPr/>
          <a:lstStyle/>
          <a:p>
            <a:fld id="{B71FE5B5-A979-4370-A255-218EAB36A5F4}" type="slidenum">
              <a:rPr lang="en-GB" smtClean="0"/>
              <a:t>71</a:t>
            </a:fld>
            <a:endParaRPr lang="en-GB"/>
          </a:p>
        </p:txBody>
      </p:sp>
    </p:spTree>
    <p:extLst>
      <p:ext uri="{BB962C8B-B14F-4D97-AF65-F5344CB8AC3E}">
        <p14:creationId xmlns:p14="http://schemas.microsoft.com/office/powerpoint/2010/main" val="2794940934"/>
      </p:ext>
    </p:extLst>
  </p:cSld>
  <p:clrMapOvr>
    <a:masterClrMapping/>
  </p:clrMapOvr>
</p:notes>
</file>

<file path=ppt/notesSlides/notesSlide6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72</a:t>
            </a:fld>
            <a:endParaRPr lang="en-GB"/>
          </a:p>
        </p:txBody>
      </p:sp>
    </p:spTree>
    <p:extLst>
      <p:ext uri="{BB962C8B-B14F-4D97-AF65-F5344CB8AC3E}">
        <p14:creationId xmlns:p14="http://schemas.microsoft.com/office/powerpoint/2010/main" val="3505546757"/>
      </p:ext>
    </p:extLst>
  </p:cSld>
  <p:clrMapOvr>
    <a:masterClrMapping/>
  </p:clrMapOvr>
</p:notes>
</file>

<file path=ppt/notesSlides/notesSlide6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dirty="0"/>
              <a:t>End-user: https://www.bbc.co.uk/bitesize/guides/zg8gpbk/revision/1</a:t>
            </a:r>
          </a:p>
          <a:p>
            <a:r>
              <a:rPr lang="en-GB" dirty="0"/>
              <a:t>Functional: https://www.bbc.co.uk/bitesize/guides/zg8gpbk/revision/2</a:t>
            </a:r>
          </a:p>
        </p:txBody>
      </p:sp>
      <p:sp>
        <p:nvSpPr>
          <p:cNvPr id="4" name="Slide Number Placeholder 3"/>
          <p:cNvSpPr>
            <a:spLocks noGrp="1"/>
          </p:cNvSpPr>
          <p:nvPr>
            <p:ph type="sldNum" sz="quarter" idx="5"/>
          </p:nvPr>
        </p:nvSpPr>
        <p:spPr/>
        <p:txBody>
          <a:bodyPr/>
          <a:lstStyle/>
          <a:p>
            <a:fld id="{B71FE5B5-A979-4370-A255-218EAB36A5F4}" type="slidenum">
              <a:rPr lang="en-GB" smtClean="0"/>
              <a:t>73</a:t>
            </a:fld>
            <a:endParaRPr lang="en-GB"/>
          </a:p>
        </p:txBody>
      </p:sp>
    </p:spTree>
    <p:extLst>
      <p:ext uri="{BB962C8B-B14F-4D97-AF65-F5344CB8AC3E}">
        <p14:creationId xmlns:p14="http://schemas.microsoft.com/office/powerpoint/2010/main" val="457775565"/>
      </p:ext>
    </p:extLst>
  </p:cSld>
  <p:clrMapOvr>
    <a:masterClrMapping/>
  </p:clrMapOvr>
</p:notes>
</file>

<file path=ppt/notesSlides/notesSlide6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74</a:t>
            </a:fld>
            <a:endParaRPr lang="en-GB"/>
          </a:p>
        </p:txBody>
      </p:sp>
    </p:spTree>
    <p:extLst>
      <p:ext uri="{BB962C8B-B14F-4D97-AF65-F5344CB8AC3E}">
        <p14:creationId xmlns:p14="http://schemas.microsoft.com/office/powerpoint/2010/main" val="1039903544"/>
      </p:ext>
    </p:extLst>
  </p:cSld>
  <p:clrMapOvr>
    <a:masterClrMapping/>
  </p:clrMapOvr>
</p:notes>
</file>

<file path=ppt/notesSlides/notesSlide6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dirty="0"/>
              <a:t>A table in a weather database is to store the hourly rainfall recorded in millimetres</a:t>
            </a:r>
          </a:p>
        </p:txBody>
      </p:sp>
      <p:sp>
        <p:nvSpPr>
          <p:cNvPr id="4" name="Slide Number Placeholder 3"/>
          <p:cNvSpPr>
            <a:spLocks noGrp="1"/>
          </p:cNvSpPr>
          <p:nvPr>
            <p:ph type="sldNum" sz="quarter" idx="5"/>
          </p:nvPr>
        </p:nvSpPr>
        <p:spPr/>
        <p:txBody>
          <a:bodyPr/>
          <a:lstStyle/>
          <a:p>
            <a:fld id="{B71FE5B5-A979-4370-A255-218EAB36A5F4}" type="slidenum">
              <a:rPr lang="en-GB" smtClean="0"/>
              <a:t>87</a:t>
            </a:fld>
            <a:endParaRPr lang="en-GB"/>
          </a:p>
        </p:txBody>
      </p:sp>
    </p:spTree>
    <p:extLst>
      <p:ext uri="{BB962C8B-B14F-4D97-AF65-F5344CB8AC3E}">
        <p14:creationId xmlns:p14="http://schemas.microsoft.com/office/powerpoint/2010/main" val="552534966"/>
      </p:ext>
    </p:extLst>
  </p:cSld>
  <p:clrMapOvr>
    <a:masterClrMapping/>
  </p:clrMapOvr>
</p:notes>
</file>

<file path=ppt/notesSlides/notesSlide6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dirty="0"/>
              <a:t>A table in a weather database is to store the hourly rainfall recorded in millimetres</a:t>
            </a:r>
          </a:p>
        </p:txBody>
      </p:sp>
      <p:sp>
        <p:nvSpPr>
          <p:cNvPr id="4" name="Slide Number Placeholder 3"/>
          <p:cNvSpPr>
            <a:spLocks noGrp="1"/>
          </p:cNvSpPr>
          <p:nvPr>
            <p:ph type="sldNum" sz="quarter" idx="5"/>
          </p:nvPr>
        </p:nvSpPr>
        <p:spPr/>
        <p:txBody>
          <a:bodyPr/>
          <a:lstStyle/>
          <a:p>
            <a:fld id="{B71FE5B5-A979-4370-A255-218EAB36A5F4}" type="slidenum">
              <a:rPr lang="en-GB" smtClean="0"/>
              <a:t>88</a:t>
            </a:fld>
            <a:endParaRPr lang="en-GB"/>
          </a:p>
        </p:txBody>
      </p:sp>
    </p:spTree>
    <p:extLst>
      <p:ext uri="{BB962C8B-B14F-4D97-AF65-F5344CB8AC3E}">
        <p14:creationId xmlns:p14="http://schemas.microsoft.com/office/powerpoint/2010/main" val="3374367887"/>
      </p:ext>
    </p:extLst>
  </p:cSld>
  <p:clrMapOvr>
    <a:masterClrMapping/>
  </p:clrMapOvr>
</p:notes>
</file>

<file path=ppt/notesSlides/notesSlide6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dirty="0"/>
              <a:t>A composite key made from 2, or more, attributes.</a:t>
            </a:r>
          </a:p>
          <a:p>
            <a:r>
              <a:rPr lang="en-GB" dirty="0"/>
              <a:t>Not mentioned in specification.  Used in specimen assignment.</a:t>
            </a:r>
          </a:p>
        </p:txBody>
      </p:sp>
      <p:sp>
        <p:nvSpPr>
          <p:cNvPr id="4" name="Slide Number Placeholder 3"/>
          <p:cNvSpPr>
            <a:spLocks noGrp="1"/>
          </p:cNvSpPr>
          <p:nvPr>
            <p:ph type="sldNum" sz="quarter" idx="5"/>
          </p:nvPr>
        </p:nvSpPr>
        <p:spPr/>
        <p:txBody>
          <a:bodyPr/>
          <a:lstStyle/>
          <a:p>
            <a:fld id="{B71FE5B5-A979-4370-A255-218EAB36A5F4}" type="slidenum">
              <a:rPr lang="en-GB" smtClean="0"/>
              <a:t>89</a:t>
            </a:fld>
            <a:endParaRPr lang="en-GB"/>
          </a:p>
        </p:txBody>
      </p:sp>
    </p:spTree>
    <p:extLst>
      <p:ext uri="{BB962C8B-B14F-4D97-AF65-F5344CB8AC3E}">
        <p14:creationId xmlns:p14="http://schemas.microsoft.com/office/powerpoint/2010/main" val="2585924508"/>
      </p:ext>
    </p:extLst>
  </p:cSld>
  <p:clrMapOvr>
    <a:masterClrMapping/>
  </p:clrMapOvr>
</p:notes>
</file>

<file path=ppt/notesSlides/notesSlide6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dirty="0"/>
              <a:t>A composite key made from 2, or more, attributes.</a:t>
            </a:r>
          </a:p>
          <a:p>
            <a:r>
              <a:rPr lang="en-GB" dirty="0"/>
              <a:t>Not mentioned in specification.  Used in specimen assignment.</a:t>
            </a:r>
          </a:p>
        </p:txBody>
      </p:sp>
      <p:sp>
        <p:nvSpPr>
          <p:cNvPr id="4" name="Slide Number Placeholder 3"/>
          <p:cNvSpPr>
            <a:spLocks noGrp="1"/>
          </p:cNvSpPr>
          <p:nvPr>
            <p:ph type="sldNum" sz="quarter" idx="5"/>
          </p:nvPr>
        </p:nvSpPr>
        <p:spPr/>
        <p:txBody>
          <a:bodyPr/>
          <a:lstStyle/>
          <a:p>
            <a:fld id="{B71FE5B5-A979-4370-A255-218EAB36A5F4}" type="slidenum">
              <a:rPr lang="en-GB" smtClean="0"/>
              <a:t>90</a:t>
            </a:fld>
            <a:endParaRPr lang="en-GB"/>
          </a:p>
        </p:txBody>
      </p:sp>
    </p:spTree>
    <p:extLst>
      <p:ext uri="{BB962C8B-B14F-4D97-AF65-F5344CB8AC3E}">
        <p14:creationId xmlns:p14="http://schemas.microsoft.com/office/powerpoint/2010/main" val="3327500722"/>
      </p:ext>
    </p:extLst>
  </p:cSld>
  <p:clrMapOvr>
    <a:masterClrMapping/>
  </p:clrMapOvr>
</p:notes>
</file>

<file path=ppt/notesSlides/notesSlide7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dirty="0"/>
              <a:t>More like the layout in MS Access</a:t>
            </a:r>
          </a:p>
        </p:txBody>
      </p:sp>
      <p:sp>
        <p:nvSpPr>
          <p:cNvPr id="4" name="Slide Number Placeholder 3"/>
          <p:cNvSpPr>
            <a:spLocks noGrp="1"/>
          </p:cNvSpPr>
          <p:nvPr>
            <p:ph type="sldNum" sz="quarter" idx="5"/>
          </p:nvPr>
        </p:nvSpPr>
        <p:spPr/>
        <p:txBody>
          <a:bodyPr/>
          <a:lstStyle/>
          <a:p>
            <a:fld id="{B71FE5B5-A979-4370-A255-218EAB36A5F4}" type="slidenum">
              <a:rPr lang="en-GB" smtClean="0"/>
              <a:t>91</a:t>
            </a:fld>
            <a:endParaRPr lang="en-GB"/>
          </a:p>
        </p:txBody>
      </p:sp>
    </p:spTree>
    <p:extLst>
      <p:ext uri="{BB962C8B-B14F-4D97-AF65-F5344CB8AC3E}">
        <p14:creationId xmlns:p14="http://schemas.microsoft.com/office/powerpoint/2010/main" val="1967756829"/>
      </p:ext>
    </p:extLst>
  </p:cSld>
  <p:clrMapOvr>
    <a:masterClrMapping/>
  </p:clrMapOvr>
</p:notes>
</file>

<file path=ppt/notesSlides/notesSlide7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92</a:t>
            </a:fld>
            <a:endParaRPr lang="en-GB"/>
          </a:p>
        </p:txBody>
      </p:sp>
    </p:spTree>
    <p:extLst>
      <p:ext uri="{BB962C8B-B14F-4D97-AF65-F5344CB8AC3E}">
        <p14:creationId xmlns:p14="http://schemas.microsoft.com/office/powerpoint/2010/main" val="3439857080"/>
      </p:ext>
    </p:extLst>
  </p:cSld>
  <p:clrMapOvr>
    <a:masterClrMapping/>
  </p:clrMapOvr>
</p:notes>
</file>

<file path=ppt/notesSlides/notesSlide7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dirty="0"/>
              <a:t>A pupil can study many subjects – A subject can have many pupils</a:t>
            </a:r>
          </a:p>
        </p:txBody>
      </p:sp>
      <p:sp>
        <p:nvSpPr>
          <p:cNvPr id="4" name="Slide Number Placeholder 3"/>
          <p:cNvSpPr>
            <a:spLocks noGrp="1"/>
          </p:cNvSpPr>
          <p:nvPr>
            <p:ph type="sldNum" sz="quarter" idx="5"/>
          </p:nvPr>
        </p:nvSpPr>
        <p:spPr/>
        <p:txBody>
          <a:bodyPr/>
          <a:lstStyle/>
          <a:p>
            <a:fld id="{B71FE5B5-A979-4370-A255-218EAB36A5F4}" type="slidenum">
              <a:rPr lang="en-GB" smtClean="0"/>
              <a:t>93</a:t>
            </a:fld>
            <a:endParaRPr lang="en-GB"/>
          </a:p>
        </p:txBody>
      </p:sp>
    </p:spTree>
    <p:extLst>
      <p:ext uri="{BB962C8B-B14F-4D97-AF65-F5344CB8AC3E}">
        <p14:creationId xmlns:p14="http://schemas.microsoft.com/office/powerpoint/2010/main" val="1873345913"/>
      </p:ext>
    </p:extLst>
  </p:cSld>
  <p:clrMapOvr>
    <a:masterClrMapping/>
  </p:clrMapOvr>
</p:notes>
</file>

<file path=ppt/notesSlides/notesSlide7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94</a:t>
            </a:fld>
            <a:endParaRPr lang="en-GB"/>
          </a:p>
        </p:txBody>
      </p:sp>
    </p:spTree>
    <p:extLst>
      <p:ext uri="{BB962C8B-B14F-4D97-AF65-F5344CB8AC3E}">
        <p14:creationId xmlns:p14="http://schemas.microsoft.com/office/powerpoint/2010/main" val="590895779"/>
      </p:ext>
    </p:extLst>
  </p:cSld>
  <p:clrMapOvr>
    <a:masterClrMapping/>
  </p:clrMapOvr>
</p:notes>
</file>

<file path=ppt/notesSlides/notesSlide7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95</a:t>
            </a:fld>
            <a:endParaRPr lang="en-GB"/>
          </a:p>
        </p:txBody>
      </p:sp>
    </p:spTree>
    <p:extLst>
      <p:ext uri="{BB962C8B-B14F-4D97-AF65-F5344CB8AC3E}">
        <p14:creationId xmlns:p14="http://schemas.microsoft.com/office/powerpoint/2010/main" val="1450480754"/>
      </p:ext>
    </p:extLst>
  </p:cSld>
  <p:clrMapOvr>
    <a:masterClrMapping/>
  </p:clrMapOvr>
</p:notes>
</file>

<file path=ppt/notesSlides/notesSlide7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96</a:t>
            </a:fld>
            <a:endParaRPr lang="en-GB"/>
          </a:p>
        </p:txBody>
      </p:sp>
    </p:spTree>
    <p:extLst>
      <p:ext uri="{BB962C8B-B14F-4D97-AF65-F5344CB8AC3E}">
        <p14:creationId xmlns:p14="http://schemas.microsoft.com/office/powerpoint/2010/main" val="1950061112"/>
      </p:ext>
    </p:extLst>
  </p:cSld>
  <p:clrMapOvr>
    <a:masterClrMapping/>
  </p:clrMapOvr>
</p:notes>
</file>

<file path=ppt/notesSlides/notesSlide7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dirty="0"/>
              <a:t>A compound key is a primary key made from 2, or more, attributes.  Each attribute is a primary key in its own right.</a:t>
            </a:r>
          </a:p>
        </p:txBody>
      </p:sp>
      <p:sp>
        <p:nvSpPr>
          <p:cNvPr id="4" name="Slide Number Placeholder 3"/>
          <p:cNvSpPr>
            <a:spLocks noGrp="1"/>
          </p:cNvSpPr>
          <p:nvPr>
            <p:ph type="sldNum" sz="quarter" idx="5"/>
          </p:nvPr>
        </p:nvSpPr>
        <p:spPr/>
        <p:txBody>
          <a:bodyPr/>
          <a:lstStyle/>
          <a:p>
            <a:fld id="{B71FE5B5-A979-4370-A255-218EAB36A5F4}" type="slidenum">
              <a:rPr lang="en-GB" smtClean="0"/>
              <a:t>97</a:t>
            </a:fld>
            <a:endParaRPr lang="en-GB"/>
          </a:p>
        </p:txBody>
      </p:sp>
    </p:spTree>
    <p:extLst>
      <p:ext uri="{BB962C8B-B14F-4D97-AF65-F5344CB8AC3E}">
        <p14:creationId xmlns:p14="http://schemas.microsoft.com/office/powerpoint/2010/main" val="1487052405"/>
      </p:ext>
    </p:extLst>
  </p:cSld>
  <p:clrMapOvr>
    <a:masterClrMapping/>
  </p:clrMapOvr>
</p:notes>
</file>

<file path=ppt/notesSlides/notesSlide7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98</a:t>
            </a:fld>
            <a:endParaRPr lang="en-GB"/>
          </a:p>
        </p:txBody>
      </p:sp>
    </p:spTree>
    <p:extLst>
      <p:ext uri="{BB962C8B-B14F-4D97-AF65-F5344CB8AC3E}">
        <p14:creationId xmlns:p14="http://schemas.microsoft.com/office/powerpoint/2010/main" val="2989817163"/>
      </p:ext>
    </p:extLst>
  </p:cSld>
  <p:clrMapOvr>
    <a:masterClrMapping/>
  </p:clrMapOvr>
</p:notes>
</file>

<file path=ppt/notesSlides/notesSlide7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dirty="0"/>
              <a:t>There's more to it than this but it's a start!</a:t>
            </a:r>
          </a:p>
          <a:p>
            <a:endParaRPr lang="en-GB" dirty="0"/>
          </a:p>
          <a:p>
            <a:r>
              <a:rPr lang="en-GB" sz="1200" b="0" i="0" kern="1200" dirty="0">
                <a:solidFill>
                  <a:schemeClr val="tx1"/>
                </a:solidFill>
                <a:effectLst/>
                <a:latin typeface="+mn-lt"/>
                <a:ea typeface="+mn-ea"/>
                <a:cs typeface="+mn-cs"/>
              </a:rPr>
              <a:t>Accuracy of output:</a:t>
            </a:r>
          </a:p>
          <a:p>
            <a:r>
              <a:rPr lang="en-GB" sz="1200" b="0" i="0" kern="1200" dirty="0">
                <a:solidFill>
                  <a:schemeClr val="tx1"/>
                </a:solidFill>
                <a:effectLst/>
                <a:latin typeface="+mn-lt"/>
                <a:ea typeface="+mn-ea"/>
                <a:cs typeface="+mn-cs"/>
              </a:rPr>
              <a:t>This may be related to the output not being as intended but it could also be that the SQL is correct but the database data is incorrect or has not been kept up to date.  A good example of this would be a customer moving house but their address not being updated.  The SQL used to search for their details would be correct but the output would not be.</a:t>
            </a:r>
          </a:p>
          <a:p>
            <a:r>
              <a:rPr lang="en-GB" sz="1200" b="0" i="0" kern="1200" dirty="0">
                <a:solidFill>
                  <a:schemeClr val="tx1"/>
                </a:solidFill>
                <a:effectLst/>
                <a:latin typeface="+mn-lt"/>
                <a:ea typeface="+mn-ea"/>
                <a:cs typeface="+mn-cs"/>
              </a:rPr>
              <a:t> </a:t>
            </a:r>
          </a:p>
          <a:p>
            <a:r>
              <a:rPr lang="en-GB" sz="1200" b="0" i="0" kern="1200" dirty="0">
                <a:solidFill>
                  <a:schemeClr val="tx1"/>
                </a:solidFill>
                <a:effectLst/>
                <a:latin typeface="+mn-lt"/>
                <a:ea typeface="+mn-ea"/>
                <a:cs typeface="+mn-cs"/>
              </a:rPr>
              <a:t>Fitness for purpose:</a:t>
            </a:r>
          </a:p>
          <a:p>
            <a:r>
              <a:rPr lang="en-GB" sz="1200" b="0" i="0" kern="1200" dirty="0">
                <a:solidFill>
                  <a:schemeClr val="tx1"/>
                </a:solidFill>
                <a:effectLst/>
                <a:latin typeface="+mn-lt"/>
                <a:ea typeface="+mn-ea"/>
                <a:cs typeface="+mn-cs"/>
              </a:rPr>
              <a:t>A database system as being fit for purpose if it meets the functional requirements.  The functional requirements for a database will be the data that is to be stored and how it organised along with the operations that will be performed on the database (SQL that searches, sorts, updates, inserts and deletes).  The reference to functional requirements is important though as that’s how it would be phrased in any assignment or exam database question.</a:t>
            </a:r>
          </a:p>
          <a:p>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100</a:t>
            </a:fld>
            <a:endParaRPr lang="en-GB"/>
          </a:p>
        </p:txBody>
      </p:sp>
    </p:spTree>
    <p:extLst>
      <p:ext uri="{BB962C8B-B14F-4D97-AF65-F5344CB8AC3E}">
        <p14:creationId xmlns:p14="http://schemas.microsoft.com/office/powerpoint/2010/main" val="3884963375"/>
      </p:ext>
    </p:extLst>
  </p:cSld>
  <p:clrMapOvr>
    <a:masterClrMapping/>
  </p:clrMapOvr>
</p:notes>
</file>

<file path=ppt/notesSlides/notesSlide7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dirty="0"/>
              <a:t>Example 4 from N5 CS Specification, page 69</a:t>
            </a:r>
          </a:p>
        </p:txBody>
      </p:sp>
      <p:sp>
        <p:nvSpPr>
          <p:cNvPr id="4" name="Slide Number Placeholder 3"/>
          <p:cNvSpPr>
            <a:spLocks noGrp="1"/>
          </p:cNvSpPr>
          <p:nvPr>
            <p:ph type="sldNum" sz="quarter" idx="5"/>
          </p:nvPr>
        </p:nvSpPr>
        <p:spPr/>
        <p:txBody>
          <a:bodyPr/>
          <a:lstStyle/>
          <a:p>
            <a:fld id="{B71FE5B5-A979-4370-A255-218EAB36A5F4}" type="slidenum">
              <a:rPr lang="en-GB" smtClean="0"/>
              <a:t>102</a:t>
            </a:fld>
            <a:endParaRPr lang="en-GB"/>
          </a:p>
        </p:txBody>
      </p:sp>
    </p:spTree>
    <p:extLst>
      <p:ext uri="{BB962C8B-B14F-4D97-AF65-F5344CB8AC3E}">
        <p14:creationId xmlns:p14="http://schemas.microsoft.com/office/powerpoint/2010/main" val="714423846"/>
      </p:ext>
    </p:extLst>
  </p:cSld>
  <p:clrMapOvr>
    <a:masterClrMapping/>
  </p:clrMapOvr>
</p:notes>
</file>

<file path=ppt/notesSlides/notesSlide8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103</a:t>
            </a:fld>
            <a:endParaRPr lang="en-GB"/>
          </a:p>
        </p:txBody>
      </p:sp>
    </p:spTree>
    <p:extLst>
      <p:ext uri="{BB962C8B-B14F-4D97-AF65-F5344CB8AC3E}">
        <p14:creationId xmlns:p14="http://schemas.microsoft.com/office/powerpoint/2010/main" val="284436752"/>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bg>
      <p:bgPr>
        <a:solidFill>
          <a:srgbClr val="BDD7EE"/>
        </a:solid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7260564-5510-4968-B83C-E0988A9D5BEF}"/>
              </a:ext>
            </a:extLst>
          </p:cNvPr>
          <p:cNvSpPr>
            <a:spLocks noGrp="1"/>
          </p:cNvSpPr>
          <p:nvPr>
            <p:ph type="ctrTitle"/>
          </p:nvPr>
        </p:nvSpPr>
        <p:spPr>
          <a:xfrm>
            <a:off x="1524000" y="1122363"/>
            <a:ext cx="9144000" cy="2387600"/>
          </a:xfrm>
        </p:spPr>
        <p:txBody>
          <a:bodyPr anchor="b"/>
          <a:lstStyle>
            <a:lvl1pPr algn="ctr">
              <a:defRPr sz="6000"/>
            </a:lvl1pPr>
          </a:lstStyle>
          <a:p>
            <a:r>
              <a:rPr lang="en-US"/>
              <a:t>Click to edit Master title style</a:t>
            </a:r>
            <a:endParaRPr lang="en-GB"/>
          </a:p>
        </p:txBody>
      </p:sp>
      <p:sp>
        <p:nvSpPr>
          <p:cNvPr id="3" name="Subtitle 2">
            <a:extLst>
              <a:ext uri="{FF2B5EF4-FFF2-40B4-BE49-F238E27FC236}">
                <a16:creationId xmlns:a16="http://schemas.microsoft.com/office/drawing/2014/main" id="{DF3D860D-1211-4E26-A35E-A80BC376E9A1}"/>
              </a:ext>
            </a:extLst>
          </p:cNvPr>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endParaRPr lang="en-GB"/>
          </a:p>
        </p:txBody>
      </p:sp>
      <p:sp>
        <p:nvSpPr>
          <p:cNvPr id="4" name="Date Placeholder 3">
            <a:extLst>
              <a:ext uri="{FF2B5EF4-FFF2-40B4-BE49-F238E27FC236}">
                <a16:creationId xmlns:a16="http://schemas.microsoft.com/office/drawing/2014/main" id="{C23C5969-3F05-4100-9F8A-DB9A82EB4B23}"/>
              </a:ext>
            </a:extLst>
          </p:cNvPr>
          <p:cNvSpPr>
            <a:spLocks noGrp="1"/>
          </p:cNvSpPr>
          <p:nvPr>
            <p:ph type="dt" sz="half" idx="10"/>
          </p:nvPr>
        </p:nvSpPr>
        <p:spPr/>
        <p:txBody>
          <a:bodyPr/>
          <a:lstStyle/>
          <a:p>
            <a:fld id="{CBBB66F6-7471-47DA-8EED-C7BCCA53B015}" type="datetimeFigureOut">
              <a:rPr lang="en-GB" smtClean="0"/>
              <a:t>05/11/2025</a:t>
            </a:fld>
            <a:endParaRPr lang="en-GB"/>
          </a:p>
        </p:txBody>
      </p:sp>
      <p:sp>
        <p:nvSpPr>
          <p:cNvPr id="5" name="Footer Placeholder 4">
            <a:extLst>
              <a:ext uri="{FF2B5EF4-FFF2-40B4-BE49-F238E27FC236}">
                <a16:creationId xmlns:a16="http://schemas.microsoft.com/office/drawing/2014/main" id="{8879FB1B-2516-429F-B867-4823287B8D12}"/>
              </a:ext>
            </a:extLst>
          </p:cNvPr>
          <p:cNvSpPr>
            <a:spLocks noGrp="1"/>
          </p:cNvSpPr>
          <p:nvPr>
            <p:ph type="ftr" sz="quarter" idx="11"/>
          </p:nvPr>
        </p:nvSpPr>
        <p:spPr/>
        <p:txBody>
          <a:bodyPr/>
          <a:lstStyle/>
          <a:p>
            <a:endParaRPr lang="en-GB"/>
          </a:p>
        </p:txBody>
      </p:sp>
      <p:sp>
        <p:nvSpPr>
          <p:cNvPr id="6" name="Slide Number Placeholder 5">
            <a:extLst>
              <a:ext uri="{FF2B5EF4-FFF2-40B4-BE49-F238E27FC236}">
                <a16:creationId xmlns:a16="http://schemas.microsoft.com/office/drawing/2014/main" id="{6AF1741A-33DE-4C5E-8C9F-B4AD75DA464D}"/>
              </a:ext>
            </a:extLst>
          </p:cNvPr>
          <p:cNvSpPr>
            <a:spLocks noGrp="1"/>
          </p:cNvSpPr>
          <p:nvPr>
            <p:ph type="sldNum" sz="quarter" idx="12"/>
          </p:nvPr>
        </p:nvSpPr>
        <p:spPr/>
        <p:txBody>
          <a:bodyPr/>
          <a:lstStyle/>
          <a:p>
            <a:fld id="{DFB9890C-4870-410D-A143-591B2BA0A39B}" type="slidenum">
              <a:rPr lang="en-GB" smtClean="0"/>
              <a:t>‹#›</a:t>
            </a:fld>
            <a:endParaRPr lang="en-GB"/>
          </a:p>
        </p:txBody>
      </p:sp>
    </p:spTree>
    <p:extLst>
      <p:ext uri="{BB962C8B-B14F-4D97-AF65-F5344CB8AC3E}">
        <p14:creationId xmlns:p14="http://schemas.microsoft.com/office/powerpoint/2010/main" val="1983201955"/>
      </p:ext>
    </p:extLst>
  </p:cSld>
  <p:clrMapOvr>
    <a:masterClrMapping/>
  </p:clrMapOvr>
  <p:extLst>
    <p:ext uri="{DCECCB84-F9BA-43D5-87BE-67443E8EF086}">
      <p15:sldGuideLst xmlns:p15="http://schemas.microsoft.com/office/powerpoint/2012/main">
        <p15:guide id="1" orient="horz" pos="2160" userDrawn="1">
          <p15:clr>
            <a:srgbClr val="FBAE40"/>
          </p15:clr>
        </p15:guide>
        <p15:guide id="2" pos="3840" userDrawn="1">
          <p15:clr>
            <a:srgbClr val="FBAE40"/>
          </p15:clr>
        </p15:guide>
      </p15:sldGuideLst>
    </p:ext>
  </p:extLst>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9CF5E7B-67B3-496A-822C-C32976D9157A}"/>
              </a:ext>
            </a:extLst>
          </p:cNvPr>
          <p:cNvSpPr>
            <a:spLocks noGrp="1"/>
          </p:cNvSpPr>
          <p:nvPr>
            <p:ph type="title"/>
          </p:nvPr>
        </p:nvSpPr>
        <p:spPr/>
        <p:txBody>
          <a:bodyPr/>
          <a:lstStyle/>
          <a:p>
            <a:r>
              <a:rPr lang="en-US"/>
              <a:t>Click to edit Master title style</a:t>
            </a:r>
            <a:endParaRPr lang="en-GB"/>
          </a:p>
        </p:txBody>
      </p:sp>
      <p:sp>
        <p:nvSpPr>
          <p:cNvPr id="3" name="Content Placeholder 2">
            <a:extLst>
              <a:ext uri="{FF2B5EF4-FFF2-40B4-BE49-F238E27FC236}">
                <a16:creationId xmlns:a16="http://schemas.microsoft.com/office/drawing/2014/main" id="{4DBFEDAD-10D4-47B6-8F35-0155F7D63DF8}"/>
              </a:ext>
            </a:extLst>
          </p:cNvPr>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a:p>
        </p:txBody>
      </p:sp>
      <p:sp>
        <p:nvSpPr>
          <p:cNvPr id="4" name="Date Placeholder 3">
            <a:extLst>
              <a:ext uri="{FF2B5EF4-FFF2-40B4-BE49-F238E27FC236}">
                <a16:creationId xmlns:a16="http://schemas.microsoft.com/office/drawing/2014/main" id="{17020D4F-7E43-4DFE-B626-E846C85BC6A4}"/>
              </a:ext>
            </a:extLst>
          </p:cNvPr>
          <p:cNvSpPr>
            <a:spLocks noGrp="1"/>
          </p:cNvSpPr>
          <p:nvPr>
            <p:ph type="dt" sz="half" idx="10"/>
          </p:nvPr>
        </p:nvSpPr>
        <p:spPr/>
        <p:txBody>
          <a:bodyPr/>
          <a:lstStyle/>
          <a:p>
            <a:fld id="{CBBB66F6-7471-47DA-8EED-C7BCCA53B015}" type="datetimeFigureOut">
              <a:rPr lang="en-GB" smtClean="0"/>
              <a:t>05/11/2025</a:t>
            </a:fld>
            <a:endParaRPr lang="en-GB"/>
          </a:p>
        </p:txBody>
      </p:sp>
      <p:sp>
        <p:nvSpPr>
          <p:cNvPr id="5" name="Footer Placeholder 4">
            <a:extLst>
              <a:ext uri="{FF2B5EF4-FFF2-40B4-BE49-F238E27FC236}">
                <a16:creationId xmlns:a16="http://schemas.microsoft.com/office/drawing/2014/main" id="{ED3EDBDD-527D-4909-8BEF-723EEB35016E}"/>
              </a:ext>
            </a:extLst>
          </p:cNvPr>
          <p:cNvSpPr>
            <a:spLocks noGrp="1"/>
          </p:cNvSpPr>
          <p:nvPr>
            <p:ph type="ftr" sz="quarter" idx="11"/>
          </p:nvPr>
        </p:nvSpPr>
        <p:spPr/>
        <p:txBody>
          <a:bodyPr/>
          <a:lstStyle/>
          <a:p>
            <a:endParaRPr lang="en-GB"/>
          </a:p>
        </p:txBody>
      </p:sp>
      <p:sp>
        <p:nvSpPr>
          <p:cNvPr id="6" name="Slide Number Placeholder 5">
            <a:extLst>
              <a:ext uri="{FF2B5EF4-FFF2-40B4-BE49-F238E27FC236}">
                <a16:creationId xmlns:a16="http://schemas.microsoft.com/office/drawing/2014/main" id="{AD505016-CD99-4792-B5CE-4FC2732AB212}"/>
              </a:ext>
            </a:extLst>
          </p:cNvPr>
          <p:cNvSpPr>
            <a:spLocks noGrp="1"/>
          </p:cNvSpPr>
          <p:nvPr>
            <p:ph type="sldNum" sz="quarter" idx="12"/>
          </p:nvPr>
        </p:nvSpPr>
        <p:spPr/>
        <p:txBody>
          <a:bodyPr/>
          <a:lstStyle/>
          <a:p>
            <a:fld id="{DFB9890C-4870-410D-A143-591B2BA0A39B}" type="slidenum">
              <a:rPr lang="en-GB" smtClean="0"/>
              <a:t>‹#›</a:t>
            </a:fld>
            <a:endParaRPr lang="en-GB"/>
          </a:p>
        </p:txBody>
      </p:sp>
    </p:spTree>
    <p:extLst>
      <p:ext uri="{BB962C8B-B14F-4D97-AF65-F5344CB8AC3E}">
        <p14:creationId xmlns:p14="http://schemas.microsoft.com/office/powerpoint/2010/main" val="4028972730"/>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432FA82-2BA5-4E38-B83A-773E80096220}"/>
              </a:ext>
            </a:extLst>
          </p:cNvPr>
          <p:cNvSpPr>
            <a:spLocks noGrp="1"/>
          </p:cNvSpPr>
          <p:nvPr>
            <p:ph type="title"/>
          </p:nvPr>
        </p:nvSpPr>
        <p:spPr>
          <a:xfrm>
            <a:off x="831850" y="1709738"/>
            <a:ext cx="10515600" cy="2852737"/>
          </a:xfrm>
        </p:spPr>
        <p:txBody>
          <a:bodyPr anchor="b"/>
          <a:lstStyle>
            <a:lvl1pPr>
              <a:defRPr sz="6000"/>
            </a:lvl1pPr>
          </a:lstStyle>
          <a:p>
            <a:r>
              <a:rPr lang="en-US"/>
              <a:t>Click to edit Master title style</a:t>
            </a:r>
            <a:endParaRPr lang="en-GB"/>
          </a:p>
        </p:txBody>
      </p:sp>
      <p:sp>
        <p:nvSpPr>
          <p:cNvPr id="3" name="Text Placeholder 2">
            <a:extLst>
              <a:ext uri="{FF2B5EF4-FFF2-40B4-BE49-F238E27FC236}">
                <a16:creationId xmlns:a16="http://schemas.microsoft.com/office/drawing/2014/main" id="{EC8DA602-023E-4AF2-8A02-5ED3BE4E1C63}"/>
              </a:ext>
            </a:extLst>
          </p:cNvPr>
          <p:cNvSpPr>
            <a:spLocks noGrp="1"/>
          </p:cNvSpPr>
          <p:nvPr>
            <p:ph type="body" idx="1"/>
          </p:nvPr>
        </p:nvSpPr>
        <p:spPr>
          <a:xfrm>
            <a:off x="831850" y="4589463"/>
            <a:ext cx="10515600" cy="1500187"/>
          </a:xfrm>
        </p:spPr>
        <p:txBody>
          <a:bodyPr/>
          <a:lstStyle>
            <a:lvl1pPr marL="0" indent="0">
              <a:buNone/>
              <a:defRPr sz="2400">
                <a:solidFill>
                  <a:schemeClr val="tx1">
                    <a:tint val="75000"/>
                  </a:schemeClr>
                </a:solidFill>
              </a:defRPr>
            </a:lvl1pPr>
            <a:lvl2pPr marL="457200" indent="0">
              <a:buNone/>
              <a:defRPr sz="2000">
                <a:solidFill>
                  <a:schemeClr val="tx1">
                    <a:tint val="75000"/>
                  </a:schemeClr>
                </a:solidFill>
              </a:defRPr>
            </a:lvl2pPr>
            <a:lvl3pPr marL="914400" indent="0">
              <a:buNone/>
              <a:defRPr sz="1800">
                <a:solidFill>
                  <a:schemeClr val="tx1">
                    <a:tint val="75000"/>
                  </a:schemeClr>
                </a:solidFill>
              </a:defRPr>
            </a:lvl3pPr>
            <a:lvl4pPr marL="1371600" indent="0">
              <a:buNone/>
              <a:defRPr sz="1600">
                <a:solidFill>
                  <a:schemeClr val="tx1">
                    <a:tint val="75000"/>
                  </a:schemeClr>
                </a:solidFill>
              </a:defRPr>
            </a:lvl4pPr>
            <a:lvl5pPr marL="1828800" indent="0">
              <a:buNone/>
              <a:defRPr sz="1600">
                <a:solidFill>
                  <a:schemeClr val="tx1">
                    <a:tint val="75000"/>
                  </a:schemeClr>
                </a:solidFill>
              </a:defRPr>
            </a:lvl5pPr>
            <a:lvl6pPr marL="2286000" indent="0">
              <a:buNone/>
              <a:defRPr sz="1600">
                <a:solidFill>
                  <a:schemeClr val="tx1">
                    <a:tint val="75000"/>
                  </a:schemeClr>
                </a:solidFill>
              </a:defRPr>
            </a:lvl6pPr>
            <a:lvl7pPr marL="2743200" indent="0">
              <a:buNone/>
              <a:defRPr sz="1600">
                <a:solidFill>
                  <a:schemeClr val="tx1">
                    <a:tint val="75000"/>
                  </a:schemeClr>
                </a:solidFill>
              </a:defRPr>
            </a:lvl7pPr>
            <a:lvl8pPr marL="3200400" indent="0">
              <a:buNone/>
              <a:defRPr sz="1600">
                <a:solidFill>
                  <a:schemeClr val="tx1">
                    <a:tint val="75000"/>
                  </a:schemeClr>
                </a:solidFill>
              </a:defRPr>
            </a:lvl8pPr>
            <a:lvl9pPr marL="3657600" indent="0">
              <a:buNone/>
              <a:defRPr sz="1600">
                <a:solidFill>
                  <a:schemeClr val="tx1">
                    <a:tint val="75000"/>
                  </a:schemeClr>
                </a:solidFill>
              </a:defRPr>
            </a:lvl9pPr>
          </a:lstStyle>
          <a:p>
            <a:pPr lvl="0"/>
            <a:r>
              <a:rPr lang="en-US"/>
              <a:t>Click to edit Master text styles</a:t>
            </a:r>
          </a:p>
        </p:txBody>
      </p:sp>
      <p:sp>
        <p:nvSpPr>
          <p:cNvPr id="4" name="Date Placeholder 3">
            <a:extLst>
              <a:ext uri="{FF2B5EF4-FFF2-40B4-BE49-F238E27FC236}">
                <a16:creationId xmlns:a16="http://schemas.microsoft.com/office/drawing/2014/main" id="{1A97AF83-9AAB-4395-A1CD-8B1810E80A15}"/>
              </a:ext>
            </a:extLst>
          </p:cNvPr>
          <p:cNvSpPr>
            <a:spLocks noGrp="1"/>
          </p:cNvSpPr>
          <p:nvPr>
            <p:ph type="dt" sz="half" idx="10"/>
          </p:nvPr>
        </p:nvSpPr>
        <p:spPr/>
        <p:txBody>
          <a:bodyPr/>
          <a:lstStyle/>
          <a:p>
            <a:fld id="{CBBB66F6-7471-47DA-8EED-C7BCCA53B015}" type="datetimeFigureOut">
              <a:rPr lang="en-GB" smtClean="0"/>
              <a:t>05/11/2025</a:t>
            </a:fld>
            <a:endParaRPr lang="en-GB"/>
          </a:p>
        </p:txBody>
      </p:sp>
      <p:sp>
        <p:nvSpPr>
          <p:cNvPr id="5" name="Footer Placeholder 4">
            <a:extLst>
              <a:ext uri="{FF2B5EF4-FFF2-40B4-BE49-F238E27FC236}">
                <a16:creationId xmlns:a16="http://schemas.microsoft.com/office/drawing/2014/main" id="{929F4F5F-ED11-4FF4-8082-EF13CCF8D9A5}"/>
              </a:ext>
            </a:extLst>
          </p:cNvPr>
          <p:cNvSpPr>
            <a:spLocks noGrp="1"/>
          </p:cNvSpPr>
          <p:nvPr>
            <p:ph type="ftr" sz="quarter" idx="11"/>
          </p:nvPr>
        </p:nvSpPr>
        <p:spPr/>
        <p:txBody>
          <a:bodyPr/>
          <a:lstStyle/>
          <a:p>
            <a:endParaRPr lang="en-GB"/>
          </a:p>
        </p:txBody>
      </p:sp>
      <p:sp>
        <p:nvSpPr>
          <p:cNvPr id="6" name="Slide Number Placeholder 5">
            <a:extLst>
              <a:ext uri="{FF2B5EF4-FFF2-40B4-BE49-F238E27FC236}">
                <a16:creationId xmlns:a16="http://schemas.microsoft.com/office/drawing/2014/main" id="{2F17B83B-7338-4290-BCDC-071F1F558BEE}"/>
              </a:ext>
            </a:extLst>
          </p:cNvPr>
          <p:cNvSpPr>
            <a:spLocks noGrp="1"/>
          </p:cNvSpPr>
          <p:nvPr>
            <p:ph type="sldNum" sz="quarter" idx="12"/>
          </p:nvPr>
        </p:nvSpPr>
        <p:spPr/>
        <p:txBody>
          <a:bodyPr/>
          <a:lstStyle/>
          <a:p>
            <a:fld id="{DFB9890C-4870-410D-A143-591B2BA0A39B}" type="slidenum">
              <a:rPr lang="en-GB" smtClean="0"/>
              <a:t>‹#›</a:t>
            </a:fld>
            <a:endParaRPr lang="en-GB"/>
          </a:p>
        </p:txBody>
      </p:sp>
    </p:spTree>
    <p:extLst>
      <p:ext uri="{BB962C8B-B14F-4D97-AF65-F5344CB8AC3E}">
        <p14:creationId xmlns:p14="http://schemas.microsoft.com/office/powerpoint/2010/main" val="3274567511"/>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80238D4-5905-4C6E-BCBB-B94073114190}"/>
              </a:ext>
            </a:extLst>
          </p:cNvPr>
          <p:cNvSpPr>
            <a:spLocks noGrp="1"/>
          </p:cNvSpPr>
          <p:nvPr>
            <p:ph type="title"/>
          </p:nvPr>
        </p:nvSpPr>
        <p:spPr/>
        <p:txBody>
          <a:bodyPr/>
          <a:lstStyle/>
          <a:p>
            <a:r>
              <a:rPr lang="en-US"/>
              <a:t>Click to edit Master title style</a:t>
            </a:r>
            <a:endParaRPr lang="en-GB"/>
          </a:p>
        </p:txBody>
      </p:sp>
      <p:sp>
        <p:nvSpPr>
          <p:cNvPr id="3" name="Content Placeholder 2">
            <a:extLst>
              <a:ext uri="{FF2B5EF4-FFF2-40B4-BE49-F238E27FC236}">
                <a16:creationId xmlns:a16="http://schemas.microsoft.com/office/drawing/2014/main" id="{CD6C15E6-8B9A-4199-90FC-6E930327004D}"/>
              </a:ext>
            </a:extLst>
          </p:cNvPr>
          <p:cNvSpPr>
            <a:spLocks noGrp="1"/>
          </p:cNvSpPr>
          <p:nvPr>
            <p:ph sz="half" idx="1"/>
          </p:nvPr>
        </p:nvSpPr>
        <p:spPr>
          <a:xfrm>
            <a:off x="838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a:p>
        </p:txBody>
      </p:sp>
      <p:sp>
        <p:nvSpPr>
          <p:cNvPr id="4" name="Content Placeholder 3">
            <a:extLst>
              <a:ext uri="{FF2B5EF4-FFF2-40B4-BE49-F238E27FC236}">
                <a16:creationId xmlns:a16="http://schemas.microsoft.com/office/drawing/2014/main" id="{9CE19C19-84FB-4E02-8D3E-A145EF70F644}"/>
              </a:ext>
            </a:extLst>
          </p:cNvPr>
          <p:cNvSpPr>
            <a:spLocks noGrp="1"/>
          </p:cNvSpPr>
          <p:nvPr>
            <p:ph sz="half" idx="2"/>
          </p:nvPr>
        </p:nvSpPr>
        <p:spPr>
          <a:xfrm>
            <a:off x="6172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a:p>
        </p:txBody>
      </p:sp>
      <p:sp>
        <p:nvSpPr>
          <p:cNvPr id="5" name="Date Placeholder 4">
            <a:extLst>
              <a:ext uri="{FF2B5EF4-FFF2-40B4-BE49-F238E27FC236}">
                <a16:creationId xmlns:a16="http://schemas.microsoft.com/office/drawing/2014/main" id="{010729DE-CB61-4172-B1A0-5F570A694499}"/>
              </a:ext>
            </a:extLst>
          </p:cNvPr>
          <p:cNvSpPr>
            <a:spLocks noGrp="1"/>
          </p:cNvSpPr>
          <p:nvPr>
            <p:ph type="dt" sz="half" idx="10"/>
          </p:nvPr>
        </p:nvSpPr>
        <p:spPr/>
        <p:txBody>
          <a:bodyPr/>
          <a:lstStyle/>
          <a:p>
            <a:fld id="{CBBB66F6-7471-47DA-8EED-C7BCCA53B015}" type="datetimeFigureOut">
              <a:rPr lang="en-GB" smtClean="0"/>
              <a:t>05/11/2025</a:t>
            </a:fld>
            <a:endParaRPr lang="en-GB"/>
          </a:p>
        </p:txBody>
      </p:sp>
      <p:sp>
        <p:nvSpPr>
          <p:cNvPr id="6" name="Footer Placeholder 5">
            <a:extLst>
              <a:ext uri="{FF2B5EF4-FFF2-40B4-BE49-F238E27FC236}">
                <a16:creationId xmlns:a16="http://schemas.microsoft.com/office/drawing/2014/main" id="{8FE18137-140C-4C10-9A2D-A8BEA88DADC4}"/>
              </a:ext>
            </a:extLst>
          </p:cNvPr>
          <p:cNvSpPr>
            <a:spLocks noGrp="1"/>
          </p:cNvSpPr>
          <p:nvPr>
            <p:ph type="ftr" sz="quarter" idx="11"/>
          </p:nvPr>
        </p:nvSpPr>
        <p:spPr/>
        <p:txBody>
          <a:bodyPr/>
          <a:lstStyle/>
          <a:p>
            <a:endParaRPr lang="en-GB"/>
          </a:p>
        </p:txBody>
      </p:sp>
      <p:sp>
        <p:nvSpPr>
          <p:cNvPr id="7" name="Slide Number Placeholder 6">
            <a:extLst>
              <a:ext uri="{FF2B5EF4-FFF2-40B4-BE49-F238E27FC236}">
                <a16:creationId xmlns:a16="http://schemas.microsoft.com/office/drawing/2014/main" id="{E7788274-F0A0-4D87-9901-05DB5CB1C875}"/>
              </a:ext>
            </a:extLst>
          </p:cNvPr>
          <p:cNvSpPr>
            <a:spLocks noGrp="1"/>
          </p:cNvSpPr>
          <p:nvPr>
            <p:ph type="sldNum" sz="quarter" idx="12"/>
          </p:nvPr>
        </p:nvSpPr>
        <p:spPr/>
        <p:txBody>
          <a:bodyPr/>
          <a:lstStyle/>
          <a:p>
            <a:fld id="{DFB9890C-4870-410D-A143-591B2BA0A39B}" type="slidenum">
              <a:rPr lang="en-GB" smtClean="0"/>
              <a:t>‹#›</a:t>
            </a:fld>
            <a:endParaRPr lang="en-GB"/>
          </a:p>
        </p:txBody>
      </p:sp>
    </p:spTree>
    <p:extLst>
      <p:ext uri="{BB962C8B-B14F-4D97-AF65-F5344CB8AC3E}">
        <p14:creationId xmlns:p14="http://schemas.microsoft.com/office/powerpoint/2010/main" val="3327492045"/>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9880B87-D3F8-4BAA-8DE3-3836317BC442}"/>
              </a:ext>
            </a:extLst>
          </p:cNvPr>
          <p:cNvSpPr>
            <a:spLocks noGrp="1"/>
          </p:cNvSpPr>
          <p:nvPr>
            <p:ph type="title"/>
          </p:nvPr>
        </p:nvSpPr>
        <p:spPr>
          <a:xfrm>
            <a:off x="839788" y="365125"/>
            <a:ext cx="10515600" cy="1325563"/>
          </a:xfrm>
        </p:spPr>
        <p:txBody>
          <a:bodyPr/>
          <a:lstStyle/>
          <a:p>
            <a:r>
              <a:rPr lang="en-US"/>
              <a:t>Click to edit Master title style</a:t>
            </a:r>
            <a:endParaRPr lang="en-GB"/>
          </a:p>
        </p:txBody>
      </p:sp>
      <p:sp>
        <p:nvSpPr>
          <p:cNvPr id="3" name="Text Placeholder 2">
            <a:extLst>
              <a:ext uri="{FF2B5EF4-FFF2-40B4-BE49-F238E27FC236}">
                <a16:creationId xmlns:a16="http://schemas.microsoft.com/office/drawing/2014/main" id="{028ADC46-22A7-453D-BB94-D1CA48C5A852}"/>
              </a:ext>
            </a:extLst>
          </p:cNvPr>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a:extLst>
              <a:ext uri="{FF2B5EF4-FFF2-40B4-BE49-F238E27FC236}">
                <a16:creationId xmlns:a16="http://schemas.microsoft.com/office/drawing/2014/main" id="{4C035B5B-116B-4974-BF81-F7294090D1FE}"/>
              </a:ext>
            </a:extLst>
          </p:cNvPr>
          <p:cNvSpPr>
            <a:spLocks noGrp="1"/>
          </p:cNvSpPr>
          <p:nvPr>
            <p:ph sz="half" idx="2"/>
          </p:nvPr>
        </p:nvSpPr>
        <p:spPr>
          <a:xfrm>
            <a:off x="839788" y="2505075"/>
            <a:ext cx="5157787"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a:p>
        </p:txBody>
      </p:sp>
      <p:sp>
        <p:nvSpPr>
          <p:cNvPr id="5" name="Text Placeholder 4">
            <a:extLst>
              <a:ext uri="{FF2B5EF4-FFF2-40B4-BE49-F238E27FC236}">
                <a16:creationId xmlns:a16="http://schemas.microsoft.com/office/drawing/2014/main" id="{6ED89685-D393-44B4-B943-5A951A47259E}"/>
              </a:ext>
            </a:extLst>
          </p:cNvPr>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a:extLst>
              <a:ext uri="{FF2B5EF4-FFF2-40B4-BE49-F238E27FC236}">
                <a16:creationId xmlns:a16="http://schemas.microsoft.com/office/drawing/2014/main" id="{FB529B97-30F9-4234-A140-11E2C1505C27}"/>
              </a:ext>
            </a:extLst>
          </p:cNvPr>
          <p:cNvSpPr>
            <a:spLocks noGrp="1"/>
          </p:cNvSpPr>
          <p:nvPr>
            <p:ph sz="quarter" idx="4"/>
          </p:nvPr>
        </p:nvSpPr>
        <p:spPr>
          <a:xfrm>
            <a:off x="6172200" y="2505075"/>
            <a:ext cx="5183188"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a:p>
        </p:txBody>
      </p:sp>
      <p:sp>
        <p:nvSpPr>
          <p:cNvPr id="7" name="Date Placeholder 6">
            <a:extLst>
              <a:ext uri="{FF2B5EF4-FFF2-40B4-BE49-F238E27FC236}">
                <a16:creationId xmlns:a16="http://schemas.microsoft.com/office/drawing/2014/main" id="{F7FD1C8F-089B-4A81-946C-8404750F99B0}"/>
              </a:ext>
            </a:extLst>
          </p:cNvPr>
          <p:cNvSpPr>
            <a:spLocks noGrp="1"/>
          </p:cNvSpPr>
          <p:nvPr>
            <p:ph type="dt" sz="half" idx="10"/>
          </p:nvPr>
        </p:nvSpPr>
        <p:spPr/>
        <p:txBody>
          <a:bodyPr/>
          <a:lstStyle/>
          <a:p>
            <a:fld id="{CBBB66F6-7471-47DA-8EED-C7BCCA53B015}" type="datetimeFigureOut">
              <a:rPr lang="en-GB" smtClean="0"/>
              <a:t>05/11/2025</a:t>
            </a:fld>
            <a:endParaRPr lang="en-GB"/>
          </a:p>
        </p:txBody>
      </p:sp>
      <p:sp>
        <p:nvSpPr>
          <p:cNvPr id="8" name="Footer Placeholder 7">
            <a:extLst>
              <a:ext uri="{FF2B5EF4-FFF2-40B4-BE49-F238E27FC236}">
                <a16:creationId xmlns:a16="http://schemas.microsoft.com/office/drawing/2014/main" id="{59EE9EF7-FF78-45D1-965B-99664AD00F96}"/>
              </a:ext>
            </a:extLst>
          </p:cNvPr>
          <p:cNvSpPr>
            <a:spLocks noGrp="1"/>
          </p:cNvSpPr>
          <p:nvPr>
            <p:ph type="ftr" sz="quarter" idx="11"/>
          </p:nvPr>
        </p:nvSpPr>
        <p:spPr/>
        <p:txBody>
          <a:bodyPr/>
          <a:lstStyle/>
          <a:p>
            <a:endParaRPr lang="en-GB"/>
          </a:p>
        </p:txBody>
      </p:sp>
      <p:sp>
        <p:nvSpPr>
          <p:cNvPr id="9" name="Slide Number Placeholder 8">
            <a:extLst>
              <a:ext uri="{FF2B5EF4-FFF2-40B4-BE49-F238E27FC236}">
                <a16:creationId xmlns:a16="http://schemas.microsoft.com/office/drawing/2014/main" id="{8441DFC4-4931-4DBE-A0A7-A1E0A15DC20A}"/>
              </a:ext>
            </a:extLst>
          </p:cNvPr>
          <p:cNvSpPr>
            <a:spLocks noGrp="1"/>
          </p:cNvSpPr>
          <p:nvPr>
            <p:ph type="sldNum" sz="quarter" idx="12"/>
          </p:nvPr>
        </p:nvSpPr>
        <p:spPr/>
        <p:txBody>
          <a:bodyPr/>
          <a:lstStyle/>
          <a:p>
            <a:fld id="{DFB9890C-4870-410D-A143-591B2BA0A39B}" type="slidenum">
              <a:rPr lang="en-GB" smtClean="0"/>
              <a:t>‹#›</a:t>
            </a:fld>
            <a:endParaRPr lang="en-GB"/>
          </a:p>
        </p:txBody>
      </p:sp>
    </p:spTree>
    <p:extLst>
      <p:ext uri="{BB962C8B-B14F-4D97-AF65-F5344CB8AC3E}">
        <p14:creationId xmlns:p14="http://schemas.microsoft.com/office/powerpoint/2010/main" val="258064277"/>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0B67CCB-CA9F-4F77-978B-946CBCC20A9C}"/>
              </a:ext>
            </a:extLst>
          </p:cNvPr>
          <p:cNvSpPr>
            <a:spLocks noGrp="1"/>
          </p:cNvSpPr>
          <p:nvPr>
            <p:ph type="title"/>
          </p:nvPr>
        </p:nvSpPr>
        <p:spPr/>
        <p:txBody>
          <a:bodyPr/>
          <a:lstStyle/>
          <a:p>
            <a:r>
              <a:rPr lang="en-US"/>
              <a:t>Click to edit Master title style</a:t>
            </a:r>
            <a:endParaRPr lang="en-GB"/>
          </a:p>
        </p:txBody>
      </p:sp>
      <p:sp>
        <p:nvSpPr>
          <p:cNvPr id="3" name="Date Placeholder 2">
            <a:extLst>
              <a:ext uri="{FF2B5EF4-FFF2-40B4-BE49-F238E27FC236}">
                <a16:creationId xmlns:a16="http://schemas.microsoft.com/office/drawing/2014/main" id="{B692E69A-AA02-4CC0-9FE5-3C50B8F4E60A}"/>
              </a:ext>
            </a:extLst>
          </p:cNvPr>
          <p:cNvSpPr>
            <a:spLocks noGrp="1"/>
          </p:cNvSpPr>
          <p:nvPr>
            <p:ph type="dt" sz="half" idx="10"/>
          </p:nvPr>
        </p:nvSpPr>
        <p:spPr/>
        <p:txBody>
          <a:bodyPr/>
          <a:lstStyle/>
          <a:p>
            <a:fld id="{CBBB66F6-7471-47DA-8EED-C7BCCA53B015}" type="datetimeFigureOut">
              <a:rPr lang="en-GB" smtClean="0"/>
              <a:t>05/11/2025</a:t>
            </a:fld>
            <a:endParaRPr lang="en-GB"/>
          </a:p>
        </p:txBody>
      </p:sp>
      <p:sp>
        <p:nvSpPr>
          <p:cNvPr id="4" name="Footer Placeholder 3">
            <a:extLst>
              <a:ext uri="{FF2B5EF4-FFF2-40B4-BE49-F238E27FC236}">
                <a16:creationId xmlns:a16="http://schemas.microsoft.com/office/drawing/2014/main" id="{964A0F08-87A5-4B96-B446-1337E28A93DF}"/>
              </a:ext>
            </a:extLst>
          </p:cNvPr>
          <p:cNvSpPr>
            <a:spLocks noGrp="1"/>
          </p:cNvSpPr>
          <p:nvPr>
            <p:ph type="ftr" sz="quarter" idx="11"/>
          </p:nvPr>
        </p:nvSpPr>
        <p:spPr/>
        <p:txBody>
          <a:bodyPr/>
          <a:lstStyle/>
          <a:p>
            <a:endParaRPr lang="en-GB"/>
          </a:p>
        </p:txBody>
      </p:sp>
      <p:sp>
        <p:nvSpPr>
          <p:cNvPr id="5" name="Slide Number Placeholder 4">
            <a:extLst>
              <a:ext uri="{FF2B5EF4-FFF2-40B4-BE49-F238E27FC236}">
                <a16:creationId xmlns:a16="http://schemas.microsoft.com/office/drawing/2014/main" id="{049B3645-39BF-4DC7-A6DC-E10EB4E4D358}"/>
              </a:ext>
            </a:extLst>
          </p:cNvPr>
          <p:cNvSpPr>
            <a:spLocks noGrp="1"/>
          </p:cNvSpPr>
          <p:nvPr>
            <p:ph type="sldNum" sz="quarter" idx="12"/>
          </p:nvPr>
        </p:nvSpPr>
        <p:spPr/>
        <p:txBody>
          <a:bodyPr/>
          <a:lstStyle/>
          <a:p>
            <a:fld id="{DFB9890C-4870-410D-A143-591B2BA0A39B}" type="slidenum">
              <a:rPr lang="en-GB" smtClean="0"/>
              <a:t>‹#›</a:t>
            </a:fld>
            <a:endParaRPr lang="en-GB"/>
          </a:p>
        </p:txBody>
      </p:sp>
    </p:spTree>
    <p:extLst>
      <p:ext uri="{BB962C8B-B14F-4D97-AF65-F5344CB8AC3E}">
        <p14:creationId xmlns:p14="http://schemas.microsoft.com/office/powerpoint/2010/main" val="1559463445"/>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a:extLst>
              <a:ext uri="{FF2B5EF4-FFF2-40B4-BE49-F238E27FC236}">
                <a16:creationId xmlns:a16="http://schemas.microsoft.com/office/drawing/2014/main" id="{9336AF93-0450-4C93-8AED-561C8D0B9C42}"/>
              </a:ext>
            </a:extLst>
          </p:cNvPr>
          <p:cNvSpPr>
            <a:spLocks noGrp="1"/>
          </p:cNvSpPr>
          <p:nvPr>
            <p:ph type="dt" sz="half" idx="10"/>
          </p:nvPr>
        </p:nvSpPr>
        <p:spPr/>
        <p:txBody>
          <a:bodyPr/>
          <a:lstStyle/>
          <a:p>
            <a:fld id="{CBBB66F6-7471-47DA-8EED-C7BCCA53B015}" type="datetimeFigureOut">
              <a:rPr lang="en-GB" smtClean="0"/>
              <a:t>05/11/2025</a:t>
            </a:fld>
            <a:endParaRPr lang="en-GB"/>
          </a:p>
        </p:txBody>
      </p:sp>
      <p:sp>
        <p:nvSpPr>
          <p:cNvPr id="3" name="Footer Placeholder 2">
            <a:extLst>
              <a:ext uri="{FF2B5EF4-FFF2-40B4-BE49-F238E27FC236}">
                <a16:creationId xmlns:a16="http://schemas.microsoft.com/office/drawing/2014/main" id="{D2336096-32F7-4552-856B-0F42E86F0BAD}"/>
              </a:ext>
            </a:extLst>
          </p:cNvPr>
          <p:cNvSpPr>
            <a:spLocks noGrp="1"/>
          </p:cNvSpPr>
          <p:nvPr>
            <p:ph type="ftr" sz="quarter" idx="11"/>
          </p:nvPr>
        </p:nvSpPr>
        <p:spPr/>
        <p:txBody>
          <a:bodyPr/>
          <a:lstStyle/>
          <a:p>
            <a:endParaRPr lang="en-GB"/>
          </a:p>
        </p:txBody>
      </p:sp>
      <p:sp>
        <p:nvSpPr>
          <p:cNvPr id="4" name="Slide Number Placeholder 3">
            <a:extLst>
              <a:ext uri="{FF2B5EF4-FFF2-40B4-BE49-F238E27FC236}">
                <a16:creationId xmlns:a16="http://schemas.microsoft.com/office/drawing/2014/main" id="{08B2CEA9-085F-4023-8477-F0F082AED997}"/>
              </a:ext>
            </a:extLst>
          </p:cNvPr>
          <p:cNvSpPr>
            <a:spLocks noGrp="1"/>
          </p:cNvSpPr>
          <p:nvPr>
            <p:ph type="sldNum" sz="quarter" idx="12"/>
          </p:nvPr>
        </p:nvSpPr>
        <p:spPr/>
        <p:txBody>
          <a:bodyPr/>
          <a:lstStyle/>
          <a:p>
            <a:fld id="{DFB9890C-4870-410D-A143-591B2BA0A39B}" type="slidenum">
              <a:rPr lang="en-GB" smtClean="0"/>
              <a:t>‹#›</a:t>
            </a:fld>
            <a:endParaRPr lang="en-GB"/>
          </a:p>
        </p:txBody>
      </p:sp>
    </p:spTree>
    <p:extLst>
      <p:ext uri="{BB962C8B-B14F-4D97-AF65-F5344CB8AC3E}">
        <p14:creationId xmlns:p14="http://schemas.microsoft.com/office/powerpoint/2010/main" val="2470016719"/>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5FF9064-4077-4B58-8BD0-E8642C9064E3}"/>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endParaRPr lang="en-GB"/>
          </a:p>
        </p:txBody>
      </p:sp>
      <p:sp>
        <p:nvSpPr>
          <p:cNvPr id="3" name="Content Placeholder 2">
            <a:extLst>
              <a:ext uri="{FF2B5EF4-FFF2-40B4-BE49-F238E27FC236}">
                <a16:creationId xmlns:a16="http://schemas.microsoft.com/office/drawing/2014/main" id="{0C367D8E-F32F-4041-9FDE-C12CBB527806}"/>
              </a:ext>
            </a:extLst>
          </p:cNvPr>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a:p>
        </p:txBody>
      </p:sp>
      <p:sp>
        <p:nvSpPr>
          <p:cNvPr id="4" name="Text Placeholder 3">
            <a:extLst>
              <a:ext uri="{FF2B5EF4-FFF2-40B4-BE49-F238E27FC236}">
                <a16:creationId xmlns:a16="http://schemas.microsoft.com/office/drawing/2014/main" id="{1761CF05-D7DF-470D-8951-656268BBBA89}"/>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EDEF19F6-CB71-4073-820E-814F731641A1}"/>
              </a:ext>
            </a:extLst>
          </p:cNvPr>
          <p:cNvSpPr>
            <a:spLocks noGrp="1"/>
          </p:cNvSpPr>
          <p:nvPr>
            <p:ph type="dt" sz="half" idx="10"/>
          </p:nvPr>
        </p:nvSpPr>
        <p:spPr/>
        <p:txBody>
          <a:bodyPr/>
          <a:lstStyle/>
          <a:p>
            <a:fld id="{CBBB66F6-7471-47DA-8EED-C7BCCA53B015}" type="datetimeFigureOut">
              <a:rPr lang="en-GB" smtClean="0"/>
              <a:t>05/11/2025</a:t>
            </a:fld>
            <a:endParaRPr lang="en-GB"/>
          </a:p>
        </p:txBody>
      </p:sp>
      <p:sp>
        <p:nvSpPr>
          <p:cNvPr id="6" name="Footer Placeholder 5">
            <a:extLst>
              <a:ext uri="{FF2B5EF4-FFF2-40B4-BE49-F238E27FC236}">
                <a16:creationId xmlns:a16="http://schemas.microsoft.com/office/drawing/2014/main" id="{7389668D-5D63-440F-B937-227682F00CB4}"/>
              </a:ext>
            </a:extLst>
          </p:cNvPr>
          <p:cNvSpPr>
            <a:spLocks noGrp="1"/>
          </p:cNvSpPr>
          <p:nvPr>
            <p:ph type="ftr" sz="quarter" idx="11"/>
          </p:nvPr>
        </p:nvSpPr>
        <p:spPr/>
        <p:txBody>
          <a:bodyPr/>
          <a:lstStyle/>
          <a:p>
            <a:endParaRPr lang="en-GB"/>
          </a:p>
        </p:txBody>
      </p:sp>
      <p:sp>
        <p:nvSpPr>
          <p:cNvPr id="7" name="Slide Number Placeholder 6">
            <a:extLst>
              <a:ext uri="{FF2B5EF4-FFF2-40B4-BE49-F238E27FC236}">
                <a16:creationId xmlns:a16="http://schemas.microsoft.com/office/drawing/2014/main" id="{874DC044-699A-457B-A741-69E8543CEE3E}"/>
              </a:ext>
            </a:extLst>
          </p:cNvPr>
          <p:cNvSpPr>
            <a:spLocks noGrp="1"/>
          </p:cNvSpPr>
          <p:nvPr>
            <p:ph type="sldNum" sz="quarter" idx="12"/>
          </p:nvPr>
        </p:nvSpPr>
        <p:spPr/>
        <p:txBody>
          <a:bodyPr/>
          <a:lstStyle/>
          <a:p>
            <a:fld id="{DFB9890C-4870-410D-A143-591B2BA0A39B}" type="slidenum">
              <a:rPr lang="en-GB" smtClean="0"/>
              <a:t>‹#›</a:t>
            </a:fld>
            <a:endParaRPr lang="en-GB"/>
          </a:p>
        </p:txBody>
      </p:sp>
    </p:spTree>
    <p:extLst>
      <p:ext uri="{BB962C8B-B14F-4D97-AF65-F5344CB8AC3E}">
        <p14:creationId xmlns:p14="http://schemas.microsoft.com/office/powerpoint/2010/main" val="40363619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478CDCB-7EE6-4D7B-9EC9-99982982369D}"/>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endParaRPr lang="en-GB"/>
          </a:p>
        </p:txBody>
      </p:sp>
      <p:sp>
        <p:nvSpPr>
          <p:cNvPr id="3" name="Picture Placeholder 2">
            <a:extLst>
              <a:ext uri="{FF2B5EF4-FFF2-40B4-BE49-F238E27FC236}">
                <a16:creationId xmlns:a16="http://schemas.microsoft.com/office/drawing/2014/main" id="{9B8A68D7-4A60-4176-AEF9-C7224992D673}"/>
              </a:ext>
            </a:extLst>
          </p:cNvPr>
          <p:cNvSpPr>
            <a:spLocks noGrp="1"/>
          </p:cNvSpPr>
          <p:nvPr>
            <p:ph type="pic" idx="1"/>
          </p:nvPr>
        </p:nvSpPr>
        <p:spPr>
          <a:xfrm>
            <a:off x="5183188" y="987425"/>
            <a:ext cx="6172200" cy="4873625"/>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GB"/>
          </a:p>
        </p:txBody>
      </p:sp>
      <p:sp>
        <p:nvSpPr>
          <p:cNvPr id="4" name="Text Placeholder 3">
            <a:extLst>
              <a:ext uri="{FF2B5EF4-FFF2-40B4-BE49-F238E27FC236}">
                <a16:creationId xmlns:a16="http://schemas.microsoft.com/office/drawing/2014/main" id="{9CDADDFE-E588-428C-9ACE-BF6D4DC2BABB}"/>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CC8DAD98-EFA3-40FD-B220-0CEFA3B04D0A}"/>
              </a:ext>
            </a:extLst>
          </p:cNvPr>
          <p:cNvSpPr>
            <a:spLocks noGrp="1"/>
          </p:cNvSpPr>
          <p:nvPr>
            <p:ph type="dt" sz="half" idx="10"/>
          </p:nvPr>
        </p:nvSpPr>
        <p:spPr/>
        <p:txBody>
          <a:bodyPr/>
          <a:lstStyle/>
          <a:p>
            <a:fld id="{CBBB66F6-7471-47DA-8EED-C7BCCA53B015}" type="datetimeFigureOut">
              <a:rPr lang="en-GB" smtClean="0"/>
              <a:t>05/11/2025</a:t>
            </a:fld>
            <a:endParaRPr lang="en-GB"/>
          </a:p>
        </p:txBody>
      </p:sp>
      <p:sp>
        <p:nvSpPr>
          <p:cNvPr id="6" name="Footer Placeholder 5">
            <a:extLst>
              <a:ext uri="{FF2B5EF4-FFF2-40B4-BE49-F238E27FC236}">
                <a16:creationId xmlns:a16="http://schemas.microsoft.com/office/drawing/2014/main" id="{533492CB-8784-44CD-8BE4-F038F0DA8E31}"/>
              </a:ext>
            </a:extLst>
          </p:cNvPr>
          <p:cNvSpPr>
            <a:spLocks noGrp="1"/>
          </p:cNvSpPr>
          <p:nvPr>
            <p:ph type="ftr" sz="quarter" idx="11"/>
          </p:nvPr>
        </p:nvSpPr>
        <p:spPr/>
        <p:txBody>
          <a:bodyPr/>
          <a:lstStyle/>
          <a:p>
            <a:endParaRPr lang="en-GB"/>
          </a:p>
        </p:txBody>
      </p:sp>
      <p:sp>
        <p:nvSpPr>
          <p:cNvPr id="7" name="Slide Number Placeholder 6">
            <a:extLst>
              <a:ext uri="{FF2B5EF4-FFF2-40B4-BE49-F238E27FC236}">
                <a16:creationId xmlns:a16="http://schemas.microsoft.com/office/drawing/2014/main" id="{5A6B88F3-B6B9-4DE8-80B4-B31DCC6FF152}"/>
              </a:ext>
            </a:extLst>
          </p:cNvPr>
          <p:cNvSpPr>
            <a:spLocks noGrp="1"/>
          </p:cNvSpPr>
          <p:nvPr>
            <p:ph type="sldNum" sz="quarter" idx="12"/>
          </p:nvPr>
        </p:nvSpPr>
        <p:spPr/>
        <p:txBody>
          <a:bodyPr/>
          <a:lstStyle/>
          <a:p>
            <a:fld id="{DFB9890C-4870-410D-A143-591B2BA0A39B}" type="slidenum">
              <a:rPr lang="en-GB" smtClean="0"/>
              <a:t>‹#›</a:t>
            </a:fld>
            <a:endParaRPr lang="en-GB"/>
          </a:p>
        </p:txBody>
      </p:sp>
    </p:spTree>
    <p:extLst>
      <p:ext uri="{BB962C8B-B14F-4D97-AF65-F5344CB8AC3E}">
        <p14:creationId xmlns:p14="http://schemas.microsoft.com/office/powerpoint/2010/main" val="2626704474"/>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DFB7571-E3AA-47DA-8A99-A8577E9EAE41}"/>
              </a:ext>
            </a:extLst>
          </p:cNvPr>
          <p:cNvSpPr>
            <a:spLocks noGrp="1"/>
          </p:cNvSpPr>
          <p:nvPr>
            <p:ph type="title"/>
          </p:nvPr>
        </p:nvSpPr>
        <p:spPr/>
        <p:txBody>
          <a:bodyPr/>
          <a:lstStyle/>
          <a:p>
            <a:r>
              <a:rPr lang="en-US"/>
              <a:t>Click to edit Master title style</a:t>
            </a:r>
            <a:endParaRPr lang="en-GB"/>
          </a:p>
        </p:txBody>
      </p:sp>
      <p:sp>
        <p:nvSpPr>
          <p:cNvPr id="3" name="Vertical Text Placeholder 2">
            <a:extLst>
              <a:ext uri="{FF2B5EF4-FFF2-40B4-BE49-F238E27FC236}">
                <a16:creationId xmlns:a16="http://schemas.microsoft.com/office/drawing/2014/main" id="{3556407A-F3C5-4467-999F-12834F3D5EA0}"/>
              </a:ext>
            </a:extLst>
          </p:cNvPr>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a:p>
        </p:txBody>
      </p:sp>
      <p:sp>
        <p:nvSpPr>
          <p:cNvPr id="4" name="Date Placeholder 3">
            <a:extLst>
              <a:ext uri="{FF2B5EF4-FFF2-40B4-BE49-F238E27FC236}">
                <a16:creationId xmlns:a16="http://schemas.microsoft.com/office/drawing/2014/main" id="{7DBC1D0D-C52B-4D14-AEAB-FF6484676A94}"/>
              </a:ext>
            </a:extLst>
          </p:cNvPr>
          <p:cNvSpPr>
            <a:spLocks noGrp="1"/>
          </p:cNvSpPr>
          <p:nvPr>
            <p:ph type="dt" sz="half" idx="10"/>
          </p:nvPr>
        </p:nvSpPr>
        <p:spPr/>
        <p:txBody>
          <a:bodyPr/>
          <a:lstStyle/>
          <a:p>
            <a:fld id="{CBBB66F6-7471-47DA-8EED-C7BCCA53B015}" type="datetimeFigureOut">
              <a:rPr lang="en-GB" smtClean="0"/>
              <a:t>05/11/2025</a:t>
            </a:fld>
            <a:endParaRPr lang="en-GB"/>
          </a:p>
        </p:txBody>
      </p:sp>
      <p:sp>
        <p:nvSpPr>
          <p:cNvPr id="5" name="Footer Placeholder 4">
            <a:extLst>
              <a:ext uri="{FF2B5EF4-FFF2-40B4-BE49-F238E27FC236}">
                <a16:creationId xmlns:a16="http://schemas.microsoft.com/office/drawing/2014/main" id="{34558F66-3EB8-48B5-B410-20C1141D6895}"/>
              </a:ext>
            </a:extLst>
          </p:cNvPr>
          <p:cNvSpPr>
            <a:spLocks noGrp="1"/>
          </p:cNvSpPr>
          <p:nvPr>
            <p:ph type="ftr" sz="quarter" idx="11"/>
          </p:nvPr>
        </p:nvSpPr>
        <p:spPr/>
        <p:txBody>
          <a:bodyPr/>
          <a:lstStyle/>
          <a:p>
            <a:endParaRPr lang="en-GB"/>
          </a:p>
        </p:txBody>
      </p:sp>
      <p:sp>
        <p:nvSpPr>
          <p:cNvPr id="6" name="Slide Number Placeholder 5">
            <a:extLst>
              <a:ext uri="{FF2B5EF4-FFF2-40B4-BE49-F238E27FC236}">
                <a16:creationId xmlns:a16="http://schemas.microsoft.com/office/drawing/2014/main" id="{C9E85733-F1B0-47F6-B3EA-C32A59118EA0}"/>
              </a:ext>
            </a:extLst>
          </p:cNvPr>
          <p:cNvSpPr>
            <a:spLocks noGrp="1"/>
          </p:cNvSpPr>
          <p:nvPr>
            <p:ph type="sldNum" sz="quarter" idx="12"/>
          </p:nvPr>
        </p:nvSpPr>
        <p:spPr/>
        <p:txBody>
          <a:bodyPr/>
          <a:lstStyle/>
          <a:p>
            <a:fld id="{DFB9890C-4870-410D-A143-591B2BA0A39B}" type="slidenum">
              <a:rPr lang="en-GB" smtClean="0"/>
              <a:t>‹#›</a:t>
            </a:fld>
            <a:endParaRPr lang="en-GB"/>
          </a:p>
        </p:txBody>
      </p:sp>
    </p:spTree>
    <p:extLst>
      <p:ext uri="{BB962C8B-B14F-4D97-AF65-F5344CB8AC3E}">
        <p14:creationId xmlns:p14="http://schemas.microsoft.com/office/powerpoint/2010/main" val="2204816340"/>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a:extLst>
              <a:ext uri="{FF2B5EF4-FFF2-40B4-BE49-F238E27FC236}">
                <a16:creationId xmlns:a16="http://schemas.microsoft.com/office/drawing/2014/main" id="{ECE78E59-2798-47E7-97DF-12EB43D4DBD4}"/>
              </a:ext>
            </a:extLst>
          </p:cNvPr>
          <p:cNvSpPr>
            <a:spLocks noGrp="1"/>
          </p:cNvSpPr>
          <p:nvPr>
            <p:ph type="title" orient="vert"/>
          </p:nvPr>
        </p:nvSpPr>
        <p:spPr>
          <a:xfrm>
            <a:off x="8724900" y="365125"/>
            <a:ext cx="2628900" cy="5811838"/>
          </a:xfrm>
        </p:spPr>
        <p:txBody>
          <a:bodyPr vert="eaVert"/>
          <a:lstStyle/>
          <a:p>
            <a:r>
              <a:rPr lang="en-US"/>
              <a:t>Click to edit Master title style</a:t>
            </a:r>
            <a:endParaRPr lang="en-GB"/>
          </a:p>
        </p:txBody>
      </p:sp>
      <p:sp>
        <p:nvSpPr>
          <p:cNvPr id="3" name="Vertical Text Placeholder 2">
            <a:extLst>
              <a:ext uri="{FF2B5EF4-FFF2-40B4-BE49-F238E27FC236}">
                <a16:creationId xmlns:a16="http://schemas.microsoft.com/office/drawing/2014/main" id="{1823F44B-7DC4-4852-9AAB-98C84D691210}"/>
              </a:ext>
            </a:extLst>
          </p:cNvPr>
          <p:cNvSpPr>
            <a:spLocks noGrp="1"/>
          </p:cNvSpPr>
          <p:nvPr>
            <p:ph type="body" orient="vert" idx="1"/>
          </p:nvPr>
        </p:nvSpPr>
        <p:spPr>
          <a:xfrm>
            <a:off x="838200" y="365125"/>
            <a:ext cx="7734300" cy="5811838"/>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a:p>
        </p:txBody>
      </p:sp>
      <p:sp>
        <p:nvSpPr>
          <p:cNvPr id="4" name="Date Placeholder 3">
            <a:extLst>
              <a:ext uri="{FF2B5EF4-FFF2-40B4-BE49-F238E27FC236}">
                <a16:creationId xmlns:a16="http://schemas.microsoft.com/office/drawing/2014/main" id="{A42AEF75-C039-4933-808F-7735F4020E9A}"/>
              </a:ext>
            </a:extLst>
          </p:cNvPr>
          <p:cNvSpPr>
            <a:spLocks noGrp="1"/>
          </p:cNvSpPr>
          <p:nvPr>
            <p:ph type="dt" sz="half" idx="10"/>
          </p:nvPr>
        </p:nvSpPr>
        <p:spPr/>
        <p:txBody>
          <a:bodyPr/>
          <a:lstStyle/>
          <a:p>
            <a:fld id="{CBBB66F6-7471-47DA-8EED-C7BCCA53B015}" type="datetimeFigureOut">
              <a:rPr lang="en-GB" smtClean="0"/>
              <a:t>05/11/2025</a:t>
            </a:fld>
            <a:endParaRPr lang="en-GB"/>
          </a:p>
        </p:txBody>
      </p:sp>
      <p:sp>
        <p:nvSpPr>
          <p:cNvPr id="5" name="Footer Placeholder 4">
            <a:extLst>
              <a:ext uri="{FF2B5EF4-FFF2-40B4-BE49-F238E27FC236}">
                <a16:creationId xmlns:a16="http://schemas.microsoft.com/office/drawing/2014/main" id="{047011B2-1EEF-4630-AB8B-1FC4D8E1FBCB}"/>
              </a:ext>
            </a:extLst>
          </p:cNvPr>
          <p:cNvSpPr>
            <a:spLocks noGrp="1"/>
          </p:cNvSpPr>
          <p:nvPr>
            <p:ph type="ftr" sz="quarter" idx="11"/>
          </p:nvPr>
        </p:nvSpPr>
        <p:spPr/>
        <p:txBody>
          <a:bodyPr/>
          <a:lstStyle/>
          <a:p>
            <a:endParaRPr lang="en-GB"/>
          </a:p>
        </p:txBody>
      </p:sp>
      <p:sp>
        <p:nvSpPr>
          <p:cNvPr id="6" name="Slide Number Placeholder 5">
            <a:extLst>
              <a:ext uri="{FF2B5EF4-FFF2-40B4-BE49-F238E27FC236}">
                <a16:creationId xmlns:a16="http://schemas.microsoft.com/office/drawing/2014/main" id="{43B43AA0-545D-40FB-A090-776833BF596A}"/>
              </a:ext>
            </a:extLst>
          </p:cNvPr>
          <p:cNvSpPr>
            <a:spLocks noGrp="1"/>
          </p:cNvSpPr>
          <p:nvPr>
            <p:ph type="sldNum" sz="quarter" idx="12"/>
          </p:nvPr>
        </p:nvSpPr>
        <p:spPr/>
        <p:txBody>
          <a:bodyPr/>
          <a:lstStyle/>
          <a:p>
            <a:fld id="{DFB9890C-4870-410D-A143-591B2BA0A39B}" type="slidenum">
              <a:rPr lang="en-GB" smtClean="0"/>
              <a:t>‹#›</a:t>
            </a:fld>
            <a:endParaRPr lang="en-GB"/>
          </a:p>
        </p:txBody>
      </p:sp>
    </p:spTree>
    <p:extLst>
      <p:ext uri="{BB962C8B-B14F-4D97-AF65-F5344CB8AC3E}">
        <p14:creationId xmlns:p14="http://schemas.microsoft.com/office/powerpoint/2010/main" val="1977995680"/>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Pr>
        <a:solidFill>
          <a:schemeClr val="accent5">
            <a:lumMod val="40000"/>
            <a:lumOff val="60000"/>
          </a:schemeClr>
        </a:solidFill>
        <a:effectLst/>
      </p:bgPr>
    </p:bg>
    <p:spTree>
      <p:nvGrpSpPr>
        <p:cNvPr id="1" name=""/>
        <p:cNvGrpSpPr/>
        <p:nvPr/>
      </p:nvGrpSpPr>
      <p:grpSpPr>
        <a:xfrm>
          <a:off x="0" y="0"/>
          <a:ext cx="0" cy="0"/>
          <a:chOff x="0" y="0"/>
          <a:chExt cx="0" cy="0"/>
        </a:xfrm>
      </p:grpSpPr>
      <p:sp>
        <p:nvSpPr>
          <p:cNvPr id="2" name="Title Placeholder 1">
            <a:extLst>
              <a:ext uri="{FF2B5EF4-FFF2-40B4-BE49-F238E27FC236}">
                <a16:creationId xmlns:a16="http://schemas.microsoft.com/office/drawing/2014/main" id="{C4934EA5-96D5-44F8-8B2E-EB636C3A9754}"/>
              </a:ext>
            </a:extLst>
          </p:cNvPr>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lang="en-US"/>
              <a:t>Click to edit Master title style</a:t>
            </a:r>
            <a:endParaRPr lang="en-GB"/>
          </a:p>
        </p:txBody>
      </p:sp>
      <p:sp>
        <p:nvSpPr>
          <p:cNvPr id="3" name="Text Placeholder 2">
            <a:extLst>
              <a:ext uri="{FF2B5EF4-FFF2-40B4-BE49-F238E27FC236}">
                <a16:creationId xmlns:a16="http://schemas.microsoft.com/office/drawing/2014/main" id="{72096C3A-1C2D-4B6E-9BA6-958361A91953}"/>
              </a:ext>
            </a:extLst>
          </p:cNvPr>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a:p>
        </p:txBody>
      </p:sp>
      <p:sp>
        <p:nvSpPr>
          <p:cNvPr id="4" name="Date Placeholder 3">
            <a:extLst>
              <a:ext uri="{FF2B5EF4-FFF2-40B4-BE49-F238E27FC236}">
                <a16:creationId xmlns:a16="http://schemas.microsoft.com/office/drawing/2014/main" id="{795E72CA-E085-451A-A6D7-D31116C42209}"/>
              </a:ext>
            </a:extLst>
          </p:cNvPr>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CBBB66F6-7471-47DA-8EED-C7BCCA53B015}" type="datetimeFigureOut">
              <a:rPr lang="en-GB" smtClean="0"/>
              <a:t>05/11/2025</a:t>
            </a:fld>
            <a:endParaRPr lang="en-GB"/>
          </a:p>
        </p:txBody>
      </p:sp>
      <p:sp>
        <p:nvSpPr>
          <p:cNvPr id="5" name="Footer Placeholder 4">
            <a:extLst>
              <a:ext uri="{FF2B5EF4-FFF2-40B4-BE49-F238E27FC236}">
                <a16:creationId xmlns:a16="http://schemas.microsoft.com/office/drawing/2014/main" id="{903CA142-8F89-49C4-92C2-0106F5541446}"/>
              </a:ext>
            </a:extLst>
          </p:cNvPr>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GB"/>
          </a:p>
        </p:txBody>
      </p:sp>
      <p:sp>
        <p:nvSpPr>
          <p:cNvPr id="6" name="Slide Number Placeholder 5">
            <a:extLst>
              <a:ext uri="{FF2B5EF4-FFF2-40B4-BE49-F238E27FC236}">
                <a16:creationId xmlns:a16="http://schemas.microsoft.com/office/drawing/2014/main" id="{9C0D0BA0-3B07-4BE4-ACEC-E0EC87569D8B}"/>
              </a:ext>
            </a:extLst>
          </p:cNvPr>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DFB9890C-4870-410D-A143-591B2BA0A39B}" type="slidenum">
              <a:rPr lang="en-GB" smtClean="0"/>
              <a:t>‹#›</a:t>
            </a:fld>
            <a:endParaRPr lang="en-GB"/>
          </a:p>
        </p:txBody>
      </p:sp>
    </p:spTree>
    <p:extLst>
      <p:ext uri="{BB962C8B-B14F-4D97-AF65-F5344CB8AC3E}">
        <p14:creationId xmlns:p14="http://schemas.microsoft.com/office/powerpoint/2010/main" val="3492412801"/>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120000"/>
        </a:lnSpc>
        <a:spcBef>
          <a:spcPts val="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120000"/>
        </a:lnSpc>
        <a:spcBef>
          <a:spcPts val="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120000"/>
        </a:lnSpc>
        <a:spcBef>
          <a:spcPts val="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120000"/>
        </a:lnSpc>
        <a:spcBef>
          <a:spcPts val="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120000"/>
        </a:lnSpc>
        <a:spcBef>
          <a:spcPts val="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extLst>
    <p:ext uri="{27BBF7A9-308A-43DC-89C8-2F10F3537804}">
      <p15:sldGuideLst xmlns:p15="http://schemas.microsoft.com/office/powerpoint/2012/main">
        <p15:guide id="1" orient="horz" pos="2160" userDrawn="1">
          <p15:clr>
            <a:srgbClr val="F26B43"/>
          </p15:clr>
        </p15:guide>
        <p15:guide id="2" pos="3840" userDrawn="1">
          <p15:clr>
            <a:srgbClr val="F26B43"/>
          </p15:clr>
        </p15:guide>
      </p15:sldGuideLst>
    </p:ext>
  </p:extLst>
</p:sldMaster>
</file>

<file path=ppt/slides/_rels/slide1.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3" Type="http://schemas.openxmlformats.org/officeDocument/2006/relationships/diagramData" Target="../diagrams/data1.xml"/><Relationship Id="rId7" Type="http://schemas.microsoft.com/office/2007/relationships/diagramDrawing" Target="../diagrams/drawing1.xml"/><Relationship Id="rId2" Type="http://schemas.openxmlformats.org/officeDocument/2006/relationships/notesSlide" Target="../notesSlides/notesSlide2.xml"/><Relationship Id="rId1" Type="http://schemas.openxmlformats.org/officeDocument/2006/relationships/slideLayout" Target="../slideLayouts/slideLayout2.xml"/><Relationship Id="rId6" Type="http://schemas.openxmlformats.org/officeDocument/2006/relationships/diagramColors" Target="../diagrams/colors1.xml"/><Relationship Id="rId5" Type="http://schemas.openxmlformats.org/officeDocument/2006/relationships/diagramQuickStyle" Target="../diagrams/quickStyle1.xml"/><Relationship Id="rId4" Type="http://schemas.openxmlformats.org/officeDocument/2006/relationships/diagramLayout" Target="../diagrams/layout1.xml"/></Relationships>
</file>

<file path=ppt/slides/_rels/slide3.xml.rels><?xml version="1.0" encoding="UTF-8" standalone="yes"?>
<Relationships xmlns="http://schemas.openxmlformats.org/package/2006/relationships"><Relationship Id="rId3" Type="http://schemas.openxmlformats.org/officeDocument/2006/relationships/diagramData" Target="../diagrams/data2.xml"/><Relationship Id="rId7" Type="http://schemas.microsoft.com/office/2007/relationships/diagramDrawing" Target="../diagrams/drawing2.xml"/><Relationship Id="rId2" Type="http://schemas.openxmlformats.org/officeDocument/2006/relationships/notesSlide" Target="../notesSlides/notesSlide3.xml"/><Relationship Id="rId1" Type="http://schemas.openxmlformats.org/officeDocument/2006/relationships/slideLayout" Target="../slideLayouts/slideLayout2.xml"/><Relationship Id="rId6" Type="http://schemas.openxmlformats.org/officeDocument/2006/relationships/diagramColors" Target="../diagrams/colors2.xml"/><Relationship Id="rId5" Type="http://schemas.openxmlformats.org/officeDocument/2006/relationships/diagramQuickStyle" Target="../diagrams/quickStyle2.xml"/><Relationship Id="rId4" Type="http://schemas.openxmlformats.org/officeDocument/2006/relationships/diagramLayout" Target="../diagrams/layout2.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5.xml.rels><?xml version="1.0" encoding="UTF-8" standalone="yes"?>
<Relationships xmlns="http://schemas.openxmlformats.org/package/2006/relationships"><Relationship Id="rId2" Type="http://schemas.openxmlformats.org/officeDocument/2006/relationships/notesSlide" Target="../notesSlides/notesSlide4.xml"/><Relationship Id="rId1" Type="http://schemas.openxmlformats.org/officeDocument/2006/relationships/slideLayout" Target="../slideLayouts/slideLayout5.xml"/></Relationships>
</file>

<file path=ppt/slides/_rels/slide6.xml.rels><?xml version="1.0" encoding="UTF-8" standalone="yes"?>
<Relationships xmlns="http://schemas.openxmlformats.org/package/2006/relationships"><Relationship Id="rId2" Type="http://schemas.openxmlformats.org/officeDocument/2006/relationships/notesSlide" Target="../notesSlides/notesSlide5.xml"/><Relationship Id="rId1" Type="http://schemas.openxmlformats.org/officeDocument/2006/relationships/slideLayout" Target="../slideLayouts/slideLayout2.xml"/></Relationships>
</file>

<file path=ppt/slides/_rels/slide7.xml.rels><?xml version="1.0" encoding="UTF-8" standalone="yes"?>
<Relationships xmlns="http://schemas.openxmlformats.org/package/2006/relationships"><Relationship Id="rId2" Type="http://schemas.openxmlformats.org/officeDocument/2006/relationships/notesSlide" Target="../notesSlides/notesSlide6.xml"/><Relationship Id="rId1" Type="http://schemas.openxmlformats.org/officeDocument/2006/relationships/slideLayout" Target="../slideLayouts/slideLayout2.xml"/></Relationships>
</file>

<file path=ppt/slides/_rels/slide8.xml.rels><?xml version="1.0" encoding="UTF-8" standalone="yes"?>
<Relationships xmlns="http://schemas.openxmlformats.org/package/2006/relationships"><Relationship Id="rId2" Type="http://schemas.openxmlformats.org/officeDocument/2006/relationships/notesSlide" Target="../notesSlides/notesSlide7.xml"/><Relationship Id="rId1" Type="http://schemas.openxmlformats.org/officeDocument/2006/relationships/slideLayout" Target="../slideLayouts/slideLayout2.xml"/></Relationships>
</file>

<file path=ppt/slides/_rels/slide9.xml.rels><?xml version="1.0" encoding="UTF-8" standalone="yes"?>
<Relationships xmlns="http://schemas.openxmlformats.org/package/2006/relationships"><Relationship Id="rId2" Type="http://schemas.openxmlformats.org/officeDocument/2006/relationships/notesSlide" Target="../notesSlides/notesSlide8.xml"/><Relationship Id="rId1" Type="http://schemas.openxmlformats.org/officeDocument/2006/relationships/slideLayout" Target="../slideLayouts/slideLayout2.xml"/></Relationships>
</file>

<file path=ppt/slides/_rels/slide10.xml.rels><?xml version="1.0" encoding="UTF-8" standalone="yes"?>
<Relationships xmlns="http://schemas.openxmlformats.org/package/2006/relationships"><Relationship Id="rId2" Type="http://schemas.openxmlformats.org/officeDocument/2006/relationships/notesSlide" Target="../notesSlides/notesSlide9.xml"/><Relationship Id="rId1" Type="http://schemas.openxmlformats.org/officeDocument/2006/relationships/slideLayout" Target="../slideLayouts/slideLayout2.xml"/></Relationships>
</file>

<file path=ppt/slides/_rels/slide11.xml.rels><?xml version="1.0" encoding="UTF-8" standalone="yes"?>
<Relationships xmlns="http://schemas.openxmlformats.org/package/2006/relationships"><Relationship Id="rId2" Type="http://schemas.openxmlformats.org/officeDocument/2006/relationships/notesSlide" Target="../notesSlides/notesSlide10.xml"/><Relationship Id="rId1" Type="http://schemas.openxmlformats.org/officeDocument/2006/relationships/slideLayout" Target="../slideLayouts/slideLayout2.xml"/></Relationships>
</file>

<file path=ppt/slides/_rels/slide12.xml.rels><?xml version="1.0" encoding="UTF-8" standalone="yes"?>
<Relationships xmlns="http://schemas.openxmlformats.org/package/2006/relationships"><Relationship Id="rId2" Type="http://schemas.openxmlformats.org/officeDocument/2006/relationships/notesSlide" Target="../notesSlides/notesSlide11.xml"/><Relationship Id="rId1" Type="http://schemas.openxmlformats.org/officeDocument/2006/relationships/slideLayout" Target="../slideLayouts/slideLayout2.xml"/></Relationships>
</file>

<file path=ppt/slides/_rels/slide13.xml.rels><?xml version="1.0" encoding="UTF-8" standalone="yes"?>
<Relationships xmlns="http://schemas.openxmlformats.org/package/2006/relationships"><Relationship Id="rId2" Type="http://schemas.openxmlformats.org/officeDocument/2006/relationships/notesSlide" Target="../notesSlides/notesSlide12.xml"/><Relationship Id="rId1" Type="http://schemas.openxmlformats.org/officeDocument/2006/relationships/slideLayout" Target="../slideLayouts/slideLayout2.xml"/></Relationships>
</file>

<file path=ppt/slides/_rels/slide14.xml.rels><?xml version="1.0" encoding="UTF-8" standalone="yes"?>
<Relationships xmlns="http://schemas.openxmlformats.org/package/2006/relationships"><Relationship Id="rId2" Type="http://schemas.openxmlformats.org/officeDocument/2006/relationships/notesSlide" Target="../notesSlides/notesSlide13.xml"/><Relationship Id="rId1" Type="http://schemas.openxmlformats.org/officeDocument/2006/relationships/slideLayout" Target="../slideLayouts/slideLayout2.xml"/></Relationships>
</file>

<file path=ppt/slides/_rels/slide15.xml.rels><?xml version="1.0" encoding="UTF-8" standalone="yes"?>
<Relationships xmlns="http://schemas.openxmlformats.org/package/2006/relationships"><Relationship Id="rId2" Type="http://schemas.openxmlformats.org/officeDocument/2006/relationships/notesSlide" Target="../notesSlides/notesSlide14.xml"/><Relationship Id="rId1" Type="http://schemas.openxmlformats.org/officeDocument/2006/relationships/slideLayout" Target="../slideLayouts/slideLayout2.xml"/></Relationships>
</file>

<file path=ppt/slides/_rels/slide16.xml.rels><?xml version="1.0" encoding="UTF-8" standalone="yes"?>
<Relationships xmlns="http://schemas.openxmlformats.org/package/2006/relationships"><Relationship Id="rId2" Type="http://schemas.openxmlformats.org/officeDocument/2006/relationships/notesSlide" Target="../notesSlides/notesSlide15.xml"/><Relationship Id="rId1" Type="http://schemas.openxmlformats.org/officeDocument/2006/relationships/slideLayout" Target="../slideLayouts/slideLayout2.xml"/></Relationships>
</file>

<file path=ppt/slides/_rels/slide17.xml.rels><?xml version="1.0" encoding="UTF-8" standalone="yes"?>
<Relationships xmlns="http://schemas.openxmlformats.org/package/2006/relationships"><Relationship Id="rId2" Type="http://schemas.openxmlformats.org/officeDocument/2006/relationships/notesSlide" Target="../notesSlides/notesSlide16.xml"/><Relationship Id="rId1" Type="http://schemas.openxmlformats.org/officeDocument/2006/relationships/slideLayout" Target="../slideLayouts/slideLayout2.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9.xml.rels><?xml version="1.0" encoding="UTF-8" standalone="yes"?>
<Relationships xmlns="http://schemas.openxmlformats.org/package/2006/relationships"><Relationship Id="rId2" Type="http://schemas.openxmlformats.org/officeDocument/2006/relationships/notesSlide" Target="../notesSlides/notesSlide17.xml"/><Relationship Id="rId1" Type="http://schemas.openxmlformats.org/officeDocument/2006/relationships/slideLayout" Target="../slideLayouts/slideLayout2.xml"/></Relationships>
</file>

<file path=ppt/slides/_rels/slide20.xml.rels><?xml version="1.0" encoding="UTF-8" standalone="yes"?>
<Relationships xmlns="http://schemas.openxmlformats.org/package/2006/relationships"><Relationship Id="rId2" Type="http://schemas.openxmlformats.org/officeDocument/2006/relationships/notesSlide" Target="../notesSlides/notesSlide18.xml"/><Relationship Id="rId1" Type="http://schemas.openxmlformats.org/officeDocument/2006/relationships/slideLayout" Target="../slideLayouts/slideLayout2.xml"/></Relationships>
</file>

<file path=ppt/slides/_rels/slide21.xml.rels><?xml version="1.0" encoding="UTF-8" standalone="yes"?>
<Relationships xmlns="http://schemas.openxmlformats.org/package/2006/relationships"><Relationship Id="rId2" Type="http://schemas.openxmlformats.org/officeDocument/2006/relationships/notesSlide" Target="../notesSlides/notesSlide19.xml"/><Relationship Id="rId1" Type="http://schemas.openxmlformats.org/officeDocument/2006/relationships/slideLayout" Target="../slideLayouts/slideLayout2.xml"/></Relationships>
</file>

<file path=ppt/slides/_rels/slide22.xml.rels><?xml version="1.0" encoding="UTF-8" standalone="yes"?>
<Relationships xmlns="http://schemas.openxmlformats.org/package/2006/relationships"><Relationship Id="rId2" Type="http://schemas.openxmlformats.org/officeDocument/2006/relationships/notesSlide" Target="../notesSlides/notesSlide20.xml"/><Relationship Id="rId1" Type="http://schemas.openxmlformats.org/officeDocument/2006/relationships/slideLayout" Target="../slideLayouts/slideLayout2.xml"/></Relationships>
</file>

<file path=ppt/slides/_rels/slide23.xml.rels><?xml version="1.0" encoding="UTF-8" standalone="yes"?>
<Relationships xmlns="http://schemas.openxmlformats.org/package/2006/relationships"><Relationship Id="rId2" Type="http://schemas.openxmlformats.org/officeDocument/2006/relationships/notesSlide" Target="../notesSlides/notesSlide21.xml"/><Relationship Id="rId1" Type="http://schemas.openxmlformats.org/officeDocument/2006/relationships/slideLayout" Target="../slideLayouts/slideLayout2.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6.xml.rels><?xml version="1.0" encoding="UTF-8" standalone="yes"?>
<Relationships xmlns="http://schemas.openxmlformats.org/package/2006/relationships"><Relationship Id="rId2" Type="http://schemas.openxmlformats.org/officeDocument/2006/relationships/notesSlide" Target="../notesSlides/notesSlide22.xml"/><Relationship Id="rId1" Type="http://schemas.openxmlformats.org/officeDocument/2006/relationships/slideLayout" Target="../slideLayouts/slideLayout2.xml"/></Relationships>
</file>

<file path=ppt/slides/_rels/slide27.xml.rels><?xml version="1.0" encoding="UTF-8" standalone="yes"?>
<Relationships xmlns="http://schemas.openxmlformats.org/package/2006/relationships"><Relationship Id="rId2" Type="http://schemas.openxmlformats.org/officeDocument/2006/relationships/notesSlide" Target="../notesSlides/notesSlide23.xml"/><Relationship Id="rId1" Type="http://schemas.openxmlformats.org/officeDocument/2006/relationships/slideLayout" Target="../slideLayouts/slideLayout2.xml"/></Relationships>
</file>

<file path=ppt/slides/_rels/slide28.xml.rels><?xml version="1.0" encoding="UTF-8" standalone="yes"?>
<Relationships xmlns="http://schemas.openxmlformats.org/package/2006/relationships"><Relationship Id="rId2" Type="http://schemas.openxmlformats.org/officeDocument/2006/relationships/notesSlide" Target="../notesSlides/notesSlide24.xml"/><Relationship Id="rId1" Type="http://schemas.openxmlformats.org/officeDocument/2006/relationships/slideLayout" Target="../slideLayouts/slideLayout2.xml"/></Relationships>
</file>

<file path=ppt/slides/_rels/slide29.xml.rels><?xml version="1.0" encoding="UTF-8" standalone="yes"?>
<Relationships xmlns="http://schemas.openxmlformats.org/package/2006/relationships"><Relationship Id="rId2" Type="http://schemas.openxmlformats.org/officeDocument/2006/relationships/notesSlide" Target="../notesSlides/notesSlide25.xml"/><Relationship Id="rId1" Type="http://schemas.openxmlformats.org/officeDocument/2006/relationships/slideLayout" Target="../slideLayouts/slideLayout2.xml"/></Relationships>
</file>

<file path=ppt/slides/_rels/slide30.xml.rels><?xml version="1.0" encoding="UTF-8" standalone="yes"?>
<Relationships xmlns="http://schemas.openxmlformats.org/package/2006/relationships"><Relationship Id="rId2" Type="http://schemas.openxmlformats.org/officeDocument/2006/relationships/notesSlide" Target="../notesSlides/notesSlide26.xml"/><Relationship Id="rId1" Type="http://schemas.openxmlformats.org/officeDocument/2006/relationships/slideLayout" Target="../slideLayouts/slideLayout2.xml"/></Relationships>
</file>

<file path=ppt/slides/_rels/slide31.xml.rels><?xml version="1.0" encoding="UTF-8" standalone="yes"?>
<Relationships xmlns="http://schemas.openxmlformats.org/package/2006/relationships"><Relationship Id="rId2" Type="http://schemas.openxmlformats.org/officeDocument/2006/relationships/notesSlide" Target="../notesSlides/notesSlide27.xml"/><Relationship Id="rId1" Type="http://schemas.openxmlformats.org/officeDocument/2006/relationships/slideLayout" Target="../slideLayouts/slideLayout2.xml"/></Relationships>
</file>

<file path=ppt/slides/_rels/slide32.xml.rels><?xml version="1.0" encoding="UTF-8" standalone="yes"?>
<Relationships xmlns="http://schemas.openxmlformats.org/package/2006/relationships"><Relationship Id="rId2" Type="http://schemas.openxmlformats.org/officeDocument/2006/relationships/notesSlide" Target="../notesSlides/notesSlide28.xml"/><Relationship Id="rId1" Type="http://schemas.openxmlformats.org/officeDocument/2006/relationships/slideLayout" Target="../slideLayouts/slideLayout2.xml"/></Relationships>
</file>

<file path=ppt/slides/_rels/slide33.xml.rels><?xml version="1.0" encoding="UTF-8" standalone="yes"?>
<Relationships xmlns="http://schemas.openxmlformats.org/package/2006/relationships"><Relationship Id="rId2" Type="http://schemas.openxmlformats.org/officeDocument/2006/relationships/notesSlide" Target="../notesSlides/notesSlide29.xml"/><Relationship Id="rId1" Type="http://schemas.openxmlformats.org/officeDocument/2006/relationships/slideLayout" Target="../slideLayouts/slideLayout2.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5.xml.rels><?xml version="1.0" encoding="UTF-8" standalone="yes"?>
<Relationships xmlns="http://schemas.openxmlformats.org/package/2006/relationships"><Relationship Id="rId2" Type="http://schemas.openxmlformats.org/officeDocument/2006/relationships/notesSlide" Target="../notesSlides/notesSlide30.xml"/><Relationship Id="rId1" Type="http://schemas.openxmlformats.org/officeDocument/2006/relationships/slideLayout" Target="../slideLayouts/slideLayout2.xml"/></Relationships>
</file>

<file path=ppt/slides/_rels/slide36.xml.rels><?xml version="1.0" encoding="UTF-8" standalone="yes"?>
<Relationships xmlns="http://schemas.openxmlformats.org/package/2006/relationships"><Relationship Id="rId2" Type="http://schemas.openxmlformats.org/officeDocument/2006/relationships/notesSlide" Target="../notesSlides/notesSlide31.xml"/><Relationship Id="rId1" Type="http://schemas.openxmlformats.org/officeDocument/2006/relationships/slideLayout" Target="../slideLayouts/slideLayout2.xml"/></Relationships>
</file>

<file path=ppt/slides/_rels/slide37.xml.rels><?xml version="1.0" encoding="UTF-8" standalone="yes"?>
<Relationships xmlns="http://schemas.openxmlformats.org/package/2006/relationships"><Relationship Id="rId2" Type="http://schemas.openxmlformats.org/officeDocument/2006/relationships/notesSlide" Target="../notesSlides/notesSlide32.xml"/><Relationship Id="rId1" Type="http://schemas.openxmlformats.org/officeDocument/2006/relationships/slideLayout" Target="../slideLayouts/slideLayout2.xml"/></Relationships>
</file>

<file path=ppt/slides/_rels/slide38.xml.rels><?xml version="1.0" encoding="UTF-8" standalone="yes"?>
<Relationships xmlns="http://schemas.openxmlformats.org/package/2006/relationships"><Relationship Id="rId2" Type="http://schemas.openxmlformats.org/officeDocument/2006/relationships/notesSlide" Target="../notesSlides/notesSlide33.xml"/><Relationship Id="rId1" Type="http://schemas.openxmlformats.org/officeDocument/2006/relationships/slideLayout" Target="../slideLayouts/slideLayout2.xml"/></Relationships>
</file>

<file path=ppt/slides/_rels/slide39.xml.rels><?xml version="1.0" encoding="UTF-8" standalone="yes"?>
<Relationships xmlns="http://schemas.openxmlformats.org/package/2006/relationships"><Relationship Id="rId2" Type="http://schemas.openxmlformats.org/officeDocument/2006/relationships/notesSlide" Target="../notesSlides/notesSlide34.xml"/><Relationship Id="rId1" Type="http://schemas.openxmlformats.org/officeDocument/2006/relationships/slideLayout" Target="../slideLayouts/slideLayout2.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1.xml.rels><?xml version="1.0" encoding="UTF-8" standalone="yes"?>
<Relationships xmlns="http://schemas.openxmlformats.org/package/2006/relationships"><Relationship Id="rId2" Type="http://schemas.openxmlformats.org/officeDocument/2006/relationships/notesSlide" Target="../notesSlides/notesSlide35.xml"/><Relationship Id="rId1" Type="http://schemas.openxmlformats.org/officeDocument/2006/relationships/slideLayout" Target="../slideLayouts/slideLayout2.xml"/></Relationships>
</file>

<file path=ppt/slides/_rels/slide42.xml.rels><?xml version="1.0" encoding="UTF-8" standalone="yes"?>
<Relationships xmlns="http://schemas.openxmlformats.org/package/2006/relationships"><Relationship Id="rId2" Type="http://schemas.openxmlformats.org/officeDocument/2006/relationships/notesSlide" Target="../notesSlides/notesSlide36.xml"/><Relationship Id="rId1" Type="http://schemas.openxmlformats.org/officeDocument/2006/relationships/slideLayout" Target="../slideLayouts/slideLayout2.xml"/></Relationships>
</file>

<file path=ppt/slides/_rels/slide43.xml.rels><?xml version="1.0" encoding="UTF-8" standalone="yes"?>
<Relationships xmlns="http://schemas.openxmlformats.org/package/2006/relationships"><Relationship Id="rId2" Type="http://schemas.openxmlformats.org/officeDocument/2006/relationships/notesSlide" Target="../notesSlides/notesSlide37.xml"/><Relationship Id="rId1" Type="http://schemas.openxmlformats.org/officeDocument/2006/relationships/slideLayout" Target="../slideLayouts/slideLayout2.xml"/></Relationships>
</file>

<file path=ppt/slides/_rels/slide44.xml.rels><?xml version="1.0" encoding="UTF-8" standalone="yes"?>
<Relationships xmlns="http://schemas.openxmlformats.org/package/2006/relationships"><Relationship Id="rId2" Type="http://schemas.openxmlformats.org/officeDocument/2006/relationships/notesSlide" Target="../notesSlides/notesSlide38.xml"/><Relationship Id="rId1" Type="http://schemas.openxmlformats.org/officeDocument/2006/relationships/slideLayout" Target="../slideLayouts/slideLayout2.xml"/></Relationships>
</file>

<file path=ppt/slides/_rels/slide45.xml.rels><?xml version="1.0" encoding="UTF-8" standalone="yes"?>
<Relationships xmlns="http://schemas.openxmlformats.org/package/2006/relationships"><Relationship Id="rId2" Type="http://schemas.openxmlformats.org/officeDocument/2006/relationships/notesSlide" Target="../notesSlides/notesSlide39.xml"/><Relationship Id="rId1" Type="http://schemas.openxmlformats.org/officeDocument/2006/relationships/slideLayout" Target="../slideLayouts/slideLayout2.xml"/></Relationships>
</file>

<file path=ppt/slides/_rels/slide46.xml.rels><?xml version="1.0" encoding="UTF-8" standalone="yes"?>
<Relationships xmlns="http://schemas.openxmlformats.org/package/2006/relationships"><Relationship Id="rId2" Type="http://schemas.openxmlformats.org/officeDocument/2006/relationships/notesSlide" Target="../notesSlides/notesSlide40.xml"/><Relationship Id="rId1" Type="http://schemas.openxmlformats.org/officeDocument/2006/relationships/slideLayout" Target="../slideLayouts/slideLayout2.xml"/></Relationships>
</file>

<file path=ppt/slides/_rels/slide47.xml.rels><?xml version="1.0" encoding="UTF-8" standalone="yes"?>
<Relationships xmlns="http://schemas.openxmlformats.org/package/2006/relationships"><Relationship Id="rId2" Type="http://schemas.openxmlformats.org/officeDocument/2006/relationships/notesSlide" Target="../notesSlides/notesSlide41.xml"/><Relationship Id="rId1" Type="http://schemas.openxmlformats.org/officeDocument/2006/relationships/slideLayout" Target="../slideLayouts/slideLayout2.xml"/></Relationships>
</file>

<file path=ppt/slides/_rels/slide48.xml.rels><?xml version="1.0" encoding="UTF-8" standalone="yes"?>
<Relationships xmlns="http://schemas.openxmlformats.org/package/2006/relationships"><Relationship Id="rId2" Type="http://schemas.openxmlformats.org/officeDocument/2006/relationships/notesSlide" Target="../notesSlides/notesSlide42.xml"/><Relationship Id="rId1" Type="http://schemas.openxmlformats.org/officeDocument/2006/relationships/slideLayout" Target="../slideLayouts/slideLayout2.xml"/></Relationships>
</file>

<file path=ppt/slides/_rels/slide49.xml.rels><?xml version="1.0" encoding="UTF-8" standalone="yes"?>
<Relationships xmlns="http://schemas.openxmlformats.org/package/2006/relationships"><Relationship Id="rId2" Type="http://schemas.openxmlformats.org/officeDocument/2006/relationships/notesSlide" Target="../notesSlides/notesSlide43.xml"/><Relationship Id="rId1" Type="http://schemas.openxmlformats.org/officeDocument/2006/relationships/slideLayout" Target="../slideLayouts/slideLayout2.xml"/></Relationships>
</file>

<file path=ppt/slides/_rels/slide50.xml.rels><?xml version="1.0" encoding="UTF-8" standalone="yes"?>
<Relationships xmlns="http://schemas.openxmlformats.org/package/2006/relationships"><Relationship Id="rId2" Type="http://schemas.openxmlformats.org/officeDocument/2006/relationships/notesSlide" Target="../notesSlides/notesSlide44.xml"/><Relationship Id="rId1" Type="http://schemas.openxmlformats.org/officeDocument/2006/relationships/slideLayout" Target="../slideLayouts/slideLayout2.xml"/></Relationships>
</file>

<file path=ppt/slides/_rels/slide51.xml.rels><?xml version="1.0" encoding="UTF-8" standalone="yes"?>
<Relationships xmlns="http://schemas.openxmlformats.org/package/2006/relationships"><Relationship Id="rId2" Type="http://schemas.openxmlformats.org/officeDocument/2006/relationships/notesSlide" Target="../notesSlides/notesSlide45.xml"/><Relationship Id="rId1" Type="http://schemas.openxmlformats.org/officeDocument/2006/relationships/slideLayout" Target="../slideLayouts/slideLayout2.xml"/></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3.xml.rels><?xml version="1.0" encoding="UTF-8" standalone="yes"?>
<Relationships xmlns="http://schemas.openxmlformats.org/package/2006/relationships"><Relationship Id="rId2" Type="http://schemas.openxmlformats.org/officeDocument/2006/relationships/notesSlide" Target="../notesSlides/notesSlide46.xml"/><Relationship Id="rId1" Type="http://schemas.openxmlformats.org/officeDocument/2006/relationships/slideLayout" Target="../slideLayouts/slideLayout2.xml"/></Relationships>
</file>

<file path=ppt/slides/_rels/slide54.xml.rels><?xml version="1.0" encoding="UTF-8" standalone="yes"?>
<Relationships xmlns="http://schemas.openxmlformats.org/package/2006/relationships"><Relationship Id="rId2" Type="http://schemas.openxmlformats.org/officeDocument/2006/relationships/notesSlide" Target="../notesSlides/notesSlide47.xml"/><Relationship Id="rId1" Type="http://schemas.openxmlformats.org/officeDocument/2006/relationships/slideLayout" Target="../slideLayouts/slideLayout2.xml"/></Relationships>
</file>

<file path=ppt/slides/_rels/slide55.xml.rels><?xml version="1.0" encoding="UTF-8" standalone="yes"?>
<Relationships xmlns="http://schemas.openxmlformats.org/package/2006/relationships"><Relationship Id="rId2" Type="http://schemas.openxmlformats.org/officeDocument/2006/relationships/notesSlide" Target="../notesSlides/notesSlide48.xml"/><Relationship Id="rId1" Type="http://schemas.openxmlformats.org/officeDocument/2006/relationships/slideLayout" Target="../slideLayouts/slideLayout2.xml"/></Relationships>
</file>

<file path=ppt/slides/_rels/slide56.xml.rels><?xml version="1.0" encoding="UTF-8" standalone="yes"?>
<Relationships xmlns="http://schemas.openxmlformats.org/package/2006/relationships"><Relationship Id="rId2" Type="http://schemas.openxmlformats.org/officeDocument/2006/relationships/notesSlide" Target="../notesSlides/notesSlide49.xml"/><Relationship Id="rId1" Type="http://schemas.openxmlformats.org/officeDocument/2006/relationships/slideLayout" Target="../slideLayouts/slideLayout2.xml"/></Relationships>
</file>

<file path=ppt/slides/_rels/slide57.xml.rels><?xml version="1.0" encoding="UTF-8" standalone="yes"?>
<Relationships xmlns="http://schemas.openxmlformats.org/package/2006/relationships"><Relationship Id="rId2" Type="http://schemas.openxmlformats.org/officeDocument/2006/relationships/notesSlide" Target="../notesSlides/notesSlide50.xml"/><Relationship Id="rId1" Type="http://schemas.openxmlformats.org/officeDocument/2006/relationships/slideLayout" Target="../slideLayouts/slideLayout2.xml"/></Relationships>
</file>

<file path=ppt/slides/_rels/slide58.xml.rels><?xml version="1.0" encoding="UTF-8" standalone="yes"?>
<Relationships xmlns="http://schemas.openxmlformats.org/package/2006/relationships"><Relationship Id="rId2" Type="http://schemas.openxmlformats.org/officeDocument/2006/relationships/notesSlide" Target="../notesSlides/notesSlide51.xml"/><Relationship Id="rId1" Type="http://schemas.openxmlformats.org/officeDocument/2006/relationships/slideLayout" Target="../slideLayouts/slideLayout5.xml"/></Relationships>
</file>

<file path=ppt/slides/_rels/slide59.xml.rels><?xml version="1.0" encoding="UTF-8" standalone="yes"?>
<Relationships xmlns="http://schemas.openxmlformats.org/package/2006/relationships"><Relationship Id="rId2" Type="http://schemas.openxmlformats.org/officeDocument/2006/relationships/notesSlide" Target="../notesSlides/notesSlide52.xml"/><Relationship Id="rId1" Type="http://schemas.openxmlformats.org/officeDocument/2006/relationships/slideLayout" Target="../slideLayouts/slideLayout5.xml"/></Relationships>
</file>

<file path=ppt/slides/_rels/slide60.xml.rels><?xml version="1.0" encoding="UTF-8" standalone="yes"?>
<Relationships xmlns="http://schemas.openxmlformats.org/package/2006/relationships"><Relationship Id="rId2" Type="http://schemas.openxmlformats.org/officeDocument/2006/relationships/notesSlide" Target="../notesSlides/notesSlide53.xml"/><Relationship Id="rId1" Type="http://schemas.openxmlformats.org/officeDocument/2006/relationships/slideLayout" Target="../slideLayouts/slideLayout6.xml"/></Relationships>
</file>

<file path=ppt/slides/_rels/slide61.xml.rels><?xml version="1.0" encoding="UTF-8" standalone="yes"?>
<Relationships xmlns="http://schemas.openxmlformats.org/package/2006/relationships"><Relationship Id="rId2" Type="http://schemas.openxmlformats.org/officeDocument/2006/relationships/notesSlide" Target="../notesSlides/notesSlide54.xml"/><Relationship Id="rId1" Type="http://schemas.openxmlformats.org/officeDocument/2006/relationships/slideLayout" Target="../slideLayouts/slideLayout6.xml"/></Relationships>
</file>

<file path=ppt/slides/_rels/slide62.xml.rels><?xml version="1.0" encoding="UTF-8" standalone="yes"?>
<Relationships xmlns="http://schemas.openxmlformats.org/package/2006/relationships"><Relationship Id="rId2" Type="http://schemas.openxmlformats.org/officeDocument/2006/relationships/notesSlide" Target="../notesSlides/notesSlide55.xml"/><Relationship Id="rId1" Type="http://schemas.openxmlformats.org/officeDocument/2006/relationships/slideLayout" Target="../slideLayouts/slideLayout6.xml"/></Relationships>
</file>

<file path=ppt/slides/_rels/slide63.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6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5.xml.rels><?xml version="1.0" encoding="UTF-8" standalone="yes"?>
<Relationships xmlns="http://schemas.openxmlformats.org/package/2006/relationships"><Relationship Id="rId2" Type="http://schemas.openxmlformats.org/officeDocument/2006/relationships/notesSlide" Target="../notesSlides/notesSlide56.xml"/><Relationship Id="rId1" Type="http://schemas.openxmlformats.org/officeDocument/2006/relationships/slideLayout" Target="../slideLayouts/slideLayout2.xml"/></Relationships>
</file>

<file path=ppt/slides/_rels/slide66.xml.rels><?xml version="1.0" encoding="UTF-8" standalone="yes"?>
<Relationships xmlns="http://schemas.openxmlformats.org/package/2006/relationships"><Relationship Id="rId2" Type="http://schemas.openxmlformats.org/officeDocument/2006/relationships/notesSlide" Target="../notesSlides/notesSlide57.xml"/><Relationship Id="rId1" Type="http://schemas.openxmlformats.org/officeDocument/2006/relationships/slideLayout" Target="../slideLayouts/slideLayout2.xml"/></Relationships>
</file>

<file path=ppt/slides/_rels/slide67.xml.rels><?xml version="1.0" encoding="UTF-8" standalone="yes"?>
<Relationships xmlns="http://schemas.openxmlformats.org/package/2006/relationships"><Relationship Id="rId2" Type="http://schemas.openxmlformats.org/officeDocument/2006/relationships/notesSlide" Target="../notesSlides/notesSlide58.xml"/><Relationship Id="rId1" Type="http://schemas.openxmlformats.org/officeDocument/2006/relationships/slideLayout" Target="../slideLayouts/slideLayout2.xml"/></Relationships>
</file>

<file path=ppt/slides/_rels/slide68.xml.rels><?xml version="1.0" encoding="UTF-8" standalone="yes"?>
<Relationships xmlns="http://schemas.openxmlformats.org/package/2006/relationships"><Relationship Id="rId2" Type="http://schemas.openxmlformats.org/officeDocument/2006/relationships/notesSlide" Target="../notesSlides/notesSlide59.xml"/><Relationship Id="rId1" Type="http://schemas.openxmlformats.org/officeDocument/2006/relationships/slideLayout" Target="../slideLayouts/slideLayout2.xml"/></Relationships>
</file>

<file path=ppt/slides/_rels/slide69.xml.rels><?xml version="1.0" encoding="UTF-8" standalone="yes"?>
<Relationships xmlns="http://schemas.openxmlformats.org/package/2006/relationships"><Relationship Id="rId2" Type="http://schemas.openxmlformats.org/officeDocument/2006/relationships/notesSlide" Target="../notesSlides/notesSlide60.xml"/><Relationship Id="rId1" Type="http://schemas.openxmlformats.org/officeDocument/2006/relationships/slideLayout" Target="../slideLayouts/slideLayout2.xml"/></Relationships>
</file>

<file path=ppt/slides/_rels/slide70.xml.rels><?xml version="1.0" encoding="UTF-8" standalone="yes"?>
<Relationships xmlns="http://schemas.openxmlformats.org/package/2006/relationships"><Relationship Id="rId2" Type="http://schemas.openxmlformats.org/officeDocument/2006/relationships/notesSlide" Target="../notesSlides/notesSlide61.xml"/><Relationship Id="rId1" Type="http://schemas.openxmlformats.org/officeDocument/2006/relationships/slideLayout" Target="../slideLayouts/slideLayout2.xml"/></Relationships>
</file>

<file path=ppt/slides/_rels/slide71.xml.rels><?xml version="1.0" encoding="UTF-8" standalone="yes"?>
<Relationships xmlns="http://schemas.openxmlformats.org/package/2006/relationships"><Relationship Id="rId2" Type="http://schemas.openxmlformats.org/officeDocument/2006/relationships/notesSlide" Target="../notesSlides/notesSlide62.xml"/><Relationship Id="rId1" Type="http://schemas.openxmlformats.org/officeDocument/2006/relationships/slideLayout" Target="../slideLayouts/slideLayout2.xml"/></Relationships>
</file>

<file path=ppt/slides/_rels/slide72.xml.rels><?xml version="1.0" encoding="UTF-8" standalone="yes"?>
<Relationships xmlns="http://schemas.openxmlformats.org/package/2006/relationships"><Relationship Id="rId2" Type="http://schemas.openxmlformats.org/officeDocument/2006/relationships/notesSlide" Target="../notesSlides/notesSlide63.xml"/><Relationship Id="rId1" Type="http://schemas.openxmlformats.org/officeDocument/2006/relationships/slideLayout" Target="../slideLayouts/slideLayout2.xml"/></Relationships>
</file>

<file path=ppt/slides/_rels/slide73.xml.rels><?xml version="1.0" encoding="UTF-8" standalone="yes"?>
<Relationships xmlns="http://schemas.openxmlformats.org/package/2006/relationships"><Relationship Id="rId2" Type="http://schemas.openxmlformats.org/officeDocument/2006/relationships/notesSlide" Target="../notesSlides/notesSlide64.xml"/><Relationship Id="rId1" Type="http://schemas.openxmlformats.org/officeDocument/2006/relationships/slideLayout" Target="../slideLayouts/slideLayout5.xml"/></Relationships>
</file>

<file path=ppt/slides/_rels/slide74.xml.rels><?xml version="1.0" encoding="UTF-8" standalone="yes"?>
<Relationships xmlns="http://schemas.openxmlformats.org/package/2006/relationships"><Relationship Id="rId2" Type="http://schemas.openxmlformats.org/officeDocument/2006/relationships/notesSlide" Target="../notesSlides/notesSlide65.xml"/><Relationship Id="rId1" Type="http://schemas.openxmlformats.org/officeDocument/2006/relationships/slideLayout" Target="../slideLayouts/slideLayout5.xml"/></Relationships>
</file>

<file path=ppt/slides/_rels/slide75.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76.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77.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78.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7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80.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81.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82.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83.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84.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85.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8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87.xml.rels><?xml version="1.0" encoding="UTF-8" standalone="yes"?>
<Relationships xmlns="http://schemas.openxmlformats.org/package/2006/relationships"><Relationship Id="rId2" Type="http://schemas.openxmlformats.org/officeDocument/2006/relationships/notesSlide" Target="../notesSlides/notesSlide66.xml"/><Relationship Id="rId1" Type="http://schemas.openxmlformats.org/officeDocument/2006/relationships/slideLayout" Target="../slideLayouts/slideLayout4.xml"/></Relationships>
</file>

<file path=ppt/slides/_rels/slide88.xml.rels><?xml version="1.0" encoding="UTF-8" standalone="yes"?>
<Relationships xmlns="http://schemas.openxmlformats.org/package/2006/relationships"><Relationship Id="rId2" Type="http://schemas.openxmlformats.org/officeDocument/2006/relationships/notesSlide" Target="../notesSlides/notesSlide67.xml"/><Relationship Id="rId1" Type="http://schemas.openxmlformats.org/officeDocument/2006/relationships/slideLayout" Target="../slideLayouts/slideLayout4.xml"/></Relationships>
</file>

<file path=ppt/slides/_rels/slide89.xml.rels><?xml version="1.0" encoding="UTF-8" standalone="yes"?>
<Relationships xmlns="http://schemas.openxmlformats.org/package/2006/relationships"><Relationship Id="rId2" Type="http://schemas.openxmlformats.org/officeDocument/2006/relationships/notesSlide" Target="../notesSlides/notesSlide68.xml"/><Relationship Id="rId1" Type="http://schemas.openxmlformats.org/officeDocument/2006/relationships/slideLayout" Target="../slideLayouts/slideLayout6.xml"/></Relationships>
</file>

<file path=ppt/slides/_rels/slide90.xml.rels><?xml version="1.0" encoding="UTF-8" standalone="yes"?>
<Relationships xmlns="http://schemas.openxmlformats.org/package/2006/relationships"><Relationship Id="rId2" Type="http://schemas.openxmlformats.org/officeDocument/2006/relationships/notesSlide" Target="../notesSlides/notesSlide69.xml"/><Relationship Id="rId1" Type="http://schemas.openxmlformats.org/officeDocument/2006/relationships/slideLayout" Target="../slideLayouts/slideLayout6.xml"/></Relationships>
</file>

<file path=ppt/slides/_rels/slide91.xml.rels><?xml version="1.0" encoding="UTF-8" standalone="yes"?>
<Relationships xmlns="http://schemas.openxmlformats.org/package/2006/relationships"><Relationship Id="rId2" Type="http://schemas.openxmlformats.org/officeDocument/2006/relationships/notesSlide" Target="../notesSlides/notesSlide70.xml"/><Relationship Id="rId1" Type="http://schemas.openxmlformats.org/officeDocument/2006/relationships/slideLayout" Target="../slideLayouts/slideLayout6.xml"/></Relationships>
</file>

<file path=ppt/slides/_rels/slide92.xml.rels><?xml version="1.0" encoding="UTF-8" standalone="yes"?>
<Relationships xmlns="http://schemas.openxmlformats.org/package/2006/relationships"><Relationship Id="rId2" Type="http://schemas.openxmlformats.org/officeDocument/2006/relationships/notesSlide" Target="../notesSlides/notesSlide71.xml"/><Relationship Id="rId1" Type="http://schemas.openxmlformats.org/officeDocument/2006/relationships/slideLayout" Target="../slideLayouts/slideLayout6.xml"/></Relationships>
</file>

<file path=ppt/slides/_rels/slide93.xml.rels><?xml version="1.0" encoding="UTF-8" standalone="yes"?>
<Relationships xmlns="http://schemas.openxmlformats.org/package/2006/relationships"><Relationship Id="rId2" Type="http://schemas.openxmlformats.org/officeDocument/2006/relationships/notesSlide" Target="../notesSlides/notesSlide72.xml"/><Relationship Id="rId1" Type="http://schemas.openxmlformats.org/officeDocument/2006/relationships/slideLayout" Target="../slideLayouts/slideLayout6.xml"/></Relationships>
</file>

<file path=ppt/slides/_rels/slide94.xml.rels><?xml version="1.0" encoding="UTF-8" standalone="yes"?>
<Relationships xmlns="http://schemas.openxmlformats.org/package/2006/relationships"><Relationship Id="rId2" Type="http://schemas.openxmlformats.org/officeDocument/2006/relationships/notesSlide" Target="../notesSlides/notesSlide73.xml"/><Relationship Id="rId1" Type="http://schemas.openxmlformats.org/officeDocument/2006/relationships/slideLayout" Target="../slideLayouts/slideLayout6.xml"/></Relationships>
</file>

<file path=ppt/slides/_rels/slide95.xml.rels><?xml version="1.0" encoding="UTF-8" standalone="yes"?>
<Relationships xmlns="http://schemas.openxmlformats.org/package/2006/relationships"><Relationship Id="rId2" Type="http://schemas.openxmlformats.org/officeDocument/2006/relationships/notesSlide" Target="../notesSlides/notesSlide74.xml"/><Relationship Id="rId1" Type="http://schemas.openxmlformats.org/officeDocument/2006/relationships/slideLayout" Target="../slideLayouts/slideLayout6.xml"/></Relationships>
</file>

<file path=ppt/slides/_rels/slide96.xml.rels><?xml version="1.0" encoding="UTF-8" standalone="yes"?>
<Relationships xmlns="http://schemas.openxmlformats.org/package/2006/relationships"><Relationship Id="rId2" Type="http://schemas.openxmlformats.org/officeDocument/2006/relationships/notesSlide" Target="../notesSlides/notesSlide75.xml"/><Relationship Id="rId1" Type="http://schemas.openxmlformats.org/officeDocument/2006/relationships/slideLayout" Target="../slideLayouts/slideLayout6.xml"/></Relationships>
</file>

<file path=ppt/slides/_rels/slide97.xml.rels><?xml version="1.0" encoding="UTF-8" standalone="yes"?>
<Relationships xmlns="http://schemas.openxmlformats.org/package/2006/relationships"><Relationship Id="rId2" Type="http://schemas.openxmlformats.org/officeDocument/2006/relationships/notesSlide" Target="../notesSlides/notesSlide76.xml"/><Relationship Id="rId1" Type="http://schemas.openxmlformats.org/officeDocument/2006/relationships/slideLayout" Target="../slideLayouts/slideLayout6.xml"/></Relationships>
</file>

<file path=ppt/slides/_rels/slide98.xml.rels><?xml version="1.0" encoding="UTF-8" standalone="yes"?>
<Relationships xmlns="http://schemas.openxmlformats.org/package/2006/relationships"><Relationship Id="rId2" Type="http://schemas.openxmlformats.org/officeDocument/2006/relationships/notesSlide" Target="../notesSlides/notesSlide77.xml"/><Relationship Id="rId1" Type="http://schemas.openxmlformats.org/officeDocument/2006/relationships/slideLayout" Target="../slideLayouts/slideLayout6.xml"/></Relationships>
</file>

<file path=ppt/slides/_rels/slide9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00.xml.rels><?xml version="1.0" encoding="UTF-8" standalone="yes"?>
<Relationships xmlns="http://schemas.openxmlformats.org/package/2006/relationships"><Relationship Id="rId2" Type="http://schemas.openxmlformats.org/officeDocument/2006/relationships/notesSlide" Target="../notesSlides/notesSlide78.xml"/><Relationship Id="rId1" Type="http://schemas.openxmlformats.org/officeDocument/2006/relationships/slideLayout" Target="../slideLayouts/slideLayout5.xml"/></Relationships>
</file>

<file path=ppt/slides/_rels/slide101.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102.xml.rels><?xml version="1.0" encoding="UTF-8" standalone="yes"?>
<Relationships xmlns="http://schemas.openxmlformats.org/package/2006/relationships"><Relationship Id="rId2" Type="http://schemas.openxmlformats.org/officeDocument/2006/relationships/notesSlide" Target="../notesSlides/notesSlide79.xml"/><Relationship Id="rId1" Type="http://schemas.openxmlformats.org/officeDocument/2006/relationships/slideLayout" Target="../slideLayouts/slideLayout7.xml"/></Relationships>
</file>

<file path=ppt/slides/_rels/slide103.xml.rels><?xml version="1.0" encoding="UTF-8" standalone="yes"?>
<Relationships xmlns="http://schemas.openxmlformats.org/package/2006/relationships"><Relationship Id="rId2" Type="http://schemas.openxmlformats.org/officeDocument/2006/relationships/notesSlide" Target="../notesSlides/notesSlide80.xml"/><Relationship Id="rId1" Type="http://schemas.openxmlformats.org/officeDocument/2006/relationships/slideLayout" Target="../slideLayouts/slideLayout7.xml"/></Relationships>
</file>

<file path=ppt/slides/_rels/slide10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0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0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0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0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0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p:txBody>
          <a:bodyPr/>
          <a:lstStyle/>
          <a:p>
            <a:r>
              <a:rPr lang="en-GB" dirty="0"/>
              <a:t>Higher Computing Science</a:t>
            </a:r>
          </a:p>
        </p:txBody>
      </p:sp>
      <p:sp>
        <p:nvSpPr>
          <p:cNvPr id="3" name="Subtitle 2"/>
          <p:cNvSpPr>
            <a:spLocks noGrp="1"/>
          </p:cNvSpPr>
          <p:nvPr>
            <p:ph type="subTitle" idx="1"/>
          </p:nvPr>
        </p:nvSpPr>
        <p:spPr/>
        <p:txBody>
          <a:bodyPr/>
          <a:lstStyle/>
          <a:p>
            <a:endParaRPr lang="en-GB" dirty="0"/>
          </a:p>
        </p:txBody>
      </p:sp>
    </p:spTree>
    <p:extLst>
      <p:ext uri="{BB962C8B-B14F-4D97-AF65-F5344CB8AC3E}">
        <p14:creationId xmlns:p14="http://schemas.microsoft.com/office/powerpoint/2010/main" val="1397375078"/>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GB"/>
              <a:t>Plan</a:t>
            </a:r>
          </a:p>
        </p:txBody>
      </p:sp>
      <p:graphicFrame>
        <p:nvGraphicFramePr>
          <p:cNvPr id="5" name="Content Placeholder 4"/>
          <p:cNvGraphicFramePr>
            <a:graphicFrameLocks noGrp="1"/>
          </p:cNvGraphicFramePr>
          <p:nvPr>
            <p:ph idx="1"/>
          </p:nvPr>
        </p:nvGraphicFramePr>
        <p:xfrm>
          <a:off x="2042160" y="1825625"/>
          <a:ext cx="8107680" cy="4351338"/>
        </p:xfrm>
        <a:graphic>
          <a:graphicData uri="http://schemas.openxmlformats.org/drawingml/2006/diagram">
            <dgm:relIds xmlns:dgm="http://schemas.openxmlformats.org/drawingml/2006/diagram" xmlns:r="http://schemas.openxmlformats.org/officeDocument/2006/relationships" r:dm="rId3" r:lo="rId4" r:qs="rId5" r:cs="rId6"/>
          </a:graphicData>
        </a:graphic>
      </p:graphicFrame>
      <p:cxnSp>
        <p:nvCxnSpPr>
          <p:cNvPr id="4" name="Straight Arrow Connector 3"/>
          <p:cNvCxnSpPr/>
          <p:nvPr/>
        </p:nvCxnSpPr>
        <p:spPr>
          <a:xfrm>
            <a:off x="762000" y="2978224"/>
            <a:ext cx="1080000" cy="0"/>
          </a:xfrm>
          <a:prstGeom prst="straightConnector1">
            <a:avLst/>
          </a:prstGeom>
          <a:ln w="76200">
            <a:solidFill>
              <a:srgbClr val="FF0000"/>
            </a:solidFill>
            <a:headEnd type="none" w="med" len="med"/>
            <a:tailEnd type="triangle" w="med" len="med"/>
          </a:ln>
        </p:spPr>
        <p:style>
          <a:lnRef idx="1">
            <a:schemeClr val="accent1"/>
          </a:lnRef>
          <a:fillRef idx="0">
            <a:schemeClr val="accent1"/>
          </a:fillRef>
          <a:effectRef idx="0">
            <a:schemeClr val="accent1"/>
          </a:effectRef>
          <a:fontRef idx="minor">
            <a:schemeClr val="tx1"/>
          </a:fontRef>
        </p:style>
      </p:cxnSp>
      <p:cxnSp>
        <p:nvCxnSpPr>
          <p:cNvPr id="6" name="Straight Arrow Connector 5"/>
          <p:cNvCxnSpPr/>
          <p:nvPr/>
        </p:nvCxnSpPr>
        <p:spPr>
          <a:xfrm flipH="1">
            <a:off x="10393680" y="2978224"/>
            <a:ext cx="1080000" cy="0"/>
          </a:xfrm>
          <a:prstGeom prst="straightConnector1">
            <a:avLst/>
          </a:prstGeom>
          <a:ln w="76200">
            <a:solidFill>
              <a:srgbClr val="FF0000"/>
            </a:solidFill>
            <a:headEnd type="none" w="med" len="med"/>
            <a:tailEnd type="triangle" w="med" len="med"/>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3688620620"/>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5">
                                            <p:graphicEl>
                                              <a:dgm id="{DFA48299-B840-4714-A5F6-769C74D74113}"/>
                                            </p:graphicEl>
                                          </p:spTgt>
                                        </p:tgtEl>
                                        <p:attrNameLst>
                                          <p:attrName>style.visibility</p:attrName>
                                        </p:attrNameLst>
                                      </p:cBhvr>
                                      <p:to>
                                        <p:strVal val="visible"/>
                                      </p:to>
                                    </p:set>
                                    <p:animEffect transition="in" filter="wipe(left)">
                                      <p:cBhvr>
                                        <p:cTn id="7" dur="500"/>
                                        <p:tgtEl>
                                          <p:spTgt spid="5">
                                            <p:graphicEl>
                                              <a:dgm id="{DFA48299-B840-4714-A5F6-769C74D74113}"/>
                                            </p:graphicEl>
                                          </p:spTgt>
                                        </p:tgtEl>
                                      </p:cBhvr>
                                    </p:animEffect>
                                  </p:childTnLst>
                                </p:cTn>
                              </p:par>
                            </p:childTnLst>
                          </p:cTn>
                        </p:par>
                        <p:par>
                          <p:cTn id="8" fill="hold">
                            <p:stCondLst>
                              <p:cond delay="500"/>
                            </p:stCondLst>
                            <p:childTnLst>
                              <p:par>
                                <p:cTn id="9" presetID="22" presetClass="entr" presetSubtype="8" fill="hold" grpId="0" nodeType="afterEffect">
                                  <p:stCondLst>
                                    <p:cond delay="0"/>
                                  </p:stCondLst>
                                  <p:childTnLst>
                                    <p:set>
                                      <p:cBhvr>
                                        <p:cTn id="10" dur="1" fill="hold">
                                          <p:stCondLst>
                                            <p:cond delay="0"/>
                                          </p:stCondLst>
                                        </p:cTn>
                                        <p:tgtEl>
                                          <p:spTgt spid="5">
                                            <p:graphicEl>
                                              <a:dgm id="{19C32B8D-512E-49A1-A0E6-109384C61E4D}"/>
                                            </p:graphicEl>
                                          </p:spTgt>
                                        </p:tgtEl>
                                        <p:attrNameLst>
                                          <p:attrName>style.visibility</p:attrName>
                                        </p:attrNameLst>
                                      </p:cBhvr>
                                      <p:to>
                                        <p:strVal val="visible"/>
                                      </p:to>
                                    </p:set>
                                    <p:animEffect transition="in" filter="wipe(left)">
                                      <p:cBhvr>
                                        <p:cTn id="11" dur="2000"/>
                                        <p:tgtEl>
                                          <p:spTgt spid="5">
                                            <p:graphicEl>
                                              <a:dgm id="{19C32B8D-512E-49A1-A0E6-109384C61E4D}"/>
                                            </p:graphicEl>
                                          </p:spTgt>
                                        </p:tgtEl>
                                      </p:cBhvr>
                                    </p:animEffect>
                                  </p:childTnLst>
                                </p:cTn>
                              </p:par>
                            </p:childTnLst>
                          </p:cTn>
                        </p:par>
                      </p:childTnLst>
                    </p:cTn>
                  </p:par>
                  <p:par>
                    <p:cTn id="12" fill="hold">
                      <p:stCondLst>
                        <p:cond delay="indefinite"/>
                      </p:stCondLst>
                      <p:childTnLst>
                        <p:par>
                          <p:cTn id="13" fill="hold">
                            <p:stCondLst>
                              <p:cond delay="0"/>
                            </p:stCondLst>
                            <p:childTnLst>
                              <p:par>
                                <p:cTn id="14" presetID="22" presetClass="entr" presetSubtype="8" fill="hold" grpId="0" nodeType="clickEffect">
                                  <p:stCondLst>
                                    <p:cond delay="0"/>
                                  </p:stCondLst>
                                  <p:childTnLst>
                                    <p:set>
                                      <p:cBhvr>
                                        <p:cTn id="15" dur="1" fill="hold">
                                          <p:stCondLst>
                                            <p:cond delay="0"/>
                                          </p:stCondLst>
                                        </p:cTn>
                                        <p:tgtEl>
                                          <p:spTgt spid="5">
                                            <p:graphicEl>
                                              <a:dgm id="{AAD30B60-88C6-4919-B6DD-9F480459E84E}"/>
                                            </p:graphicEl>
                                          </p:spTgt>
                                        </p:tgtEl>
                                        <p:attrNameLst>
                                          <p:attrName>style.visibility</p:attrName>
                                        </p:attrNameLst>
                                      </p:cBhvr>
                                      <p:to>
                                        <p:strVal val="visible"/>
                                      </p:to>
                                    </p:set>
                                    <p:animEffect transition="in" filter="wipe(left)">
                                      <p:cBhvr>
                                        <p:cTn id="16" dur="500"/>
                                        <p:tgtEl>
                                          <p:spTgt spid="5">
                                            <p:graphicEl>
                                              <a:dgm id="{AAD30B60-88C6-4919-B6DD-9F480459E84E}"/>
                                            </p:graphicEl>
                                          </p:spTgt>
                                        </p:tgtEl>
                                      </p:cBhvr>
                                    </p:animEffect>
                                  </p:childTnLst>
                                </p:cTn>
                              </p:par>
                            </p:childTnLst>
                          </p:cTn>
                        </p:par>
                        <p:par>
                          <p:cTn id="17" fill="hold">
                            <p:stCondLst>
                              <p:cond delay="500"/>
                            </p:stCondLst>
                            <p:childTnLst>
                              <p:par>
                                <p:cTn id="18" presetID="22" presetClass="entr" presetSubtype="8" fill="hold" grpId="0" nodeType="afterEffect">
                                  <p:stCondLst>
                                    <p:cond delay="0"/>
                                  </p:stCondLst>
                                  <p:childTnLst>
                                    <p:set>
                                      <p:cBhvr>
                                        <p:cTn id="19" dur="1" fill="hold">
                                          <p:stCondLst>
                                            <p:cond delay="0"/>
                                          </p:stCondLst>
                                        </p:cTn>
                                        <p:tgtEl>
                                          <p:spTgt spid="5">
                                            <p:graphicEl>
                                              <a:dgm id="{0DFDFC6D-8604-4378-B6A3-6A6720006C95}"/>
                                            </p:graphicEl>
                                          </p:spTgt>
                                        </p:tgtEl>
                                        <p:attrNameLst>
                                          <p:attrName>style.visibility</p:attrName>
                                        </p:attrNameLst>
                                      </p:cBhvr>
                                      <p:to>
                                        <p:strVal val="visible"/>
                                      </p:to>
                                    </p:set>
                                    <p:animEffect transition="in" filter="wipe(left)">
                                      <p:cBhvr>
                                        <p:cTn id="20" dur="2000"/>
                                        <p:tgtEl>
                                          <p:spTgt spid="5">
                                            <p:graphicEl>
                                              <a:dgm id="{0DFDFC6D-8604-4378-B6A3-6A6720006C95}"/>
                                            </p:graphicEl>
                                          </p:spTgt>
                                        </p:tgtEl>
                                      </p:cBhvr>
                                    </p:animEffect>
                                  </p:childTnLst>
                                </p:cTn>
                              </p:par>
                            </p:childTnLst>
                          </p:cTn>
                        </p:par>
                      </p:childTnLst>
                    </p:cTn>
                  </p:par>
                  <p:par>
                    <p:cTn id="21" fill="hold">
                      <p:stCondLst>
                        <p:cond delay="indefinite"/>
                      </p:stCondLst>
                      <p:childTnLst>
                        <p:par>
                          <p:cTn id="22" fill="hold">
                            <p:stCondLst>
                              <p:cond delay="0"/>
                            </p:stCondLst>
                            <p:childTnLst>
                              <p:par>
                                <p:cTn id="23" presetID="22" presetClass="entr" presetSubtype="8" fill="hold" grpId="0" nodeType="clickEffect">
                                  <p:stCondLst>
                                    <p:cond delay="0"/>
                                  </p:stCondLst>
                                  <p:childTnLst>
                                    <p:set>
                                      <p:cBhvr>
                                        <p:cTn id="24" dur="1" fill="hold">
                                          <p:stCondLst>
                                            <p:cond delay="0"/>
                                          </p:stCondLst>
                                        </p:cTn>
                                        <p:tgtEl>
                                          <p:spTgt spid="5">
                                            <p:graphicEl>
                                              <a:dgm id="{17253025-0BE3-46B4-B2C8-BFD879D75B26}"/>
                                            </p:graphicEl>
                                          </p:spTgt>
                                        </p:tgtEl>
                                        <p:attrNameLst>
                                          <p:attrName>style.visibility</p:attrName>
                                        </p:attrNameLst>
                                      </p:cBhvr>
                                      <p:to>
                                        <p:strVal val="visible"/>
                                      </p:to>
                                    </p:set>
                                    <p:animEffect transition="in" filter="wipe(left)">
                                      <p:cBhvr>
                                        <p:cTn id="25" dur="500"/>
                                        <p:tgtEl>
                                          <p:spTgt spid="5">
                                            <p:graphicEl>
                                              <a:dgm id="{17253025-0BE3-46B4-B2C8-BFD879D75B26}"/>
                                            </p:graphicEl>
                                          </p:spTgt>
                                        </p:tgtEl>
                                      </p:cBhvr>
                                    </p:animEffect>
                                  </p:childTnLst>
                                </p:cTn>
                              </p:par>
                            </p:childTnLst>
                          </p:cTn>
                        </p:par>
                        <p:par>
                          <p:cTn id="26" fill="hold">
                            <p:stCondLst>
                              <p:cond delay="500"/>
                            </p:stCondLst>
                            <p:childTnLst>
                              <p:par>
                                <p:cTn id="27" presetID="22" presetClass="entr" presetSubtype="8" fill="hold" grpId="0" nodeType="afterEffect">
                                  <p:stCondLst>
                                    <p:cond delay="0"/>
                                  </p:stCondLst>
                                  <p:childTnLst>
                                    <p:set>
                                      <p:cBhvr>
                                        <p:cTn id="28" dur="1" fill="hold">
                                          <p:stCondLst>
                                            <p:cond delay="0"/>
                                          </p:stCondLst>
                                        </p:cTn>
                                        <p:tgtEl>
                                          <p:spTgt spid="5">
                                            <p:graphicEl>
                                              <a:dgm id="{B2D4CD90-7709-4B59-AC85-D09667CFC12B}"/>
                                            </p:graphicEl>
                                          </p:spTgt>
                                        </p:tgtEl>
                                        <p:attrNameLst>
                                          <p:attrName>style.visibility</p:attrName>
                                        </p:attrNameLst>
                                      </p:cBhvr>
                                      <p:to>
                                        <p:strVal val="visible"/>
                                      </p:to>
                                    </p:set>
                                    <p:animEffect transition="in" filter="wipe(left)">
                                      <p:cBhvr>
                                        <p:cTn id="29" dur="2000"/>
                                        <p:tgtEl>
                                          <p:spTgt spid="5">
                                            <p:graphicEl>
                                              <a:dgm id="{B2D4CD90-7709-4B59-AC85-D09667CFC12B}"/>
                                            </p:graphicEl>
                                          </p:spTgt>
                                        </p:tgtEl>
                                      </p:cBhvr>
                                    </p:animEffect>
                                  </p:childTnLst>
                                </p:cTn>
                              </p:par>
                            </p:childTnLst>
                          </p:cTn>
                        </p:par>
                      </p:childTnLst>
                    </p:cTn>
                  </p:par>
                  <p:par>
                    <p:cTn id="30" fill="hold">
                      <p:stCondLst>
                        <p:cond delay="indefinite"/>
                      </p:stCondLst>
                      <p:childTnLst>
                        <p:par>
                          <p:cTn id="31" fill="hold">
                            <p:stCondLst>
                              <p:cond delay="0"/>
                            </p:stCondLst>
                            <p:childTnLst>
                              <p:par>
                                <p:cTn id="32" presetID="22" presetClass="entr" presetSubtype="8" fill="hold" grpId="0" nodeType="clickEffect">
                                  <p:stCondLst>
                                    <p:cond delay="0"/>
                                  </p:stCondLst>
                                  <p:childTnLst>
                                    <p:set>
                                      <p:cBhvr>
                                        <p:cTn id="33" dur="1" fill="hold">
                                          <p:stCondLst>
                                            <p:cond delay="0"/>
                                          </p:stCondLst>
                                        </p:cTn>
                                        <p:tgtEl>
                                          <p:spTgt spid="5">
                                            <p:graphicEl>
                                              <a:dgm id="{056CCBB6-5CE0-4348-89C6-99FB2D3AB62B}"/>
                                            </p:graphicEl>
                                          </p:spTgt>
                                        </p:tgtEl>
                                        <p:attrNameLst>
                                          <p:attrName>style.visibility</p:attrName>
                                        </p:attrNameLst>
                                      </p:cBhvr>
                                      <p:to>
                                        <p:strVal val="visible"/>
                                      </p:to>
                                    </p:set>
                                    <p:animEffect transition="in" filter="wipe(left)">
                                      <p:cBhvr>
                                        <p:cTn id="34" dur="500"/>
                                        <p:tgtEl>
                                          <p:spTgt spid="5">
                                            <p:graphicEl>
                                              <a:dgm id="{056CCBB6-5CE0-4348-89C6-99FB2D3AB62B}"/>
                                            </p:graphicEl>
                                          </p:spTgt>
                                        </p:tgtEl>
                                      </p:cBhvr>
                                    </p:animEffect>
                                  </p:childTnLst>
                                </p:cTn>
                              </p:par>
                            </p:childTnLst>
                          </p:cTn>
                        </p:par>
                        <p:par>
                          <p:cTn id="35" fill="hold">
                            <p:stCondLst>
                              <p:cond delay="500"/>
                            </p:stCondLst>
                            <p:childTnLst>
                              <p:par>
                                <p:cTn id="36" presetID="22" presetClass="entr" presetSubtype="8" fill="hold" grpId="0" nodeType="afterEffect">
                                  <p:stCondLst>
                                    <p:cond delay="0"/>
                                  </p:stCondLst>
                                  <p:childTnLst>
                                    <p:set>
                                      <p:cBhvr>
                                        <p:cTn id="37" dur="1" fill="hold">
                                          <p:stCondLst>
                                            <p:cond delay="0"/>
                                          </p:stCondLst>
                                        </p:cTn>
                                        <p:tgtEl>
                                          <p:spTgt spid="5">
                                            <p:graphicEl>
                                              <a:dgm id="{90709722-0E94-45E4-BEDD-48CB660682DD}"/>
                                            </p:graphicEl>
                                          </p:spTgt>
                                        </p:tgtEl>
                                        <p:attrNameLst>
                                          <p:attrName>style.visibility</p:attrName>
                                        </p:attrNameLst>
                                      </p:cBhvr>
                                      <p:to>
                                        <p:strVal val="visible"/>
                                      </p:to>
                                    </p:set>
                                    <p:animEffect transition="in" filter="wipe(left)">
                                      <p:cBhvr>
                                        <p:cTn id="38" dur="2000"/>
                                        <p:tgtEl>
                                          <p:spTgt spid="5">
                                            <p:graphicEl>
                                              <a:dgm id="{90709722-0E94-45E4-BEDD-48CB660682DD}"/>
                                            </p:graphicEl>
                                          </p:spTgt>
                                        </p:tgtEl>
                                      </p:cBhvr>
                                    </p:animEffect>
                                  </p:childTnLst>
                                </p:cTn>
                              </p:par>
                            </p:childTnLst>
                          </p:cTn>
                        </p:par>
                      </p:childTnLst>
                    </p:cTn>
                  </p:par>
                  <p:par>
                    <p:cTn id="39" fill="hold">
                      <p:stCondLst>
                        <p:cond delay="indefinite"/>
                      </p:stCondLst>
                      <p:childTnLst>
                        <p:par>
                          <p:cTn id="40" fill="hold">
                            <p:stCondLst>
                              <p:cond delay="0"/>
                            </p:stCondLst>
                            <p:childTnLst>
                              <p:par>
                                <p:cTn id="41" presetID="22" presetClass="entr" presetSubtype="8" fill="hold" grpId="0" nodeType="clickEffect">
                                  <p:stCondLst>
                                    <p:cond delay="0"/>
                                  </p:stCondLst>
                                  <p:childTnLst>
                                    <p:set>
                                      <p:cBhvr>
                                        <p:cTn id="42" dur="1" fill="hold">
                                          <p:stCondLst>
                                            <p:cond delay="0"/>
                                          </p:stCondLst>
                                        </p:cTn>
                                        <p:tgtEl>
                                          <p:spTgt spid="5">
                                            <p:graphicEl>
                                              <a:dgm id="{EB2E52AE-8FCF-47D0-B499-CFCFAF1883A9}"/>
                                            </p:graphicEl>
                                          </p:spTgt>
                                        </p:tgtEl>
                                        <p:attrNameLst>
                                          <p:attrName>style.visibility</p:attrName>
                                        </p:attrNameLst>
                                      </p:cBhvr>
                                      <p:to>
                                        <p:strVal val="visible"/>
                                      </p:to>
                                    </p:set>
                                    <p:animEffect transition="in" filter="wipe(left)">
                                      <p:cBhvr>
                                        <p:cTn id="43" dur="500"/>
                                        <p:tgtEl>
                                          <p:spTgt spid="5">
                                            <p:graphicEl>
                                              <a:dgm id="{EB2E52AE-8FCF-47D0-B499-CFCFAF1883A9}"/>
                                            </p:graphicEl>
                                          </p:spTgt>
                                        </p:tgtEl>
                                      </p:cBhvr>
                                    </p:animEffect>
                                  </p:childTnLst>
                                </p:cTn>
                              </p:par>
                            </p:childTnLst>
                          </p:cTn>
                        </p:par>
                        <p:par>
                          <p:cTn id="44" fill="hold">
                            <p:stCondLst>
                              <p:cond delay="500"/>
                            </p:stCondLst>
                            <p:childTnLst>
                              <p:par>
                                <p:cTn id="45" presetID="22" presetClass="entr" presetSubtype="8" fill="hold" grpId="0" nodeType="afterEffect">
                                  <p:stCondLst>
                                    <p:cond delay="0"/>
                                  </p:stCondLst>
                                  <p:childTnLst>
                                    <p:set>
                                      <p:cBhvr>
                                        <p:cTn id="46" dur="1" fill="hold">
                                          <p:stCondLst>
                                            <p:cond delay="0"/>
                                          </p:stCondLst>
                                        </p:cTn>
                                        <p:tgtEl>
                                          <p:spTgt spid="5">
                                            <p:graphicEl>
                                              <a:dgm id="{C92F1771-01AA-4FF3-B7EC-0229DB7A592C}"/>
                                            </p:graphicEl>
                                          </p:spTgt>
                                        </p:tgtEl>
                                        <p:attrNameLst>
                                          <p:attrName>style.visibility</p:attrName>
                                        </p:attrNameLst>
                                      </p:cBhvr>
                                      <p:to>
                                        <p:strVal val="visible"/>
                                      </p:to>
                                    </p:set>
                                    <p:animEffect transition="in" filter="wipe(left)">
                                      <p:cBhvr>
                                        <p:cTn id="47" dur="2000"/>
                                        <p:tgtEl>
                                          <p:spTgt spid="5">
                                            <p:graphicEl>
                                              <a:dgm id="{C92F1771-01AA-4FF3-B7EC-0229DB7A592C}"/>
                                            </p:graphicEl>
                                          </p:spTgt>
                                        </p:tgtEl>
                                      </p:cBhvr>
                                    </p:animEffect>
                                  </p:childTnLst>
                                </p:cTn>
                              </p:par>
                            </p:childTnLst>
                          </p:cTn>
                        </p:par>
                      </p:childTnLst>
                    </p:cTn>
                  </p:par>
                  <p:par>
                    <p:cTn id="48" fill="hold">
                      <p:stCondLst>
                        <p:cond delay="indefinite"/>
                      </p:stCondLst>
                      <p:childTnLst>
                        <p:par>
                          <p:cTn id="49" fill="hold">
                            <p:stCondLst>
                              <p:cond delay="0"/>
                            </p:stCondLst>
                            <p:childTnLst>
                              <p:par>
                                <p:cTn id="50" presetID="22" presetClass="entr" presetSubtype="8" fill="hold" nodeType="clickEffect">
                                  <p:stCondLst>
                                    <p:cond delay="0"/>
                                  </p:stCondLst>
                                  <p:childTnLst>
                                    <p:set>
                                      <p:cBhvr>
                                        <p:cTn id="51" dur="1" fill="hold">
                                          <p:stCondLst>
                                            <p:cond delay="0"/>
                                          </p:stCondLst>
                                        </p:cTn>
                                        <p:tgtEl>
                                          <p:spTgt spid="4"/>
                                        </p:tgtEl>
                                        <p:attrNameLst>
                                          <p:attrName>style.visibility</p:attrName>
                                        </p:attrNameLst>
                                      </p:cBhvr>
                                      <p:to>
                                        <p:strVal val="visible"/>
                                      </p:to>
                                    </p:set>
                                    <p:animEffect transition="in" filter="wipe(left)">
                                      <p:cBhvr>
                                        <p:cTn id="52" dur="1500"/>
                                        <p:tgtEl>
                                          <p:spTgt spid="4"/>
                                        </p:tgtEl>
                                      </p:cBhvr>
                                    </p:animEffect>
                                  </p:childTnLst>
                                </p:cTn>
                              </p:par>
                              <p:par>
                                <p:cTn id="53" presetID="22" presetClass="entr" presetSubtype="2" fill="hold" nodeType="withEffect">
                                  <p:stCondLst>
                                    <p:cond delay="0"/>
                                  </p:stCondLst>
                                  <p:childTnLst>
                                    <p:set>
                                      <p:cBhvr>
                                        <p:cTn id="54" dur="1" fill="hold">
                                          <p:stCondLst>
                                            <p:cond delay="0"/>
                                          </p:stCondLst>
                                        </p:cTn>
                                        <p:tgtEl>
                                          <p:spTgt spid="6"/>
                                        </p:tgtEl>
                                        <p:attrNameLst>
                                          <p:attrName>style.visibility</p:attrName>
                                        </p:attrNameLst>
                                      </p:cBhvr>
                                      <p:to>
                                        <p:strVal val="visible"/>
                                      </p:to>
                                    </p:set>
                                    <p:animEffect transition="in" filter="wipe(right)">
                                      <p:cBhvr>
                                        <p:cTn id="55" dur="1500"/>
                                        <p:tgtEl>
                                          <p:spTgt spid="6"/>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Graphic spid="5" grpId="0" uiExpand="1">
        <p:bldSub>
          <a:bldDgm bld="one"/>
        </p:bldSub>
      </p:bldGraphic>
    </p:bldLst>
  </p:timing>
</p:sld>
</file>

<file path=ppt/slides/slide3.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GB" dirty="0"/>
              <a:t>Plan</a:t>
            </a:r>
          </a:p>
        </p:txBody>
      </p:sp>
      <p:graphicFrame>
        <p:nvGraphicFramePr>
          <p:cNvPr id="5" name="Content Placeholder 4"/>
          <p:cNvGraphicFramePr>
            <a:graphicFrameLocks noGrp="1"/>
          </p:cNvGraphicFramePr>
          <p:nvPr>
            <p:ph idx="1"/>
            <p:extLst>
              <p:ext uri="{D42A27DB-BD31-4B8C-83A1-F6EECF244321}">
                <p14:modId xmlns:p14="http://schemas.microsoft.com/office/powerpoint/2010/main" val="2760303413"/>
              </p:ext>
            </p:extLst>
          </p:nvPr>
        </p:nvGraphicFramePr>
        <p:xfrm>
          <a:off x="2042160" y="1825625"/>
          <a:ext cx="8107680" cy="4351338"/>
        </p:xfrm>
        <a:graphic>
          <a:graphicData uri="http://schemas.openxmlformats.org/drawingml/2006/diagram">
            <dgm:relIds xmlns:dgm="http://schemas.openxmlformats.org/drawingml/2006/diagram" xmlns:r="http://schemas.openxmlformats.org/officeDocument/2006/relationships" r:dm="rId3" r:lo="rId4" r:qs="rId5" r:cs="rId6"/>
          </a:graphicData>
        </a:graphic>
      </p:graphicFrame>
      <p:cxnSp>
        <p:nvCxnSpPr>
          <p:cNvPr id="4" name="Straight Arrow Connector 3"/>
          <p:cNvCxnSpPr/>
          <p:nvPr/>
        </p:nvCxnSpPr>
        <p:spPr>
          <a:xfrm>
            <a:off x="762000" y="2811780"/>
            <a:ext cx="1080000" cy="0"/>
          </a:xfrm>
          <a:prstGeom prst="straightConnector1">
            <a:avLst/>
          </a:prstGeom>
          <a:ln w="76200">
            <a:solidFill>
              <a:srgbClr val="FF0000"/>
            </a:solidFill>
            <a:headEnd type="none" w="med" len="med"/>
            <a:tailEnd type="triangle" w="med" len="med"/>
          </a:ln>
        </p:spPr>
        <p:style>
          <a:lnRef idx="1">
            <a:schemeClr val="accent1"/>
          </a:lnRef>
          <a:fillRef idx="0">
            <a:schemeClr val="accent1"/>
          </a:fillRef>
          <a:effectRef idx="0">
            <a:schemeClr val="accent1"/>
          </a:effectRef>
          <a:fontRef idx="minor">
            <a:schemeClr val="tx1"/>
          </a:fontRef>
        </p:style>
      </p:cxnSp>
      <p:cxnSp>
        <p:nvCxnSpPr>
          <p:cNvPr id="6" name="Straight Arrow Connector 5"/>
          <p:cNvCxnSpPr/>
          <p:nvPr/>
        </p:nvCxnSpPr>
        <p:spPr>
          <a:xfrm flipH="1">
            <a:off x="10393680" y="2811780"/>
            <a:ext cx="1080000" cy="0"/>
          </a:xfrm>
          <a:prstGeom prst="straightConnector1">
            <a:avLst/>
          </a:prstGeom>
          <a:ln w="76200">
            <a:solidFill>
              <a:srgbClr val="FF0000"/>
            </a:solidFill>
            <a:headEnd type="none" w="med" len="med"/>
            <a:tailEnd type="triangle" w="med" len="med"/>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3203252263"/>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5">
                                            <p:graphicEl>
                                              <a:dgm id="{DFA48299-B840-4714-A5F6-769C74D74113}"/>
                                            </p:graphicEl>
                                          </p:spTgt>
                                        </p:tgtEl>
                                        <p:attrNameLst>
                                          <p:attrName>style.visibility</p:attrName>
                                        </p:attrNameLst>
                                      </p:cBhvr>
                                      <p:to>
                                        <p:strVal val="visible"/>
                                      </p:to>
                                    </p:set>
                                    <p:animEffect transition="in" filter="wipe(left)">
                                      <p:cBhvr>
                                        <p:cTn id="7" dur="500"/>
                                        <p:tgtEl>
                                          <p:spTgt spid="5">
                                            <p:graphicEl>
                                              <a:dgm id="{DFA48299-B840-4714-A5F6-769C74D74113}"/>
                                            </p:graphicEl>
                                          </p:spTgt>
                                        </p:tgtEl>
                                      </p:cBhvr>
                                    </p:animEffect>
                                  </p:childTnLst>
                                </p:cTn>
                              </p:par>
                            </p:childTnLst>
                          </p:cTn>
                        </p:par>
                        <p:par>
                          <p:cTn id="8" fill="hold">
                            <p:stCondLst>
                              <p:cond delay="500"/>
                            </p:stCondLst>
                            <p:childTnLst>
                              <p:par>
                                <p:cTn id="9" presetID="22" presetClass="entr" presetSubtype="8" fill="hold" grpId="0" nodeType="afterEffect">
                                  <p:stCondLst>
                                    <p:cond delay="0"/>
                                  </p:stCondLst>
                                  <p:childTnLst>
                                    <p:set>
                                      <p:cBhvr>
                                        <p:cTn id="10" dur="1" fill="hold">
                                          <p:stCondLst>
                                            <p:cond delay="0"/>
                                          </p:stCondLst>
                                        </p:cTn>
                                        <p:tgtEl>
                                          <p:spTgt spid="5">
                                            <p:graphicEl>
                                              <a:dgm id="{19C32B8D-512E-49A1-A0E6-109384C61E4D}"/>
                                            </p:graphicEl>
                                          </p:spTgt>
                                        </p:tgtEl>
                                        <p:attrNameLst>
                                          <p:attrName>style.visibility</p:attrName>
                                        </p:attrNameLst>
                                      </p:cBhvr>
                                      <p:to>
                                        <p:strVal val="visible"/>
                                      </p:to>
                                    </p:set>
                                    <p:animEffect transition="in" filter="wipe(left)">
                                      <p:cBhvr>
                                        <p:cTn id="11" dur="500"/>
                                        <p:tgtEl>
                                          <p:spTgt spid="5">
                                            <p:graphicEl>
                                              <a:dgm id="{19C32B8D-512E-49A1-A0E6-109384C61E4D}"/>
                                            </p:graphicEl>
                                          </p:spTgt>
                                        </p:tgtEl>
                                      </p:cBhvr>
                                    </p:animEffect>
                                  </p:childTnLst>
                                </p:cTn>
                              </p:par>
                            </p:childTnLst>
                          </p:cTn>
                        </p:par>
                        <p:par>
                          <p:cTn id="12" fill="hold">
                            <p:stCondLst>
                              <p:cond delay="1000"/>
                            </p:stCondLst>
                            <p:childTnLst>
                              <p:par>
                                <p:cTn id="13" presetID="22" presetClass="entr" presetSubtype="8" fill="hold" grpId="0" nodeType="afterEffect">
                                  <p:stCondLst>
                                    <p:cond delay="0"/>
                                  </p:stCondLst>
                                  <p:childTnLst>
                                    <p:set>
                                      <p:cBhvr>
                                        <p:cTn id="14" dur="1" fill="hold">
                                          <p:stCondLst>
                                            <p:cond delay="0"/>
                                          </p:stCondLst>
                                        </p:cTn>
                                        <p:tgtEl>
                                          <p:spTgt spid="5">
                                            <p:graphicEl>
                                              <a:dgm id="{AAD30B60-88C6-4919-B6DD-9F480459E84E}"/>
                                            </p:graphicEl>
                                          </p:spTgt>
                                        </p:tgtEl>
                                        <p:attrNameLst>
                                          <p:attrName>style.visibility</p:attrName>
                                        </p:attrNameLst>
                                      </p:cBhvr>
                                      <p:to>
                                        <p:strVal val="visible"/>
                                      </p:to>
                                    </p:set>
                                    <p:animEffect transition="in" filter="wipe(left)">
                                      <p:cBhvr>
                                        <p:cTn id="15" dur="500"/>
                                        <p:tgtEl>
                                          <p:spTgt spid="5">
                                            <p:graphicEl>
                                              <a:dgm id="{AAD30B60-88C6-4919-B6DD-9F480459E84E}"/>
                                            </p:graphicEl>
                                          </p:spTgt>
                                        </p:tgtEl>
                                      </p:cBhvr>
                                    </p:animEffect>
                                  </p:childTnLst>
                                </p:cTn>
                              </p:par>
                            </p:childTnLst>
                          </p:cTn>
                        </p:par>
                        <p:par>
                          <p:cTn id="16" fill="hold">
                            <p:stCondLst>
                              <p:cond delay="1500"/>
                            </p:stCondLst>
                            <p:childTnLst>
                              <p:par>
                                <p:cTn id="17" presetID="22" presetClass="entr" presetSubtype="8" fill="hold" grpId="0" nodeType="afterEffect">
                                  <p:stCondLst>
                                    <p:cond delay="0"/>
                                  </p:stCondLst>
                                  <p:childTnLst>
                                    <p:set>
                                      <p:cBhvr>
                                        <p:cTn id="18" dur="1" fill="hold">
                                          <p:stCondLst>
                                            <p:cond delay="0"/>
                                          </p:stCondLst>
                                        </p:cTn>
                                        <p:tgtEl>
                                          <p:spTgt spid="5">
                                            <p:graphicEl>
                                              <a:dgm id="{0DFDFC6D-8604-4378-B6A3-6A6720006C95}"/>
                                            </p:graphicEl>
                                          </p:spTgt>
                                        </p:tgtEl>
                                        <p:attrNameLst>
                                          <p:attrName>style.visibility</p:attrName>
                                        </p:attrNameLst>
                                      </p:cBhvr>
                                      <p:to>
                                        <p:strVal val="visible"/>
                                      </p:to>
                                    </p:set>
                                    <p:animEffect transition="in" filter="wipe(left)">
                                      <p:cBhvr>
                                        <p:cTn id="19" dur="500"/>
                                        <p:tgtEl>
                                          <p:spTgt spid="5">
                                            <p:graphicEl>
                                              <a:dgm id="{0DFDFC6D-8604-4378-B6A3-6A6720006C95}"/>
                                            </p:graphicEl>
                                          </p:spTgt>
                                        </p:tgtEl>
                                      </p:cBhvr>
                                    </p:animEffect>
                                  </p:childTnLst>
                                </p:cTn>
                              </p:par>
                            </p:childTnLst>
                          </p:cTn>
                        </p:par>
                        <p:par>
                          <p:cTn id="20" fill="hold">
                            <p:stCondLst>
                              <p:cond delay="2000"/>
                            </p:stCondLst>
                            <p:childTnLst>
                              <p:par>
                                <p:cTn id="21" presetID="22" presetClass="entr" presetSubtype="8" fill="hold" grpId="0" nodeType="afterEffect">
                                  <p:stCondLst>
                                    <p:cond delay="0"/>
                                  </p:stCondLst>
                                  <p:childTnLst>
                                    <p:set>
                                      <p:cBhvr>
                                        <p:cTn id="22" dur="1" fill="hold">
                                          <p:stCondLst>
                                            <p:cond delay="0"/>
                                          </p:stCondLst>
                                        </p:cTn>
                                        <p:tgtEl>
                                          <p:spTgt spid="5">
                                            <p:graphicEl>
                                              <a:dgm id="{3451A250-69C4-4911-A975-CCB8D5F6053B}"/>
                                            </p:graphicEl>
                                          </p:spTgt>
                                        </p:tgtEl>
                                        <p:attrNameLst>
                                          <p:attrName>style.visibility</p:attrName>
                                        </p:attrNameLst>
                                      </p:cBhvr>
                                      <p:to>
                                        <p:strVal val="visible"/>
                                      </p:to>
                                    </p:set>
                                    <p:animEffect transition="in" filter="wipe(left)">
                                      <p:cBhvr>
                                        <p:cTn id="23" dur="500"/>
                                        <p:tgtEl>
                                          <p:spTgt spid="5">
                                            <p:graphicEl>
                                              <a:dgm id="{3451A250-69C4-4911-A975-CCB8D5F6053B}"/>
                                            </p:graphicEl>
                                          </p:spTgt>
                                        </p:tgtEl>
                                      </p:cBhvr>
                                    </p:animEffect>
                                  </p:childTnLst>
                                </p:cTn>
                              </p:par>
                            </p:childTnLst>
                          </p:cTn>
                        </p:par>
                        <p:par>
                          <p:cTn id="24" fill="hold">
                            <p:stCondLst>
                              <p:cond delay="2500"/>
                            </p:stCondLst>
                            <p:childTnLst>
                              <p:par>
                                <p:cTn id="25" presetID="22" presetClass="entr" presetSubtype="8" fill="hold" grpId="0" nodeType="afterEffect">
                                  <p:stCondLst>
                                    <p:cond delay="0"/>
                                  </p:stCondLst>
                                  <p:childTnLst>
                                    <p:set>
                                      <p:cBhvr>
                                        <p:cTn id="26" dur="1" fill="hold">
                                          <p:stCondLst>
                                            <p:cond delay="0"/>
                                          </p:stCondLst>
                                        </p:cTn>
                                        <p:tgtEl>
                                          <p:spTgt spid="5">
                                            <p:graphicEl>
                                              <a:dgm id="{56AFEC8A-7D45-4965-A718-64DE087BA59E}"/>
                                            </p:graphicEl>
                                          </p:spTgt>
                                        </p:tgtEl>
                                        <p:attrNameLst>
                                          <p:attrName>style.visibility</p:attrName>
                                        </p:attrNameLst>
                                      </p:cBhvr>
                                      <p:to>
                                        <p:strVal val="visible"/>
                                      </p:to>
                                    </p:set>
                                    <p:animEffect transition="in" filter="wipe(left)">
                                      <p:cBhvr>
                                        <p:cTn id="27" dur="500"/>
                                        <p:tgtEl>
                                          <p:spTgt spid="5">
                                            <p:graphicEl>
                                              <a:dgm id="{56AFEC8A-7D45-4965-A718-64DE087BA59E}"/>
                                            </p:graphicEl>
                                          </p:spTgt>
                                        </p:tgtEl>
                                      </p:cBhvr>
                                    </p:animEffect>
                                  </p:childTnLst>
                                </p:cTn>
                              </p:par>
                            </p:childTnLst>
                          </p:cTn>
                        </p:par>
                        <p:par>
                          <p:cTn id="28" fill="hold">
                            <p:stCondLst>
                              <p:cond delay="3000"/>
                            </p:stCondLst>
                            <p:childTnLst>
                              <p:par>
                                <p:cTn id="29" presetID="22" presetClass="entr" presetSubtype="8" fill="hold" grpId="0" nodeType="afterEffect">
                                  <p:stCondLst>
                                    <p:cond delay="0"/>
                                  </p:stCondLst>
                                  <p:childTnLst>
                                    <p:set>
                                      <p:cBhvr>
                                        <p:cTn id="30" dur="1" fill="hold">
                                          <p:stCondLst>
                                            <p:cond delay="0"/>
                                          </p:stCondLst>
                                        </p:cTn>
                                        <p:tgtEl>
                                          <p:spTgt spid="5">
                                            <p:graphicEl>
                                              <a:dgm id="{17253025-0BE3-46B4-B2C8-BFD879D75B26}"/>
                                            </p:graphicEl>
                                          </p:spTgt>
                                        </p:tgtEl>
                                        <p:attrNameLst>
                                          <p:attrName>style.visibility</p:attrName>
                                        </p:attrNameLst>
                                      </p:cBhvr>
                                      <p:to>
                                        <p:strVal val="visible"/>
                                      </p:to>
                                    </p:set>
                                    <p:animEffect transition="in" filter="wipe(left)">
                                      <p:cBhvr>
                                        <p:cTn id="31" dur="500"/>
                                        <p:tgtEl>
                                          <p:spTgt spid="5">
                                            <p:graphicEl>
                                              <a:dgm id="{17253025-0BE3-46B4-B2C8-BFD879D75B26}"/>
                                            </p:graphicEl>
                                          </p:spTgt>
                                        </p:tgtEl>
                                      </p:cBhvr>
                                    </p:animEffect>
                                  </p:childTnLst>
                                </p:cTn>
                              </p:par>
                            </p:childTnLst>
                          </p:cTn>
                        </p:par>
                        <p:par>
                          <p:cTn id="32" fill="hold">
                            <p:stCondLst>
                              <p:cond delay="3500"/>
                            </p:stCondLst>
                            <p:childTnLst>
                              <p:par>
                                <p:cTn id="33" presetID="22" presetClass="entr" presetSubtype="8" fill="hold" grpId="0" nodeType="afterEffect">
                                  <p:stCondLst>
                                    <p:cond delay="0"/>
                                  </p:stCondLst>
                                  <p:childTnLst>
                                    <p:set>
                                      <p:cBhvr>
                                        <p:cTn id="34" dur="1" fill="hold">
                                          <p:stCondLst>
                                            <p:cond delay="0"/>
                                          </p:stCondLst>
                                        </p:cTn>
                                        <p:tgtEl>
                                          <p:spTgt spid="5">
                                            <p:graphicEl>
                                              <a:dgm id="{B2D4CD90-7709-4B59-AC85-D09667CFC12B}"/>
                                            </p:graphicEl>
                                          </p:spTgt>
                                        </p:tgtEl>
                                        <p:attrNameLst>
                                          <p:attrName>style.visibility</p:attrName>
                                        </p:attrNameLst>
                                      </p:cBhvr>
                                      <p:to>
                                        <p:strVal val="visible"/>
                                      </p:to>
                                    </p:set>
                                    <p:animEffect transition="in" filter="wipe(left)">
                                      <p:cBhvr>
                                        <p:cTn id="35" dur="500"/>
                                        <p:tgtEl>
                                          <p:spTgt spid="5">
                                            <p:graphicEl>
                                              <a:dgm id="{B2D4CD90-7709-4B59-AC85-D09667CFC12B}"/>
                                            </p:graphicEl>
                                          </p:spTgt>
                                        </p:tgtEl>
                                      </p:cBhvr>
                                    </p:animEffect>
                                  </p:childTnLst>
                                </p:cTn>
                              </p:par>
                            </p:childTnLst>
                          </p:cTn>
                        </p:par>
                        <p:par>
                          <p:cTn id="36" fill="hold">
                            <p:stCondLst>
                              <p:cond delay="4000"/>
                            </p:stCondLst>
                            <p:childTnLst>
                              <p:par>
                                <p:cTn id="37" presetID="22" presetClass="entr" presetSubtype="8" fill="hold" grpId="0" nodeType="afterEffect">
                                  <p:stCondLst>
                                    <p:cond delay="0"/>
                                  </p:stCondLst>
                                  <p:childTnLst>
                                    <p:set>
                                      <p:cBhvr>
                                        <p:cTn id="38" dur="1" fill="hold">
                                          <p:stCondLst>
                                            <p:cond delay="0"/>
                                          </p:stCondLst>
                                        </p:cTn>
                                        <p:tgtEl>
                                          <p:spTgt spid="5">
                                            <p:graphicEl>
                                              <a:dgm id="{056CCBB6-5CE0-4348-89C6-99FB2D3AB62B}"/>
                                            </p:graphicEl>
                                          </p:spTgt>
                                        </p:tgtEl>
                                        <p:attrNameLst>
                                          <p:attrName>style.visibility</p:attrName>
                                        </p:attrNameLst>
                                      </p:cBhvr>
                                      <p:to>
                                        <p:strVal val="visible"/>
                                      </p:to>
                                    </p:set>
                                    <p:animEffect transition="in" filter="wipe(left)">
                                      <p:cBhvr>
                                        <p:cTn id="39" dur="500"/>
                                        <p:tgtEl>
                                          <p:spTgt spid="5">
                                            <p:graphicEl>
                                              <a:dgm id="{056CCBB6-5CE0-4348-89C6-99FB2D3AB62B}"/>
                                            </p:graphicEl>
                                          </p:spTgt>
                                        </p:tgtEl>
                                      </p:cBhvr>
                                    </p:animEffect>
                                  </p:childTnLst>
                                </p:cTn>
                              </p:par>
                            </p:childTnLst>
                          </p:cTn>
                        </p:par>
                        <p:par>
                          <p:cTn id="40" fill="hold">
                            <p:stCondLst>
                              <p:cond delay="4500"/>
                            </p:stCondLst>
                            <p:childTnLst>
                              <p:par>
                                <p:cTn id="41" presetID="22" presetClass="entr" presetSubtype="8" fill="hold" grpId="0" nodeType="afterEffect">
                                  <p:stCondLst>
                                    <p:cond delay="0"/>
                                  </p:stCondLst>
                                  <p:childTnLst>
                                    <p:set>
                                      <p:cBhvr>
                                        <p:cTn id="42" dur="1" fill="hold">
                                          <p:stCondLst>
                                            <p:cond delay="0"/>
                                          </p:stCondLst>
                                        </p:cTn>
                                        <p:tgtEl>
                                          <p:spTgt spid="5">
                                            <p:graphicEl>
                                              <a:dgm id="{90709722-0E94-45E4-BEDD-48CB660682DD}"/>
                                            </p:graphicEl>
                                          </p:spTgt>
                                        </p:tgtEl>
                                        <p:attrNameLst>
                                          <p:attrName>style.visibility</p:attrName>
                                        </p:attrNameLst>
                                      </p:cBhvr>
                                      <p:to>
                                        <p:strVal val="visible"/>
                                      </p:to>
                                    </p:set>
                                    <p:animEffect transition="in" filter="wipe(left)">
                                      <p:cBhvr>
                                        <p:cTn id="43" dur="500"/>
                                        <p:tgtEl>
                                          <p:spTgt spid="5">
                                            <p:graphicEl>
                                              <a:dgm id="{90709722-0E94-45E4-BEDD-48CB660682DD}"/>
                                            </p:graphicEl>
                                          </p:spTgt>
                                        </p:tgtEl>
                                      </p:cBhvr>
                                    </p:animEffect>
                                  </p:childTnLst>
                                </p:cTn>
                              </p:par>
                            </p:childTnLst>
                          </p:cTn>
                        </p:par>
                        <p:par>
                          <p:cTn id="44" fill="hold">
                            <p:stCondLst>
                              <p:cond delay="5000"/>
                            </p:stCondLst>
                            <p:childTnLst>
                              <p:par>
                                <p:cTn id="45" presetID="22" presetClass="entr" presetSubtype="8" fill="hold" grpId="0" nodeType="afterEffect">
                                  <p:stCondLst>
                                    <p:cond delay="0"/>
                                  </p:stCondLst>
                                  <p:childTnLst>
                                    <p:set>
                                      <p:cBhvr>
                                        <p:cTn id="46" dur="1" fill="hold">
                                          <p:stCondLst>
                                            <p:cond delay="0"/>
                                          </p:stCondLst>
                                        </p:cTn>
                                        <p:tgtEl>
                                          <p:spTgt spid="5">
                                            <p:graphicEl>
                                              <a:dgm id="{EB2E52AE-8FCF-47D0-B499-CFCFAF1883A9}"/>
                                            </p:graphicEl>
                                          </p:spTgt>
                                        </p:tgtEl>
                                        <p:attrNameLst>
                                          <p:attrName>style.visibility</p:attrName>
                                        </p:attrNameLst>
                                      </p:cBhvr>
                                      <p:to>
                                        <p:strVal val="visible"/>
                                      </p:to>
                                    </p:set>
                                    <p:animEffect transition="in" filter="wipe(left)">
                                      <p:cBhvr>
                                        <p:cTn id="47" dur="500"/>
                                        <p:tgtEl>
                                          <p:spTgt spid="5">
                                            <p:graphicEl>
                                              <a:dgm id="{EB2E52AE-8FCF-47D0-B499-CFCFAF1883A9}"/>
                                            </p:graphicEl>
                                          </p:spTgt>
                                        </p:tgtEl>
                                      </p:cBhvr>
                                    </p:animEffect>
                                  </p:childTnLst>
                                </p:cTn>
                              </p:par>
                            </p:childTnLst>
                          </p:cTn>
                        </p:par>
                        <p:par>
                          <p:cTn id="48" fill="hold">
                            <p:stCondLst>
                              <p:cond delay="5500"/>
                            </p:stCondLst>
                            <p:childTnLst>
                              <p:par>
                                <p:cTn id="49" presetID="22" presetClass="entr" presetSubtype="8" fill="hold" grpId="0" nodeType="afterEffect">
                                  <p:stCondLst>
                                    <p:cond delay="0"/>
                                  </p:stCondLst>
                                  <p:childTnLst>
                                    <p:set>
                                      <p:cBhvr>
                                        <p:cTn id="50" dur="1" fill="hold">
                                          <p:stCondLst>
                                            <p:cond delay="0"/>
                                          </p:stCondLst>
                                        </p:cTn>
                                        <p:tgtEl>
                                          <p:spTgt spid="5">
                                            <p:graphicEl>
                                              <a:dgm id="{C92F1771-01AA-4FF3-B7EC-0229DB7A592C}"/>
                                            </p:graphicEl>
                                          </p:spTgt>
                                        </p:tgtEl>
                                        <p:attrNameLst>
                                          <p:attrName>style.visibility</p:attrName>
                                        </p:attrNameLst>
                                      </p:cBhvr>
                                      <p:to>
                                        <p:strVal val="visible"/>
                                      </p:to>
                                    </p:set>
                                    <p:animEffect transition="in" filter="wipe(left)">
                                      <p:cBhvr>
                                        <p:cTn id="51" dur="500"/>
                                        <p:tgtEl>
                                          <p:spTgt spid="5">
                                            <p:graphicEl>
                                              <a:dgm id="{C92F1771-01AA-4FF3-B7EC-0229DB7A592C}"/>
                                            </p:graphicEl>
                                          </p:spTgt>
                                        </p:tgtEl>
                                      </p:cBhvr>
                                    </p:animEffect>
                                  </p:childTnLst>
                                </p:cTn>
                              </p:par>
                            </p:childTnLst>
                          </p:cTn>
                        </p:par>
                      </p:childTnLst>
                    </p:cTn>
                  </p:par>
                  <p:par>
                    <p:cTn id="52" fill="hold">
                      <p:stCondLst>
                        <p:cond delay="indefinite"/>
                      </p:stCondLst>
                      <p:childTnLst>
                        <p:par>
                          <p:cTn id="53" fill="hold">
                            <p:stCondLst>
                              <p:cond delay="0"/>
                            </p:stCondLst>
                            <p:childTnLst>
                              <p:par>
                                <p:cTn id="54" presetID="22" presetClass="entr" presetSubtype="8" fill="hold" nodeType="clickEffect">
                                  <p:stCondLst>
                                    <p:cond delay="0"/>
                                  </p:stCondLst>
                                  <p:childTnLst>
                                    <p:set>
                                      <p:cBhvr>
                                        <p:cTn id="55" dur="1" fill="hold">
                                          <p:stCondLst>
                                            <p:cond delay="0"/>
                                          </p:stCondLst>
                                        </p:cTn>
                                        <p:tgtEl>
                                          <p:spTgt spid="4"/>
                                        </p:tgtEl>
                                        <p:attrNameLst>
                                          <p:attrName>style.visibility</p:attrName>
                                        </p:attrNameLst>
                                      </p:cBhvr>
                                      <p:to>
                                        <p:strVal val="visible"/>
                                      </p:to>
                                    </p:set>
                                    <p:animEffect transition="in" filter="wipe(left)">
                                      <p:cBhvr>
                                        <p:cTn id="56" dur="1500"/>
                                        <p:tgtEl>
                                          <p:spTgt spid="4"/>
                                        </p:tgtEl>
                                      </p:cBhvr>
                                    </p:animEffect>
                                  </p:childTnLst>
                                </p:cTn>
                              </p:par>
                              <p:par>
                                <p:cTn id="57" presetID="22" presetClass="entr" presetSubtype="2" fill="hold" nodeType="withEffect">
                                  <p:stCondLst>
                                    <p:cond delay="0"/>
                                  </p:stCondLst>
                                  <p:childTnLst>
                                    <p:set>
                                      <p:cBhvr>
                                        <p:cTn id="58" dur="1" fill="hold">
                                          <p:stCondLst>
                                            <p:cond delay="0"/>
                                          </p:stCondLst>
                                        </p:cTn>
                                        <p:tgtEl>
                                          <p:spTgt spid="6"/>
                                        </p:tgtEl>
                                        <p:attrNameLst>
                                          <p:attrName>style.visibility</p:attrName>
                                        </p:attrNameLst>
                                      </p:cBhvr>
                                      <p:to>
                                        <p:strVal val="visible"/>
                                      </p:to>
                                    </p:set>
                                    <p:animEffect transition="in" filter="wipe(right)">
                                      <p:cBhvr>
                                        <p:cTn id="59" dur="1500"/>
                                        <p:tgtEl>
                                          <p:spTgt spid="6"/>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Graphic spid="5" grpId="0" uiExpand="1">
        <p:bldSub>
          <a:bldDgm bld="one"/>
        </p:bldSub>
      </p:bldGraphic>
    </p:bldLst>
  </p:timing>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D900886-4568-405D-A477-82C7E4CA49F9}"/>
              </a:ext>
            </a:extLst>
          </p:cNvPr>
          <p:cNvSpPr>
            <a:spLocks noGrp="1"/>
          </p:cNvSpPr>
          <p:nvPr>
            <p:ph type="title"/>
          </p:nvPr>
        </p:nvSpPr>
        <p:spPr/>
        <p:txBody>
          <a:bodyPr/>
          <a:lstStyle/>
          <a:p>
            <a:r>
              <a:rPr lang="en-GB"/>
              <a:t>Assessment</a:t>
            </a:r>
          </a:p>
        </p:txBody>
      </p:sp>
      <p:sp>
        <p:nvSpPr>
          <p:cNvPr id="3" name="Text Placeholder 2">
            <a:extLst>
              <a:ext uri="{FF2B5EF4-FFF2-40B4-BE49-F238E27FC236}">
                <a16:creationId xmlns:a16="http://schemas.microsoft.com/office/drawing/2014/main" id="{800ECB73-0608-4B44-882B-9BBB8EADD3EA}"/>
              </a:ext>
            </a:extLst>
          </p:cNvPr>
          <p:cNvSpPr>
            <a:spLocks noGrp="1"/>
          </p:cNvSpPr>
          <p:nvPr>
            <p:ph type="body" idx="1"/>
          </p:nvPr>
        </p:nvSpPr>
        <p:spPr/>
        <p:txBody>
          <a:bodyPr/>
          <a:lstStyle/>
          <a:p>
            <a:r>
              <a:rPr lang="en-GB" dirty="0"/>
              <a:t>Assignment – 33%</a:t>
            </a:r>
          </a:p>
        </p:txBody>
      </p:sp>
      <p:sp>
        <p:nvSpPr>
          <p:cNvPr id="4" name="Content Placeholder 3">
            <a:extLst>
              <a:ext uri="{FF2B5EF4-FFF2-40B4-BE49-F238E27FC236}">
                <a16:creationId xmlns:a16="http://schemas.microsoft.com/office/drawing/2014/main" id="{6C837FB6-A567-497F-93B1-2DEE87ED18D6}"/>
              </a:ext>
            </a:extLst>
          </p:cNvPr>
          <p:cNvSpPr>
            <a:spLocks noGrp="1"/>
          </p:cNvSpPr>
          <p:nvPr>
            <p:ph sz="half" idx="2"/>
          </p:nvPr>
        </p:nvSpPr>
        <p:spPr/>
        <p:txBody>
          <a:bodyPr/>
          <a:lstStyle/>
          <a:p>
            <a:pPr indent="0">
              <a:tabLst>
                <a:tab pos="3771900" algn="ctr"/>
              </a:tabLst>
            </a:pPr>
            <a:r>
              <a:rPr lang="en-GB" dirty="0"/>
              <a:t>Software	67%</a:t>
            </a:r>
          </a:p>
          <a:p>
            <a:pPr indent="0">
              <a:tabLst>
                <a:tab pos="3771900" algn="ctr"/>
              </a:tabLst>
            </a:pPr>
            <a:r>
              <a:rPr lang="en-GB" dirty="0"/>
              <a:t>Databases	33%</a:t>
            </a:r>
          </a:p>
          <a:p>
            <a:pPr indent="0">
              <a:tabLst>
                <a:tab pos="3771900" algn="ctr"/>
              </a:tabLst>
            </a:pPr>
            <a:endParaRPr lang="en-GB" dirty="0"/>
          </a:p>
          <a:p>
            <a:pPr indent="0">
              <a:buNone/>
              <a:tabLst>
                <a:tab pos="3771900" algn="ctr"/>
              </a:tabLst>
            </a:pPr>
            <a:endParaRPr lang="en-GB" dirty="0"/>
          </a:p>
          <a:p>
            <a:pPr indent="0">
              <a:tabLst>
                <a:tab pos="3771900" algn="ctr"/>
              </a:tabLst>
            </a:pPr>
            <a:r>
              <a:rPr lang="en-GB" b="1" dirty="0"/>
              <a:t>Marks	40</a:t>
            </a:r>
          </a:p>
        </p:txBody>
      </p:sp>
      <p:sp>
        <p:nvSpPr>
          <p:cNvPr id="5" name="Text Placeholder 4">
            <a:extLst>
              <a:ext uri="{FF2B5EF4-FFF2-40B4-BE49-F238E27FC236}">
                <a16:creationId xmlns:a16="http://schemas.microsoft.com/office/drawing/2014/main" id="{23B492CD-F51E-4517-A552-72BB03A9DDC1}"/>
              </a:ext>
            </a:extLst>
          </p:cNvPr>
          <p:cNvSpPr>
            <a:spLocks noGrp="1"/>
          </p:cNvSpPr>
          <p:nvPr>
            <p:ph type="body" sz="quarter" idx="3"/>
          </p:nvPr>
        </p:nvSpPr>
        <p:spPr/>
        <p:txBody>
          <a:bodyPr/>
          <a:lstStyle/>
          <a:p>
            <a:r>
              <a:rPr lang="en-GB" dirty="0"/>
              <a:t>Question Paper – 67%</a:t>
            </a:r>
          </a:p>
        </p:txBody>
      </p:sp>
      <p:sp>
        <p:nvSpPr>
          <p:cNvPr id="6" name="Content Placeholder 5">
            <a:extLst>
              <a:ext uri="{FF2B5EF4-FFF2-40B4-BE49-F238E27FC236}">
                <a16:creationId xmlns:a16="http://schemas.microsoft.com/office/drawing/2014/main" id="{85EA51F6-ECFD-4D1F-BF54-C5C44552D6D8}"/>
              </a:ext>
            </a:extLst>
          </p:cNvPr>
          <p:cNvSpPr>
            <a:spLocks noGrp="1"/>
          </p:cNvSpPr>
          <p:nvPr>
            <p:ph sz="quarter" idx="4"/>
          </p:nvPr>
        </p:nvSpPr>
        <p:spPr/>
        <p:txBody>
          <a:bodyPr>
            <a:normAutofit/>
          </a:bodyPr>
          <a:lstStyle/>
          <a:p>
            <a:pPr indent="0">
              <a:tabLst>
                <a:tab pos="3771900" algn="ctr"/>
              </a:tabLst>
            </a:pPr>
            <a:r>
              <a:rPr lang="en-GB" dirty="0"/>
              <a:t>Software 	54%</a:t>
            </a:r>
          </a:p>
          <a:p>
            <a:pPr indent="0">
              <a:tabLst>
                <a:tab pos="3771900" algn="ctr"/>
              </a:tabLst>
            </a:pPr>
            <a:r>
              <a:rPr lang="en-GB" dirty="0"/>
              <a:t>Databases 	33%</a:t>
            </a:r>
          </a:p>
          <a:p>
            <a:pPr indent="0">
              <a:tabLst>
                <a:tab pos="3771900" algn="ctr"/>
              </a:tabLst>
            </a:pPr>
            <a:r>
              <a:rPr lang="en-GB" dirty="0"/>
              <a:t>Computer Systems	13%</a:t>
            </a:r>
          </a:p>
          <a:p>
            <a:pPr marL="0" indent="0">
              <a:buNone/>
              <a:tabLst>
                <a:tab pos="3771900" algn="ctr"/>
              </a:tabLst>
            </a:pPr>
            <a:endParaRPr lang="en-GB" dirty="0"/>
          </a:p>
          <a:p>
            <a:pPr indent="0">
              <a:tabLst>
                <a:tab pos="3771900" algn="ctr"/>
              </a:tabLst>
            </a:pPr>
            <a:r>
              <a:rPr lang="en-GB" b="1" dirty="0"/>
              <a:t>Marks	80</a:t>
            </a:r>
          </a:p>
        </p:txBody>
      </p:sp>
      <p:sp>
        <p:nvSpPr>
          <p:cNvPr id="7" name="TextBox 6"/>
          <p:cNvSpPr txBox="1"/>
          <p:nvPr/>
        </p:nvSpPr>
        <p:spPr>
          <a:xfrm>
            <a:off x="4053485" y="5897275"/>
            <a:ext cx="3888180" cy="584775"/>
          </a:xfrm>
          <a:prstGeom prst="rect">
            <a:avLst/>
          </a:prstGeom>
          <a:noFill/>
        </p:spPr>
        <p:txBody>
          <a:bodyPr wrap="none" rtlCol="0">
            <a:spAutoFit/>
          </a:bodyPr>
          <a:lstStyle/>
          <a:p>
            <a:r>
              <a:rPr lang="en-GB" sz="3200" b="1" dirty="0">
                <a:solidFill>
                  <a:srgbClr val="FF0000"/>
                </a:solidFill>
              </a:rPr>
              <a:t>Final grade out of 120</a:t>
            </a:r>
          </a:p>
        </p:txBody>
      </p:sp>
    </p:spTree>
    <p:extLst>
      <p:ext uri="{BB962C8B-B14F-4D97-AF65-F5344CB8AC3E}">
        <p14:creationId xmlns:p14="http://schemas.microsoft.com/office/powerpoint/2010/main" val="3252904998"/>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animEffect transition="in" filter="wipe(left)">
                                      <p:cBhvr>
                                        <p:cTn id="7" dur="500"/>
                                        <p:tgtEl>
                                          <p:spTgt spid="3">
                                            <p:txEl>
                                              <p:pRg st="0" end="0"/>
                                            </p:txEl>
                                          </p:spTgt>
                                        </p:tgtEl>
                                      </p:cBhvr>
                                    </p:animEffect>
                                  </p:childTnLst>
                                </p:cTn>
                              </p:par>
                            </p:childTnLst>
                          </p:cTn>
                        </p:par>
                      </p:childTnLst>
                    </p:cTn>
                  </p:par>
                  <p:par>
                    <p:cTn id="8" fill="hold">
                      <p:stCondLst>
                        <p:cond delay="indefinite"/>
                      </p:stCondLst>
                      <p:childTnLst>
                        <p:par>
                          <p:cTn id="9" fill="hold">
                            <p:stCondLst>
                              <p:cond delay="0"/>
                            </p:stCondLst>
                            <p:childTnLst>
                              <p:par>
                                <p:cTn id="10" presetID="22" presetClass="entr" presetSubtype="8" fill="hold" grpId="0" nodeType="clickEffect">
                                  <p:stCondLst>
                                    <p:cond delay="0"/>
                                  </p:stCondLst>
                                  <p:childTnLst>
                                    <p:set>
                                      <p:cBhvr>
                                        <p:cTn id="11" dur="1" fill="hold">
                                          <p:stCondLst>
                                            <p:cond delay="0"/>
                                          </p:stCondLst>
                                        </p:cTn>
                                        <p:tgtEl>
                                          <p:spTgt spid="5">
                                            <p:txEl>
                                              <p:pRg st="0" end="0"/>
                                            </p:txEl>
                                          </p:spTgt>
                                        </p:tgtEl>
                                        <p:attrNameLst>
                                          <p:attrName>style.visibility</p:attrName>
                                        </p:attrNameLst>
                                      </p:cBhvr>
                                      <p:to>
                                        <p:strVal val="visible"/>
                                      </p:to>
                                    </p:set>
                                    <p:animEffect transition="in" filter="wipe(left)">
                                      <p:cBhvr>
                                        <p:cTn id="12" dur="500"/>
                                        <p:tgtEl>
                                          <p:spTgt spid="5">
                                            <p:txEl>
                                              <p:pRg st="0" end="0"/>
                                            </p:txEl>
                                          </p:spTgt>
                                        </p:tgtEl>
                                      </p:cBhvr>
                                    </p:animEffect>
                                  </p:childTnLst>
                                </p:cTn>
                              </p:par>
                            </p:childTnLst>
                          </p:cTn>
                        </p:par>
                      </p:childTnLst>
                    </p:cTn>
                  </p:par>
                  <p:par>
                    <p:cTn id="13" fill="hold">
                      <p:stCondLst>
                        <p:cond delay="indefinite"/>
                      </p:stCondLst>
                      <p:childTnLst>
                        <p:par>
                          <p:cTn id="14" fill="hold">
                            <p:stCondLst>
                              <p:cond delay="0"/>
                            </p:stCondLst>
                            <p:childTnLst>
                              <p:par>
                                <p:cTn id="15" presetID="22" presetClass="entr" presetSubtype="8" fill="hold" grpId="0" nodeType="clickEffect">
                                  <p:stCondLst>
                                    <p:cond delay="0"/>
                                  </p:stCondLst>
                                  <p:childTnLst>
                                    <p:set>
                                      <p:cBhvr>
                                        <p:cTn id="16" dur="1" fill="hold">
                                          <p:stCondLst>
                                            <p:cond delay="0"/>
                                          </p:stCondLst>
                                        </p:cTn>
                                        <p:tgtEl>
                                          <p:spTgt spid="4">
                                            <p:txEl>
                                              <p:pRg st="0" end="0"/>
                                            </p:txEl>
                                          </p:spTgt>
                                        </p:tgtEl>
                                        <p:attrNameLst>
                                          <p:attrName>style.visibility</p:attrName>
                                        </p:attrNameLst>
                                      </p:cBhvr>
                                      <p:to>
                                        <p:strVal val="visible"/>
                                      </p:to>
                                    </p:set>
                                    <p:animEffect transition="in" filter="wipe(left)">
                                      <p:cBhvr>
                                        <p:cTn id="17" dur="500"/>
                                        <p:tgtEl>
                                          <p:spTgt spid="4">
                                            <p:txEl>
                                              <p:pRg st="0" end="0"/>
                                            </p:txEl>
                                          </p:spTgt>
                                        </p:tgtEl>
                                      </p:cBhvr>
                                    </p:animEffect>
                                  </p:childTnLst>
                                </p:cTn>
                              </p:par>
                            </p:childTnLst>
                          </p:cTn>
                        </p:par>
                      </p:childTnLst>
                    </p:cTn>
                  </p:par>
                  <p:par>
                    <p:cTn id="18" fill="hold">
                      <p:stCondLst>
                        <p:cond delay="indefinite"/>
                      </p:stCondLst>
                      <p:childTnLst>
                        <p:par>
                          <p:cTn id="19" fill="hold">
                            <p:stCondLst>
                              <p:cond delay="0"/>
                            </p:stCondLst>
                            <p:childTnLst>
                              <p:par>
                                <p:cTn id="20" presetID="22" presetClass="entr" presetSubtype="8" fill="hold" grpId="0" nodeType="clickEffect">
                                  <p:stCondLst>
                                    <p:cond delay="0"/>
                                  </p:stCondLst>
                                  <p:childTnLst>
                                    <p:set>
                                      <p:cBhvr>
                                        <p:cTn id="21" dur="1" fill="hold">
                                          <p:stCondLst>
                                            <p:cond delay="0"/>
                                          </p:stCondLst>
                                        </p:cTn>
                                        <p:tgtEl>
                                          <p:spTgt spid="6">
                                            <p:txEl>
                                              <p:pRg st="0" end="0"/>
                                            </p:txEl>
                                          </p:spTgt>
                                        </p:tgtEl>
                                        <p:attrNameLst>
                                          <p:attrName>style.visibility</p:attrName>
                                        </p:attrNameLst>
                                      </p:cBhvr>
                                      <p:to>
                                        <p:strVal val="visible"/>
                                      </p:to>
                                    </p:set>
                                    <p:animEffect transition="in" filter="wipe(left)">
                                      <p:cBhvr>
                                        <p:cTn id="22" dur="500"/>
                                        <p:tgtEl>
                                          <p:spTgt spid="6">
                                            <p:txEl>
                                              <p:pRg st="0" end="0"/>
                                            </p:txEl>
                                          </p:spTgt>
                                        </p:tgtEl>
                                      </p:cBhvr>
                                    </p:animEffect>
                                  </p:childTnLst>
                                </p:cTn>
                              </p:par>
                            </p:childTnLst>
                          </p:cTn>
                        </p:par>
                      </p:childTnLst>
                    </p:cTn>
                  </p:par>
                  <p:par>
                    <p:cTn id="23" fill="hold">
                      <p:stCondLst>
                        <p:cond delay="indefinite"/>
                      </p:stCondLst>
                      <p:childTnLst>
                        <p:par>
                          <p:cTn id="24" fill="hold">
                            <p:stCondLst>
                              <p:cond delay="0"/>
                            </p:stCondLst>
                            <p:childTnLst>
                              <p:par>
                                <p:cTn id="25" presetID="22" presetClass="entr" presetSubtype="8" fill="hold" grpId="0" nodeType="clickEffect">
                                  <p:stCondLst>
                                    <p:cond delay="0"/>
                                  </p:stCondLst>
                                  <p:childTnLst>
                                    <p:set>
                                      <p:cBhvr>
                                        <p:cTn id="26" dur="1" fill="hold">
                                          <p:stCondLst>
                                            <p:cond delay="0"/>
                                          </p:stCondLst>
                                        </p:cTn>
                                        <p:tgtEl>
                                          <p:spTgt spid="4">
                                            <p:txEl>
                                              <p:pRg st="1" end="1"/>
                                            </p:txEl>
                                          </p:spTgt>
                                        </p:tgtEl>
                                        <p:attrNameLst>
                                          <p:attrName>style.visibility</p:attrName>
                                        </p:attrNameLst>
                                      </p:cBhvr>
                                      <p:to>
                                        <p:strVal val="visible"/>
                                      </p:to>
                                    </p:set>
                                    <p:animEffect transition="in" filter="wipe(left)">
                                      <p:cBhvr>
                                        <p:cTn id="27" dur="500"/>
                                        <p:tgtEl>
                                          <p:spTgt spid="4">
                                            <p:txEl>
                                              <p:pRg st="1" end="1"/>
                                            </p:txEl>
                                          </p:spTgt>
                                        </p:tgtEl>
                                      </p:cBhvr>
                                    </p:animEffect>
                                  </p:childTnLst>
                                </p:cTn>
                              </p:par>
                            </p:childTnLst>
                          </p:cTn>
                        </p:par>
                      </p:childTnLst>
                    </p:cTn>
                  </p:par>
                  <p:par>
                    <p:cTn id="28" fill="hold">
                      <p:stCondLst>
                        <p:cond delay="indefinite"/>
                      </p:stCondLst>
                      <p:childTnLst>
                        <p:par>
                          <p:cTn id="29" fill="hold">
                            <p:stCondLst>
                              <p:cond delay="0"/>
                            </p:stCondLst>
                            <p:childTnLst>
                              <p:par>
                                <p:cTn id="30" presetID="22" presetClass="entr" presetSubtype="8" fill="hold" grpId="0" nodeType="clickEffect">
                                  <p:stCondLst>
                                    <p:cond delay="0"/>
                                  </p:stCondLst>
                                  <p:childTnLst>
                                    <p:set>
                                      <p:cBhvr>
                                        <p:cTn id="31" dur="1" fill="hold">
                                          <p:stCondLst>
                                            <p:cond delay="0"/>
                                          </p:stCondLst>
                                        </p:cTn>
                                        <p:tgtEl>
                                          <p:spTgt spid="4">
                                            <p:txEl>
                                              <p:pRg st="4" end="4"/>
                                            </p:txEl>
                                          </p:spTgt>
                                        </p:tgtEl>
                                        <p:attrNameLst>
                                          <p:attrName>style.visibility</p:attrName>
                                        </p:attrNameLst>
                                      </p:cBhvr>
                                      <p:to>
                                        <p:strVal val="visible"/>
                                      </p:to>
                                    </p:set>
                                    <p:animEffect transition="in" filter="wipe(left)">
                                      <p:cBhvr>
                                        <p:cTn id="32" dur="500"/>
                                        <p:tgtEl>
                                          <p:spTgt spid="4">
                                            <p:txEl>
                                              <p:pRg st="4" end="4"/>
                                            </p:txEl>
                                          </p:spTgt>
                                        </p:tgtEl>
                                      </p:cBhvr>
                                    </p:animEffect>
                                  </p:childTnLst>
                                </p:cTn>
                              </p:par>
                            </p:childTnLst>
                          </p:cTn>
                        </p:par>
                        <p:par>
                          <p:cTn id="33" fill="hold">
                            <p:stCondLst>
                              <p:cond delay="500"/>
                            </p:stCondLst>
                            <p:childTnLst>
                              <p:par>
                                <p:cTn id="34" presetID="22" presetClass="entr" presetSubtype="8" fill="hold" grpId="0" nodeType="afterEffect">
                                  <p:stCondLst>
                                    <p:cond delay="0"/>
                                  </p:stCondLst>
                                  <p:childTnLst>
                                    <p:set>
                                      <p:cBhvr>
                                        <p:cTn id="35" dur="1" fill="hold">
                                          <p:stCondLst>
                                            <p:cond delay="0"/>
                                          </p:stCondLst>
                                        </p:cTn>
                                        <p:tgtEl>
                                          <p:spTgt spid="6">
                                            <p:txEl>
                                              <p:pRg st="1" end="1"/>
                                            </p:txEl>
                                          </p:spTgt>
                                        </p:tgtEl>
                                        <p:attrNameLst>
                                          <p:attrName>style.visibility</p:attrName>
                                        </p:attrNameLst>
                                      </p:cBhvr>
                                      <p:to>
                                        <p:strVal val="visible"/>
                                      </p:to>
                                    </p:set>
                                    <p:animEffect transition="in" filter="wipe(left)">
                                      <p:cBhvr>
                                        <p:cTn id="36" dur="500"/>
                                        <p:tgtEl>
                                          <p:spTgt spid="6">
                                            <p:txEl>
                                              <p:pRg st="1" end="1"/>
                                            </p:txEl>
                                          </p:spTgt>
                                        </p:tgtEl>
                                      </p:cBhvr>
                                    </p:animEffect>
                                  </p:childTnLst>
                                </p:cTn>
                              </p:par>
                            </p:childTnLst>
                          </p:cTn>
                        </p:par>
                        <p:par>
                          <p:cTn id="37" fill="hold">
                            <p:stCondLst>
                              <p:cond delay="1000"/>
                            </p:stCondLst>
                            <p:childTnLst>
                              <p:par>
                                <p:cTn id="38" presetID="22" presetClass="entr" presetSubtype="8" fill="hold" grpId="0" nodeType="afterEffect">
                                  <p:stCondLst>
                                    <p:cond delay="0"/>
                                  </p:stCondLst>
                                  <p:childTnLst>
                                    <p:set>
                                      <p:cBhvr>
                                        <p:cTn id="39" dur="1" fill="hold">
                                          <p:stCondLst>
                                            <p:cond delay="0"/>
                                          </p:stCondLst>
                                        </p:cTn>
                                        <p:tgtEl>
                                          <p:spTgt spid="6">
                                            <p:txEl>
                                              <p:pRg st="2" end="2"/>
                                            </p:txEl>
                                          </p:spTgt>
                                        </p:tgtEl>
                                        <p:attrNameLst>
                                          <p:attrName>style.visibility</p:attrName>
                                        </p:attrNameLst>
                                      </p:cBhvr>
                                      <p:to>
                                        <p:strVal val="visible"/>
                                      </p:to>
                                    </p:set>
                                    <p:animEffect transition="in" filter="wipe(left)">
                                      <p:cBhvr>
                                        <p:cTn id="40" dur="500"/>
                                        <p:tgtEl>
                                          <p:spTgt spid="6">
                                            <p:txEl>
                                              <p:pRg st="2" end="2"/>
                                            </p:txEl>
                                          </p:spTgt>
                                        </p:tgtEl>
                                      </p:cBhvr>
                                    </p:animEffect>
                                  </p:childTnLst>
                                </p:cTn>
                              </p:par>
                            </p:childTnLst>
                          </p:cTn>
                        </p:par>
                        <p:par>
                          <p:cTn id="41" fill="hold">
                            <p:stCondLst>
                              <p:cond delay="1500"/>
                            </p:stCondLst>
                            <p:childTnLst>
                              <p:par>
                                <p:cTn id="42" presetID="22" presetClass="entr" presetSubtype="8" fill="hold" grpId="0" nodeType="afterEffect">
                                  <p:stCondLst>
                                    <p:cond delay="0"/>
                                  </p:stCondLst>
                                  <p:childTnLst>
                                    <p:set>
                                      <p:cBhvr>
                                        <p:cTn id="43" dur="1" fill="hold">
                                          <p:stCondLst>
                                            <p:cond delay="0"/>
                                          </p:stCondLst>
                                        </p:cTn>
                                        <p:tgtEl>
                                          <p:spTgt spid="6">
                                            <p:txEl>
                                              <p:pRg st="4" end="4"/>
                                            </p:txEl>
                                          </p:spTgt>
                                        </p:tgtEl>
                                        <p:attrNameLst>
                                          <p:attrName>style.visibility</p:attrName>
                                        </p:attrNameLst>
                                      </p:cBhvr>
                                      <p:to>
                                        <p:strVal val="visible"/>
                                      </p:to>
                                    </p:set>
                                    <p:animEffect transition="in" filter="wipe(left)">
                                      <p:cBhvr>
                                        <p:cTn id="44" dur="500"/>
                                        <p:tgtEl>
                                          <p:spTgt spid="6">
                                            <p:txEl>
                                              <p:pRg st="4" end="4"/>
                                            </p:txEl>
                                          </p:spTgt>
                                        </p:tgtEl>
                                      </p:cBhvr>
                                    </p:animEffect>
                                  </p:childTnLst>
                                </p:cTn>
                              </p:par>
                            </p:childTnLst>
                          </p:cTn>
                        </p:par>
                      </p:childTnLst>
                    </p:cTn>
                  </p:par>
                  <p:par>
                    <p:cTn id="45" fill="hold">
                      <p:stCondLst>
                        <p:cond delay="indefinite"/>
                      </p:stCondLst>
                      <p:childTnLst>
                        <p:par>
                          <p:cTn id="46" fill="hold">
                            <p:stCondLst>
                              <p:cond delay="0"/>
                            </p:stCondLst>
                            <p:childTnLst>
                              <p:par>
                                <p:cTn id="47" presetID="10" presetClass="entr" presetSubtype="0" fill="hold" grpId="0" nodeType="clickEffect">
                                  <p:stCondLst>
                                    <p:cond delay="0"/>
                                  </p:stCondLst>
                                  <p:childTnLst>
                                    <p:set>
                                      <p:cBhvr>
                                        <p:cTn id="48" dur="1" fill="hold">
                                          <p:stCondLst>
                                            <p:cond delay="0"/>
                                          </p:stCondLst>
                                        </p:cTn>
                                        <p:tgtEl>
                                          <p:spTgt spid="7"/>
                                        </p:tgtEl>
                                        <p:attrNameLst>
                                          <p:attrName>style.visibility</p:attrName>
                                        </p:attrNameLst>
                                      </p:cBhvr>
                                      <p:to>
                                        <p:strVal val="visible"/>
                                      </p:to>
                                    </p:set>
                                    <p:animEffect transition="in" filter="fade">
                                      <p:cBhvr>
                                        <p:cTn id="49" dur="500"/>
                                        <p:tgtEl>
                                          <p:spTgt spid="7"/>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build="p"/>
      <p:bldP spid="4" grpId="0" uiExpand="1" build="p"/>
      <p:bldP spid="5" grpId="0" build="p"/>
      <p:bldP spid="6" grpId="0" uiExpand="1" build="p"/>
      <p:bldP spid="7" grpId="0"/>
    </p:bldLst>
  </p:timing>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32547A0-88C7-29D0-1307-5BCED1457CAE}"/>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60CF40F9-12DF-5CC1-6444-96F6A8C9E14D}"/>
              </a:ext>
            </a:extLst>
          </p:cNvPr>
          <p:cNvSpPr>
            <a:spLocks noGrp="1"/>
          </p:cNvSpPr>
          <p:nvPr>
            <p:ph type="title"/>
          </p:nvPr>
        </p:nvSpPr>
        <p:spPr/>
        <p:txBody>
          <a:bodyPr/>
          <a:lstStyle/>
          <a:p>
            <a:r>
              <a:rPr lang="en-GB"/>
              <a:t>Assessment</a:t>
            </a:r>
          </a:p>
        </p:txBody>
      </p:sp>
      <p:sp>
        <p:nvSpPr>
          <p:cNvPr id="3" name="Text Placeholder 2">
            <a:extLst>
              <a:ext uri="{FF2B5EF4-FFF2-40B4-BE49-F238E27FC236}">
                <a16:creationId xmlns:a16="http://schemas.microsoft.com/office/drawing/2014/main" id="{F2DE83AB-2C48-8ADE-7508-2790A834FFEF}"/>
              </a:ext>
            </a:extLst>
          </p:cNvPr>
          <p:cNvSpPr>
            <a:spLocks noGrp="1"/>
          </p:cNvSpPr>
          <p:nvPr>
            <p:ph type="body" idx="1"/>
          </p:nvPr>
        </p:nvSpPr>
        <p:spPr/>
        <p:txBody>
          <a:bodyPr/>
          <a:lstStyle/>
          <a:p>
            <a:r>
              <a:rPr lang="en-GB" dirty="0"/>
              <a:t>Assignment – 40 Marks</a:t>
            </a:r>
          </a:p>
        </p:txBody>
      </p:sp>
      <p:sp>
        <p:nvSpPr>
          <p:cNvPr id="4" name="Content Placeholder 3">
            <a:extLst>
              <a:ext uri="{FF2B5EF4-FFF2-40B4-BE49-F238E27FC236}">
                <a16:creationId xmlns:a16="http://schemas.microsoft.com/office/drawing/2014/main" id="{00021F32-B7C8-2B86-861F-529D12CF9E8C}"/>
              </a:ext>
            </a:extLst>
          </p:cNvPr>
          <p:cNvSpPr>
            <a:spLocks noGrp="1"/>
          </p:cNvSpPr>
          <p:nvPr>
            <p:ph sz="half" idx="2"/>
          </p:nvPr>
        </p:nvSpPr>
        <p:spPr/>
        <p:txBody>
          <a:bodyPr>
            <a:normAutofit/>
          </a:bodyPr>
          <a:lstStyle/>
          <a:p>
            <a:pPr indent="0">
              <a:tabLst>
                <a:tab pos="3771900" algn="ctr"/>
              </a:tabLst>
            </a:pPr>
            <a:r>
              <a:rPr lang="en-GB" dirty="0"/>
              <a:t>Analysis	3 – 6</a:t>
            </a:r>
          </a:p>
          <a:p>
            <a:pPr indent="0">
              <a:tabLst>
                <a:tab pos="3771900" algn="ctr"/>
              </a:tabLst>
            </a:pPr>
            <a:r>
              <a:rPr lang="en-GB" dirty="0"/>
              <a:t>Design	2 – 7</a:t>
            </a:r>
          </a:p>
          <a:p>
            <a:pPr indent="0">
              <a:tabLst>
                <a:tab pos="3771900" algn="ctr"/>
              </a:tabLst>
            </a:pPr>
            <a:r>
              <a:rPr lang="en-GB" dirty="0"/>
              <a:t>Implementation	22 – 24</a:t>
            </a:r>
          </a:p>
          <a:p>
            <a:pPr indent="0">
              <a:tabLst>
                <a:tab pos="3771900" algn="ctr"/>
              </a:tabLst>
            </a:pPr>
            <a:r>
              <a:rPr lang="en-GB" dirty="0"/>
              <a:t>Testing	3 – 6</a:t>
            </a:r>
          </a:p>
          <a:p>
            <a:pPr indent="0">
              <a:tabLst>
                <a:tab pos="3771900" algn="ctr"/>
              </a:tabLst>
            </a:pPr>
            <a:r>
              <a:rPr lang="en-GB" dirty="0"/>
              <a:t>Evaluation	3 – 6</a:t>
            </a:r>
          </a:p>
          <a:p>
            <a:pPr indent="0">
              <a:tabLst>
                <a:tab pos="3771900" algn="ctr"/>
              </a:tabLst>
            </a:pPr>
            <a:r>
              <a:rPr lang="en-GB" dirty="0"/>
              <a:t>Computer Systems	0</a:t>
            </a:r>
            <a:endParaRPr lang="en-GB" b="1" dirty="0"/>
          </a:p>
        </p:txBody>
      </p:sp>
      <p:sp>
        <p:nvSpPr>
          <p:cNvPr id="5" name="Text Placeholder 4">
            <a:extLst>
              <a:ext uri="{FF2B5EF4-FFF2-40B4-BE49-F238E27FC236}">
                <a16:creationId xmlns:a16="http://schemas.microsoft.com/office/drawing/2014/main" id="{01CD7EDA-AF5A-4C0C-1B99-BFA4129AB6AD}"/>
              </a:ext>
            </a:extLst>
          </p:cNvPr>
          <p:cNvSpPr>
            <a:spLocks noGrp="1"/>
          </p:cNvSpPr>
          <p:nvPr>
            <p:ph type="body" sz="quarter" idx="3"/>
          </p:nvPr>
        </p:nvSpPr>
        <p:spPr/>
        <p:txBody>
          <a:bodyPr/>
          <a:lstStyle/>
          <a:p>
            <a:r>
              <a:rPr lang="en-GB" dirty="0"/>
              <a:t>Question Paper – 80 Marks</a:t>
            </a:r>
          </a:p>
        </p:txBody>
      </p:sp>
      <p:sp>
        <p:nvSpPr>
          <p:cNvPr id="6" name="Content Placeholder 5">
            <a:extLst>
              <a:ext uri="{FF2B5EF4-FFF2-40B4-BE49-F238E27FC236}">
                <a16:creationId xmlns:a16="http://schemas.microsoft.com/office/drawing/2014/main" id="{59E44D69-802E-5AE9-8D1D-6F50E7C5F50A}"/>
              </a:ext>
            </a:extLst>
          </p:cNvPr>
          <p:cNvSpPr>
            <a:spLocks noGrp="1"/>
          </p:cNvSpPr>
          <p:nvPr>
            <p:ph sz="quarter" idx="4"/>
          </p:nvPr>
        </p:nvSpPr>
        <p:spPr/>
        <p:txBody>
          <a:bodyPr>
            <a:normAutofit/>
          </a:bodyPr>
          <a:lstStyle/>
          <a:p>
            <a:pPr indent="0">
              <a:tabLst>
                <a:tab pos="3771900" algn="ctr"/>
              </a:tabLst>
            </a:pPr>
            <a:r>
              <a:rPr lang="en-GB" dirty="0"/>
              <a:t>Analysis	0 – 5</a:t>
            </a:r>
          </a:p>
          <a:p>
            <a:pPr indent="0">
              <a:tabLst>
                <a:tab pos="3771900" algn="ctr"/>
              </a:tabLst>
            </a:pPr>
            <a:r>
              <a:rPr lang="en-GB" dirty="0"/>
              <a:t>Design	20 – 40</a:t>
            </a:r>
          </a:p>
          <a:p>
            <a:pPr indent="0">
              <a:tabLst>
                <a:tab pos="3771900" algn="ctr"/>
              </a:tabLst>
            </a:pPr>
            <a:r>
              <a:rPr lang="en-GB" dirty="0"/>
              <a:t>Implementation	16 – 34</a:t>
            </a:r>
          </a:p>
          <a:p>
            <a:pPr indent="0">
              <a:tabLst>
                <a:tab pos="3771900" algn="ctr"/>
              </a:tabLst>
            </a:pPr>
            <a:r>
              <a:rPr lang="en-GB" dirty="0"/>
              <a:t>Testing	5 – 10</a:t>
            </a:r>
          </a:p>
          <a:p>
            <a:pPr indent="0">
              <a:tabLst>
                <a:tab pos="3771900" algn="ctr"/>
              </a:tabLst>
            </a:pPr>
            <a:r>
              <a:rPr lang="en-GB" dirty="0"/>
              <a:t>Evaluation	3 – 6</a:t>
            </a:r>
          </a:p>
          <a:p>
            <a:pPr indent="0">
              <a:tabLst>
                <a:tab pos="3771900" algn="ctr"/>
              </a:tabLst>
            </a:pPr>
            <a:r>
              <a:rPr lang="en-GB" dirty="0"/>
              <a:t>Computer Systems	0 – 5</a:t>
            </a:r>
            <a:endParaRPr lang="en-GB" b="1" dirty="0"/>
          </a:p>
        </p:txBody>
      </p:sp>
      <p:sp>
        <p:nvSpPr>
          <p:cNvPr id="7" name="TextBox 6">
            <a:extLst>
              <a:ext uri="{FF2B5EF4-FFF2-40B4-BE49-F238E27FC236}">
                <a16:creationId xmlns:a16="http://schemas.microsoft.com/office/drawing/2014/main" id="{2176D600-6369-CA43-BB03-20F2D3E7B2F0}"/>
              </a:ext>
            </a:extLst>
          </p:cNvPr>
          <p:cNvSpPr txBox="1"/>
          <p:nvPr/>
        </p:nvSpPr>
        <p:spPr>
          <a:xfrm>
            <a:off x="3682010" y="6200487"/>
            <a:ext cx="3888180" cy="584775"/>
          </a:xfrm>
          <a:prstGeom prst="rect">
            <a:avLst/>
          </a:prstGeom>
          <a:noFill/>
        </p:spPr>
        <p:txBody>
          <a:bodyPr wrap="none" rtlCol="0">
            <a:spAutoFit/>
          </a:bodyPr>
          <a:lstStyle/>
          <a:p>
            <a:pPr algn="ctr"/>
            <a:r>
              <a:rPr lang="en-GB" sz="3200" b="1" dirty="0">
                <a:solidFill>
                  <a:srgbClr val="FF0000"/>
                </a:solidFill>
              </a:rPr>
              <a:t>Final grade out of 120</a:t>
            </a:r>
          </a:p>
        </p:txBody>
      </p:sp>
    </p:spTree>
    <p:extLst>
      <p:ext uri="{BB962C8B-B14F-4D97-AF65-F5344CB8AC3E}">
        <p14:creationId xmlns:p14="http://schemas.microsoft.com/office/powerpoint/2010/main" val="3678207235"/>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animEffect transition="in" filter="wipe(left)">
                                      <p:cBhvr>
                                        <p:cTn id="7" dur="1500"/>
                                        <p:tgtEl>
                                          <p:spTgt spid="3">
                                            <p:txEl>
                                              <p:pRg st="0" end="0"/>
                                            </p:txEl>
                                          </p:spTgt>
                                        </p:tgtEl>
                                      </p:cBhvr>
                                    </p:animEffect>
                                  </p:childTnLst>
                                </p:cTn>
                              </p:par>
                            </p:childTnLst>
                          </p:cTn>
                        </p:par>
                      </p:childTnLst>
                    </p:cTn>
                  </p:par>
                  <p:par>
                    <p:cTn id="8" fill="hold">
                      <p:stCondLst>
                        <p:cond delay="indefinite"/>
                      </p:stCondLst>
                      <p:childTnLst>
                        <p:par>
                          <p:cTn id="9" fill="hold">
                            <p:stCondLst>
                              <p:cond delay="0"/>
                            </p:stCondLst>
                            <p:childTnLst>
                              <p:par>
                                <p:cTn id="10" presetID="22" presetClass="entr" presetSubtype="8" fill="hold" grpId="0" nodeType="clickEffect">
                                  <p:stCondLst>
                                    <p:cond delay="0"/>
                                  </p:stCondLst>
                                  <p:childTnLst>
                                    <p:set>
                                      <p:cBhvr>
                                        <p:cTn id="11" dur="1" fill="hold">
                                          <p:stCondLst>
                                            <p:cond delay="0"/>
                                          </p:stCondLst>
                                        </p:cTn>
                                        <p:tgtEl>
                                          <p:spTgt spid="4">
                                            <p:txEl>
                                              <p:pRg st="0" end="0"/>
                                            </p:txEl>
                                          </p:spTgt>
                                        </p:tgtEl>
                                        <p:attrNameLst>
                                          <p:attrName>style.visibility</p:attrName>
                                        </p:attrNameLst>
                                      </p:cBhvr>
                                      <p:to>
                                        <p:strVal val="visible"/>
                                      </p:to>
                                    </p:set>
                                    <p:animEffect transition="in" filter="wipe(left)">
                                      <p:cBhvr>
                                        <p:cTn id="12" dur="1500"/>
                                        <p:tgtEl>
                                          <p:spTgt spid="4">
                                            <p:txEl>
                                              <p:pRg st="0" end="0"/>
                                            </p:txEl>
                                          </p:spTgt>
                                        </p:tgtEl>
                                      </p:cBhvr>
                                    </p:animEffect>
                                  </p:childTnLst>
                                </p:cTn>
                              </p:par>
                            </p:childTnLst>
                          </p:cTn>
                        </p:par>
                      </p:childTnLst>
                    </p:cTn>
                  </p:par>
                  <p:par>
                    <p:cTn id="13" fill="hold">
                      <p:stCondLst>
                        <p:cond delay="indefinite"/>
                      </p:stCondLst>
                      <p:childTnLst>
                        <p:par>
                          <p:cTn id="14" fill="hold">
                            <p:stCondLst>
                              <p:cond delay="0"/>
                            </p:stCondLst>
                            <p:childTnLst>
                              <p:par>
                                <p:cTn id="15" presetID="22" presetClass="entr" presetSubtype="8" fill="hold" grpId="0" nodeType="clickEffect">
                                  <p:stCondLst>
                                    <p:cond delay="0"/>
                                  </p:stCondLst>
                                  <p:childTnLst>
                                    <p:set>
                                      <p:cBhvr>
                                        <p:cTn id="16" dur="1" fill="hold">
                                          <p:stCondLst>
                                            <p:cond delay="0"/>
                                          </p:stCondLst>
                                        </p:cTn>
                                        <p:tgtEl>
                                          <p:spTgt spid="4">
                                            <p:txEl>
                                              <p:pRg st="1" end="1"/>
                                            </p:txEl>
                                          </p:spTgt>
                                        </p:tgtEl>
                                        <p:attrNameLst>
                                          <p:attrName>style.visibility</p:attrName>
                                        </p:attrNameLst>
                                      </p:cBhvr>
                                      <p:to>
                                        <p:strVal val="visible"/>
                                      </p:to>
                                    </p:set>
                                    <p:animEffect transition="in" filter="wipe(left)">
                                      <p:cBhvr>
                                        <p:cTn id="17" dur="1500"/>
                                        <p:tgtEl>
                                          <p:spTgt spid="4">
                                            <p:txEl>
                                              <p:pRg st="1" end="1"/>
                                            </p:txEl>
                                          </p:spTgt>
                                        </p:tgtEl>
                                      </p:cBhvr>
                                    </p:animEffect>
                                  </p:childTnLst>
                                </p:cTn>
                              </p:par>
                            </p:childTnLst>
                          </p:cTn>
                        </p:par>
                      </p:childTnLst>
                    </p:cTn>
                  </p:par>
                  <p:par>
                    <p:cTn id="18" fill="hold">
                      <p:stCondLst>
                        <p:cond delay="indefinite"/>
                      </p:stCondLst>
                      <p:childTnLst>
                        <p:par>
                          <p:cTn id="19" fill="hold">
                            <p:stCondLst>
                              <p:cond delay="0"/>
                            </p:stCondLst>
                            <p:childTnLst>
                              <p:par>
                                <p:cTn id="20" presetID="22" presetClass="entr" presetSubtype="8" fill="hold" grpId="0" nodeType="clickEffect">
                                  <p:stCondLst>
                                    <p:cond delay="0"/>
                                  </p:stCondLst>
                                  <p:childTnLst>
                                    <p:set>
                                      <p:cBhvr>
                                        <p:cTn id="21" dur="1" fill="hold">
                                          <p:stCondLst>
                                            <p:cond delay="0"/>
                                          </p:stCondLst>
                                        </p:cTn>
                                        <p:tgtEl>
                                          <p:spTgt spid="4">
                                            <p:txEl>
                                              <p:pRg st="2" end="2"/>
                                            </p:txEl>
                                          </p:spTgt>
                                        </p:tgtEl>
                                        <p:attrNameLst>
                                          <p:attrName>style.visibility</p:attrName>
                                        </p:attrNameLst>
                                      </p:cBhvr>
                                      <p:to>
                                        <p:strVal val="visible"/>
                                      </p:to>
                                    </p:set>
                                    <p:animEffect transition="in" filter="wipe(left)">
                                      <p:cBhvr>
                                        <p:cTn id="22" dur="1500"/>
                                        <p:tgtEl>
                                          <p:spTgt spid="4">
                                            <p:txEl>
                                              <p:pRg st="2" end="2"/>
                                            </p:txEl>
                                          </p:spTgt>
                                        </p:tgtEl>
                                      </p:cBhvr>
                                    </p:animEffect>
                                  </p:childTnLst>
                                </p:cTn>
                              </p:par>
                            </p:childTnLst>
                          </p:cTn>
                        </p:par>
                      </p:childTnLst>
                    </p:cTn>
                  </p:par>
                  <p:par>
                    <p:cTn id="23" fill="hold">
                      <p:stCondLst>
                        <p:cond delay="indefinite"/>
                      </p:stCondLst>
                      <p:childTnLst>
                        <p:par>
                          <p:cTn id="24" fill="hold">
                            <p:stCondLst>
                              <p:cond delay="0"/>
                            </p:stCondLst>
                            <p:childTnLst>
                              <p:par>
                                <p:cTn id="25" presetID="22" presetClass="entr" presetSubtype="8" fill="hold" grpId="0" nodeType="clickEffect">
                                  <p:stCondLst>
                                    <p:cond delay="0"/>
                                  </p:stCondLst>
                                  <p:childTnLst>
                                    <p:set>
                                      <p:cBhvr>
                                        <p:cTn id="26" dur="1" fill="hold">
                                          <p:stCondLst>
                                            <p:cond delay="0"/>
                                          </p:stCondLst>
                                        </p:cTn>
                                        <p:tgtEl>
                                          <p:spTgt spid="4">
                                            <p:txEl>
                                              <p:pRg st="3" end="3"/>
                                            </p:txEl>
                                          </p:spTgt>
                                        </p:tgtEl>
                                        <p:attrNameLst>
                                          <p:attrName>style.visibility</p:attrName>
                                        </p:attrNameLst>
                                      </p:cBhvr>
                                      <p:to>
                                        <p:strVal val="visible"/>
                                      </p:to>
                                    </p:set>
                                    <p:animEffect transition="in" filter="wipe(left)">
                                      <p:cBhvr>
                                        <p:cTn id="27" dur="1500"/>
                                        <p:tgtEl>
                                          <p:spTgt spid="4">
                                            <p:txEl>
                                              <p:pRg st="3" end="3"/>
                                            </p:txEl>
                                          </p:spTgt>
                                        </p:tgtEl>
                                      </p:cBhvr>
                                    </p:animEffect>
                                  </p:childTnLst>
                                </p:cTn>
                              </p:par>
                            </p:childTnLst>
                          </p:cTn>
                        </p:par>
                      </p:childTnLst>
                    </p:cTn>
                  </p:par>
                  <p:par>
                    <p:cTn id="28" fill="hold">
                      <p:stCondLst>
                        <p:cond delay="indefinite"/>
                      </p:stCondLst>
                      <p:childTnLst>
                        <p:par>
                          <p:cTn id="29" fill="hold">
                            <p:stCondLst>
                              <p:cond delay="0"/>
                            </p:stCondLst>
                            <p:childTnLst>
                              <p:par>
                                <p:cTn id="30" presetID="22" presetClass="entr" presetSubtype="8" fill="hold" grpId="0" nodeType="clickEffect">
                                  <p:stCondLst>
                                    <p:cond delay="0"/>
                                  </p:stCondLst>
                                  <p:childTnLst>
                                    <p:set>
                                      <p:cBhvr>
                                        <p:cTn id="31" dur="1" fill="hold">
                                          <p:stCondLst>
                                            <p:cond delay="0"/>
                                          </p:stCondLst>
                                        </p:cTn>
                                        <p:tgtEl>
                                          <p:spTgt spid="4">
                                            <p:txEl>
                                              <p:pRg st="4" end="4"/>
                                            </p:txEl>
                                          </p:spTgt>
                                        </p:tgtEl>
                                        <p:attrNameLst>
                                          <p:attrName>style.visibility</p:attrName>
                                        </p:attrNameLst>
                                      </p:cBhvr>
                                      <p:to>
                                        <p:strVal val="visible"/>
                                      </p:to>
                                    </p:set>
                                    <p:animEffect transition="in" filter="wipe(left)">
                                      <p:cBhvr>
                                        <p:cTn id="32" dur="1500"/>
                                        <p:tgtEl>
                                          <p:spTgt spid="4">
                                            <p:txEl>
                                              <p:pRg st="4" end="4"/>
                                            </p:txEl>
                                          </p:spTgt>
                                        </p:tgtEl>
                                      </p:cBhvr>
                                    </p:animEffect>
                                  </p:childTnLst>
                                </p:cTn>
                              </p:par>
                            </p:childTnLst>
                          </p:cTn>
                        </p:par>
                      </p:childTnLst>
                    </p:cTn>
                  </p:par>
                  <p:par>
                    <p:cTn id="33" fill="hold">
                      <p:stCondLst>
                        <p:cond delay="indefinite"/>
                      </p:stCondLst>
                      <p:childTnLst>
                        <p:par>
                          <p:cTn id="34" fill="hold">
                            <p:stCondLst>
                              <p:cond delay="0"/>
                            </p:stCondLst>
                            <p:childTnLst>
                              <p:par>
                                <p:cTn id="35" presetID="22" presetClass="entr" presetSubtype="8" fill="hold" grpId="0" nodeType="clickEffect">
                                  <p:stCondLst>
                                    <p:cond delay="0"/>
                                  </p:stCondLst>
                                  <p:childTnLst>
                                    <p:set>
                                      <p:cBhvr>
                                        <p:cTn id="36" dur="1" fill="hold">
                                          <p:stCondLst>
                                            <p:cond delay="0"/>
                                          </p:stCondLst>
                                        </p:cTn>
                                        <p:tgtEl>
                                          <p:spTgt spid="4">
                                            <p:txEl>
                                              <p:pRg st="5" end="5"/>
                                            </p:txEl>
                                          </p:spTgt>
                                        </p:tgtEl>
                                        <p:attrNameLst>
                                          <p:attrName>style.visibility</p:attrName>
                                        </p:attrNameLst>
                                      </p:cBhvr>
                                      <p:to>
                                        <p:strVal val="visible"/>
                                      </p:to>
                                    </p:set>
                                    <p:animEffect transition="in" filter="wipe(left)">
                                      <p:cBhvr>
                                        <p:cTn id="37" dur="1500"/>
                                        <p:tgtEl>
                                          <p:spTgt spid="4">
                                            <p:txEl>
                                              <p:pRg st="5" end="5"/>
                                            </p:txEl>
                                          </p:spTgt>
                                        </p:tgtEl>
                                      </p:cBhvr>
                                    </p:animEffect>
                                  </p:childTnLst>
                                </p:cTn>
                              </p:par>
                            </p:childTnLst>
                          </p:cTn>
                        </p:par>
                      </p:childTnLst>
                    </p:cTn>
                  </p:par>
                  <p:par>
                    <p:cTn id="38" fill="hold">
                      <p:stCondLst>
                        <p:cond delay="indefinite"/>
                      </p:stCondLst>
                      <p:childTnLst>
                        <p:par>
                          <p:cTn id="39" fill="hold">
                            <p:stCondLst>
                              <p:cond delay="0"/>
                            </p:stCondLst>
                            <p:childTnLst>
                              <p:par>
                                <p:cTn id="40" presetID="22" presetClass="entr" presetSubtype="8" fill="hold" grpId="0" nodeType="clickEffect">
                                  <p:stCondLst>
                                    <p:cond delay="0"/>
                                  </p:stCondLst>
                                  <p:childTnLst>
                                    <p:set>
                                      <p:cBhvr>
                                        <p:cTn id="41" dur="1" fill="hold">
                                          <p:stCondLst>
                                            <p:cond delay="0"/>
                                          </p:stCondLst>
                                        </p:cTn>
                                        <p:tgtEl>
                                          <p:spTgt spid="5">
                                            <p:txEl>
                                              <p:pRg st="0" end="0"/>
                                            </p:txEl>
                                          </p:spTgt>
                                        </p:tgtEl>
                                        <p:attrNameLst>
                                          <p:attrName>style.visibility</p:attrName>
                                        </p:attrNameLst>
                                      </p:cBhvr>
                                      <p:to>
                                        <p:strVal val="visible"/>
                                      </p:to>
                                    </p:set>
                                    <p:animEffect transition="in" filter="wipe(left)">
                                      <p:cBhvr>
                                        <p:cTn id="42" dur="1500"/>
                                        <p:tgtEl>
                                          <p:spTgt spid="5">
                                            <p:txEl>
                                              <p:pRg st="0" end="0"/>
                                            </p:txEl>
                                          </p:spTgt>
                                        </p:tgtEl>
                                      </p:cBhvr>
                                    </p:animEffect>
                                  </p:childTnLst>
                                </p:cTn>
                              </p:par>
                            </p:childTnLst>
                          </p:cTn>
                        </p:par>
                      </p:childTnLst>
                    </p:cTn>
                  </p:par>
                  <p:par>
                    <p:cTn id="43" fill="hold">
                      <p:stCondLst>
                        <p:cond delay="indefinite"/>
                      </p:stCondLst>
                      <p:childTnLst>
                        <p:par>
                          <p:cTn id="44" fill="hold">
                            <p:stCondLst>
                              <p:cond delay="0"/>
                            </p:stCondLst>
                            <p:childTnLst>
                              <p:par>
                                <p:cTn id="45" presetID="22" presetClass="entr" presetSubtype="8" fill="hold" nodeType="clickEffect">
                                  <p:stCondLst>
                                    <p:cond delay="0"/>
                                  </p:stCondLst>
                                  <p:childTnLst>
                                    <p:set>
                                      <p:cBhvr>
                                        <p:cTn id="46" dur="1" fill="hold">
                                          <p:stCondLst>
                                            <p:cond delay="0"/>
                                          </p:stCondLst>
                                        </p:cTn>
                                        <p:tgtEl>
                                          <p:spTgt spid="6">
                                            <p:txEl>
                                              <p:pRg st="0" end="0"/>
                                            </p:txEl>
                                          </p:spTgt>
                                        </p:tgtEl>
                                        <p:attrNameLst>
                                          <p:attrName>style.visibility</p:attrName>
                                        </p:attrNameLst>
                                      </p:cBhvr>
                                      <p:to>
                                        <p:strVal val="visible"/>
                                      </p:to>
                                    </p:set>
                                    <p:animEffect transition="in" filter="wipe(left)">
                                      <p:cBhvr>
                                        <p:cTn id="47" dur="1500"/>
                                        <p:tgtEl>
                                          <p:spTgt spid="6">
                                            <p:txEl>
                                              <p:pRg st="0" end="0"/>
                                            </p:txEl>
                                          </p:spTgt>
                                        </p:tgtEl>
                                      </p:cBhvr>
                                    </p:animEffect>
                                  </p:childTnLst>
                                </p:cTn>
                              </p:par>
                            </p:childTnLst>
                          </p:cTn>
                        </p:par>
                      </p:childTnLst>
                    </p:cTn>
                  </p:par>
                  <p:par>
                    <p:cTn id="48" fill="hold">
                      <p:stCondLst>
                        <p:cond delay="indefinite"/>
                      </p:stCondLst>
                      <p:childTnLst>
                        <p:par>
                          <p:cTn id="49" fill="hold">
                            <p:stCondLst>
                              <p:cond delay="0"/>
                            </p:stCondLst>
                            <p:childTnLst>
                              <p:par>
                                <p:cTn id="50" presetID="22" presetClass="entr" presetSubtype="8" fill="hold" nodeType="clickEffect">
                                  <p:stCondLst>
                                    <p:cond delay="0"/>
                                  </p:stCondLst>
                                  <p:childTnLst>
                                    <p:set>
                                      <p:cBhvr>
                                        <p:cTn id="51" dur="1" fill="hold">
                                          <p:stCondLst>
                                            <p:cond delay="0"/>
                                          </p:stCondLst>
                                        </p:cTn>
                                        <p:tgtEl>
                                          <p:spTgt spid="6">
                                            <p:txEl>
                                              <p:pRg st="1" end="1"/>
                                            </p:txEl>
                                          </p:spTgt>
                                        </p:tgtEl>
                                        <p:attrNameLst>
                                          <p:attrName>style.visibility</p:attrName>
                                        </p:attrNameLst>
                                      </p:cBhvr>
                                      <p:to>
                                        <p:strVal val="visible"/>
                                      </p:to>
                                    </p:set>
                                    <p:animEffect transition="in" filter="wipe(left)">
                                      <p:cBhvr>
                                        <p:cTn id="52" dur="1500"/>
                                        <p:tgtEl>
                                          <p:spTgt spid="6">
                                            <p:txEl>
                                              <p:pRg st="1" end="1"/>
                                            </p:txEl>
                                          </p:spTgt>
                                        </p:tgtEl>
                                      </p:cBhvr>
                                    </p:animEffect>
                                  </p:childTnLst>
                                </p:cTn>
                              </p:par>
                            </p:childTnLst>
                          </p:cTn>
                        </p:par>
                      </p:childTnLst>
                    </p:cTn>
                  </p:par>
                  <p:par>
                    <p:cTn id="53" fill="hold">
                      <p:stCondLst>
                        <p:cond delay="indefinite"/>
                      </p:stCondLst>
                      <p:childTnLst>
                        <p:par>
                          <p:cTn id="54" fill="hold">
                            <p:stCondLst>
                              <p:cond delay="0"/>
                            </p:stCondLst>
                            <p:childTnLst>
                              <p:par>
                                <p:cTn id="55" presetID="22" presetClass="entr" presetSubtype="8" fill="hold" nodeType="clickEffect">
                                  <p:stCondLst>
                                    <p:cond delay="0"/>
                                  </p:stCondLst>
                                  <p:childTnLst>
                                    <p:set>
                                      <p:cBhvr>
                                        <p:cTn id="56" dur="1" fill="hold">
                                          <p:stCondLst>
                                            <p:cond delay="0"/>
                                          </p:stCondLst>
                                        </p:cTn>
                                        <p:tgtEl>
                                          <p:spTgt spid="6">
                                            <p:txEl>
                                              <p:pRg st="2" end="2"/>
                                            </p:txEl>
                                          </p:spTgt>
                                        </p:tgtEl>
                                        <p:attrNameLst>
                                          <p:attrName>style.visibility</p:attrName>
                                        </p:attrNameLst>
                                      </p:cBhvr>
                                      <p:to>
                                        <p:strVal val="visible"/>
                                      </p:to>
                                    </p:set>
                                    <p:animEffect transition="in" filter="wipe(left)">
                                      <p:cBhvr>
                                        <p:cTn id="57" dur="1500"/>
                                        <p:tgtEl>
                                          <p:spTgt spid="6">
                                            <p:txEl>
                                              <p:pRg st="2" end="2"/>
                                            </p:txEl>
                                          </p:spTgt>
                                        </p:tgtEl>
                                      </p:cBhvr>
                                    </p:animEffect>
                                  </p:childTnLst>
                                </p:cTn>
                              </p:par>
                            </p:childTnLst>
                          </p:cTn>
                        </p:par>
                      </p:childTnLst>
                    </p:cTn>
                  </p:par>
                  <p:par>
                    <p:cTn id="58" fill="hold">
                      <p:stCondLst>
                        <p:cond delay="indefinite"/>
                      </p:stCondLst>
                      <p:childTnLst>
                        <p:par>
                          <p:cTn id="59" fill="hold">
                            <p:stCondLst>
                              <p:cond delay="0"/>
                            </p:stCondLst>
                            <p:childTnLst>
                              <p:par>
                                <p:cTn id="60" presetID="22" presetClass="entr" presetSubtype="8" fill="hold" nodeType="clickEffect">
                                  <p:stCondLst>
                                    <p:cond delay="0"/>
                                  </p:stCondLst>
                                  <p:childTnLst>
                                    <p:set>
                                      <p:cBhvr>
                                        <p:cTn id="61" dur="1" fill="hold">
                                          <p:stCondLst>
                                            <p:cond delay="0"/>
                                          </p:stCondLst>
                                        </p:cTn>
                                        <p:tgtEl>
                                          <p:spTgt spid="6">
                                            <p:txEl>
                                              <p:pRg st="3" end="3"/>
                                            </p:txEl>
                                          </p:spTgt>
                                        </p:tgtEl>
                                        <p:attrNameLst>
                                          <p:attrName>style.visibility</p:attrName>
                                        </p:attrNameLst>
                                      </p:cBhvr>
                                      <p:to>
                                        <p:strVal val="visible"/>
                                      </p:to>
                                    </p:set>
                                    <p:animEffect transition="in" filter="wipe(left)">
                                      <p:cBhvr>
                                        <p:cTn id="62" dur="1500"/>
                                        <p:tgtEl>
                                          <p:spTgt spid="6">
                                            <p:txEl>
                                              <p:pRg st="3" end="3"/>
                                            </p:txEl>
                                          </p:spTgt>
                                        </p:tgtEl>
                                      </p:cBhvr>
                                    </p:animEffect>
                                  </p:childTnLst>
                                </p:cTn>
                              </p:par>
                            </p:childTnLst>
                          </p:cTn>
                        </p:par>
                      </p:childTnLst>
                    </p:cTn>
                  </p:par>
                  <p:par>
                    <p:cTn id="63" fill="hold">
                      <p:stCondLst>
                        <p:cond delay="indefinite"/>
                      </p:stCondLst>
                      <p:childTnLst>
                        <p:par>
                          <p:cTn id="64" fill="hold">
                            <p:stCondLst>
                              <p:cond delay="0"/>
                            </p:stCondLst>
                            <p:childTnLst>
                              <p:par>
                                <p:cTn id="65" presetID="22" presetClass="entr" presetSubtype="8" fill="hold" nodeType="clickEffect">
                                  <p:stCondLst>
                                    <p:cond delay="0"/>
                                  </p:stCondLst>
                                  <p:childTnLst>
                                    <p:set>
                                      <p:cBhvr>
                                        <p:cTn id="66" dur="1" fill="hold">
                                          <p:stCondLst>
                                            <p:cond delay="0"/>
                                          </p:stCondLst>
                                        </p:cTn>
                                        <p:tgtEl>
                                          <p:spTgt spid="6">
                                            <p:txEl>
                                              <p:pRg st="4" end="4"/>
                                            </p:txEl>
                                          </p:spTgt>
                                        </p:tgtEl>
                                        <p:attrNameLst>
                                          <p:attrName>style.visibility</p:attrName>
                                        </p:attrNameLst>
                                      </p:cBhvr>
                                      <p:to>
                                        <p:strVal val="visible"/>
                                      </p:to>
                                    </p:set>
                                    <p:animEffect transition="in" filter="wipe(left)">
                                      <p:cBhvr>
                                        <p:cTn id="67" dur="1500"/>
                                        <p:tgtEl>
                                          <p:spTgt spid="6">
                                            <p:txEl>
                                              <p:pRg st="4" end="4"/>
                                            </p:txEl>
                                          </p:spTgt>
                                        </p:tgtEl>
                                      </p:cBhvr>
                                    </p:animEffect>
                                  </p:childTnLst>
                                </p:cTn>
                              </p:par>
                            </p:childTnLst>
                          </p:cTn>
                        </p:par>
                      </p:childTnLst>
                    </p:cTn>
                  </p:par>
                  <p:par>
                    <p:cTn id="68" fill="hold">
                      <p:stCondLst>
                        <p:cond delay="indefinite"/>
                      </p:stCondLst>
                      <p:childTnLst>
                        <p:par>
                          <p:cTn id="69" fill="hold">
                            <p:stCondLst>
                              <p:cond delay="0"/>
                            </p:stCondLst>
                            <p:childTnLst>
                              <p:par>
                                <p:cTn id="70" presetID="22" presetClass="entr" presetSubtype="8" fill="hold" nodeType="clickEffect">
                                  <p:stCondLst>
                                    <p:cond delay="0"/>
                                  </p:stCondLst>
                                  <p:childTnLst>
                                    <p:set>
                                      <p:cBhvr>
                                        <p:cTn id="71" dur="1" fill="hold">
                                          <p:stCondLst>
                                            <p:cond delay="0"/>
                                          </p:stCondLst>
                                        </p:cTn>
                                        <p:tgtEl>
                                          <p:spTgt spid="6">
                                            <p:txEl>
                                              <p:pRg st="5" end="5"/>
                                            </p:txEl>
                                          </p:spTgt>
                                        </p:tgtEl>
                                        <p:attrNameLst>
                                          <p:attrName>style.visibility</p:attrName>
                                        </p:attrNameLst>
                                      </p:cBhvr>
                                      <p:to>
                                        <p:strVal val="visible"/>
                                      </p:to>
                                    </p:set>
                                    <p:animEffect transition="in" filter="wipe(left)">
                                      <p:cBhvr>
                                        <p:cTn id="72" dur="1500"/>
                                        <p:tgtEl>
                                          <p:spTgt spid="6">
                                            <p:txEl>
                                              <p:pRg st="5" end="5"/>
                                            </p:txEl>
                                          </p:spTgt>
                                        </p:tgtEl>
                                      </p:cBhvr>
                                    </p:animEffect>
                                  </p:childTnLst>
                                </p:cTn>
                              </p:par>
                            </p:childTnLst>
                          </p:cTn>
                        </p:par>
                      </p:childTnLst>
                    </p:cTn>
                  </p:par>
                  <p:par>
                    <p:cTn id="73" fill="hold">
                      <p:stCondLst>
                        <p:cond delay="indefinite"/>
                      </p:stCondLst>
                      <p:childTnLst>
                        <p:par>
                          <p:cTn id="74" fill="hold">
                            <p:stCondLst>
                              <p:cond delay="0"/>
                            </p:stCondLst>
                            <p:childTnLst>
                              <p:par>
                                <p:cTn id="75" presetID="22" presetClass="entr" presetSubtype="8" fill="hold" grpId="0" nodeType="clickEffect">
                                  <p:stCondLst>
                                    <p:cond delay="0"/>
                                  </p:stCondLst>
                                  <p:childTnLst>
                                    <p:set>
                                      <p:cBhvr>
                                        <p:cTn id="76" dur="1" fill="hold">
                                          <p:stCondLst>
                                            <p:cond delay="0"/>
                                          </p:stCondLst>
                                        </p:cTn>
                                        <p:tgtEl>
                                          <p:spTgt spid="7"/>
                                        </p:tgtEl>
                                        <p:attrNameLst>
                                          <p:attrName>style.visibility</p:attrName>
                                        </p:attrNameLst>
                                      </p:cBhvr>
                                      <p:to>
                                        <p:strVal val="visible"/>
                                      </p:to>
                                    </p:set>
                                    <p:animEffect transition="in" filter="wipe(left)">
                                      <p:cBhvr>
                                        <p:cTn id="77" dur="2000"/>
                                        <p:tgtEl>
                                          <p:spTgt spid="7"/>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build="p"/>
      <p:bldP spid="4" grpId="0" uiExpand="1" build="p"/>
      <p:bldP spid="5" grpId="0" build="p"/>
      <p:bldP spid="7" grpId="0"/>
    </p:bldLst>
  </p:timing>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GB" dirty="0"/>
              <a:t>What is a database?</a:t>
            </a:r>
          </a:p>
        </p:txBody>
      </p:sp>
      <p:sp>
        <p:nvSpPr>
          <p:cNvPr id="3" name="Content Placeholder 2"/>
          <p:cNvSpPr>
            <a:spLocks noGrp="1"/>
          </p:cNvSpPr>
          <p:nvPr>
            <p:ph idx="1"/>
          </p:nvPr>
        </p:nvSpPr>
        <p:spPr/>
        <p:txBody>
          <a:bodyPr/>
          <a:lstStyle/>
          <a:p>
            <a:r>
              <a:rPr lang="en-GB" dirty="0"/>
              <a:t>A database is used to store information</a:t>
            </a:r>
          </a:p>
          <a:p>
            <a:r>
              <a:rPr lang="en-GB" dirty="0"/>
              <a:t>Computerised</a:t>
            </a:r>
          </a:p>
          <a:p>
            <a:r>
              <a:rPr lang="en-GB" dirty="0"/>
              <a:t>Able to search for information</a:t>
            </a:r>
          </a:p>
        </p:txBody>
      </p:sp>
    </p:spTree>
    <p:extLst>
      <p:ext uri="{BB962C8B-B14F-4D97-AF65-F5344CB8AC3E}">
        <p14:creationId xmlns:p14="http://schemas.microsoft.com/office/powerpoint/2010/main" val="1842242945"/>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EA9A573-B600-4ED7-90E6-0A084DDB7B5E}"/>
              </a:ext>
            </a:extLst>
          </p:cNvPr>
          <p:cNvSpPr>
            <a:spLocks noGrp="1"/>
          </p:cNvSpPr>
          <p:nvPr>
            <p:ph type="title"/>
          </p:nvPr>
        </p:nvSpPr>
        <p:spPr/>
        <p:txBody>
          <a:bodyPr/>
          <a:lstStyle/>
          <a:p>
            <a:r>
              <a:rPr lang="en-GB" dirty="0"/>
              <a:t>SQL</a:t>
            </a:r>
          </a:p>
        </p:txBody>
      </p:sp>
      <p:sp>
        <p:nvSpPr>
          <p:cNvPr id="3" name="Content Placeholder 2">
            <a:extLst>
              <a:ext uri="{FF2B5EF4-FFF2-40B4-BE49-F238E27FC236}">
                <a16:creationId xmlns:a16="http://schemas.microsoft.com/office/drawing/2014/main" id="{3006BFFB-0638-4D0F-887F-1B4CD48CA2DD}"/>
              </a:ext>
            </a:extLst>
          </p:cNvPr>
          <p:cNvSpPr>
            <a:spLocks noGrp="1"/>
          </p:cNvSpPr>
          <p:nvPr>
            <p:ph idx="1"/>
          </p:nvPr>
        </p:nvSpPr>
        <p:spPr/>
        <p:txBody>
          <a:bodyPr>
            <a:normAutofit fontScale="92500" lnSpcReduction="20000"/>
          </a:bodyPr>
          <a:lstStyle/>
          <a:p>
            <a:r>
              <a:rPr lang="en-GB" sz="9600" b="1" dirty="0">
                <a:solidFill>
                  <a:srgbClr val="7030A0"/>
                </a:solidFill>
              </a:rPr>
              <a:t>S</a:t>
            </a:r>
            <a:r>
              <a:rPr lang="en-GB" sz="9600" dirty="0"/>
              <a:t>tructured</a:t>
            </a:r>
          </a:p>
          <a:p>
            <a:r>
              <a:rPr lang="en-GB" sz="9600" b="1" dirty="0">
                <a:solidFill>
                  <a:srgbClr val="7030A0"/>
                </a:solidFill>
              </a:rPr>
              <a:t>Q</a:t>
            </a:r>
            <a:r>
              <a:rPr lang="en-GB" sz="9600" dirty="0"/>
              <a:t>uery</a:t>
            </a:r>
          </a:p>
          <a:p>
            <a:r>
              <a:rPr lang="en-GB" sz="9600" b="1" dirty="0">
                <a:solidFill>
                  <a:srgbClr val="7030A0"/>
                </a:solidFill>
              </a:rPr>
              <a:t>L</a:t>
            </a:r>
            <a:r>
              <a:rPr lang="en-GB" sz="9600" dirty="0"/>
              <a:t>anguage</a:t>
            </a:r>
          </a:p>
        </p:txBody>
      </p:sp>
      <p:sp>
        <p:nvSpPr>
          <p:cNvPr id="4" name="TextBox 3"/>
          <p:cNvSpPr txBox="1"/>
          <p:nvPr/>
        </p:nvSpPr>
        <p:spPr>
          <a:xfrm>
            <a:off x="8651838" y="2828835"/>
            <a:ext cx="2701962" cy="1200329"/>
          </a:xfrm>
          <a:prstGeom prst="rect">
            <a:avLst/>
          </a:prstGeom>
          <a:noFill/>
        </p:spPr>
        <p:txBody>
          <a:bodyPr wrap="square" rtlCol="0">
            <a:spAutoFit/>
          </a:bodyPr>
          <a:lstStyle/>
          <a:p>
            <a:pPr algn="ctr"/>
            <a:r>
              <a:rPr lang="en-GB" sz="3600" dirty="0"/>
              <a:t>The language of databases</a:t>
            </a:r>
          </a:p>
        </p:txBody>
      </p:sp>
      <p:sp>
        <p:nvSpPr>
          <p:cNvPr id="5" name="TextBox 4">
            <a:extLst>
              <a:ext uri="{FF2B5EF4-FFF2-40B4-BE49-F238E27FC236}">
                <a16:creationId xmlns:a16="http://schemas.microsoft.com/office/drawing/2014/main" id="{964D77D7-D52A-864E-2F76-F013C7C8D4FE}"/>
              </a:ext>
            </a:extLst>
          </p:cNvPr>
          <p:cNvSpPr txBox="1"/>
          <p:nvPr/>
        </p:nvSpPr>
        <p:spPr>
          <a:xfrm>
            <a:off x="8972966" y="4581192"/>
            <a:ext cx="2059705" cy="646331"/>
          </a:xfrm>
          <a:prstGeom prst="rect">
            <a:avLst/>
          </a:prstGeom>
          <a:noFill/>
        </p:spPr>
        <p:txBody>
          <a:bodyPr wrap="square" rtlCol="0">
            <a:spAutoFit/>
          </a:bodyPr>
          <a:lstStyle/>
          <a:p>
            <a:r>
              <a:rPr lang="en-GB" sz="3600" dirty="0"/>
              <a:t>"SEQUEL"</a:t>
            </a:r>
          </a:p>
        </p:txBody>
      </p:sp>
    </p:spTree>
    <p:extLst>
      <p:ext uri="{BB962C8B-B14F-4D97-AF65-F5344CB8AC3E}">
        <p14:creationId xmlns:p14="http://schemas.microsoft.com/office/powerpoint/2010/main" val="3826392595"/>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animEffect transition="in" filter="wipe(left)">
                                      <p:cBhvr>
                                        <p:cTn id="7" dur="500"/>
                                        <p:tgtEl>
                                          <p:spTgt spid="3">
                                            <p:txEl>
                                              <p:pRg st="0" end="0"/>
                                            </p:txEl>
                                          </p:spTgt>
                                        </p:tgtEl>
                                      </p:cBhvr>
                                    </p:animEffect>
                                  </p:childTnLst>
                                </p:cTn>
                              </p:par>
                            </p:childTnLst>
                          </p:cTn>
                        </p:par>
                      </p:childTnLst>
                    </p:cTn>
                  </p:par>
                  <p:par>
                    <p:cTn id="8" fill="hold">
                      <p:stCondLst>
                        <p:cond delay="indefinite"/>
                      </p:stCondLst>
                      <p:childTnLst>
                        <p:par>
                          <p:cTn id="9" fill="hold">
                            <p:stCondLst>
                              <p:cond delay="0"/>
                            </p:stCondLst>
                            <p:childTnLst>
                              <p:par>
                                <p:cTn id="10" presetID="22" presetClass="entr" presetSubtype="8" fill="hold" grpId="0" nodeType="clickEffect">
                                  <p:stCondLst>
                                    <p:cond delay="0"/>
                                  </p:stCondLst>
                                  <p:childTnLst>
                                    <p:set>
                                      <p:cBhvr>
                                        <p:cTn id="11" dur="1" fill="hold">
                                          <p:stCondLst>
                                            <p:cond delay="0"/>
                                          </p:stCondLst>
                                        </p:cTn>
                                        <p:tgtEl>
                                          <p:spTgt spid="3">
                                            <p:txEl>
                                              <p:pRg st="1" end="1"/>
                                            </p:txEl>
                                          </p:spTgt>
                                        </p:tgtEl>
                                        <p:attrNameLst>
                                          <p:attrName>style.visibility</p:attrName>
                                        </p:attrNameLst>
                                      </p:cBhvr>
                                      <p:to>
                                        <p:strVal val="visible"/>
                                      </p:to>
                                    </p:set>
                                    <p:animEffect transition="in" filter="wipe(left)">
                                      <p:cBhvr>
                                        <p:cTn id="12" dur="500"/>
                                        <p:tgtEl>
                                          <p:spTgt spid="3">
                                            <p:txEl>
                                              <p:pRg st="1" end="1"/>
                                            </p:txEl>
                                          </p:spTgt>
                                        </p:tgtEl>
                                      </p:cBhvr>
                                    </p:animEffect>
                                  </p:childTnLst>
                                </p:cTn>
                              </p:par>
                            </p:childTnLst>
                          </p:cTn>
                        </p:par>
                      </p:childTnLst>
                    </p:cTn>
                  </p:par>
                  <p:par>
                    <p:cTn id="13" fill="hold">
                      <p:stCondLst>
                        <p:cond delay="indefinite"/>
                      </p:stCondLst>
                      <p:childTnLst>
                        <p:par>
                          <p:cTn id="14" fill="hold">
                            <p:stCondLst>
                              <p:cond delay="0"/>
                            </p:stCondLst>
                            <p:childTnLst>
                              <p:par>
                                <p:cTn id="15" presetID="22" presetClass="entr" presetSubtype="8" fill="hold" grpId="0" nodeType="clickEffect">
                                  <p:stCondLst>
                                    <p:cond delay="0"/>
                                  </p:stCondLst>
                                  <p:childTnLst>
                                    <p:set>
                                      <p:cBhvr>
                                        <p:cTn id="16" dur="1" fill="hold">
                                          <p:stCondLst>
                                            <p:cond delay="0"/>
                                          </p:stCondLst>
                                        </p:cTn>
                                        <p:tgtEl>
                                          <p:spTgt spid="3">
                                            <p:txEl>
                                              <p:pRg st="2" end="2"/>
                                            </p:txEl>
                                          </p:spTgt>
                                        </p:tgtEl>
                                        <p:attrNameLst>
                                          <p:attrName>style.visibility</p:attrName>
                                        </p:attrNameLst>
                                      </p:cBhvr>
                                      <p:to>
                                        <p:strVal val="visible"/>
                                      </p:to>
                                    </p:set>
                                    <p:animEffect transition="in" filter="wipe(left)">
                                      <p:cBhvr>
                                        <p:cTn id="17" dur="500"/>
                                        <p:tgtEl>
                                          <p:spTgt spid="3">
                                            <p:txEl>
                                              <p:pRg st="2" end="2"/>
                                            </p:txEl>
                                          </p:spTgt>
                                        </p:tgtEl>
                                      </p:cBhvr>
                                    </p:animEffect>
                                  </p:childTnLst>
                                </p:cTn>
                              </p:par>
                            </p:childTnLst>
                          </p:cTn>
                        </p:par>
                      </p:childTnLst>
                    </p:cTn>
                  </p:par>
                  <p:par>
                    <p:cTn id="18" fill="hold">
                      <p:stCondLst>
                        <p:cond delay="indefinite"/>
                      </p:stCondLst>
                      <p:childTnLst>
                        <p:par>
                          <p:cTn id="19" fill="hold">
                            <p:stCondLst>
                              <p:cond delay="0"/>
                            </p:stCondLst>
                            <p:childTnLst>
                              <p:par>
                                <p:cTn id="20" presetID="10" presetClass="entr" presetSubtype="0" fill="hold" grpId="0" nodeType="clickEffect">
                                  <p:stCondLst>
                                    <p:cond delay="0"/>
                                  </p:stCondLst>
                                  <p:childTnLst>
                                    <p:set>
                                      <p:cBhvr>
                                        <p:cTn id="21" dur="1" fill="hold">
                                          <p:stCondLst>
                                            <p:cond delay="0"/>
                                          </p:stCondLst>
                                        </p:cTn>
                                        <p:tgtEl>
                                          <p:spTgt spid="4"/>
                                        </p:tgtEl>
                                        <p:attrNameLst>
                                          <p:attrName>style.visibility</p:attrName>
                                        </p:attrNameLst>
                                      </p:cBhvr>
                                      <p:to>
                                        <p:strVal val="visible"/>
                                      </p:to>
                                    </p:set>
                                    <p:animEffect transition="in" filter="fade">
                                      <p:cBhvr>
                                        <p:cTn id="22" dur="1000"/>
                                        <p:tgtEl>
                                          <p:spTgt spid="4"/>
                                        </p:tgtEl>
                                      </p:cBhvr>
                                    </p:animEffect>
                                  </p:childTnLst>
                                </p:cTn>
                              </p:par>
                            </p:childTnLst>
                          </p:cTn>
                        </p:par>
                      </p:childTnLst>
                    </p:cTn>
                  </p:par>
                  <p:par>
                    <p:cTn id="23" fill="hold">
                      <p:stCondLst>
                        <p:cond delay="indefinite"/>
                      </p:stCondLst>
                      <p:childTnLst>
                        <p:par>
                          <p:cTn id="24" fill="hold">
                            <p:stCondLst>
                              <p:cond delay="0"/>
                            </p:stCondLst>
                            <p:childTnLst>
                              <p:par>
                                <p:cTn id="25" presetID="10" presetClass="entr" presetSubtype="0" fill="hold" grpId="0" nodeType="clickEffect">
                                  <p:stCondLst>
                                    <p:cond delay="0"/>
                                  </p:stCondLst>
                                  <p:childTnLst>
                                    <p:set>
                                      <p:cBhvr>
                                        <p:cTn id="26" dur="1" fill="hold">
                                          <p:stCondLst>
                                            <p:cond delay="0"/>
                                          </p:stCondLst>
                                        </p:cTn>
                                        <p:tgtEl>
                                          <p:spTgt spid="5"/>
                                        </p:tgtEl>
                                        <p:attrNameLst>
                                          <p:attrName>style.visibility</p:attrName>
                                        </p:attrNameLst>
                                      </p:cBhvr>
                                      <p:to>
                                        <p:strVal val="visible"/>
                                      </p:to>
                                    </p:set>
                                    <p:animEffect transition="in" filter="fade">
                                      <p:cBhvr>
                                        <p:cTn id="27" dur="1000"/>
                                        <p:tgtEl>
                                          <p:spTgt spid="5"/>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build="p"/>
      <p:bldP spid="4" grpId="0"/>
      <p:bldP spid="5" grpId="0"/>
    </p:bldLst>
  </p:timing>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GB" dirty="0"/>
              <a:t>Learning Intentions</a:t>
            </a:r>
          </a:p>
        </p:txBody>
      </p:sp>
      <p:sp>
        <p:nvSpPr>
          <p:cNvPr id="3" name="Content Placeholder 2"/>
          <p:cNvSpPr>
            <a:spLocks noGrp="1"/>
          </p:cNvSpPr>
          <p:nvPr>
            <p:ph idx="1"/>
          </p:nvPr>
        </p:nvSpPr>
        <p:spPr/>
        <p:txBody>
          <a:bodyPr/>
          <a:lstStyle/>
          <a:p>
            <a:r>
              <a:rPr lang="en-GB" dirty="0"/>
              <a:t>Describe and use SQL aliases</a:t>
            </a:r>
          </a:p>
        </p:txBody>
      </p:sp>
    </p:spTree>
    <p:extLst>
      <p:ext uri="{BB962C8B-B14F-4D97-AF65-F5344CB8AC3E}">
        <p14:creationId xmlns:p14="http://schemas.microsoft.com/office/powerpoint/2010/main" val="1005400821"/>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CE87805-17F2-4B70-B505-57FB17E1FEE3}"/>
              </a:ext>
            </a:extLst>
          </p:cNvPr>
          <p:cNvSpPr>
            <a:spLocks noGrp="1"/>
          </p:cNvSpPr>
          <p:nvPr>
            <p:ph type="title"/>
          </p:nvPr>
        </p:nvSpPr>
        <p:spPr/>
        <p:txBody>
          <a:bodyPr/>
          <a:lstStyle/>
          <a:p>
            <a:r>
              <a:rPr lang="en-GB" dirty="0"/>
              <a:t>SELECT – N5 Revision</a:t>
            </a:r>
          </a:p>
        </p:txBody>
      </p:sp>
      <p:sp>
        <p:nvSpPr>
          <p:cNvPr id="3" name="Content Placeholder 2">
            <a:extLst>
              <a:ext uri="{FF2B5EF4-FFF2-40B4-BE49-F238E27FC236}">
                <a16:creationId xmlns:a16="http://schemas.microsoft.com/office/drawing/2014/main" id="{E4EE7085-4C5B-409B-8843-A8A3D3CB6E90}"/>
              </a:ext>
            </a:extLst>
          </p:cNvPr>
          <p:cNvSpPr>
            <a:spLocks noGrp="1"/>
          </p:cNvSpPr>
          <p:nvPr>
            <p:ph idx="1"/>
          </p:nvPr>
        </p:nvSpPr>
        <p:spPr/>
        <p:txBody>
          <a:bodyPr>
            <a:normAutofit/>
          </a:bodyPr>
          <a:lstStyle/>
          <a:p>
            <a:pPr marL="0" lvl="0" indent="0" eaLnBrk="0" fontAlgn="base" hangingPunct="0">
              <a:lnSpc>
                <a:spcPct val="100000"/>
              </a:lnSpc>
              <a:spcBef>
                <a:spcPct val="0"/>
              </a:spcBef>
              <a:spcAft>
                <a:spcPct val="0"/>
              </a:spcAft>
              <a:buNone/>
            </a:pPr>
            <a:r>
              <a:rPr lang="en-US" altLang="en-US" sz="4000" dirty="0">
                <a:solidFill>
                  <a:srgbClr val="B2B2B2"/>
                </a:solidFill>
                <a:latin typeface="Consolas" panose="020B0609020204030204" pitchFamily="49" charset="0"/>
              </a:rPr>
              <a:t>1 </a:t>
            </a:r>
            <a:r>
              <a:rPr lang="en-US" altLang="en-US" sz="4000" dirty="0">
                <a:solidFill>
                  <a:srgbClr val="A71D5D"/>
                </a:solidFill>
                <a:latin typeface="Consolas" panose="020B0609020204030204" pitchFamily="49" charset="0"/>
              </a:rPr>
              <a:t>SELECT</a:t>
            </a:r>
            <a:r>
              <a:rPr lang="en-US" altLang="en-US" sz="4000" dirty="0">
                <a:solidFill>
                  <a:srgbClr val="000000"/>
                </a:solidFill>
                <a:latin typeface="Consolas" panose="020B0609020204030204" pitchFamily="49" charset="0"/>
              </a:rPr>
              <a:t> </a:t>
            </a:r>
            <a:r>
              <a:rPr lang="en-US" altLang="en-US" sz="4000" dirty="0" err="1">
                <a:solidFill>
                  <a:srgbClr val="000000"/>
                </a:solidFill>
                <a:latin typeface="Consolas" panose="020B0609020204030204" pitchFamily="49" charset="0"/>
              </a:rPr>
              <a:t>firstName</a:t>
            </a:r>
            <a:endParaRPr lang="en-US" altLang="en-US" sz="4000" dirty="0">
              <a:solidFill>
                <a:srgbClr val="000000"/>
              </a:solidFill>
              <a:latin typeface="Consolas" panose="020B0609020204030204" pitchFamily="49" charset="0"/>
            </a:endParaRPr>
          </a:p>
          <a:p>
            <a:pPr marL="0" lvl="0" indent="0" eaLnBrk="0" fontAlgn="base" hangingPunct="0">
              <a:lnSpc>
                <a:spcPct val="100000"/>
              </a:lnSpc>
              <a:spcBef>
                <a:spcPct val="0"/>
              </a:spcBef>
              <a:spcAft>
                <a:spcPct val="0"/>
              </a:spcAft>
              <a:buNone/>
            </a:pPr>
            <a:r>
              <a:rPr lang="en-US" altLang="en-US" sz="4000" dirty="0">
                <a:solidFill>
                  <a:srgbClr val="B2B2B2"/>
                </a:solidFill>
                <a:latin typeface="Consolas" panose="020B0609020204030204" pitchFamily="49" charset="0"/>
              </a:rPr>
              <a:t>2   </a:t>
            </a:r>
            <a:r>
              <a:rPr lang="en-US" altLang="en-US" sz="4000" dirty="0">
                <a:solidFill>
                  <a:srgbClr val="A71D5D"/>
                </a:solidFill>
                <a:latin typeface="Consolas" panose="020B0609020204030204" pitchFamily="49" charset="0"/>
              </a:rPr>
              <a:t>FROM</a:t>
            </a:r>
            <a:r>
              <a:rPr lang="en-US" altLang="en-US" sz="4000" dirty="0">
                <a:solidFill>
                  <a:srgbClr val="000000"/>
                </a:solidFill>
                <a:latin typeface="Consolas" panose="020B0609020204030204" pitchFamily="49" charset="0"/>
              </a:rPr>
              <a:t> Pupil</a:t>
            </a:r>
          </a:p>
          <a:p>
            <a:pPr marL="0" lvl="0" indent="0" eaLnBrk="0" fontAlgn="base" hangingPunct="0">
              <a:lnSpc>
                <a:spcPct val="100000"/>
              </a:lnSpc>
              <a:spcBef>
                <a:spcPct val="0"/>
              </a:spcBef>
              <a:spcAft>
                <a:spcPct val="0"/>
              </a:spcAft>
              <a:buNone/>
            </a:pPr>
            <a:r>
              <a:rPr lang="en-US" altLang="en-US" sz="4000" dirty="0">
                <a:solidFill>
                  <a:srgbClr val="B2B2B2"/>
                </a:solidFill>
                <a:latin typeface="Consolas" panose="020B0609020204030204" pitchFamily="49" charset="0"/>
              </a:rPr>
              <a:t>3   </a:t>
            </a:r>
            <a:r>
              <a:rPr lang="en-US" altLang="en-US" sz="4000" dirty="0">
                <a:solidFill>
                  <a:srgbClr val="A71D5D"/>
                </a:solidFill>
                <a:latin typeface="Consolas" panose="020B0609020204030204" pitchFamily="49" charset="0"/>
              </a:rPr>
              <a:t>WHERE</a:t>
            </a:r>
            <a:r>
              <a:rPr lang="en-US" altLang="en-US" sz="4000" dirty="0">
                <a:solidFill>
                  <a:srgbClr val="000000"/>
                </a:solidFill>
                <a:latin typeface="Consolas" panose="020B0609020204030204" pitchFamily="49" charset="0"/>
              </a:rPr>
              <a:t> </a:t>
            </a:r>
            <a:r>
              <a:rPr lang="en-US" altLang="en-US" sz="4000" dirty="0" err="1">
                <a:solidFill>
                  <a:srgbClr val="000000"/>
                </a:solidFill>
                <a:latin typeface="Consolas" panose="020B0609020204030204" pitchFamily="49" charset="0"/>
              </a:rPr>
              <a:t>lastName</a:t>
            </a:r>
            <a:r>
              <a:rPr lang="en-US" altLang="en-US" sz="4000" dirty="0">
                <a:solidFill>
                  <a:srgbClr val="000000"/>
                </a:solidFill>
                <a:latin typeface="Consolas" panose="020B0609020204030204" pitchFamily="49" charset="0"/>
              </a:rPr>
              <a:t> = </a:t>
            </a:r>
            <a:r>
              <a:rPr lang="en-US" altLang="en-US" sz="4000" dirty="0">
                <a:solidFill>
                  <a:srgbClr val="183691"/>
                </a:solidFill>
                <a:latin typeface="Consolas" panose="020B0609020204030204" pitchFamily="49" charset="0"/>
              </a:rPr>
              <a:t>"Smith"</a:t>
            </a:r>
            <a:endParaRPr lang="en-US" altLang="en-US" sz="4000" dirty="0">
              <a:solidFill>
                <a:srgbClr val="000000"/>
              </a:solidFill>
              <a:latin typeface="Consolas" panose="020B0609020204030204" pitchFamily="49" charset="0"/>
            </a:endParaRPr>
          </a:p>
          <a:p>
            <a:pPr marL="0" lvl="0" indent="0" eaLnBrk="0" fontAlgn="base" hangingPunct="0">
              <a:lnSpc>
                <a:spcPct val="100000"/>
              </a:lnSpc>
              <a:spcBef>
                <a:spcPct val="0"/>
              </a:spcBef>
              <a:spcAft>
                <a:spcPct val="0"/>
              </a:spcAft>
              <a:buNone/>
            </a:pPr>
            <a:r>
              <a:rPr lang="en-US" altLang="en-US" sz="4000" dirty="0">
                <a:solidFill>
                  <a:srgbClr val="B2B2B2"/>
                </a:solidFill>
                <a:latin typeface="Consolas" panose="020B0609020204030204" pitchFamily="49" charset="0"/>
              </a:rPr>
              <a:t>4   </a:t>
            </a:r>
            <a:r>
              <a:rPr lang="en-US" altLang="en-US" sz="4000" dirty="0">
                <a:solidFill>
                  <a:srgbClr val="A71D5D"/>
                </a:solidFill>
                <a:latin typeface="Consolas" panose="020B0609020204030204" pitchFamily="49" charset="0"/>
              </a:rPr>
              <a:t>ORDER BY</a:t>
            </a:r>
            <a:r>
              <a:rPr lang="en-US" altLang="en-US" sz="4000" dirty="0">
                <a:solidFill>
                  <a:srgbClr val="000000"/>
                </a:solidFill>
                <a:latin typeface="Consolas" panose="020B0609020204030204" pitchFamily="49" charset="0"/>
              </a:rPr>
              <a:t> </a:t>
            </a:r>
            <a:r>
              <a:rPr lang="en-US" altLang="en-US" sz="4000" dirty="0" err="1">
                <a:solidFill>
                  <a:srgbClr val="000000"/>
                </a:solidFill>
                <a:latin typeface="Consolas" panose="020B0609020204030204" pitchFamily="49" charset="0"/>
              </a:rPr>
              <a:t>firstName</a:t>
            </a:r>
            <a:r>
              <a:rPr lang="en-US" altLang="en-US" sz="4000" dirty="0">
                <a:solidFill>
                  <a:srgbClr val="000000"/>
                </a:solidFill>
                <a:latin typeface="Consolas" panose="020B0609020204030204" pitchFamily="49" charset="0"/>
              </a:rPr>
              <a:t> </a:t>
            </a:r>
            <a:r>
              <a:rPr lang="en-US" altLang="en-US" sz="4000" dirty="0">
                <a:solidFill>
                  <a:srgbClr val="A71D5D"/>
                </a:solidFill>
                <a:latin typeface="Consolas" panose="020B0609020204030204" pitchFamily="49" charset="0"/>
              </a:rPr>
              <a:t>ASC</a:t>
            </a:r>
            <a:r>
              <a:rPr lang="en-US" altLang="en-US" sz="4000" dirty="0">
                <a:solidFill>
                  <a:srgbClr val="000000"/>
                </a:solidFill>
                <a:latin typeface="Consolas" panose="020B0609020204030204" pitchFamily="49" charset="0"/>
              </a:rPr>
              <a:t>;</a:t>
            </a:r>
            <a:endParaRPr lang="en-US" altLang="en-US" sz="5400" dirty="0">
              <a:latin typeface="Arial" panose="020B0604020202020204" pitchFamily="34" charset="0"/>
            </a:endParaRPr>
          </a:p>
        </p:txBody>
      </p:sp>
    </p:spTree>
    <p:extLst>
      <p:ext uri="{BB962C8B-B14F-4D97-AF65-F5344CB8AC3E}">
        <p14:creationId xmlns:p14="http://schemas.microsoft.com/office/powerpoint/2010/main" val="4234199121"/>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animEffect transition="in" filter="wipe(left)">
                                      <p:cBhvr>
                                        <p:cTn id="7" dur="1000"/>
                                        <p:tgtEl>
                                          <p:spTgt spid="3">
                                            <p:txEl>
                                              <p:pRg st="0" end="0"/>
                                            </p:txEl>
                                          </p:spTgt>
                                        </p:tgtEl>
                                      </p:cBhvr>
                                    </p:animEffect>
                                  </p:childTnLst>
                                </p:cTn>
                              </p:par>
                            </p:childTnLst>
                          </p:cTn>
                        </p:par>
                      </p:childTnLst>
                    </p:cTn>
                  </p:par>
                  <p:par>
                    <p:cTn id="8" fill="hold">
                      <p:stCondLst>
                        <p:cond delay="indefinite"/>
                      </p:stCondLst>
                      <p:childTnLst>
                        <p:par>
                          <p:cTn id="9" fill="hold">
                            <p:stCondLst>
                              <p:cond delay="0"/>
                            </p:stCondLst>
                            <p:childTnLst>
                              <p:par>
                                <p:cTn id="10" presetID="22" presetClass="entr" presetSubtype="8" fill="hold" grpId="0" nodeType="clickEffect">
                                  <p:stCondLst>
                                    <p:cond delay="0"/>
                                  </p:stCondLst>
                                  <p:childTnLst>
                                    <p:set>
                                      <p:cBhvr>
                                        <p:cTn id="11" dur="1" fill="hold">
                                          <p:stCondLst>
                                            <p:cond delay="0"/>
                                          </p:stCondLst>
                                        </p:cTn>
                                        <p:tgtEl>
                                          <p:spTgt spid="3">
                                            <p:txEl>
                                              <p:pRg st="1" end="1"/>
                                            </p:txEl>
                                          </p:spTgt>
                                        </p:tgtEl>
                                        <p:attrNameLst>
                                          <p:attrName>style.visibility</p:attrName>
                                        </p:attrNameLst>
                                      </p:cBhvr>
                                      <p:to>
                                        <p:strVal val="visible"/>
                                      </p:to>
                                    </p:set>
                                    <p:animEffect transition="in" filter="wipe(left)">
                                      <p:cBhvr>
                                        <p:cTn id="12" dur="1000"/>
                                        <p:tgtEl>
                                          <p:spTgt spid="3">
                                            <p:txEl>
                                              <p:pRg st="1" end="1"/>
                                            </p:txEl>
                                          </p:spTgt>
                                        </p:tgtEl>
                                      </p:cBhvr>
                                    </p:animEffect>
                                  </p:childTnLst>
                                </p:cTn>
                              </p:par>
                            </p:childTnLst>
                          </p:cTn>
                        </p:par>
                      </p:childTnLst>
                    </p:cTn>
                  </p:par>
                  <p:par>
                    <p:cTn id="13" fill="hold">
                      <p:stCondLst>
                        <p:cond delay="indefinite"/>
                      </p:stCondLst>
                      <p:childTnLst>
                        <p:par>
                          <p:cTn id="14" fill="hold">
                            <p:stCondLst>
                              <p:cond delay="0"/>
                            </p:stCondLst>
                            <p:childTnLst>
                              <p:par>
                                <p:cTn id="15" presetID="22" presetClass="entr" presetSubtype="8" fill="hold" grpId="0" nodeType="clickEffect">
                                  <p:stCondLst>
                                    <p:cond delay="0"/>
                                  </p:stCondLst>
                                  <p:childTnLst>
                                    <p:set>
                                      <p:cBhvr>
                                        <p:cTn id="16" dur="1" fill="hold">
                                          <p:stCondLst>
                                            <p:cond delay="0"/>
                                          </p:stCondLst>
                                        </p:cTn>
                                        <p:tgtEl>
                                          <p:spTgt spid="3">
                                            <p:txEl>
                                              <p:pRg st="2" end="2"/>
                                            </p:txEl>
                                          </p:spTgt>
                                        </p:tgtEl>
                                        <p:attrNameLst>
                                          <p:attrName>style.visibility</p:attrName>
                                        </p:attrNameLst>
                                      </p:cBhvr>
                                      <p:to>
                                        <p:strVal val="visible"/>
                                      </p:to>
                                    </p:set>
                                    <p:animEffect transition="in" filter="wipe(left)">
                                      <p:cBhvr>
                                        <p:cTn id="17" dur="1000"/>
                                        <p:tgtEl>
                                          <p:spTgt spid="3">
                                            <p:txEl>
                                              <p:pRg st="2" end="2"/>
                                            </p:txEl>
                                          </p:spTgt>
                                        </p:tgtEl>
                                      </p:cBhvr>
                                    </p:animEffect>
                                  </p:childTnLst>
                                </p:cTn>
                              </p:par>
                            </p:childTnLst>
                          </p:cTn>
                        </p:par>
                      </p:childTnLst>
                    </p:cTn>
                  </p:par>
                  <p:par>
                    <p:cTn id="18" fill="hold">
                      <p:stCondLst>
                        <p:cond delay="indefinite"/>
                      </p:stCondLst>
                      <p:childTnLst>
                        <p:par>
                          <p:cTn id="19" fill="hold">
                            <p:stCondLst>
                              <p:cond delay="0"/>
                            </p:stCondLst>
                            <p:childTnLst>
                              <p:par>
                                <p:cTn id="20" presetID="22" presetClass="entr" presetSubtype="8" fill="hold" grpId="0" nodeType="clickEffect">
                                  <p:stCondLst>
                                    <p:cond delay="0"/>
                                  </p:stCondLst>
                                  <p:childTnLst>
                                    <p:set>
                                      <p:cBhvr>
                                        <p:cTn id="21" dur="1" fill="hold">
                                          <p:stCondLst>
                                            <p:cond delay="0"/>
                                          </p:stCondLst>
                                        </p:cTn>
                                        <p:tgtEl>
                                          <p:spTgt spid="3">
                                            <p:txEl>
                                              <p:pRg st="3" end="3"/>
                                            </p:txEl>
                                          </p:spTgt>
                                        </p:tgtEl>
                                        <p:attrNameLst>
                                          <p:attrName>style.visibility</p:attrName>
                                        </p:attrNameLst>
                                      </p:cBhvr>
                                      <p:to>
                                        <p:strVal val="visible"/>
                                      </p:to>
                                    </p:set>
                                    <p:animEffect transition="in" filter="wipe(left)">
                                      <p:cBhvr>
                                        <p:cTn id="22" dur="1000"/>
                                        <p:tgtEl>
                                          <p:spTgt spid="3">
                                            <p:txEl>
                                              <p:pRg st="3" end="3"/>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CE87805-17F2-4B70-B505-57FB17E1FEE3}"/>
              </a:ext>
            </a:extLst>
          </p:cNvPr>
          <p:cNvSpPr>
            <a:spLocks noGrp="1"/>
          </p:cNvSpPr>
          <p:nvPr>
            <p:ph type="title"/>
          </p:nvPr>
        </p:nvSpPr>
        <p:spPr/>
        <p:txBody>
          <a:bodyPr/>
          <a:lstStyle/>
          <a:p>
            <a:r>
              <a:rPr lang="en-GB" dirty="0"/>
              <a:t>Alias – Single word (1)</a:t>
            </a:r>
          </a:p>
        </p:txBody>
      </p:sp>
      <p:sp>
        <p:nvSpPr>
          <p:cNvPr id="3" name="Content Placeholder 2">
            <a:extLst>
              <a:ext uri="{FF2B5EF4-FFF2-40B4-BE49-F238E27FC236}">
                <a16:creationId xmlns:a16="http://schemas.microsoft.com/office/drawing/2014/main" id="{E4EE7085-4C5B-409B-8843-A8A3D3CB6E90}"/>
              </a:ext>
            </a:extLst>
          </p:cNvPr>
          <p:cNvSpPr>
            <a:spLocks noGrp="1"/>
          </p:cNvSpPr>
          <p:nvPr>
            <p:ph idx="1"/>
          </p:nvPr>
        </p:nvSpPr>
        <p:spPr>
          <a:xfrm>
            <a:off x="838200" y="1832251"/>
            <a:ext cx="10515600" cy="4351338"/>
          </a:xfrm>
        </p:spPr>
        <p:txBody>
          <a:bodyPr>
            <a:normAutofit/>
          </a:bodyPr>
          <a:lstStyle/>
          <a:p>
            <a:pPr marL="0" lvl="0" indent="0" eaLnBrk="0" fontAlgn="base" hangingPunct="0">
              <a:lnSpc>
                <a:spcPct val="100000"/>
              </a:lnSpc>
              <a:spcBef>
                <a:spcPct val="0"/>
              </a:spcBef>
              <a:spcAft>
                <a:spcPct val="0"/>
              </a:spcAft>
              <a:buNone/>
            </a:pPr>
            <a:r>
              <a:rPr lang="en-US" altLang="en-US" sz="4000" dirty="0">
                <a:solidFill>
                  <a:srgbClr val="B2B2B2"/>
                </a:solidFill>
                <a:latin typeface="Consolas" panose="020B0609020204030204" pitchFamily="49" charset="0"/>
              </a:rPr>
              <a:t>1 </a:t>
            </a:r>
            <a:r>
              <a:rPr lang="en-US" altLang="en-US" sz="4000" dirty="0">
                <a:solidFill>
                  <a:srgbClr val="A71D5D"/>
                </a:solidFill>
                <a:latin typeface="Consolas" panose="020B0609020204030204" pitchFamily="49" charset="0"/>
              </a:rPr>
              <a:t>SELECT</a:t>
            </a:r>
            <a:r>
              <a:rPr lang="en-US" altLang="en-US" sz="4000" dirty="0">
                <a:solidFill>
                  <a:srgbClr val="000000"/>
                </a:solidFill>
                <a:latin typeface="Consolas" panose="020B0609020204030204" pitchFamily="49" charset="0"/>
              </a:rPr>
              <a:t> </a:t>
            </a:r>
            <a:r>
              <a:rPr lang="en-US" altLang="en-US" sz="4000" dirty="0" err="1">
                <a:solidFill>
                  <a:srgbClr val="000000"/>
                </a:solidFill>
                <a:latin typeface="Consolas" panose="020B0609020204030204" pitchFamily="49" charset="0"/>
              </a:rPr>
              <a:t>firstName</a:t>
            </a:r>
            <a:r>
              <a:rPr lang="en-US" altLang="en-US" sz="4000" dirty="0">
                <a:solidFill>
                  <a:srgbClr val="000000"/>
                </a:solidFill>
                <a:latin typeface="Consolas" panose="020B0609020204030204" pitchFamily="49" charset="0"/>
              </a:rPr>
              <a:t> </a:t>
            </a:r>
            <a:r>
              <a:rPr lang="en-US" altLang="en-US" sz="4000" dirty="0">
                <a:solidFill>
                  <a:srgbClr val="A71D5D"/>
                </a:solidFill>
                <a:latin typeface="Consolas" panose="020B0609020204030204" pitchFamily="49" charset="0"/>
              </a:rPr>
              <a:t>AS</a:t>
            </a:r>
            <a:r>
              <a:rPr lang="en-US" altLang="en-US" sz="4000" dirty="0">
                <a:solidFill>
                  <a:srgbClr val="000000"/>
                </a:solidFill>
                <a:latin typeface="Consolas" panose="020B0609020204030204" pitchFamily="49" charset="0"/>
              </a:rPr>
              <a:t> Forename</a:t>
            </a:r>
          </a:p>
          <a:p>
            <a:pPr marL="0" lvl="0" indent="0" eaLnBrk="0" fontAlgn="base" hangingPunct="0">
              <a:lnSpc>
                <a:spcPct val="100000"/>
              </a:lnSpc>
              <a:spcBef>
                <a:spcPct val="0"/>
              </a:spcBef>
              <a:spcAft>
                <a:spcPct val="0"/>
              </a:spcAft>
              <a:buNone/>
            </a:pPr>
            <a:r>
              <a:rPr lang="en-US" altLang="en-US" sz="4000" dirty="0">
                <a:solidFill>
                  <a:srgbClr val="B2B2B2"/>
                </a:solidFill>
                <a:latin typeface="Consolas" panose="020B0609020204030204" pitchFamily="49" charset="0"/>
              </a:rPr>
              <a:t>2   </a:t>
            </a:r>
            <a:r>
              <a:rPr lang="en-US" altLang="en-US" sz="4000" dirty="0">
                <a:solidFill>
                  <a:srgbClr val="A71D5D"/>
                </a:solidFill>
                <a:latin typeface="Consolas" panose="020B0609020204030204" pitchFamily="49" charset="0"/>
              </a:rPr>
              <a:t>FROM</a:t>
            </a:r>
            <a:r>
              <a:rPr lang="en-US" altLang="en-US" sz="4000" dirty="0">
                <a:solidFill>
                  <a:srgbClr val="000000"/>
                </a:solidFill>
                <a:latin typeface="Consolas" panose="020B0609020204030204" pitchFamily="49" charset="0"/>
              </a:rPr>
              <a:t> Pupil</a:t>
            </a:r>
          </a:p>
          <a:p>
            <a:pPr marL="0" lvl="0" indent="0" eaLnBrk="0" fontAlgn="base" hangingPunct="0">
              <a:lnSpc>
                <a:spcPct val="100000"/>
              </a:lnSpc>
              <a:spcBef>
                <a:spcPct val="0"/>
              </a:spcBef>
              <a:spcAft>
                <a:spcPct val="0"/>
              </a:spcAft>
              <a:buNone/>
            </a:pPr>
            <a:r>
              <a:rPr lang="en-US" altLang="en-US" sz="4000" dirty="0">
                <a:solidFill>
                  <a:srgbClr val="B2B2B2"/>
                </a:solidFill>
                <a:latin typeface="Consolas" panose="020B0609020204030204" pitchFamily="49" charset="0"/>
              </a:rPr>
              <a:t>3   </a:t>
            </a:r>
            <a:r>
              <a:rPr lang="en-US" altLang="en-US" sz="4000" dirty="0">
                <a:solidFill>
                  <a:srgbClr val="A71D5D"/>
                </a:solidFill>
                <a:latin typeface="Consolas" panose="020B0609020204030204" pitchFamily="49" charset="0"/>
              </a:rPr>
              <a:t>WHERE</a:t>
            </a:r>
            <a:r>
              <a:rPr lang="en-US" altLang="en-US" sz="4000" dirty="0">
                <a:solidFill>
                  <a:srgbClr val="000000"/>
                </a:solidFill>
                <a:latin typeface="Consolas" panose="020B0609020204030204" pitchFamily="49" charset="0"/>
              </a:rPr>
              <a:t> </a:t>
            </a:r>
            <a:r>
              <a:rPr lang="en-US" altLang="en-US" sz="4000" dirty="0" err="1">
                <a:solidFill>
                  <a:srgbClr val="000000"/>
                </a:solidFill>
                <a:latin typeface="Consolas" panose="020B0609020204030204" pitchFamily="49" charset="0"/>
              </a:rPr>
              <a:t>lastName</a:t>
            </a:r>
            <a:r>
              <a:rPr lang="en-US" altLang="en-US" sz="4000" dirty="0">
                <a:solidFill>
                  <a:srgbClr val="000000"/>
                </a:solidFill>
                <a:latin typeface="Consolas" panose="020B0609020204030204" pitchFamily="49" charset="0"/>
              </a:rPr>
              <a:t> = </a:t>
            </a:r>
            <a:r>
              <a:rPr lang="en-US" altLang="en-US" sz="4000" dirty="0">
                <a:solidFill>
                  <a:srgbClr val="183691"/>
                </a:solidFill>
                <a:latin typeface="Consolas" panose="020B0609020204030204" pitchFamily="49" charset="0"/>
              </a:rPr>
              <a:t>"Smith"</a:t>
            </a:r>
            <a:endParaRPr lang="en-US" altLang="en-US" sz="4000" dirty="0">
              <a:solidFill>
                <a:srgbClr val="000000"/>
              </a:solidFill>
              <a:latin typeface="Consolas" panose="020B0609020204030204" pitchFamily="49" charset="0"/>
            </a:endParaRPr>
          </a:p>
          <a:p>
            <a:pPr marL="0" lvl="0" indent="0" eaLnBrk="0" fontAlgn="base" hangingPunct="0">
              <a:lnSpc>
                <a:spcPct val="100000"/>
              </a:lnSpc>
              <a:spcBef>
                <a:spcPct val="0"/>
              </a:spcBef>
              <a:spcAft>
                <a:spcPct val="0"/>
              </a:spcAft>
              <a:buNone/>
            </a:pPr>
            <a:r>
              <a:rPr lang="en-US" altLang="en-US" sz="4000" dirty="0">
                <a:solidFill>
                  <a:srgbClr val="B2B2B2"/>
                </a:solidFill>
                <a:latin typeface="Consolas" panose="020B0609020204030204" pitchFamily="49" charset="0"/>
              </a:rPr>
              <a:t>4   </a:t>
            </a:r>
            <a:r>
              <a:rPr lang="en-US" altLang="en-US" sz="4000" dirty="0">
                <a:solidFill>
                  <a:srgbClr val="A71D5D"/>
                </a:solidFill>
                <a:latin typeface="Consolas" panose="020B0609020204030204" pitchFamily="49" charset="0"/>
              </a:rPr>
              <a:t>ORDER BY</a:t>
            </a:r>
            <a:r>
              <a:rPr lang="en-US" altLang="en-US" sz="4000" dirty="0">
                <a:solidFill>
                  <a:srgbClr val="000000"/>
                </a:solidFill>
                <a:latin typeface="Consolas" panose="020B0609020204030204" pitchFamily="49" charset="0"/>
              </a:rPr>
              <a:t> </a:t>
            </a:r>
            <a:r>
              <a:rPr lang="en-US" altLang="en-US" sz="4000" dirty="0" err="1">
                <a:solidFill>
                  <a:srgbClr val="000000"/>
                </a:solidFill>
                <a:latin typeface="Consolas" panose="020B0609020204030204" pitchFamily="49" charset="0"/>
              </a:rPr>
              <a:t>firstName</a:t>
            </a:r>
            <a:r>
              <a:rPr lang="en-US" altLang="en-US" sz="4000" dirty="0">
                <a:solidFill>
                  <a:srgbClr val="000000"/>
                </a:solidFill>
                <a:latin typeface="Consolas" panose="020B0609020204030204" pitchFamily="49" charset="0"/>
              </a:rPr>
              <a:t> </a:t>
            </a:r>
            <a:r>
              <a:rPr lang="en-US" altLang="en-US" sz="4000" dirty="0">
                <a:solidFill>
                  <a:srgbClr val="A71D5D"/>
                </a:solidFill>
                <a:latin typeface="Consolas" panose="020B0609020204030204" pitchFamily="49" charset="0"/>
              </a:rPr>
              <a:t>ASC</a:t>
            </a:r>
            <a:r>
              <a:rPr lang="en-US" altLang="en-US" sz="4000" dirty="0">
                <a:solidFill>
                  <a:srgbClr val="000000"/>
                </a:solidFill>
                <a:latin typeface="Consolas" panose="020B0609020204030204" pitchFamily="49" charset="0"/>
              </a:rPr>
              <a:t>;</a:t>
            </a:r>
            <a:endParaRPr lang="en-US" altLang="en-US" sz="5400" dirty="0">
              <a:latin typeface="Arial" panose="020B0604020202020204" pitchFamily="34" charset="0"/>
            </a:endParaRPr>
          </a:p>
        </p:txBody>
      </p:sp>
      <p:sp>
        <p:nvSpPr>
          <p:cNvPr id="4" name="Callout: Bent Line with No Border 3">
            <a:extLst>
              <a:ext uri="{FF2B5EF4-FFF2-40B4-BE49-F238E27FC236}">
                <a16:creationId xmlns:a16="http://schemas.microsoft.com/office/drawing/2014/main" id="{93721793-CA31-4B84-8EE1-CCC1FFFA35E8}"/>
              </a:ext>
            </a:extLst>
          </p:cNvPr>
          <p:cNvSpPr/>
          <p:nvPr/>
        </p:nvSpPr>
        <p:spPr>
          <a:xfrm>
            <a:off x="7526962" y="969609"/>
            <a:ext cx="3291840" cy="862642"/>
          </a:xfrm>
          <a:prstGeom prst="callout2">
            <a:avLst>
              <a:gd name="adj1" fmla="val 48750"/>
              <a:gd name="adj2" fmla="val -189"/>
              <a:gd name="adj3" fmla="val 49049"/>
              <a:gd name="adj4" fmla="val -16179"/>
              <a:gd name="adj5" fmla="val 116348"/>
              <a:gd name="adj6" fmla="val -23248"/>
            </a:avLst>
          </a:prstGeom>
          <a:noFill/>
          <a:ln w="38100">
            <a:solidFill>
              <a:schemeClr val="accent6">
                <a:lumMod val="75000"/>
              </a:schemeClr>
            </a:solidFill>
            <a:headEnd type="none" w="lg" len="lg"/>
            <a:tailEnd type="triangle" w="lg" len="lg"/>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GB" sz="2800" b="1" dirty="0">
                <a:solidFill>
                  <a:srgbClr val="7030A0"/>
                </a:solidFill>
              </a:rPr>
              <a:t>Keyword</a:t>
            </a:r>
          </a:p>
        </p:txBody>
      </p:sp>
      <p:sp>
        <p:nvSpPr>
          <p:cNvPr id="5" name="Callout: Bent Line with No Border 4">
            <a:extLst>
              <a:ext uri="{FF2B5EF4-FFF2-40B4-BE49-F238E27FC236}">
                <a16:creationId xmlns:a16="http://schemas.microsoft.com/office/drawing/2014/main" id="{043215A2-63BF-4071-82E3-F5D3AD04ED7E}"/>
              </a:ext>
            </a:extLst>
          </p:cNvPr>
          <p:cNvSpPr/>
          <p:nvPr/>
        </p:nvSpPr>
        <p:spPr>
          <a:xfrm>
            <a:off x="9529173" y="2566358"/>
            <a:ext cx="1331860" cy="862642"/>
          </a:xfrm>
          <a:prstGeom prst="callout2">
            <a:avLst>
              <a:gd name="adj1" fmla="val 48750"/>
              <a:gd name="adj2" fmla="val -189"/>
              <a:gd name="adj3" fmla="val 49417"/>
              <a:gd name="adj4" fmla="val -32691"/>
              <a:gd name="adj5" fmla="val -9858"/>
              <a:gd name="adj6" fmla="val -74891"/>
            </a:avLst>
          </a:prstGeom>
          <a:noFill/>
          <a:ln w="38100">
            <a:solidFill>
              <a:schemeClr val="accent6">
                <a:lumMod val="75000"/>
              </a:schemeClr>
            </a:solidFill>
            <a:headEnd type="none" w="lg" len="lg"/>
            <a:tailEnd type="triangle" w="lg" len="lg"/>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GB" sz="2800" b="1" dirty="0">
                <a:solidFill>
                  <a:srgbClr val="7030A0"/>
                </a:solidFill>
              </a:rPr>
              <a:t>Alias</a:t>
            </a:r>
          </a:p>
        </p:txBody>
      </p:sp>
    </p:spTree>
    <p:extLst>
      <p:ext uri="{BB962C8B-B14F-4D97-AF65-F5344CB8AC3E}">
        <p14:creationId xmlns:p14="http://schemas.microsoft.com/office/powerpoint/2010/main" val="1470971289"/>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animEffect transition="in" filter="wipe(left)">
                                      <p:cBhvr>
                                        <p:cTn id="7" dur="1000"/>
                                        <p:tgtEl>
                                          <p:spTgt spid="3">
                                            <p:txEl>
                                              <p:pRg st="0" end="0"/>
                                            </p:txEl>
                                          </p:spTgt>
                                        </p:tgtEl>
                                      </p:cBhvr>
                                    </p:animEffect>
                                  </p:childTnLst>
                                </p:cTn>
                              </p:par>
                            </p:childTnLst>
                          </p:cTn>
                        </p:par>
                      </p:childTnLst>
                    </p:cTn>
                  </p:par>
                  <p:par>
                    <p:cTn id="8" fill="hold">
                      <p:stCondLst>
                        <p:cond delay="indefinite"/>
                      </p:stCondLst>
                      <p:childTnLst>
                        <p:par>
                          <p:cTn id="9" fill="hold">
                            <p:stCondLst>
                              <p:cond delay="0"/>
                            </p:stCondLst>
                            <p:childTnLst>
                              <p:par>
                                <p:cTn id="10" presetID="22" presetClass="entr" presetSubtype="8" fill="hold" grpId="0" nodeType="clickEffect">
                                  <p:stCondLst>
                                    <p:cond delay="0"/>
                                  </p:stCondLst>
                                  <p:childTnLst>
                                    <p:set>
                                      <p:cBhvr>
                                        <p:cTn id="11" dur="1" fill="hold">
                                          <p:stCondLst>
                                            <p:cond delay="0"/>
                                          </p:stCondLst>
                                        </p:cTn>
                                        <p:tgtEl>
                                          <p:spTgt spid="3">
                                            <p:txEl>
                                              <p:pRg st="1" end="1"/>
                                            </p:txEl>
                                          </p:spTgt>
                                        </p:tgtEl>
                                        <p:attrNameLst>
                                          <p:attrName>style.visibility</p:attrName>
                                        </p:attrNameLst>
                                      </p:cBhvr>
                                      <p:to>
                                        <p:strVal val="visible"/>
                                      </p:to>
                                    </p:set>
                                    <p:animEffect transition="in" filter="wipe(left)">
                                      <p:cBhvr>
                                        <p:cTn id="12" dur="1000"/>
                                        <p:tgtEl>
                                          <p:spTgt spid="3">
                                            <p:txEl>
                                              <p:pRg st="1" end="1"/>
                                            </p:txEl>
                                          </p:spTgt>
                                        </p:tgtEl>
                                      </p:cBhvr>
                                    </p:animEffect>
                                  </p:childTnLst>
                                </p:cTn>
                              </p:par>
                            </p:childTnLst>
                          </p:cTn>
                        </p:par>
                      </p:childTnLst>
                    </p:cTn>
                  </p:par>
                  <p:par>
                    <p:cTn id="13" fill="hold">
                      <p:stCondLst>
                        <p:cond delay="indefinite"/>
                      </p:stCondLst>
                      <p:childTnLst>
                        <p:par>
                          <p:cTn id="14" fill="hold">
                            <p:stCondLst>
                              <p:cond delay="0"/>
                            </p:stCondLst>
                            <p:childTnLst>
                              <p:par>
                                <p:cTn id="15" presetID="22" presetClass="entr" presetSubtype="8" fill="hold" grpId="0" nodeType="clickEffect">
                                  <p:stCondLst>
                                    <p:cond delay="0"/>
                                  </p:stCondLst>
                                  <p:childTnLst>
                                    <p:set>
                                      <p:cBhvr>
                                        <p:cTn id="16" dur="1" fill="hold">
                                          <p:stCondLst>
                                            <p:cond delay="0"/>
                                          </p:stCondLst>
                                        </p:cTn>
                                        <p:tgtEl>
                                          <p:spTgt spid="3">
                                            <p:txEl>
                                              <p:pRg st="2" end="2"/>
                                            </p:txEl>
                                          </p:spTgt>
                                        </p:tgtEl>
                                        <p:attrNameLst>
                                          <p:attrName>style.visibility</p:attrName>
                                        </p:attrNameLst>
                                      </p:cBhvr>
                                      <p:to>
                                        <p:strVal val="visible"/>
                                      </p:to>
                                    </p:set>
                                    <p:animEffect transition="in" filter="wipe(left)">
                                      <p:cBhvr>
                                        <p:cTn id="17" dur="1000"/>
                                        <p:tgtEl>
                                          <p:spTgt spid="3">
                                            <p:txEl>
                                              <p:pRg st="2" end="2"/>
                                            </p:txEl>
                                          </p:spTgt>
                                        </p:tgtEl>
                                      </p:cBhvr>
                                    </p:animEffect>
                                  </p:childTnLst>
                                </p:cTn>
                              </p:par>
                            </p:childTnLst>
                          </p:cTn>
                        </p:par>
                      </p:childTnLst>
                    </p:cTn>
                  </p:par>
                  <p:par>
                    <p:cTn id="18" fill="hold">
                      <p:stCondLst>
                        <p:cond delay="indefinite"/>
                      </p:stCondLst>
                      <p:childTnLst>
                        <p:par>
                          <p:cTn id="19" fill="hold">
                            <p:stCondLst>
                              <p:cond delay="0"/>
                            </p:stCondLst>
                            <p:childTnLst>
                              <p:par>
                                <p:cTn id="20" presetID="22" presetClass="entr" presetSubtype="8" fill="hold" grpId="0" nodeType="clickEffect">
                                  <p:stCondLst>
                                    <p:cond delay="0"/>
                                  </p:stCondLst>
                                  <p:childTnLst>
                                    <p:set>
                                      <p:cBhvr>
                                        <p:cTn id="21" dur="1" fill="hold">
                                          <p:stCondLst>
                                            <p:cond delay="0"/>
                                          </p:stCondLst>
                                        </p:cTn>
                                        <p:tgtEl>
                                          <p:spTgt spid="3">
                                            <p:txEl>
                                              <p:pRg st="3" end="3"/>
                                            </p:txEl>
                                          </p:spTgt>
                                        </p:tgtEl>
                                        <p:attrNameLst>
                                          <p:attrName>style.visibility</p:attrName>
                                        </p:attrNameLst>
                                      </p:cBhvr>
                                      <p:to>
                                        <p:strVal val="visible"/>
                                      </p:to>
                                    </p:set>
                                    <p:animEffect transition="in" filter="wipe(left)">
                                      <p:cBhvr>
                                        <p:cTn id="22" dur="1000"/>
                                        <p:tgtEl>
                                          <p:spTgt spid="3">
                                            <p:txEl>
                                              <p:pRg st="3" end="3"/>
                                            </p:txEl>
                                          </p:spTgt>
                                        </p:tgtEl>
                                      </p:cBhvr>
                                    </p:animEffect>
                                  </p:childTnLst>
                                </p:cTn>
                              </p:par>
                            </p:childTnLst>
                          </p:cTn>
                        </p:par>
                      </p:childTnLst>
                    </p:cTn>
                  </p:par>
                  <p:par>
                    <p:cTn id="23" fill="hold">
                      <p:stCondLst>
                        <p:cond delay="indefinite"/>
                      </p:stCondLst>
                      <p:childTnLst>
                        <p:par>
                          <p:cTn id="24" fill="hold">
                            <p:stCondLst>
                              <p:cond delay="0"/>
                            </p:stCondLst>
                            <p:childTnLst>
                              <p:par>
                                <p:cTn id="25" presetID="10" presetClass="entr" presetSubtype="0" fill="hold" grpId="0" nodeType="clickEffect">
                                  <p:stCondLst>
                                    <p:cond delay="0"/>
                                  </p:stCondLst>
                                  <p:childTnLst>
                                    <p:set>
                                      <p:cBhvr>
                                        <p:cTn id="26" dur="1" fill="hold">
                                          <p:stCondLst>
                                            <p:cond delay="0"/>
                                          </p:stCondLst>
                                        </p:cTn>
                                        <p:tgtEl>
                                          <p:spTgt spid="4"/>
                                        </p:tgtEl>
                                        <p:attrNameLst>
                                          <p:attrName>style.visibility</p:attrName>
                                        </p:attrNameLst>
                                      </p:cBhvr>
                                      <p:to>
                                        <p:strVal val="visible"/>
                                      </p:to>
                                    </p:set>
                                    <p:animEffect transition="in" filter="fade">
                                      <p:cBhvr>
                                        <p:cTn id="27" dur="1000"/>
                                        <p:tgtEl>
                                          <p:spTgt spid="4"/>
                                        </p:tgtEl>
                                      </p:cBhvr>
                                    </p:animEffect>
                                  </p:childTnLst>
                                </p:cTn>
                              </p:par>
                            </p:childTnLst>
                          </p:cTn>
                        </p:par>
                      </p:childTnLst>
                    </p:cTn>
                  </p:par>
                  <p:par>
                    <p:cTn id="28" fill="hold">
                      <p:stCondLst>
                        <p:cond delay="indefinite"/>
                      </p:stCondLst>
                      <p:childTnLst>
                        <p:par>
                          <p:cTn id="29" fill="hold">
                            <p:stCondLst>
                              <p:cond delay="0"/>
                            </p:stCondLst>
                            <p:childTnLst>
                              <p:par>
                                <p:cTn id="30" presetID="10" presetClass="entr" presetSubtype="0" fill="hold" grpId="0" nodeType="clickEffect">
                                  <p:stCondLst>
                                    <p:cond delay="0"/>
                                  </p:stCondLst>
                                  <p:childTnLst>
                                    <p:set>
                                      <p:cBhvr>
                                        <p:cTn id="31" dur="1" fill="hold">
                                          <p:stCondLst>
                                            <p:cond delay="0"/>
                                          </p:stCondLst>
                                        </p:cTn>
                                        <p:tgtEl>
                                          <p:spTgt spid="5"/>
                                        </p:tgtEl>
                                        <p:attrNameLst>
                                          <p:attrName>style.visibility</p:attrName>
                                        </p:attrNameLst>
                                      </p:cBhvr>
                                      <p:to>
                                        <p:strVal val="visible"/>
                                      </p:to>
                                    </p:set>
                                    <p:animEffect transition="in" filter="fade">
                                      <p:cBhvr>
                                        <p:cTn id="32" dur="1000"/>
                                        <p:tgtEl>
                                          <p:spTgt spid="5"/>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P spid="4" grpId="0" animBg="1"/>
      <p:bldP spid="5" grpId="0" animBg="1"/>
    </p:bldLst>
  </p:timing>
</p:sld>
</file>

<file path=ppt/slides/slide11.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CE87805-17F2-4B70-B505-57FB17E1FEE3}"/>
              </a:ext>
            </a:extLst>
          </p:cNvPr>
          <p:cNvSpPr>
            <a:spLocks noGrp="1"/>
          </p:cNvSpPr>
          <p:nvPr>
            <p:ph type="title"/>
          </p:nvPr>
        </p:nvSpPr>
        <p:spPr/>
        <p:txBody>
          <a:bodyPr/>
          <a:lstStyle/>
          <a:p>
            <a:r>
              <a:rPr lang="en-GB" dirty="0"/>
              <a:t>Alias – Single word (1)</a:t>
            </a:r>
          </a:p>
        </p:txBody>
      </p:sp>
      <p:sp>
        <p:nvSpPr>
          <p:cNvPr id="3" name="Content Placeholder 2">
            <a:extLst>
              <a:ext uri="{FF2B5EF4-FFF2-40B4-BE49-F238E27FC236}">
                <a16:creationId xmlns:a16="http://schemas.microsoft.com/office/drawing/2014/main" id="{E4EE7085-4C5B-409B-8843-A8A3D3CB6E90}"/>
              </a:ext>
            </a:extLst>
          </p:cNvPr>
          <p:cNvSpPr>
            <a:spLocks noGrp="1"/>
          </p:cNvSpPr>
          <p:nvPr>
            <p:ph idx="1"/>
          </p:nvPr>
        </p:nvSpPr>
        <p:spPr>
          <a:xfrm>
            <a:off x="838200" y="1832251"/>
            <a:ext cx="10515600" cy="4351338"/>
          </a:xfrm>
        </p:spPr>
        <p:txBody>
          <a:bodyPr>
            <a:normAutofit/>
          </a:bodyPr>
          <a:lstStyle/>
          <a:p>
            <a:pPr marL="0" lvl="0" indent="0" eaLnBrk="0" fontAlgn="base" hangingPunct="0">
              <a:lnSpc>
                <a:spcPct val="100000"/>
              </a:lnSpc>
              <a:spcBef>
                <a:spcPct val="0"/>
              </a:spcBef>
              <a:spcAft>
                <a:spcPct val="0"/>
              </a:spcAft>
              <a:buNone/>
            </a:pPr>
            <a:r>
              <a:rPr lang="en-US" altLang="en-US" sz="4000" dirty="0">
                <a:solidFill>
                  <a:srgbClr val="B2B2B2"/>
                </a:solidFill>
                <a:latin typeface="Consolas" panose="020B0609020204030204" pitchFamily="49" charset="0"/>
              </a:rPr>
              <a:t>1 </a:t>
            </a:r>
            <a:r>
              <a:rPr lang="en-US" altLang="en-US" sz="4000" dirty="0">
                <a:solidFill>
                  <a:srgbClr val="A71D5D"/>
                </a:solidFill>
                <a:latin typeface="Consolas" panose="020B0609020204030204" pitchFamily="49" charset="0"/>
              </a:rPr>
              <a:t>SELECT</a:t>
            </a:r>
            <a:r>
              <a:rPr lang="en-US" altLang="en-US" sz="4000" dirty="0">
                <a:solidFill>
                  <a:srgbClr val="000000"/>
                </a:solidFill>
                <a:latin typeface="Consolas" panose="020B0609020204030204" pitchFamily="49" charset="0"/>
              </a:rPr>
              <a:t> </a:t>
            </a:r>
            <a:r>
              <a:rPr lang="en-US" altLang="en-US" sz="4000" dirty="0" err="1">
                <a:solidFill>
                  <a:srgbClr val="000000"/>
                </a:solidFill>
                <a:latin typeface="Consolas" panose="020B0609020204030204" pitchFamily="49" charset="0"/>
              </a:rPr>
              <a:t>firstName</a:t>
            </a:r>
            <a:r>
              <a:rPr lang="en-US" altLang="en-US" sz="4000" dirty="0">
                <a:solidFill>
                  <a:srgbClr val="000000"/>
                </a:solidFill>
                <a:latin typeface="Consolas" panose="020B0609020204030204" pitchFamily="49" charset="0"/>
              </a:rPr>
              <a:t> </a:t>
            </a:r>
            <a:r>
              <a:rPr lang="en-US" altLang="en-US" sz="4000" dirty="0">
                <a:solidFill>
                  <a:srgbClr val="A71D5D"/>
                </a:solidFill>
                <a:latin typeface="Consolas" panose="020B0609020204030204" pitchFamily="49" charset="0"/>
              </a:rPr>
              <a:t>AS</a:t>
            </a:r>
            <a:r>
              <a:rPr lang="en-US" altLang="en-US" sz="4000" dirty="0">
                <a:solidFill>
                  <a:srgbClr val="000000"/>
                </a:solidFill>
                <a:latin typeface="Consolas" panose="020B0609020204030204" pitchFamily="49" charset="0"/>
              </a:rPr>
              <a:t> Forename</a:t>
            </a:r>
          </a:p>
          <a:p>
            <a:pPr marL="0" lvl="0" indent="0" eaLnBrk="0" fontAlgn="base" hangingPunct="0">
              <a:lnSpc>
                <a:spcPct val="100000"/>
              </a:lnSpc>
              <a:spcBef>
                <a:spcPct val="0"/>
              </a:spcBef>
              <a:spcAft>
                <a:spcPct val="0"/>
              </a:spcAft>
              <a:buNone/>
            </a:pPr>
            <a:r>
              <a:rPr lang="en-US" altLang="en-US" sz="4000" dirty="0">
                <a:solidFill>
                  <a:srgbClr val="B2B2B2"/>
                </a:solidFill>
                <a:latin typeface="Consolas" panose="020B0609020204030204" pitchFamily="49" charset="0"/>
              </a:rPr>
              <a:t>2   </a:t>
            </a:r>
            <a:r>
              <a:rPr lang="en-US" altLang="en-US" sz="4000" dirty="0">
                <a:solidFill>
                  <a:srgbClr val="A71D5D"/>
                </a:solidFill>
                <a:latin typeface="Consolas" panose="020B0609020204030204" pitchFamily="49" charset="0"/>
              </a:rPr>
              <a:t>FROM</a:t>
            </a:r>
            <a:r>
              <a:rPr lang="en-US" altLang="en-US" sz="4000" dirty="0">
                <a:solidFill>
                  <a:srgbClr val="000000"/>
                </a:solidFill>
                <a:latin typeface="Consolas" panose="020B0609020204030204" pitchFamily="49" charset="0"/>
              </a:rPr>
              <a:t> Pupil</a:t>
            </a:r>
          </a:p>
          <a:p>
            <a:pPr marL="0" lvl="0" indent="0" eaLnBrk="0" fontAlgn="base" hangingPunct="0">
              <a:lnSpc>
                <a:spcPct val="100000"/>
              </a:lnSpc>
              <a:spcBef>
                <a:spcPct val="0"/>
              </a:spcBef>
              <a:spcAft>
                <a:spcPct val="0"/>
              </a:spcAft>
              <a:buNone/>
            </a:pPr>
            <a:r>
              <a:rPr lang="en-US" altLang="en-US" sz="4000" dirty="0">
                <a:solidFill>
                  <a:srgbClr val="B2B2B2"/>
                </a:solidFill>
                <a:latin typeface="Consolas" panose="020B0609020204030204" pitchFamily="49" charset="0"/>
              </a:rPr>
              <a:t>3   </a:t>
            </a:r>
            <a:r>
              <a:rPr lang="en-US" altLang="en-US" sz="4000" dirty="0">
                <a:solidFill>
                  <a:srgbClr val="A71D5D"/>
                </a:solidFill>
                <a:latin typeface="Consolas" panose="020B0609020204030204" pitchFamily="49" charset="0"/>
              </a:rPr>
              <a:t>WHERE</a:t>
            </a:r>
            <a:r>
              <a:rPr lang="en-US" altLang="en-US" sz="4000" dirty="0">
                <a:solidFill>
                  <a:srgbClr val="000000"/>
                </a:solidFill>
                <a:latin typeface="Consolas" panose="020B0609020204030204" pitchFamily="49" charset="0"/>
              </a:rPr>
              <a:t> </a:t>
            </a:r>
            <a:r>
              <a:rPr lang="en-US" altLang="en-US" sz="4000" dirty="0" err="1">
                <a:solidFill>
                  <a:srgbClr val="000000"/>
                </a:solidFill>
                <a:latin typeface="Consolas" panose="020B0609020204030204" pitchFamily="49" charset="0"/>
              </a:rPr>
              <a:t>lastName</a:t>
            </a:r>
            <a:r>
              <a:rPr lang="en-US" altLang="en-US" sz="4000" dirty="0">
                <a:solidFill>
                  <a:srgbClr val="000000"/>
                </a:solidFill>
                <a:latin typeface="Consolas" panose="020B0609020204030204" pitchFamily="49" charset="0"/>
              </a:rPr>
              <a:t> = </a:t>
            </a:r>
            <a:r>
              <a:rPr lang="en-US" altLang="en-US" sz="4000" dirty="0">
                <a:solidFill>
                  <a:srgbClr val="183691"/>
                </a:solidFill>
                <a:latin typeface="Consolas" panose="020B0609020204030204" pitchFamily="49" charset="0"/>
              </a:rPr>
              <a:t>"Smith"</a:t>
            </a:r>
            <a:endParaRPr lang="en-US" altLang="en-US" sz="4000" dirty="0">
              <a:solidFill>
                <a:srgbClr val="000000"/>
              </a:solidFill>
              <a:latin typeface="Consolas" panose="020B0609020204030204" pitchFamily="49" charset="0"/>
            </a:endParaRPr>
          </a:p>
          <a:p>
            <a:pPr marL="0" lvl="0" indent="0" eaLnBrk="0" fontAlgn="base" hangingPunct="0">
              <a:lnSpc>
                <a:spcPct val="100000"/>
              </a:lnSpc>
              <a:spcBef>
                <a:spcPct val="0"/>
              </a:spcBef>
              <a:spcAft>
                <a:spcPct val="0"/>
              </a:spcAft>
              <a:buNone/>
            </a:pPr>
            <a:r>
              <a:rPr lang="en-US" altLang="en-US" sz="4000" dirty="0">
                <a:solidFill>
                  <a:srgbClr val="B2B2B2"/>
                </a:solidFill>
                <a:latin typeface="Consolas" panose="020B0609020204030204" pitchFamily="49" charset="0"/>
              </a:rPr>
              <a:t>4   </a:t>
            </a:r>
            <a:r>
              <a:rPr lang="en-US" altLang="en-US" sz="4000" dirty="0">
                <a:solidFill>
                  <a:srgbClr val="A71D5D"/>
                </a:solidFill>
                <a:latin typeface="Consolas" panose="020B0609020204030204" pitchFamily="49" charset="0"/>
              </a:rPr>
              <a:t>ORDER BY</a:t>
            </a:r>
            <a:r>
              <a:rPr lang="en-US" altLang="en-US" sz="4000" dirty="0">
                <a:solidFill>
                  <a:srgbClr val="000000"/>
                </a:solidFill>
                <a:latin typeface="Consolas" panose="020B0609020204030204" pitchFamily="49" charset="0"/>
              </a:rPr>
              <a:t> </a:t>
            </a:r>
            <a:r>
              <a:rPr lang="en-US" altLang="en-US" sz="4000" dirty="0" err="1">
                <a:solidFill>
                  <a:srgbClr val="000000"/>
                </a:solidFill>
                <a:latin typeface="Consolas" panose="020B0609020204030204" pitchFamily="49" charset="0"/>
              </a:rPr>
              <a:t>firstName</a:t>
            </a:r>
            <a:r>
              <a:rPr lang="en-US" altLang="en-US" sz="4000" dirty="0">
                <a:solidFill>
                  <a:srgbClr val="000000"/>
                </a:solidFill>
                <a:latin typeface="Consolas" panose="020B0609020204030204" pitchFamily="49" charset="0"/>
              </a:rPr>
              <a:t> </a:t>
            </a:r>
            <a:r>
              <a:rPr lang="en-US" altLang="en-US" sz="4000" dirty="0">
                <a:solidFill>
                  <a:srgbClr val="A71D5D"/>
                </a:solidFill>
                <a:latin typeface="Consolas" panose="020B0609020204030204" pitchFamily="49" charset="0"/>
              </a:rPr>
              <a:t>ASC</a:t>
            </a:r>
            <a:r>
              <a:rPr lang="en-US" altLang="en-US" sz="4000" dirty="0">
                <a:solidFill>
                  <a:srgbClr val="000000"/>
                </a:solidFill>
                <a:latin typeface="Consolas" panose="020B0609020204030204" pitchFamily="49" charset="0"/>
              </a:rPr>
              <a:t>;</a:t>
            </a:r>
            <a:endParaRPr lang="en-US" altLang="en-US" sz="5400" dirty="0">
              <a:latin typeface="Arial" panose="020B0604020202020204" pitchFamily="34" charset="0"/>
            </a:endParaRPr>
          </a:p>
        </p:txBody>
      </p:sp>
    </p:spTree>
    <p:extLst>
      <p:ext uri="{BB962C8B-B14F-4D97-AF65-F5344CB8AC3E}">
        <p14:creationId xmlns:p14="http://schemas.microsoft.com/office/powerpoint/2010/main" val="1154128154"/>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CE87805-17F2-4B70-B505-57FB17E1FEE3}"/>
              </a:ext>
            </a:extLst>
          </p:cNvPr>
          <p:cNvSpPr>
            <a:spLocks noGrp="1"/>
          </p:cNvSpPr>
          <p:nvPr>
            <p:ph type="title"/>
          </p:nvPr>
        </p:nvSpPr>
        <p:spPr/>
        <p:txBody>
          <a:bodyPr/>
          <a:lstStyle/>
          <a:p>
            <a:r>
              <a:rPr lang="en-GB" dirty="0"/>
              <a:t>Alias – Multiple words (1)</a:t>
            </a:r>
          </a:p>
        </p:txBody>
      </p:sp>
      <p:sp>
        <p:nvSpPr>
          <p:cNvPr id="3" name="Content Placeholder 2">
            <a:extLst>
              <a:ext uri="{FF2B5EF4-FFF2-40B4-BE49-F238E27FC236}">
                <a16:creationId xmlns:a16="http://schemas.microsoft.com/office/drawing/2014/main" id="{E4EE7085-4C5B-409B-8843-A8A3D3CB6E90}"/>
              </a:ext>
            </a:extLst>
          </p:cNvPr>
          <p:cNvSpPr>
            <a:spLocks noGrp="1"/>
          </p:cNvSpPr>
          <p:nvPr>
            <p:ph idx="1"/>
          </p:nvPr>
        </p:nvSpPr>
        <p:spPr/>
        <p:txBody>
          <a:bodyPr>
            <a:normAutofit/>
          </a:bodyPr>
          <a:lstStyle/>
          <a:p>
            <a:pPr marL="0" lvl="0" indent="0" eaLnBrk="0" fontAlgn="base" hangingPunct="0">
              <a:lnSpc>
                <a:spcPct val="100000"/>
              </a:lnSpc>
              <a:spcBef>
                <a:spcPct val="0"/>
              </a:spcBef>
              <a:spcAft>
                <a:spcPct val="0"/>
              </a:spcAft>
              <a:buNone/>
            </a:pPr>
            <a:r>
              <a:rPr lang="en-US" altLang="en-US" sz="4000" dirty="0">
                <a:solidFill>
                  <a:srgbClr val="B2B2B2"/>
                </a:solidFill>
                <a:latin typeface="Consolas" panose="020B0609020204030204" pitchFamily="49" charset="0"/>
              </a:rPr>
              <a:t>1 </a:t>
            </a:r>
            <a:r>
              <a:rPr lang="en-US" altLang="en-US" sz="4000" dirty="0">
                <a:solidFill>
                  <a:srgbClr val="A71D5D"/>
                </a:solidFill>
                <a:latin typeface="Consolas" panose="020B0609020204030204" pitchFamily="49" charset="0"/>
              </a:rPr>
              <a:t>SELECT</a:t>
            </a:r>
            <a:r>
              <a:rPr lang="en-US" altLang="en-US" sz="4000" dirty="0">
                <a:solidFill>
                  <a:srgbClr val="000000"/>
                </a:solidFill>
                <a:latin typeface="Consolas" panose="020B0609020204030204" pitchFamily="49" charset="0"/>
              </a:rPr>
              <a:t> </a:t>
            </a:r>
            <a:r>
              <a:rPr lang="en-US" altLang="en-US" sz="4000" dirty="0" err="1">
                <a:solidFill>
                  <a:srgbClr val="000000"/>
                </a:solidFill>
                <a:latin typeface="Consolas" panose="020B0609020204030204" pitchFamily="49" charset="0"/>
              </a:rPr>
              <a:t>firstName</a:t>
            </a:r>
            <a:r>
              <a:rPr lang="en-US" altLang="en-US" sz="4000" dirty="0">
                <a:solidFill>
                  <a:srgbClr val="000000"/>
                </a:solidFill>
                <a:latin typeface="Consolas" panose="020B0609020204030204" pitchFamily="49" charset="0"/>
              </a:rPr>
              <a:t> </a:t>
            </a:r>
            <a:r>
              <a:rPr lang="en-US" altLang="en-US" sz="4000" dirty="0">
                <a:solidFill>
                  <a:srgbClr val="A71D5D"/>
                </a:solidFill>
                <a:latin typeface="Consolas" panose="020B0609020204030204" pitchFamily="49" charset="0"/>
              </a:rPr>
              <a:t>AS</a:t>
            </a:r>
            <a:r>
              <a:rPr lang="en-US" altLang="en-US" sz="4000" dirty="0">
                <a:solidFill>
                  <a:srgbClr val="000000"/>
                </a:solidFill>
                <a:latin typeface="Consolas" panose="020B0609020204030204" pitchFamily="49" charset="0"/>
              </a:rPr>
              <a:t> [</a:t>
            </a:r>
            <a:r>
              <a:rPr lang="en-US" altLang="en-US" sz="4000" dirty="0">
                <a:latin typeface="Consolas" panose="020B0609020204030204" pitchFamily="49" charset="0"/>
              </a:rPr>
              <a:t>First name</a:t>
            </a:r>
            <a:r>
              <a:rPr lang="en-US" altLang="en-US" sz="4000" dirty="0">
                <a:solidFill>
                  <a:srgbClr val="000000"/>
                </a:solidFill>
                <a:latin typeface="Consolas" panose="020B0609020204030204" pitchFamily="49" charset="0"/>
              </a:rPr>
              <a:t>]</a:t>
            </a:r>
          </a:p>
          <a:p>
            <a:pPr marL="0" lvl="0" indent="0" eaLnBrk="0" fontAlgn="base" hangingPunct="0">
              <a:lnSpc>
                <a:spcPct val="100000"/>
              </a:lnSpc>
              <a:spcBef>
                <a:spcPct val="0"/>
              </a:spcBef>
              <a:spcAft>
                <a:spcPct val="0"/>
              </a:spcAft>
              <a:buNone/>
            </a:pPr>
            <a:r>
              <a:rPr lang="en-US" altLang="en-US" sz="4000" dirty="0">
                <a:solidFill>
                  <a:srgbClr val="B2B2B2"/>
                </a:solidFill>
                <a:latin typeface="Consolas" panose="020B0609020204030204" pitchFamily="49" charset="0"/>
              </a:rPr>
              <a:t>2   </a:t>
            </a:r>
            <a:r>
              <a:rPr lang="en-US" altLang="en-US" sz="4000" dirty="0">
                <a:solidFill>
                  <a:srgbClr val="A71D5D"/>
                </a:solidFill>
                <a:latin typeface="Consolas" panose="020B0609020204030204" pitchFamily="49" charset="0"/>
              </a:rPr>
              <a:t>FROM</a:t>
            </a:r>
            <a:r>
              <a:rPr lang="en-US" altLang="en-US" sz="4000" dirty="0">
                <a:solidFill>
                  <a:srgbClr val="000000"/>
                </a:solidFill>
                <a:latin typeface="Consolas" panose="020B0609020204030204" pitchFamily="49" charset="0"/>
              </a:rPr>
              <a:t> Pupil</a:t>
            </a:r>
          </a:p>
          <a:p>
            <a:pPr marL="0" lvl="0" indent="0" eaLnBrk="0" fontAlgn="base" hangingPunct="0">
              <a:lnSpc>
                <a:spcPct val="100000"/>
              </a:lnSpc>
              <a:spcBef>
                <a:spcPct val="0"/>
              </a:spcBef>
              <a:spcAft>
                <a:spcPct val="0"/>
              </a:spcAft>
              <a:buNone/>
            </a:pPr>
            <a:r>
              <a:rPr lang="en-US" altLang="en-US" sz="4000" dirty="0">
                <a:solidFill>
                  <a:srgbClr val="B2B2B2"/>
                </a:solidFill>
                <a:latin typeface="Consolas" panose="020B0609020204030204" pitchFamily="49" charset="0"/>
              </a:rPr>
              <a:t>3   </a:t>
            </a:r>
            <a:r>
              <a:rPr lang="en-US" altLang="en-US" sz="4000" dirty="0">
                <a:solidFill>
                  <a:srgbClr val="A71D5D"/>
                </a:solidFill>
                <a:latin typeface="Consolas" panose="020B0609020204030204" pitchFamily="49" charset="0"/>
              </a:rPr>
              <a:t>WHERE</a:t>
            </a:r>
            <a:r>
              <a:rPr lang="en-US" altLang="en-US" sz="4000" dirty="0">
                <a:solidFill>
                  <a:srgbClr val="000000"/>
                </a:solidFill>
                <a:latin typeface="Consolas" panose="020B0609020204030204" pitchFamily="49" charset="0"/>
              </a:rPr>
              <a:t> </a:t>
            </a:r>
            <a:r>
              <a:rPr lang="en-US" altLang="en-US" sz="4000" dirty="0" err="1">
                <a:solidFill>
                  <a:srgbClr val="000000"/>
                </a:solidFill>
                <a:latin typeface="Consolas" panose="020B0609020204030204" pitchFamily="49" charset="0"/>
              </a:rPr>
              <a:t>lastName</a:t>
            </a:r>
            <a:r>
              <a:rPr lang="en-US" altLang="en-US" sz="4000" dirty="0">
                <a:solidFill>
                  <a:srgbClr val="000000"/>
                </a:solidFill>
                <a:latin typeface="Consolas" panose="020B0609020204030204" pitchFamily="49" charset="0"/>
              </a:rPr>
              <a:t> = </a:t>
            </a:r>
            <a:r>
              <a:rPr lang="en-US" altLang="en-US" sz="4000" dirty="0">
                <a:solidFill>
                  <a:srgbClr val="183691"/>
                </a:solidFill>
                <a:latin typeface="Consolas" panose="020B0609020204030204" pitchFamily="49" charset="0"/>
              </a:rPr>
              <a:t>"Smith"</a:t>
            </a:r>
            <a:endParaRPr lang="en-US" altLang="en-US" sz="4000" dirty="0">
              <a:solidFill>
                <a:srgbClr val="000000"/>
              </a:solidFill>
              <a:latin typeface="Consolas" panose="020B0609020204030204" pitchFamily="49" charset="0"/>
            </a:endParaRPr>
          </a:p>
          <a:p>
            <a:pPr marL="0" lvl="0" indent="0" eaLnBrk="0" fontAlgn="base" hangingPunct="0">
              <a:lnSpc>
                <a:spcPct val="100000"/>
              </a:lnSpc>
              <a:spcBef>
                <a:spcPct val="0"/>
              </a:spcBef>
              <a:spcAft>
                <a:spcPct val="0"/>
              </a:spcAft>
              <a:buNone/>
            </a:pPr>
            <a:r>
              <a:rPr lang="en-US" altLang="en-US" sz="4000" dirty="0">
                <a:solidFill>
                  <a:srgbClr val="B2B2B2"/>
                </a:solidFill>
                <a:latin typeface="Consolas" panose="020B0609020204030204" pitchFamily="49" charset="0"/>
              </a:rPr>
              <a:t>4   </a:t>
            </a:r>
            <a:r>
              <a:rPr lang="en-US" altLang="en-US" sz="4000" dirty="0">
                <a:solidFill>
                  <a:srgbClr val="A71D5D"/>
                </a:solidFill>
                <a:latin typeface="Consolas" panose="020B0609020204030204" pitchFamily="49" charset="0"/>
              </a:rPr>
              <a:t>ORDER BY</a:t>
            </a:r>
            <a:r>
              <a:rPr lang="en-US" altLang="en-US" sz="4000" dirty="0">
                <a:solidFill>
                  <a:srgbClr val="000000"/>
                </a:solidFill>
                <a:latin typeface="Consolas" panose="020B0609020204030204" pitchFamily="49" charset="0"/>
              </a:rPr>
              <a:t> </a:t>
            </a:r>
            <a:r>
              <a:rPr lang="en-US" altLang="en-US" sz="4000" dirty="0" err="1">
                <a:solidFill>
                  <a:srgbClr val="000000"/>
                </a:solidFill>
                <a:latin typeface="Consolas" panose="020B0609020204030204" pitchFamily="49" charset="0"/>
              </a:rPr>
              <a:t>firstName</a:t>
            </a:r>
            <a:r>
              <a:rPr lang="en-US" altLang="en-US" sz="4000" dirty="0">
                <a:solidFill>
                  <a:srgbClr val="000000"/>
                </a:solidFill>
                <a:latin typeface="Consolas" panose="020B0609020204030204" pitchFamily="49" charset="0"/>
              </a:rPr>
              <a:t> </a:t>
            </a:r>
            <a:r>
              <a:rPr lang="en-US" altLang="en-US" sz="4000" dirty="0">
                <a:solidFill>
                  <a:srgbClr val="A71D5D"/>
                </a:solidFill>
                <a:latin typeface="Consolas" panose="020B0609020204030204" pitchFamily="49" charset="0"/>
              </a:rPr>
              <a:t>ASC</a:t>
            </a:r>
            <a:r>
              <a:rPr lang="en-US" altLang="en-US" sz="4000" dirty="0">
                <a:solidFill>
                  <a:srgbClr val="000000"/>
                </a:solidFill>
                <a:latin typeface="Consolas" panose="020B0609020204030204" pitchFamily="49" charset="0"/>
              </a:rPr>
              <a:t>;</a:t>
            </a:r>
            <a:endParaRPr lang="en-US" altLang="en-US" sz="5400" dirty="0">
              <a:latin typeface="Arial" panose="020B0604020202020204" pitchFamily="34" charset="0"/>
            </a:endParaRPr>
          </a:p>
        </p:txBody>
      </p:sp>
      <p:sp>
        <p:nvSpPr>
          <p:cNvPr id="4" name="Callout: Bent Line with No Border 3">
            <a:extLst>
              <a:ext uri="{FF2B5EF4-FFF2-40B4-BE49-F238E27FC236}">
                <a16:creationId xmlns:a16="http://schemas.microsoft.com/office/drawing/2014/main" id="{4F7F657C-0885-47FC-9332-3A73D95D6B79}"/>
              </a:ext>
            </a:extLst>
          </p:cNvPr>
          <p:cNvSpPr/>
          <p:nvPr/>
        </p:nvSpPr>
        <p:spPr>
          <a:xfrm>
            <a:off x="7939759" y="1027906"/>
            <a:ext cx="2591082" cy="862642"/>
          </a:xfrm>
          <a:prstGeom prst="callout2">
            <a:avLst>
              <a:gd name="adj1" fmla="val 48750"/>
              <a:gd name="adj2" fmla="val -189"/>
              <a:gd name="adj3" fmla="val 49647"/>
              <a:gd name="adj4" fmla="val -15630"/>
              <a:gd name="adj5" fmla="val 100297"/>
              <a:gd name="adj6" fmla="val -23500"/>
            </a:avLst>
          </a:prstGeom>
          <a:noFill/>
          <a:ln w="38100">
            <a:solidFill>
              <a:schemeClr val="accent6">
                <a:lumMod val="75000"/>
              </a:schemeClr>
            </a:solidFill>
            <a:headEnd type="none" w="lg" len="lg"/>
            <a:tailEnd type="triangle" w="lg" len="lg"/>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GB" sz="2800" b="1" dirty="0">
                <a:solidFill>
                  <a:srgbClr val="7030A0"/>
                </a:solidFill>
              </a:rPr>
              <a:t>Alias in brackets</a:t>
            </a:r>
          </a:p>
        </p:txBody>
      </p:sp>
    </p:spTree>
    <p:extLst>
      <p:ext uri="{BB962C8B-B14F-4D97-AF65-F5344CB8AC3E}">
        <p14:creationId xmlns:p14="http://schemas.microsoft.com/office/powerpoint/2010/main" val="1332464609"/>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animEffect transition="in" filter="wipe(left)">
                                      <p:cBhvr>
                                        <p:cTn id="7" dur="1000"/>
                                        <p:tgtEl>
                                          <p:spTgt spid="3">
                                            <p:txEl>
                                              <p:pRg st="0" end="0"/>
                                            </p:txEl>
                                          </p:spTgt>
                                        </p:tgtEl>
                                      </p:cBhvr>
                                    </p:animEffect>
                                  </p:childTnLst>
                                </p:cTn>
                              </p:par>
                            </p:childTnLst>
                          </p:cTn>
                        </p:par>
                      </p:childTnLst>
                    </p:cTn>
                  </p:par>
                  <p:par>
                    <p:cTn id="8" fill="hold">
                      <p:stCondLst>
                        <p:cond delay="indefinite"/>
                      </p:stCondLst>
                      <p:childTnLst>
                        <p:par>
                          <p:cTn id="9" fill="hold">
                            <p:stCondLst>
                              <p:cond delay="0"/>
                            </p:stCondLst>
                            <p:childTnLst>
                              <p:par>
                                <p:cTn id="10" presetID="22" presetClass="entr" presetSubtype="8" fill="hold" grpId="0" nodeType="clickEffect">
                                  <p:stCondLst>
                                    <p:cond delay="0"/>
                                  </p:stCondLst>
                                  <p:childTnLst>
                                    <p:set>
                                      <p:cBhvr>
                                        <p:cTn id="11" dur="1" fill="hold">
                                          <p:stCondLst>
                                            <p:cond delay="0"/>
                                          </p:stCondLst>
                                        </p:cTn>
                                        <p:tgtEl>
                                          <p:spTgt spid="3">
                                            <p:txEl>
                                              <p:pRg st="1" end="1"/>
                                            </p:txEl>
                                          </p:spTgt>
                                        </p:tgtEl>
                                        <p:attrNameLst>
                                          <p:attrName>style.visibility</p:attrName>
                                        </p:attrNameLst>
                                      </p:cBhvr>
                                      <p:to>
                                        <p:strVal val="visible"/>
                                      </p:to>
                                    </p:set>
                                    <p:animEffect transition="in" filter="wipe(left)">
                                      <p:cBhvr>
                                        <p:cTn id="12" dur="1000"/>
                                        <p:tgtEl>
                                          <p:spTgt spid="3">
                                            <p:txEl>
                                              <p:pRg st="1" end="1"/>
                                            </p:txEl>
                                          </p:spTgt>
                                        </p:tgtEl>
                                      </p:cBhvr>
                                    </p:animEffect>
                                  </p:childTnLst>
                                </p:cTn>
                              </p:par>
                            </p:childTnLst>
                          </p:cTn>
                        </p:par>
                      </p:childTnLst>
                    </p:cTn>
                  </p:par>
                  <p:par>
                    <p:cTn id="13" fill="hold">
                      <p:stCondLst>
                        <p:cond delay="indefinite"/>
                      </p:stCondLst>
                      <p:childTnLst>
                        <p:par>
                          <p:cTn id="14" fill="hold">
                            <p:stCondLst>
                              <p:cond delay="0"/>
                            </p:stCondLst>
                            <p:childTnLst>
                              <p:par>
                                <p:cTn id="15" presetID="22" presetClass="entr" presetSubtype="8" fill="hold" grpId="0" nodeType="clickEffect">
                                  <p:stCondLst>
                                    <p:cond delay="0"/>
                                  </p:stCondLst>
                                  <p:childTnLst>
                                    <p:set>
                                      <p:cBhvr>
                                        <p:cTn id="16" dur="1" fill="hold">
                                          <p:stCondLst>
                                            <p:cond delay="0"/>
                                          </p:stCondLst>
                                        </p:cTn>
                                        <p:tgtEl>
                                          <p:spTgt spid="3">
                                            <p:txEl>
                                              <p:pRg st="2" end="2"/>
                                            </p:txEl>
                                          </p:spTgt>
                                        </p:tgtEl>
                                        <p:attrNameLst>
                                          <p:attrName>style.visibility</p:attrName>
                                        </p:attrNameLst>
                                      </p:cBhvr>
                                      <p:to>
                                        <p:strVal val="visible"/>
                                      </p:to>
                                    </p:set>
                                    <p:animEffect transition="in" filter="wipe(left)">
                                      <p:cBhvr>
                                        <p:cTn id="17" dur="1000"/>
                                        <p:tgtEl>
                                          <p:spTgt spid="3">
                                            <p:txEl>
                                              <p:pRg st="2" end="2"/>
                                            </p:txEl>
                                          </p:spTgt>
                                        </p:tgtEl>
                                      </p:cBhvr>
                                    </p:animEffect>
                                  </p:childTnLst>
                                </p:cTn>
                              </p:par>
                            </p:childTnLst>
                          </p:cTn>
                        </p:par>
                      </p:childTnLst>
                    </p:cTn>
                  </p:par>
                  <p:par>
                    <p:cTn id="18" fill="hold">
                      <p:stCondLst>
                        <p:cond delay="indefinite"/>
                      </p:stCondLst>
                      <p:childTnLst>
                        <p:par>
                          <p:cTn id="19" fill="hold">
                            <p:stCondLst>
                              <p:cond delay="0"/>
                            </p:stCondLst>
                            <p:childTnLst>
                              <p:par>
                                <p:cTn id="20" presetID="22" presetClass="entr" presetSubtype="8" fill="hold" grpId="0" nodeType="clickEffect">
                                  <p:stCondLst>
                                    <p:cond delay="0"/>
                                  </p:stCondLst>
                                  <p:childTnLst>
                                    <p:set>
                                      <p:cBhvr>
                                        <p:cTn id="21" dur="1" fill="hold">
                                          <p:stCondLst>
                                            <p:cond delay="0"/>
                                          </p:stCondLst>
                                        </p:cTn>
                                        <p:tgtEl>
                                          <p:spTgt spid="3">
                                            <p:txEl>
                                              <p:pRg st="3" end="3"/>
                                            </p:txEl>
                                          </p:spTgt>
                                        </p:tgtEl>
                                        <p:attrNameLst>
                                          <p:attrName>style.visibility</p:attrName>
                                        </p:attrNameLst>
                                      </p:cBhvr>
                                      <p:to>
                                        <p:strVal val="visible"/>
                                      </p:to>
                                    </p:set>
                                    <p:animEffect transition="in" filter="wipe(left)">
                                      <p:cBhvr>
                                        <p:cTn id="22" dur="1000"/>
                                        <p:tgtEl>
                                          <p:spTgt spid="3">
                                            <p:txEl>
                                              <p:pRg st="3" end="3"/>
                                            </p:txEl>
                                          </p:spTgt>
                                        </p:tgtEl>
                                      </p:cBhvr>
                                    </p:animEffect>
                                  </p:childTnLst>
                                </p:cTn>
                              </p:par>
                            </p:childTnLst>
                          </p:cTn>
                        </p:par>
                      </p:childTnLst>
                    </p:cTn>
                  </p:par>
                  <p:par>
                    <p:cTn id="23" fill="hold">
                      <p:stCondLst>
                        <p:cond delay="indefinite"/>
                      </p:stCondLst>
                      <p:childTnLst>
                        <p:par>
                          <p:cTn id="24" fill="hold">
                            <p:stCondLst>
                              <p:cond delay="0"/>
                            </p:stCondLst>
                            <p:childTnLst>
                              <p:par>
                                <p:cTn id="25" presetID="10" presetClass="entr" presetSubtype="0" fill="hold" grpId="0" nodeType="clickEffect">
                                  <p:stCondLst>
                                    <p:cond delay="0"/>
                                  </p:stCondLst>
                                  <p:childTnLst>
                                    <p:set>
                                      <p:cBhvr>
                                        <p:cTn id="26" dur="1" fill="hold">
                                          <p:stCondLst>
                                            <p:cond delay="0"/>
                                          </p:stCondLst>
                                        </p:cTn>
                                        <p:tgtEl>
                                          <p:spTgt spid="4"/>
                                        </p:tgtEl>
                                        <p:attrNameLst>
                                          <p:attrName>style.visibility</p:attrName>
                                        </p:attrNameLst>
                                      </p:cBhvr>
                                      <p:to>
                                        <p:strVal val="visible"/>
                                      </p:to>
                                    </p:set>
                                    <p:animEffect transition="in" filter="fade">
                                      <p:cBhvr>
                                        <p:cTn id="27" dur="1000"/>
                                        <p:tgtEl>
                                          <p:spTgt spid="4"/>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P spid="4" grpId="0" animBg="1"/>
    </p:bldLst>
  </p:timing>
</p:sld>
</file>

<file path=ppt/slides/slide13.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CE87805-17F2-4B70-B505-57FB17E1FEE3}"/>
              </a:ext>
            </a:extLst>
          </p:cNvPr>
          <p:cNvSpPr>
            <a:spLocks noGrp="1"/>
          </p:cNvSpPr>
          <p:nvPr>
            <p:ph type="title"/>
          </p:nvPr>
        </p:nvSpPr>
        <p:spPr/>
        <p:txBody>
          <a:bodyPr/>
          <a:lstStyle/>
          <a:p>
            <a:r>
              <a:rPr lang="en-GB" dirty="0"/>
              <a:t>Alias – Multiple words (1)</a:t>
            </a:r>
          </a:p>
        </p:txBody>
      </p:sp>
      <p:sp>
        <p:nvSpPr>
          <p:cNvPr id="3" name="Content Placeholder 2">
            <a:extLst>
              <a:ext uri="{FF2B5EF4-FFF2-40B4-BE49-F238E27FC236}">
                <a16:creationId xmlns:a16="http://schemas.microsoft.com/office/drawing/2014/main" id="{E4EE7085-4C5B-409B-8843-A8A3D3CB6E90}"/>
              </a:ext>
            </a:extLst>
          </p:cNvPr>
          <p:cNvSpPr>
            <a:spLocks noGrp="1"/>
          </p:cNvSpPr>
          <p:nvPr>
            <p:ph idx="1"/>
          </p:nvPr>
        </p:nvSpPr>
        <p:spPr/>
        <p:txBody>
          <a:bodyPr>
            <a:normAutofit/>
          </a:bodyPr>
          <a:lstStyle/>
          <a:p>
            <a:pPr marL="0" lvl="0" indent="0" eaLnBrk="0" fontAlgn="base" hangingPunct="0">
              <a:lnSpc>
                <a:spcPct val="100000"/>
              </a:lnSpc>
              <a:spcBef>
                <a:spcPct val="0"/>
              </a:spcBef>
              <a:spcAft>
                <a:spcPct val="0"/>
              </a:spcAft>
              <a:buNone/>
            </a:pPr>
            <a:r>
              <a:rPr lang="en-US" altLang="en-US" sz="4000" dirty="0">
                <a:solidFill>
                  <a:srgbClr val="B2B2B2"/>
                </a:solidFill>
                <a:latin typeface="Consolas" panose="020B0609020204030204" pitchFamily="49" charset="0"/>
              </a:rPr>
              <a:t>1 </a:t>
            </a:r>
            <a:r>
              <a:rPr lang="en-US" altLang="en-US" sz="4000" dirty="0">
                <a:solidFill>
                  <a:srgbClr val="A71D5D"/>
                </a:solidFill>
                <a:latin typeface="Consolas" panose="020B0609020204030204" pitchFamily="49" charset="0"/>
              </a:rPr>
              <a:t>SELECT</a:t>
            </a:r>
            <a:r>
              <a:rPr lang="en-US" altLang="en-US" sz="4000" dirty="0">
                <a:solidFill>
                  <a:srgbClr val="000000"/>
                </a:solidFill>
                <a:latin typeface="Consolas" panose="020B0609020204030204" pitchFamily="49" charset="0"/>
              </a:rPr>
              <a:t> </a:t>
            </a:r>
            <a:r>
              <a:rPr lang="en-US" altLang="en-US" sz="4000" dirty="0" err="1">
                <a:solidFill>
                  <a:srgbClr val="000000"/>
                </a:solidFill>
                <a:latin typeface="Consolas" panose="020B0609020204030204" pitchFamily="49" charset="0"/>
              </a:rPr>
              <a:t>firstName</a:t>
            </a:r>
            <a:r>
              <a:rPr lang="en-US" altLang="en-US" sz="4000" dirty="0">
                <a:solidFill>
                  <a:srgbClr val="000000"/>
                </a:solidFill>
                <a:latin typeface="Consolas" panose="020B0609020204030204" pitchFamily="49" charset="0"/>
              </a:rPr>
              <a:t> </a:t>
            </a:r>
            <a:r>
              <a:rPr lang="en-US" altLang="en-US" sz="4000" dirty="0">
                <a:solidFill>
                  <a:srgbClr val="A71D5D"/>
                </a:solidFill>
                <a:latin typeface="Consolas" panose="020B0609020204030204" pitchFamily="49" charset="0"/>
              </a:rPr>
              <a:t>AS</a:t>
            </a:r>
            <a:r>
              <a:rPr lang="en-US" altLang="en-US" sz="4000" dirty="0">
                <a:solidFill>
                  <a:srgbClr val="000000"/>
                </a:solidFill>
                <a:latin typeface="Consolas" panose="020B0609020204030204" pitchFamily="49" charset="0"/>
              </a:rPr>
              <a:t> [</a:t>
            </a:r>
            <a:r>
              <a:rPr lang="en-US" altLang="en-US" sz="4000" dirty="0">
                <a:latin typeface="Consolas" panose="020B0609020204030204" pitchFamily="49" charset="0"/>
              </a:rPr>
              <a:t>First name</a:t>
            </a:r>
            <a:r>
              <a:rPr lang="en-US" altLang="en-US" sz="4000" dirty="0">
                <a:solidFill>
                  <a:srgbClr val="000000"/>
                </a:solidFill>
                <a:latin typeface="Consolas" panose="020B0609020204030204" pitchFamily="49" charset="0"/>
              </a:rPr>
              <a:t>]</a:t>
            </a:r>
          </a:p>
          <a:p>
            <a:pPr marL="0" lvl="0" indent="0" eaLnBrk="0" fontAlgn="base" hangingPunct="0">
              <a:lnSpc>
                <a:spcPct val="100000"/>
              </a:lnSpc>
              <a:spcBef>
                <a:spcPct val="0"/>
              </a:spcBef>
              <a:spcAft>
                <a:spcPct val="0"/>
              </a:spcAft>
              <a:buNone/>
            </a:pPr>
            <a:r>
              <a:rPr lang="en-US" altLang="en-US" sz="4000" dirty="0">
                <a:solidFill>
                  <a:srgbClr val="B2B2B2"/>
                </a:solidFill>
                <a:latin typeface="Consolas" panose="020B0609020204030204" pitchFamily="49" charset="0"/>
              </a:rPr>
              <a:t>2   </a:t>
            </a:r>
            <a:r>
              <a:rPr lang="en-US" altLang="en-US" sz="4000" dirty="0">
                <a:solidFill>
                  <a:srgbClr val="A71D5D"/>
                </a:solidFill>
                <a:latin typeface="Consolas" panose="020B0609020204030204" pitchFamily="49" charset="0"/>
              </a:rPr>
              <a:t>FROM</a:t>
            </a:r>
            <a:r>
              <a:rPr lang="en-US" altLang="en-US" sz="4000" dirty="0">
                <a:solidFill>
                  <a:srgbClr val="000000"/>
                </a:solidFill>
                <a:latin typeface="Consolas" panose="020B0609020204030204" pitchFamily="49" charset="0"/>
              </a:rPr>
              <a:t> Pupil</a:t>
            </a:r>
          </a:p>
          <a:p>
            <a:pPr marL="0" lvl="0" indent="0" eaLnBrk="0" fontAlgn="base" hangingPunct="0">
              <a:lnSpc>
                <a:spcPct val="100000"/>
              </a:lnSpc>
              <a:spcBef>
                <a:spcPct val="0"/>
              </a:spcBef>
              <a:spcAft>
                <a:spcPct val="0"/>
              </a:spcAft>
              <a:buNone/>
            </a:pPr>
            <a:r>
              <a:rPr lang="en-US" altLang="en-US" sz="4000" dirty="0">
                <a:solidFill>
                  <a:srgbClr val="B2B2B2"/>
                </a:solidFill>
                <a:latin typeface="Consolas" panose="020B0609020204030204" pitchFamily="49" charset="0"/>
              </a:rPr>
              <a:t>3   </a:t>
            </a:r>
            <a:r>
              <a:rPr lang="en-US" altLang="en-US" sz="4000" dirty="0">
                <a:solidFill>
                  <a:srgbClr val="A71D5D"/>
                </a:solidFill>
                <a:latin typeface="Consolas" panose="020B0609020204030204" pitchFamily="49" charset="0"/>
              </a:rPr>
              <a:t>WHERE</a:t>
            </a:r>
            <a:r>
              <a:rPr lang="en-US" altLang="en-US" sz="4000" dirty="0">
                <a:solidFill>
                  <a:srgbClr val="000000"/>
                </a:solidFill>
                <a:latin typeface="Consolas" panose="020B0609020204030204" pitchFamily="49" charset="0"/>
              </a:rPr>
              <a:t> </a:t>
            </a:r>
            <a:r>
              <a:rPr lang="en-US" altLang="en-US" sz="4000" dirty="0" err="1">
                <a:solidFill>
                  <a:srgbClr val="000000"/>
                </a:solidFill>
                <a:latin typeface="Consolas" panose="020B0609020204030204" pitchFamily="49" charset="0"/>
              </a:rPr>
              <a:t>lastName</a:t>
            </a:r>
            <a:r>
              <a:rPr lang="en-US" altLang="en-US" sz="4000" dirty="0">
                <a:solidFill>
                  <a:srgbClr val="000000"/>
                </a:solidFill>
                <a:latin typeface="Consolas" panose="020B0609020204030204" pitchFamily="49" charset="0"/>
              </a:rPr>
              <a:t> = </a:t>
            </a:r>
            <a:r>
              <a:rPr lang="en-US" altLang="en-US" sz="4000" dirty="0">
                <a:solidFill>
                  <a:srgbClr val="183691"/>
                </a:solidFill>
                <a:latin typeface="Consolas" panose="020B0609020204030204" pitchFamily="49" charset="0"/>
              </a:rPr>
              <a:t>"Smith"</a:t>
            </a:r>
            <a:endParaRPr lang="en-US" altLang="en-US" sz="4000" dirty="0">
              <a:solidFill>
                <a:srgbClr val="000000"/>
              </a:solidFill>
              <a:latin typeface="Consolas" panose="020B0609020204030204" pitchFamily="49" charset="0"/>
            </a:endParaRPr>
          </a:p>
          <a:p>
            <a:pPr marL="0" indent="0" eaLnBrk="0" fontAlgn="base" hangingPunct="0">
              <a:lnSpc>
                <a:spcPct val="100000"/>
              </a:lnSpc>
              <a:spcBef>
                <a:spcPct val="0"/>
              </a:spcBef>
              <a:spcAft>
                <a:spcPct val="0"/>
              </a:spcAft>
              <a:buNone/>
            </a:pPr>
            <a:r>
              <a:rPr lang="en-US" altLang="en-US" sz="4000" dirty="0">
                <a:solidFill>
                  <a:srgbClr val="B2B2B2"/>
                </a:solidFill>
                <a:latin typeface="Consolas" panose="020B0609020204030204" pitchFamily="49" charset="0"/>
              </a:rPr>
              <a:t>4   </a:t>
            </a:r>
            <a:r>
              <a:rPr lang="en-US" altLang="en-US" sz="4000" dirty="0">
                <a:solidFill>
                  <a:srgbClr val="A71D5D"/>
                </a:solidFill>
                <a:latin typeface="Consolas" panose="020B0609020204030204" pitchFamily="49" charset="0"/>
              </a:rPr>
              <a:t>ORDER BY</a:t>
            </a:r>
            <a:r>
              <a:rPr lang="en-US" altLang="en-US" sz="4000" dirty="0">
                <a:solidFill>
                  <a:srgbClr val="000000"/>
                </a:solidFill>
                <a:latin typeface="Consolas" panose="020B0609020204030204" pitchFamily="49" charset="0"/>
              </a:rPr>
              <a:t> </a:t>
            </a:r>
            <a:r>
              <a:rPr lang="en-US" altLang="en-US" sz="4000" dirty="0" err="1">
                <a:solidFill>
                  <a:srgbClr val="000000"/>
                </a:solidFill>
                <a:latin typeface="Consolas" panose="020B0609020204030204" pitchFamily="49" charset="0"/>
              </a:rPr>
              <a:t>firstName</a:t>
            </a:r>
            <a:r>
              <a:rPr lang="en-US" altLang="en-US" sz="4000" dirty="0">
                <a:solidFill>
                  <a:srgbClr val="000000"/>
                </a:solidFill>
                <a:latin typeface="Consolas" panose="020B0609020204030204" pitchFamily="49" charset="0"/>
              </a:rPr>
              <a:t> </a:t>
            </a:r>
            <a:r>
              <a:rPr lang="en-US" altLang="en-US" sz="4000" dirty="0">
                <a:solidFill>
                  <a:srgbClr val="A71D5D"/>
                </a:solidFill>
                <a:latin typeface="Consolas" panose="020B0609020204030204" pitchFamily="49" charset="0"/>
              </a:rPr>
              <a:t>ASC</a:t>
            </a:r>
            <a:r>
              <a:rPr lang="en-US" altLang="en-US" sz="4000" dirty="0">
                <a:solidFill>
                  <a:srgbClr val="000000"/>
                </a:solidFill>
                <a:latin typeface="Consolas" panose="020B0609020204030204" pitchFamily="49" charset="0"/>
              </a:rPr>
              <a:t>;</a:t>
            </a:r>
            <a:endParaRPr lang="en-US" altLang="en-US" sz="5400" dirty="0">
              <a:latin typeface="Arial" panose="020B0604020202020204" pitchFamily="34" charset="0"/>
            </a:endParaRPr>
          </a:p>
        </p:txBody>
      </p:sp>
    </p:spTree>
    <p:extLst>
      <p:ext uri="{BB962C8B-B14F-4D97-AF65-F5344CB8AC3E}">
        <p14:creationId xmlns:p14="http://schemas.microsoft.com/office/powerpoint/2010/main" val="2069661195"/>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CE87805-17F2-4B70-B505-57FB17E1FEE3}"/>
              </a:ext>
            </a:extLst>
          </p:cNvPr>
          <p:cNvSpPr>
            <a:spLocks noGrp="1"/>
          </p:cNvSpPr>
          <p:nvPr>
            <p:ph type="title"/>
          </p:nvPr>
        </p:nvSpPr>
        <p:spPr/>
        <p:txBody>
          <a:bodyPr/>
          <a:lstStyle/>
          <a:p>
            <a:r>
              <a:rPr lang="en-GB" dirty="0"/>
              <a:t>Alias – Single word (2)</a:t>
            </a:r>
          </a:p>
        </p:txBody>
      </p:sp>
      <p:sp>
        <p:nvSpPr>
          <p:cNvPr id="3" name="Content Placeholder 2">
            <a:extLst>
              <a:ext uri="{FF2B5EF4-FFF2-40B4-BE49-F238E27FC236}">
                <a16:creationId xmlns:a16="http://schemas.microsoft.com/office/drawing/2014/main" id="{E4EE7085-4C5B-409B-8843-A8A3D3CB6E90}"/>
              </a:ext>
            </a:extLst>
          </p:cNvPr>
          <p:cNvSpPr>
            <a:spLocks noGrp="1"/>
          </p:cNvSpPr>
          <p:nvPr>
            <p:ph idx="1"/>
          </p:nvPr>
        </p:nvSpPr>
        <p:spPr/>
        <p:txBody>
          <a:bodyPr>
            <a:normAutofit/>
          </a:bodyPr>
          <a:lstStyle/>
          <a:p>
            <a:pPr marL="0" lvl="0" indent="0" eaLnBrk="0" fontAlgn="base" hangingPunct="0">
              <a:lnSpc>
                <a:spcPct val="100000"/>
              </a:lnSpc>
              <a:spcBef>
                <a:spcPct val="0"/>
              </a:spcBef>
              <a:spcAft>
                <a:spcPct val="0"/>
              </a:spcAft>
              <a:buNone/>
            </a:pPr>
            <a:r>
              <a:rPr lang="en-US" altLang="en-US" sz="4000" dirty="0">
                <a:solidFill>
                  <a:srgbClr val="B2B2B2"/>
                </a:solidFill>
                <a:latin typeface="Consolas" panose="020B0609020204030204" pitchFamily="49" charset="0"/>
              </a:rPr>
              <a:t>1 </a:t>
            </a:r>
            <a:r>
              <a:rPr lang="en-US" altLang="en-US" sz="4000" dirty="0">
                <a:solidFill>
                  <a:srgbClr val="A71D5D"/>
                </a:solidFill>
                <a:latin typeface="Consolas" panose="020B0609020204030204" pitchFamily="49" charset="0"/>
              </a:rPr>
              <a:t>SELECT</a:t>
            </a:r>
            <a:r>
              <a:rPr lang="en-US" altLang="en-US" sz="4000" dirty="0">
                <a:solidFill>
                  <a:srgbClr val="000000"/>
                </a:solidFill>
                <a:latin typeface="Consolas" panose="020B0609020204030204" pitchFamily="49" charset="0"/>
              </a:rPr>
              <a:t> </a:t>
            </a:r>
            <a:r>
              <a:rPr lang="en-US" altLang="en-US" sz="4000" dirty="0" err="1">
                <a:solidFill>
                  <a:srgbClr val="000000"/>
                </a:solidFill>
                <a:latin typeface="Consolas" panose="020B0609020204030204" pitchFamily="49" charset="0"/>
              </a:rPr>
              <a:t>firstName</a:t>
            </a:r>
            <a:r>
              <a:rPr lang="en-US" altLang="en-US" sz="4000" dirty="0">
                <a:solidFill>
                  <a:srgbClr val="000000"/>
                </a:solidFill>
                <a:latin typeface="Consolas" panose="020B0609020204030204" pitchFamily="49" charset="0"/>
              </a:rPr>
              <a:t> </a:t>
            </a:r>
            <a:r>
              <a:rPr lang="en-US" altLang="en-US" sz="4000" dirty="0">
                <a:solidFill>
                  <a:srgbClr val="A71D5D"/>
                </a:solidFill>
                <a:latin typeface="Consolas" panose="020B0609020204030204" pitchFamily="49" charset="0"/>
              </a:rPr>
              <a:t>AS</a:t>
            </a:r>
            <a:r>
              <a:rPr lang="en-US" altLang="en-US" sz="4000" dirty="0">
                <a:solidFill>
                  <a:srgbClr val="000000"/>
                </a:solidFill>
                <a:latin typeface="Consolas" panose="020B0609020204030204" pitchFamily="49" charset="0"/>
              </a:rPr>
              <a:t> Forename</a:t>
            </a:r>
          </a:p>
          <a:p>
            <a:pPr marL="0" lvl="0" indent="0" eaLnBrk="0" fontAlgn="base" hangingPunct="0">
              <a:lnSpc>
                <a:spcPct val="100000"/>
              </a:lnSpc>
              <a:spcBef>
                <a:spcPct val="0"/>
              </a:spcBef>
              <a:spcAft>
                <a:spcPct val="0"/>
              </a:spcAft>
              <a:buNone/>
            </a:pPr>
            <a:r>
              <a:rPr lang="en-US" altLang="en-US" sz="4000" dirty="0">
                <a:solidFill>
                  <a:srgbClr val="B2B2B2"/>
                </a:solidFill>
                <a:latin typeface="Consolas" panose="020B0609020204030204" pitchFamily="49" charset="0"/>
              </a:rPr>
              <a:t>2   </a:t>
            </a:r>
            <a:r>
              <a:rPr lang="en-US" altLang="en-US" sz="4000" dirty="0">
                <a:solidFill>
                  <a:srgbClr val="A71D5D"/>
                </a:solidFill>
                <a:latin typeface="Consolas" panose="020B0609020204030204" pitchFamily="49" charset="0"/>
              </a:rPr>
              <a:t>FROM</a:t>
            </a:r>
            <a:r>
              <a:rPr lang="en-US" altLang="en-US" sz="4000" dirty="0">
                <a:solidFill>
                  <a:srgbClr val="000000"/>
                </a:solidFill>
                <a:latin typeface="Consolas" panose="020B0609020204030204" pitchFamily="49" charset="0"/>
              </a:rPr>
              <a:t> Pupil</a:t>
            </a:r>
          </a:p>
          <a:p>
            <a:pPr marL="0" lvl="0" indent="0" eaLnBrk="0" fontAlgn="base" hangingPunct="0">
              <a:lnSpc>
                <a:spcPct val="100000"/>
              </a:lnSpc>
              <a:spcBef>
                <a:spcPct val="0"/>
              </a:spcBef>
              <a:spcAft>
                <a:spcPct val="0"/>
              </a:spcAft>
              <a:buNone/>
            </a:pPr>
            <a:r>
              <a:rPr lang="en-US" altLang="en-US" sz="4000" dirty="0">
                <a:solidFill>
                  <a:srgbClr val="B2B2B2"/>
                </a:solidFill>
                <a:latin typeface="Consolas" panose="020B0609020204030204" pitchFamily="49" charset="0"/>
              </a:rPr>
              <a:t>3   </a:t>
            </a:r>
            <a:r>
              <a:rPr lang="en-US" altLang="en-US" sz="4000" dirty="0">
                <a:solidFill>
                  <a:srgbClr val="A71D5D"/>
                </a:solidFill>
                <a:latin typeface="Consolas" panose="020B0609020204030204" pitchFamily="49" charset="0"/>
              </a:rPr>
              <a:t>WHERE</a:t>
            </a:r>
            <a:r>
              <a:rPr lang="en-US" altLang="en-US" sz="4000" dirty="0">
                <a:solidFill>
                  <a:srgbClr val="000000"/>
                </a:solidFill>
                <a:latin typeface="Consolas" panose="020B0609020204030204" pitchFamily="49" charset="0"/>
              </a:rPr>
              <a:t> </a:t>
            </a:r>
            <a:r>
              <a:rPr lang="en-US" altLang="en-US" sz="4000" dirty="0" err="1">
                <a:solidFill>
                  <a:srgbClr val="000000"/>
                </a:solidFill>
                <a:latin typeface="Consolas" panose="020B0609020204030204" pitchFamily="49" charset="0"/>
              </a:rPr>
              <a:t>lastName</a:t>
            </a:r>
            <a:r>
              <a:rPr lang="en-US" altLang="en-US" sz="4000" dirty="0">
                <a:solidFill>
                  <a:srgbClr val="000000"/>
                </a:solidFill>
                <a:latin typeface="Consolas" panose="020B0609020204030204" pitchFamily="49" charset="0"/>
              </a:rPr>
              <a:t> = </a:t>
            </a:r>
            <a:r>
              <a:rPr lang="en-US" altLang="en-US" sz="4000" dirty="0">
                <a:solidFill>
                  <a:srgbClr val="183691"/>
                </a:solidFill>
                <a:latin typeface="Consolas" panose="020B0609020204030204" pitchFamily="49" charset="0"/>
              </a:rPr>
              <a:t>"Smith"</a:t>
            </a:r>
            <a:endParaRPr lang="en-US" altLang="en-US" sz="4000" dirty="0">
              <a:solidFill>
                <a:srgbClr val="000000"/>
              </a:solidFill>
              <a:latin typeface="Consolas" panose="020B0609020204030204" pitchFamily="49" charset="0"/>
            </a:endParaRPr>
          </a:p>
          <a:p>
            <a:pPr marL="0" lvl="0" indent="0" eaLnBrk="0" fontAlgn="base" hangingPunct="0">
              <a:lnSpc>
                <a:spcPct val="100000"/>
              </a:lnSpc>
              <a:spcBef>
                <a:spcPct val="0"/>
              </a:spcBef>
              <a:spcAft>
                <a:spcPct val="0"/>
              </a:spcAft>
              <a:buNone/>
            </a:pPr>
            <a:r>
              <a:rPr lang="en-US" altLang="en-US" sz="4000" dirty="0">
                <a:solidFill>
                  <a:srgbClr val="B2B2B2"/>
                </a:solidFill>
                <a:latin typeface="Consolas" panose="020B0609020204030204" pitchFamily="49" charset="0"/>
              </a:rPr>
              <a:t>4   </a:t>
            </a:r>
            <a:r>
              <a:rPr lang="en-US" altLang="en-US" sz="4000" dirty="0">
                <a:solidFill>
                  <a:srgbClr val="A71D5D"/>
                </a:solidFill>
                <a:latin typeface="Consolas" panose="020B0609020204030204" pitchFamily="49" charset="0"/>
              </a:rPr>
              <a:t>ORDER BY</a:t>
            </a:r>
            <a:r>
              <a:rPr lang="en-US" altLang="en-US" sz="4000" dirty="0">
                <a:solidFill>
                  <a:srgbClr val="000000"/>
                </a:solidFill>
                <a:latin typeface="Consolas" panose="020B0609020204030204" pitchFamily="49" charset="0"/>
              </a:rPr>
              <a:t> Forename </a:t>
            </a:r>
            <a:r>
              <a:rPr lang="en-US" altLang="en-US" sz="4000" dirty="0">
                <a:solidFill>
                  <a:srgbClr val="A71D5D"/>
                </a:solidFill>
                <a:latin typeface="Consolas" panose="020B0609020204030204" pitchFamily="49" charset="0"/>
              </a:rPr>
              <a:t>ASC</a:t>
            </a:r>
            <a:r>
              <a:rPr lang="en-US" altLang="en-US" sz="4000" dirty="0">
                <a:solidFill>
                  <a:srgbClr val="000000"/>
                </a:solidFill>
                <a:latin typeface="Consolas" panose="020B0609020204030204" pitchFamily="49" charset="0"/>
              </a:rPr>
              <a:t>;</a:t>
            </a:r>
            <a:endParaRPr lang="en-US" altLang="en-US" sz="5400" dirty="0">
              <a:latin typeface="Arial" panose="020B0604020202020204" pitchFamily="34" charset="0"/>
            </a:endParaRPr>
          </a:p>
        </p:txBody>
      </p:sp>
      <p:sp>
        <p:nvSpPr>
          <p:cNvPr id="4" name="Callout: Bent Line with No Border 3">
            <a:extLst>
              <a:ext uri="{FF2B5EF4-FFF2-40B4-BE49-F238E27FC236}">
                <a16:creationId xmlns:a16="http://schemas.microsoft.com/office/drawing/2014/main" id="{70059189-A8F5-443B-840A-C462858FF9EC}"/>
              </a:ext>
            </a:extLst>
          </p:cNvPr>
          <p:cNvSpPr/>
          <p:nvPr/>
        </p:nvSpPr>
        <p:spPr>
          <a:xfrm>
            <a:off x="8571318" y="1259367"/>
            <a:ext cx="984929" cy="566258"/>
          </a:xfrm>
          <a:prstGeom prst="callout2">
            <a:avLst>
              <a:gd name="adj1" fmla="val 48750"/>
              <a:gd name="adj2" fmla="val -189"/>
              <a:gd name="adj3" fmla="val 49417"/>
              <a:gd name="adj4" fmla="val -32691"/>
              <a:gd name="adj5" fmla="val 110888"/>
              <a:gd name="adj6" fmla="val -45293"/>
            </a:avLst>
          </a:prstGeom>
          <a:noFill/>
          <a:ln w="38100">
            <a:solidFill>
              <a:schemeClr val="accent6">
                <a:lumMod val="75000"/>
              </a:schemeClr>
            </a:solidFill>
            <a:headEnd type="none" w="lg" len="lg"/>
            <a:tailEnd type="triangle" w="lg" len="lg"/>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GB" sz="2800" b="1" dirty="0">
                <a:solidFill>
                  <a:srgbClr val="7030A0"/>
                </a:solidFill>
              </a:rPr>
              <a:t>Alias</a:t>
            </a:r>
          </a:p>
        </p:txBody>
      </p:sp>
      <p:sp>
        <p:nvSpPr>
          <p:cNvPr id="5" name="Callout: Bent Line with No Border 4">
            <a:extLst>
              <a:ext uri="{FF2B5EF4-FFF2-40B4-BE49-F238E27FC236}">
                <a16:creationId xmlns:a16="http://schemas.microsoft.com/office/drawing/2014/main" id="{567A433E-E691-4BFC-9B6B-B5540B46EE38}"/>
              </a:ext>
            </a:extLst>
          </p:cNvPr>
          <p:cNvSpPr/>
          <p:nvPr/>
        </p:nvSpPr>
        <p:spPr>
          <a:xfrm>
            <a:off x="6370318" y="4359377"/>
            <a:ext cx="3183323" cy="862642"/>
          </a:xfrm>
          <a:prstGeom prst="callout2">
            <a:avLst>
              <a:gd name="adj1" fmla="val 48750"/>
              <a:gd name="adj2" fmla="val -189"/>
              <a:gd name="adj3" fmla="val 49417"/>
              <a:gd name="adj4" fmla="val -16329"/>
              <a:gd name="adj5" fmla="val -9778"/>
              <a:gd name="adj6" fmla="val -21109"/>
            </a:avLst>
          </a:prstGeom>
          <a:noFill/>
          <a:ln w="38100">
            <a:solidFill>
              <a:schemeClr val="accent6">
                <a:lumMod val="75000"/>
              </a:schemeClr>
            </a:solidFill>
            <a:headEnd type="none" w="lg" len="lg"/>
            <a:tailEnd type="triangle" w="lg" len="lg"/>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GB" sz="2800" b="1" dirty="0">
                <a:solidFill>
                  <a:srgbClr val="7030A0"/>
                </a:solidFill>
              </a:rPr>
              <a:t>Alias used in query</a:t>
            </a:r>
          </a:p>
        </p:txBody>
      </p:sp>
    </p:spTree>
    <p:extLst>
      <p:ext uri="{BB962C8B-B14F-4D97-AF65-F5344CB8AC3E}">
        <p14:creationId xmlns:p14="http://schemas.microsoft.com/office/powerpoint/2010/main" val="932557511"/>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animEffect transition="in" filter="wipe(left)">
                                      <p:cBhvr>
                                        <p:cTn id="7" dur="1000"/>
                                        <p:tgtEl>
                                          <p:spTgt spid="3">
                                            <p:txEl>
                                              <p:pRg st="0" end="0"/>
                                            </p:txEl>
                                          </p:spTgt>
                                        </p:tgtEl>
                                      </p:cBhvr>
                                    </p:animEffect>
                                  </p:childTnLst>
                                </p:cTn>
                              </p:par>
                            </p:childTnLst>
                          </p:cTn>
                        </p:par>
                      </p:childTnLst>
                    </p:cTn>
                  </p:par>
                  <p:par>
                    <p:cTn id="8" fill="hold">
                      <p:stCondLst>
                        <p:cond delay="indefinite"/>
                      </p:stCondLst>
                      <p:childTnLst>
                        <p:par>
                          <p:cTn id="9" fill="hold">
                            <p:stCondLst>
                              <p:cond delay="0"/>
                            </p:stCondLst>
                            <p:childTnLst>
                              <p:par>
                                <p:cTn id="10" presetID="22" presetClass="entr" presetSubtype="8" fill="hold" grpId="0" nodeType="clickEffect">
                                  <p:stCondLst>
                                    <p:cond delay="0"/>
                                  </p:stCondLst>
                                  <p:childTnLst>
                                    <p:set>
                                      <p:cBhvr>
                                        <p:cTn id="11" dur="1" fill="hold">
                                          <p:stCondLst>
                                            <p:cond delay="0"/>
                                          </p:stCondLst>
                                        </p:cTn>
                                        <p:tgtEl>
                                          <p:spTgt spid="3">
                                            <p:txEl>
                                              <p:pRg st="1" end="1"/>
                                            </p:txEl>
                                          </p:spTgt>
                                        </p:tgtEl>
                                        <p:attrNameLst>
                                          <p:attrName>style.visibility</p:attrName>
                                        </p:attrNameLst>
                                      </p:cBhvr>
                                      <p:to>
                                        <p:strVal val="visible"/>
                                      </p:to>
                                    </p:set>
                                    <p:animEffect transition="in" filter="wipe(left)">
                                      <p:cBhvr>
                                        <p:cTn id="12" dur="1000"/>
                                        <p:tgtEl>
                                          <p:spTgt spid="3">
                                            <p:txEl>
                                              <p:pRg st="1" end="1"/>
                                            </p:txEl>
                                          </p:spTgt>
                                        </p:tgtEl>
                                      </p:cBhvr>
                                    </p:animEffect>
                                  </p:childTnLst>
                                </p:cTn>
                              </p:par>
                            </p:childTnLst>
                          </p:cTn>
                        </p:par>
                      </p:childTnLst>
                    </p:cTn>
                  </p:par>
                  <p:par>
                    <p:cTn id="13" fill="hold">
                      <p:stCondLst>
                        <p:cond delay="indefinite"/>
                      </p:stCondLst>
                      <p:childTnLst>
                        <p:par>
                          <p:cTn id="14" fill="hold">
                            <p:stCondLst>
                              <p:cond delay="0"/>
                            </p:stCondLst>
                            <p:childTnLst>
                              <p:par>
                                <p:cTn id="15" presetID="22" presetClass="entr" presetSubtype="8" fill="hold" grpId="0" nodeType="clickEffect">
                                  <p:stCondLst>
                                    <p:cond delay="0"/>
                                  </p:stCondLst>
                                  <p:childTnLst>
                                    <p:set>
                                      <p:cBhvr>
                                        <p:cTn id="16" dur="1" fill="hold">
                                          <p:stCondLst>
                                            <p:cond delay="0"/>
                                          </p:stCondLst>
                                        </p:cTn>
                                        <p:tgtEl>
                                          <p:spTgt spid="3">
                                            <p:txEl>
                                              <p:pRg st="2" end="2"/>
                                            </p:txEl>
                                          </p:spTgt>
                                        </p:tgtEl>
                                        <p:attrNameLst>
                                          <p:attrName>style.visibility</p:attrName>
                                        </p:attrNameLst>
                                      </p:cBhvr>
                                      <p:to>
                                        <p:strVal val="visible"/>
                                      </p:to>
                                    </p:set>
                                    <p:animEffect transition="in" filter="wipe(left)">
                                      <p:cBhvr>
                                        <p:cTn id="17" dur="1000"/>
                                        <p:tgtEl>
                                          <p:spTgt spid="3">
                                            <p:txEl>
                                              <p:pRg st="2" end="2"/>
                                            </p:txEl>
                                          </p:spTgt>
                                        </p:tgtEl>
                                      </p:cBhvr>
                                    </p:animEffect>
                                  </p:childTnLst>
                                </p:cTn>
                              </p:par>
                            </p:childTnLst>
                          </p:cTn>
                        </p:par>
                      </p:childTnLst>
                    </p:cTn>
                  </p:par>
                  <p:par>
                    <p:cTn id="18" fill="hold">
                      <p:stCondLst>
                        <p:cond delay="indefinite"/>
                      </p:stCondLst>
                      <p:childTnLst>
                        <p:par>
                          <p:cTn id="19" fill="hold">
                            <p:stCondLst>
                              <p:cond delay="0"/>
                            </p:stCondLst>
                            <p:childTnLst>
                              <p:par>
                                <p:cTn id="20" presetID="22" presetClass="entr" presetSubtype="8" fill="hold" grpId="0" nodeType="clickEffect">
                                  <p:stCondLst>
                                    <p:cond delay="0"/>
                                  </p:stCondLst>
                                  <p:childTnLst>
                                    <p:set>
                                      <p:cBhvr>
                                        <p:cTn id="21" dur="1" fill="hold">
                                          <p:stCondLst>
                                            <p:cond delay="0"/>
                                          </p:stCondLst>
                                        </p:cTn>
                                        <p:tgtEl>
                                          <p:spTgt spid="3">
                                            <p:txEl>
                                              <p:pRg st="3" end="3"/>
                                            </p:txEl>
                                          </p:spTgt>
                                        </p:tgtEl>
                                        <p:attrNameLst>
                                          <p:attrName>style.visibility</p:attrName>
                                        </p:attrNameLst>
                                      </p:cBhvr>
                                      <p:to>
                                        <p:strVal val="visible"/>
                                      </p:to>
                                    </p:set>
                                    <p:animEffect transition="in" filter="wipe(left)">
                                      <p:cBhvr>
                                        <p:cTn id="22" dur="1000"/>
                                        <p:tgtEl>
                                          <p:spTgt spid="3">
                                            <p:txEl>
                                              <p:pRg st="3" end="3"/>
                                            </p:txEl>
                                          </p:spTgt>
                                        </p:tgtEl>
                                      </p:cBhvr>
                                    </p:animEffect>
                                  </p:childTnLst>
                                </p:cTn>
                              </p:par>
                            </p:childTnLst>
                          </p:cTn>
                        </p:par>
                      </p:childTnLst>
                    </p:cTn>
                  </p:par>
                  <p:par>
                    <p:cTn id="23" fill="hold">
                      <p:stCondLst>
                        <p:cond delay="indefinite"/>
                      </p:stCondLst>
                      <p:childTnLst>
                        <p:par>
                          <p:cTn id="24" fill="hold">
                            <p:stCondLst>
                              <p:cond delay="0"/>
                            </p:stCondLst>
                            <p:childTnLst>
                              <p:par>
                                <p:cTn id="25" presetID="10" presetClass="entr" presetSubtype="0" fill="hold" grpId="0" nodeType="clickEffect">
                                  <p:stCondLst>
                                    <p:cond delay="0"/>
                                  </p:stCondLst>
                                  <p:childTnLst>
                                    <p:set>
                                      <p:cBhvr>
                                        <p:cTn id="26" dur="1" fill="hold">
                                          <p:stCondLst>
                                            <p:cond delay="0"/>
                                          </p:stCondLst>
                                        </p:cTn>
                                        <p:tgtEl>
                                          <p:spTgt spid="4"/>
                                        </p:tgtEl>
                                        <p:attrNameLst>
                                          <p:attrName>style.visibility</p:attrName>
                                        </p:attrNameLst>
                                      </p:cBhvr>
                                      <p:to>
                                        <p:strVal val="visible"/>
                                      </p:to>
                                    </p:set>
                                    <p:animEffect transition="in" filter="fade">
                                      <p:cBhvr>
                                        <p:cTn id="27" dur="1000"/>
                                        <p:tgtEl>
                                          <p:spTgt spid="4"/>
                                        </p:tgtEl>
                                      </p:cBhvr>
                                    </p:animEffect>
                                  </p:childTnLst>
                                </p:cTn>
                              </p:par>
                            </p:childTnLst>
                          </p:cTn>
                        </p:par>
                      </p:childTnLst>
                    </p:cTn>
                  </p:par>
                  <p:par>
                    <p:cTn id="28" fill="hold">
                      <p:stCondLst>
                        <p:cond delay="indefinite"/>
                      </p:stCondLst>
                      <p:childTnLst>
                        <p:par>
                          <p:cTn id="29" fill="hold">
                            <p:stCondLst>
                              <p:cond delay="0"/>
                            </p:stCondLst>
                            <p:childTnLst>
                              <p:par>
                                <p:cTn id="30" presetID="10" presetClass="entr" presetSubtype="0" fill="hold" grpId="0" nodeType="clickEffect">
                                  <p:stCondLst>
                                    <p:cond delay="0"/>
                                  </p:stCondLst>
                                  <p:childTnLst>
                                    <p:set>
                                      <p:cBhvr>
                                        <p:cTn id="31" dur="1" fill="hold">
                                          <p:stCondLst>
                                            <p:cond delay="0"/>
                                          </p:stCondLst>
                                        </p:cTn>
                                        <p:tgtEl>
                                          <p:spTgt spid="5"/>
                                        </p:tgtEl>
                                        <p:attrNameLst>
                                          <p:attrName>style.visibility</p:attrName>
                                        </p:attrNameLst>
                                      </p:cBhvr>
                                      <p:to>
                                        <p:strVal val="visible"/>
                                      </p:to>
                                    </p:set>
                                    <p:animEffect transition="in" filter="fade">
                                      <p:cBhvr>
                                        <p:cTn id="32" dur="1000"/>
                                        <p:tgtEl>
                                          <p:spTgt spid="5"/>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P spid="4" grpId="0" animBg="1"/>
      <p:bldP spid="5" grpId="0" animBg="1"/>
    </p:bldLst>
  </p:timing>
</p:sld>
</file>

<file path=ppt/slides/slide15.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CE87805-17F2-4B70-B505-57FB17E1FEE3}"/>
              </a:ext>
            </a:extLst>
          </p:cNvPr>
          <p:cNvSpPr>
            <a:spLocks noGrp="1"/>
          </p:cNvSpPr>
          <p:nvPr>
            <p:ph type="title"/>
          </p:nvPr>
        </p:nvSpPr>
        <p:spPr/>
        <p:txBody>
          <a:bodyPr/>
          <a:lstStyle/>
          <a:p>
            <a:r>
              <a:rPr lang="en-GB" dirty="0"/>
              <a:t>Alias – Single word (2)</a:t>
            </a:r>
          </a:p>
        </p:txBody>
      </p:sp>
      <p:sp>
        <p:nvSpPr>
          <p:cNvPr id="3" name="Content Placeholder 2">
            <a:extLst>
              <a:ext uri="{FF2B5EF4-FFF2-40B4-BE49-F238E27FC236}">
                <a16:creationId xmlns:a16="http://schemas.microsoft.com/office/drawing/2014/main" id="{E4EE7085-4C5B-409B-8843-A8A3D3CB6E90}"/>
              </a:ext>
            </a:extLst>
          </p:cNvPr>
          <p:cNvSpPr>
            <a:spLocks noGrp="1"/>
          </p:cNvSpPr>
          <p:nvPr>
            <p:ph idx="1"/>
          </p:nvPr>
        </p:nvSpPr>
        <p:spPr/>
        <p:txBody>
          <a:bodyPr>
            <a:normAutofit/>
          </a:bodyPr>
          <a:lstStyle/>
          <a:p>
            <a:pPr marL="0" lvl="0" indent="0" eaLnBrk="0" fontAlgn="base" hangingPunct="0">
              <a:lnSpc>
                <a:spcPct val="100000"/>
              </a:lnSpc>
              <a:spcBef>
                <a:spcPct val="0"/>
              </a:spcBef>
              <a:spcAft>
                <a:spcPct val="0"/>
              </a:spcAft>
              <a:buNone/>
            </a:pPr>
            <a:r>
              <a:rPr lang="en-US" altLang="en-US" sz="4000" dirty="0">
                <a:solidFill>
                  <a:srgbClr val="B2B2B2"/>
                </a:solidFill>
                <a:latin typeface="Consolas" panose="020B0609020204030204" pitchFamily="49" charset="0"/>
              </a:rPr>
              <a:t>1 </a:t>
            </a:r>
            <a:r>
              <a:rPr lang="en-US" altLang="en-US" sz="4000" dirty="0">
                <a:solidFill>
                  <a:srgbClr val="A71D5D"/>
                </a:solidFill>
                <a:latin typeface="Consolas" panose="020B0609020204030204" pitchFamily="49" charset="0"/>
              </a:rPr>
              <a:t>SELECT</a:t>
            </a:r>
            <a:r>
              <a:rPr lang="en-US" altLang="en-US" sz="4000" dirty="0">
                <a:solidFill>
                  <a:srgbClr val="000000"/>
                </a:solidFill>
                <a:latin typeface="Consolas" panose="020B0609020204030204" pitchFamily="49" charset="0"/>
              </a:rPr>
              <a:t> </a:t>
            </a:r>
            <a:r>
              <a:rPr lang="en-US" altLang="en-US" sz="4000" dirty="0" err="1">
                <a:solidFill>
                  <a:srgbClr val="000000"/>
                </a:solidFill>
                <a:latin typeface="Consolas" panose="020B0609020204030204" pitchFamily="49" charset="0"/>
              </a:rPr>
              <a:t>firstName</a:t>
            </a:r>
            <a:r>
              <a:rPr lang="en-US" altLang="en-US" sz="4000" dirty="0">
                <a:solidFill>
                  <a:srgbClr val="000000"/>
                </a:solidFill>
                <a:latin typeface="Consolas" panose="020B0609020204030204" pitchFamily="49" charset="0"/>
              </a:rPr>
              <a:t> </a:t>
            </a:r>
            <a:r>
              <a:rPr lang="en-US" altLang="en-US" sz="4000" dirty="0">
                <a:solidFill>
                  <a:srgbClr val="A71D5D"/>
                </a:solidFill>
                <a:latin typeface="Consolas" panose="020B0609020204030204" pitchFamily="49" charset="0"/>
              </a:rPr>
              <a:t>AS</a:t>
            </a:r>
            <a:r>
              <a:rPr lang="en-US" altLang="en-US" sz="4000" dirty="0">
                <a:solidFill>
                  <a:srgbClr val="000000"/>
                </a:solidFill>
                <a:latin typeface="Consolas" panose="020B0609020204030204" pitchFamily="49" charset="0"/>
              </a:rPr>
              <a:t> Forename</a:t>
            </a:r>
          </a:p>
          <a:p>
            <a:pPr marL="0" lvl="0" indent="0" eaLnBrk="0" fontAlgn="base" hangingPunct="0">
              <a:lnSpc>
                <a:spcPct val="100000"/>
              </a:lnSpc>
              <a:spcBef>
                <a:spcPct val="0"/>
              </a:spcBef>
              <a:spcAft>
                <a:spcPct val="0"/>
              </a:spcAft>
              <a:buNone/>
            </a:pPr>
            <a:r>
              <a:rPr lang="en-US" altLang="en-US" sz="4000" dirty="0">
                <a:solidFill>
                  <a:srgbClr val="B2B2B2"/>
                </a:solidFill>
                <a:latin typeface="Consolas" panose="020B0609020204030204" pitchFamily="49" charset="0"/>
              </a:rPr>
              <a:t>2   </a:t>
            </a:r>
            <a:r>
              <a:rPr lang="en-US" altLang="en-US" sz="4000" dirty="0">
                <a:solidFill>
                  <a:srgbClr val="A71D5D"/>
                </a:solidFill>
                <a:latin typeface="Consolas" panose="020B0609020204030204" pitchFamily="49" charset="0"/>
              </a:rPr>
              <a:t>FROM</a:t>
            </a:r>
            <a:r>
              <a:rPr lang="en-US" altLang="en-US" sz="4000" dirty="0">
                <a:solidFill>
                  <a:srgbClr val="000000"/>
                </a:solidFill>
                <a:latin typeface="Consolas" panose="020B0609020204030204" pitchFamily="49" charset="0"/>
              </a:rPr>
              <a:t> Pupil</a:t>
            </a:r>
          </a:p>
          <a:p>
            <a:pPr marL="0" lvl="0" indent="0" eaLnBrk="0" fontAlgn="base" hangingPunct="0">
              <a:lnSpc>
                <a:spcPct val="100000"/>
              </a:lnSpc>
              <a:spcBef>
                <a:spcPct val="0"/>
              </a:spcBef>
              <a:spcAft>
                <a:spcPct val="0"/>
              </a:spcAft>
              <a:buNone/>
            </a:pPr>
            <a:r>
              <a:rPr lang="en-US" altLang="en-US" sz="4000" dirty="0">
                <a:solidFill>
                  <a:srgbClr val="B2B2B2"/>
                </a:solidFill>
                <a:latin typeface="Consolas" panose="020B0609020204030204" pitchFamily="49" charset="0"/>
              </a:rPr>
              <a:t>3   </a:t>
            </a:r>
            <a:r>
              <a:rPr lang="en-US" altLang="en-US" sz="4000" dirty="0">
                <a:solidFill>
                  <a:srgbClr val="A71D5D"/>
                </a:solidFill>
                <a:latin typeface="Consolas" panose="020B0609020204030204" pitchFamily="49" charset="0"/>
              </a:rPr>
              <a:t>WHERE</a:t>
            </a:r>
            <a:r>
              <a:rPr lang="en-US" altLang="en-US" sz="4000" dirty="0">
                <a:solidFill>
                  <a:srgbClr val="000000"/>
                </a:solidFill>
                <a:latin typeface="Consolas" panose="020B0609020204030204" pitchFamily="49" charset="0"/>
              </a:rPr>
              <a:t> </a:t>
            </a:r>
            <a:r>
              <a:rPr lang="en-US" altLang="en-US" sz="4000" dirty="0" err="1">
                <a:solidFill>
                  <a:srgbClr val="000000"/>
                </a:solidFill>
                <a:latin typeface="Consolas" panose="020B0609020204030204" pitchFamily="49" charset="0"/>
              </a:rPr>
              <a:t>lastName</a:t>
            </a:r>
            <a:r>
              <a:rPr lang="en-US" altLang="en-US" sz="4000" dirty="0">
                <a:solidFill>
                  <a:srgbClr val="000000"/>
                </a:solidFill>
                <a:latin typeface="Consolas" panose="020B0609020204030204" pitchFamily="49" charset="0"/>
              </a:rPr>
              <a:t> = </a:t>
            </a:r>
            <a:r>
              <a:rPr lang="en-US" altLang="en-US" sz="4000" dirty="0">
                <a:solidFill>
                  <a:srgbClr val="183691"/>
                </a:solidFill>
                <a:latin typeface="Consolas" panose="020B0609020204030204" pitchFamily="49" charset="0"/>
              </a:rPr>
              <a:t>"Smith"</a:t>
            </a:r>
            <a:endParaRPr lang="en-US" altLang="en-US" sz="4000" dirty="0">
              <a:solidFill>
                <a:srgbClr val="000000"/>
              </a:solidFill>
              <a:latin typeface="Consolas" panose="020B0609020204030204" pitchFamily="49" charset="0"/>
            </a:endParaRPr>
          </a:p>
          <a:p>
            <a:pPr marL="0" lvl="0" indent="0" eaLnBrk="0" fontAlgn="base" hangingPunct="0">
              <a:lnSpc>
                <a:spcPct val="100000"/>
              </a:lnSpc>
              <a:spcBef>
                <a:spcPct val="0"/>
              </a:spcBef>
              <a:spcAft>
                <a:spcPct val="0"/>
              </a:spcAft>
              <a:buNone/>
            </a:pPr>
            <a:r>
              <a:rPr lang="en-US" altLang="en-US" sz="4000" dirty="0">
                <a:solidFill>
                  <a:srgbClr val="B2B2B2"/>
                </a:solidFill>
                <a:latin typeface="Consolas" panose="020B0609020204030204" pitchFamily="49" charset="0"/>
              </a:rPr>
              <a:t>4   </a:t>
            </a:r>
            <a:r>
              <a:rPr lang="en-US" altLang="en-US" sz="4000" dirty="0">
                <a:solidFill>
                  <a:srgbClr val="A71D5D"/>
                </a:solidFill>
                <a:latin typeface="Consolas" panose="020B0609020204030204" pitchFamily="49" charset="0"/>
              </a:rPr>
              <a:t>ORDER BY</a:t>
            </a:r>
            <a:r>
              <a:rPr lang="en-US" altLang="en-US" sz="4000" dirty="0">
                <a:solidFill>
                  <a:srgbClr val="000000"/>
                </a:solidFill>
                <a:latin typeface="Consolas" panose="020B0609020204030204" pitchFamily="49" charset="0"/>
              </a:rPr>
              <a:t> Forename </a:t>
            </a:r>
            <a:r>
              <a:rPr lang="en-US" altLang="en-US" sz="4000" dirty="0">
                <a:solidFill>
                  <a:srgbClr val="A71D5D"/>
                </a:solidFill>
                <a:latin typeface="Consolas" panose="020B0609020204030204" pitchFamily="49" charset="0"/>
              </a:rPr>
              <a:t>ASC</a:t>
            </a:r>
            <a:r>
              <a:rPr lang="en-US" altLang="en-US" sz="4000" dirty="0">
                <a:solidFill>
                  <a:srgbClr val="000000"/>
                </a:solidFill>
                <a:latin typeface="Consolas" panose="020B0609020204030204" pitchFamily="49" charset="0"/>
              </a:rPr>
              <a:t>;</a:t>
            </a:r>
            <a:endParaRPr lang="en-US" altLang="en-US" sz="5400" dirty="0">
              <a:latin typeface="Arial" panose="020B0604020202020204" pitchFamily="34" charset="0"/>
            </a:endParaRPr>
          </a:p>
        </p:txBody>
      </p:sp>
    </p:spTree>
    <p:extLst>
      <p:ext uri="{BB962C8B-B14F-4D97-AF65-F5344CB8AC3E}">
        <p14:creationId xmlns:p14="http://schemas.microsoft.com/office/powerpoint/2010/main" val="4012337863"/>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CE87805-17F2-4B70-B505-57FB17E1FEE3}"/>
              </a:ext>
            </a:extLst>
          </p:cNvPr>
          <p:cNvSpPr>
            <a:spLocks noGrp="1"/>
          </p:cNvSpPr>
          <p:nvPr>
            <p:ph type="title"/>
          </p:nvPr>
        </p:nvSpPr>
        <p:spPr/>
        <p:txBody>
          <a:bodyPr/>
          <a:lstStyle/>
          <a:p>
            <a:r>
              <a:rPr lang="en-GB" dirty="0"/>
              <a:t>Alias – Multiple words (2)</a:t>
            </a:r>
          </a:p>
        </p:txBody>
      </p:sp>
      <p:sp>
        <p:nvSpPr>
          <p:cNvPr id="3" name="Content Placeholder 2">
            <a:extLst>
              <a:ext uri="{FF2B5EF4-FFF2-40B4-BE49-F238E27FC236}">
                <a16:creationId xmlns:a16="http://schemas.microsoft.com/office/drawing/2014/main" id="{E4EE7085-4C5B-409B-8843-A8A3D3CB6E90}"/>
              </a:ext>
            </a:extLst>
          </p:cNvPr>
          <p:cNvSpPr>
            <a:spLocks noGrp="1"/>
          </p:cNvSpPr>
          <p:nvPr>
            <p:ph idx="1"/>
          </p:nvPr>
        </p:nvSpPr>
        <p:spPr/>
        <p:txBody>
          <a:bodyPr>
            <a:normAutofit/>
          </a:bodyPr>
          <a:lstStyle/>
          <a:p>
            <a:pPr marL="0" lvl="0" indent="0" eaLnBrk="0" fontAlgn="base" hangingPunct="0">
              <a:lnSpc>
                <a:spcPct val="100000"/>
              </a:lnSpc>
              <a:spcBef>
                <a:spcPct val="0"/>
              </a:spcBef>
              <a:spcAft>
                <a:spcPct val="0"/>
              </a:spcAft>
              <a:buNone/>
            </a:pPr>
            <a:r>
              <a:rPr lang="en-US" altLang="en-US" sz="4000" dirty="0">
                <a:solidFill>
                  <a:srgbClr val="B2B2B2"/>
                </a:solidFill>
                <a:latin typeface="Consolas" panose="020B0609020204030204" pitchFamily="49" charset="0"/>
              </a:rPr>
              <a:t>1 </a:t>
            </a:r>
            <a:r>
              <a:rPr lang="en-US" altLang="en-US" sz="4000" dirty="0">
                <a:solidFill>
                  <a:srgbClr val="A71D5D"/>
                </a:solidFill>
                <a:latin typeface="Consolas" panose="020B0609020204030204" pitchFamily="49" charset="0"/>
              </a:rPr>
              <a:t>SELECT</a:t>
            </a:r>
            <a:r>
              <a:rPr lang="en-US" altLang="en-US" sz="4000" dirty="0">
                <a:solidFill>
                  <a:srgbClr val="000000"/>
                </a:solidFill>
                <a:latin typeface="Consolas" panose="020B0609020204030204" pitchFamily="49" charset="0"/>
              </a:rPr>
              <a:t> </a:t>
            </a:r>
            <a:r>
              <a:rPr lang="en-US" altLang="en-US" sz="4000" dirty="0" err="1">
                <a:solidFill>
                  <a:srgbClr val="000000"/>
                </a:solidFill>
                <a:latin typeface="Consolas" panose="020B0609020204030204" pitchFamily="49" charset="0"/>
              </a:rPr>
              <a:t>firstName</a:t>
            </a:r>
            <a:r>
              <a:rPr lang="en-US" altLang="en-US" sz="4000" dirty="0">
                <a:solidFill>
                  <a:srgbClr val="000000"/>
                </a:solidFill>
                <a:latin typeface="Consolas" panose="020B0609020204030204" pitchFamily="49" charset="0"/>
              </a:rPr>
              <a:t> </a:t>
            </a:r>
            <a:r>
              <a:rPr lang="en-US" altLang="en-US" sz="4000" dirty="0">
                <a:solidFill>
                  <a:srgbClr val="A71D5D"/>
                </a:solidFill>
                <a:latin typeface="Consolas" panose="020B0609020204030204" pitchFamily="49" charset="0"/>
              </a:rPr>
              <a:t>AS</a:t>
            </a:r>
            <a:r>
              <a:rPr lang="en-US" altLang="en-US" sz="4000" dirty="0">
                <a:solidFill>
                  <a:srgbClr val="000000"/>
                </a:solidFill>
                <a:latin typeface="Consolas" panose="020B0609020204030204" pitchFamily="49" charset="0"/>
              </a:rPr>
              <a:t> [</a:t>
            </a:r>
            <a:r>
              <a:rPr lang="en-US" altLang="en-US" sz="4000" dirty="0">
                <a:latin typeface="Consolas" panose="020B0609020204030204" pitchFamily="49" charset="0"/>
              </a:rPr>
              <a:t>First name</a:t>
            </a:r>
            <a:r>
              <a:rPr lang="en-US" altLang="en-US" sz="4000" dirty="0">
                <a:solidFill>
                  <a:srgbClr val="000000"/>
                </a:solidFill>
                <a:latin typeface="Consolas" panose="020B0609020204030204" pitchFamily="49" charset="0"/>
              </a:rPr>
              <a:t>]</a:t>
            </a:r>
          </a:p>
          <a:p>
            <a:pPr marL="0" lvl="0" indent="0" eaLnBrk="0" fontAlgn="base" hangingPunct="0">
              <a:lnSpc>
                <a:spcPct val="100000"/>
              </a:lnSpc>
              <a:spcBef>
                <a:spcPct val="0"/>
              </a:spcBef>
              <a:spcAft>
                <a:spcPct val="0"/>
              </a:spcAft>
              <a:buNone/>
            </a:pPr>
            <a:r>
              <a:rPr lang="en-US" altLang="en-US" sz="4000" dirty="0">
                <a:solidFill>
                  <a:srgbClr val="B2B2B2"/>
                </a:solidFill>
                <a:latin typeface="Consolas" panose="020B0609020204030204" pitchFamily="49" charset="0"/>
              </a:rPr>
              <a:t>2   </a:t>
            </a:r>
            <a:r>
              <a:rPr lang="en-US" altLang="en-US" sz="4000" dirty="0">
                <a:solidFill>
                  <a:srgbClr val="A71D5D"/>
                </a:solidFill>
                <a:latin typeface="Consolas" panose="020B0609020204030204" pitchFamily="49" charset="0"/>
              </a:rPr>
              <a:t>FROM</a:t>
            </a:r>
            <a:r>
              <a:rPr lang="en-US" altLang="en-US" sz="4000" dirty="0">
                <a:solidFill>
                  <a:srgbClr val="000000"/>
                </a:solidFill>
                <a:latin typeface="Consolas" panose="020B0609020204030204" pitchFamily="49" charset="0"/>
              </a:rPr>
              <a:t> Pupil</a:t>
            </a:r>
          </a:p>
          <a:p>
            <a:pPr marL="0" lvl="0" indent="0" eaLnBrk="0" fontAlgn="base" hangingPunct="0">
              <a:lnSpc>
                <a:spcPct val="100000"/>
              </a:lnSpc>
              <a:spcBef>
                <a:spcPct val="0"/>
              </a:spcBef>
              <a:spcAft>
                <a:spcPct val="0"/>
              </a:spcAft>
              <a:buNone/>
            </a:pPr>
            <a:r>
              <a:rPr lang="en-US" altLang="en-US" sz="4000" dirty="0">
                <a:solidFill>
                  <a:srgbClr val="B2B2B2"/>
                </a:solidFill>
                <a:latin typeface="Consolas" panose="020B0609020204030204" pitchFamily="49" charset="0"/>
              </a:rPr>
              <a:t>3   </a:t>
            </a:r>
            <a:r>
              <a:rPr lang="en-US" altLang="en-US" sz="4000" dirty="0">
                <a:solidFill>
                  <a:srgbClr val="A71D5D"/>
                </a:solidFill>
                <a:latin typeface="Consolas" panose="020B0609020204030204" pitchFamily="49" charset="0"/>
              </a:rPr>
              <a:t>WHERE</a:t>
            </a:r>
            <a:r>
              <a:rPr lang="en-US" altLang="en-US" sz="4000" dirty="0">
                <a:solidFill>
                  <a:srgbClr val="000000"/>
                </a:solidFill>
                <a:latin typeface="Consolas" panose="020B0609020204030204" pitchFamily="49" charset="0"/>
              </a:rPr>
              <a:t> </a:t>
            </a:r>
            <a:r>
              <a:rPr lang="en-US" altLang="en-US" sz="4000" dirty="0" err="1">
                <a:solidFill>
                  <a:srgbClr val="000000"/>
                </a:solidFill>
                <a:latin typeface="Consolas" panose="020B0609020204030204" pitchFamily="49" charset="0"/>
              </a:rPr>
              <a:t>lastName</a:t>
            </a:r>
            <a:r>
              <a:rPr lang="en-US" altLang="en-US" sz="4000" dirty="0">
                <a:solidFill>
                  <a:srgbClr val="000000"/>
                </a:solidFill>
                <a:latin typeface="Consolas" panose="020B0609020204030204" pitchFamily="49" charset="0"/>
              </a:rPr>
              <a:t> = </a:t>
            </a:r>
            <a:r>
              <a:rPr lang="en-US" altLang="en-US" sz="4000" dirty="0">
                <a:solidFill>
                  <a:srgbClr val="183691"/>
                </a:solidFill>
                <a:latin typeface="Consolas" panose="020B0609020204030204" pitchFamily="49" charset="0"/>
              </a:rPr>
              <a:t>"Smith"</a:t>
            </a:r>
            <a:endParaRPr lang="en-US" altLang="en-US" sz="4000" dirty="0">
              <a:solidFill>
                <a:srgbClr val="000000"/>
              </a:solidFill>
              <a:latin typeface="Consolas" panose="020B0609020204030204" pitchFamily="49" charset="0"/>
            </a:endParaRPr>
          </a:p>
          <a:p>
            <a:pPr marL="0" lvl="0" indent="0" eaLnBrk="0" fontAlgn="base" hangingPunct="0">
              <a:lnSpc>
                <a:spcPct val="100000"/>
              </a:lnSpc>
              <a:spcBef>
                <a:spcPct val="0"/>
              </a:spcBef>
              <a:spcAft>
                <a:spcPct val="0"/>
              </a:spcAft>
              <a:buNone/>
            </a:pPr>
            <a:r>
              <a:rPr lang="en-US" altLang="en-US" sz="4000" dirty="0">
                <a:solidFill>
                  <a:srgbClr val="B2B2B2"/>
                </a:solidFill>
                <a:latin typeface="Consolas" panose="020B0609020204030204" pitchFamily="49" charset="0"/>
              </a:rPr>
              <a:t>4   </a:t>
            </a:r>
            <a:r>
              <a:rPr lang="en-US" altLang="en-US" sz="4000" dirty="0">
                <a:solidFill>
                  <a:srgbClr val="A71D5D"/>
                </a:solidFill>
                <a:latin typeface="Consolas" panose="020B0609020204030204" pitchFamily="49" charset="0"/>
              </a:rPr>
              <a:t>ORDER BY</a:t>
            </a:r>
            <a:r>
              <a:rPr lang="en-US" altLang="en-US" sz="4000" dirty="0">
                <a:solidFill>
                  <a:srgbClr val="000000"/>
                </a:solidFill>
                <a:latin typeface="Consolas" panose="020B0609020204030204" pitchFamily="49" charset="0"/>
              </a:rPr>
              <a:t> [</a:t>
            </a:r>
            <a:r>
              <a:rPr lang="en-US" altLang="en-US" sz="4000" dirty="0">
                <a:latin typeface="Consolas" panose="020B0609020204030204" pitchFamily="49" charset="0"/>
              </a:rPr>
              <a:t>First name</a:t>
            </a:r>
            <a:r>
              <a:rPr lang="en-US" altLang="en-US" sz="4000" dirty="0">
                <a:solidFill>
                  <a:srgbClr val="000000"/>
                </a:solidFill>
                <a:latin typeface="Consolas" panose="020B0609020204030204" pitchFamily="49" charset="0"/>
              </a:rPr>
              <a:t>] </a:t>
            </a:r>
            <a:r>
              <a:rPr lang="en-US" altLang="en-US" sz="4000" dirty="0">
                <a:solidFill>
                  <a:srgbClr val="A71D5D"/>
                </a:solidFill>
                <a:latin typeface="Consolas" panose="020B0609020204030204" pitchFamily="49" charset="0"/>
              </a:rPr>
              <a:t>ASC</a:t>
            </a:r>
            <a:r>
              <a:rPr lang="en-US" altLang="en-US" sz="4000" dirty="0">
                <a:solidFill>
                  <a:srgbClr val="000000"/>
                </a:solidFill>
                <a:latin typeface="Consolas" panose="020B0609020204030204" pitchFamily="49" charset="0"/>
              </a:rPr>
              <a:t>;</a:t>
            </a:r>
            <a:endParaRPr lang="en-US" altLang="en-US" sz="5400" dirty="0">
              <a:latin typeface="Arial" panose="020B0604020202020204" pitchFamily="34" charset="0"/>
            </a:endParaRPr>
          </a:p>
        </p:txBody>
      </p:sp>
      <p:sp>
        <p:nvSpPr>
          <p:cNvPr id="4" name="Callout: Bent Line with No Border 3">
            <a:extLst>
              <a:ext uri="{FF2B5EF4-FFF2-40B4-BE49-F238E27FC236}">
                <a16:creationId xmlns:a16="http://schemas.microsoft.com/office/drawing/2014/main" id="{B7CE4B85-86DF-46E6-8482-B52ACDB31684}"/>
              </a:ext>
            </a:extLst>
          </p:cNvPr>
          <p:cNvSpPr/>
          <p:nvPr/>
        </p:nvSpPr>
        <p:spPr>
          <a:xfrm>
            <a:off x="9206236" y="1235951"/>
            <a:ext cx="950860" cy="590068"/>
          </a:xfrm>
          <a:prstGeom prst="callout2">
            <a:avLst>
              <a:gd name="adj1" fmla="val 48750"/>
              <a:gd name="adj2" fmla="val -189"/>
              <a:gd name="adj3" fmla="val 49417"/>
              <a:gd name="adj4" fmla="val -32190"/>
              <a:gd name="adj5" fmla="val 124875"/>
              <a:gd name="adj6" fmla="val -54250"/>
            </a:avLst>
          </a:prstGeom>
          <a:noFill/>
          <a:ln w="38100">
            <a:solidFill>
              <a:schemeClr val="accent6">
                <a:lumMod val="75000"/>
              </a:schemeClr>
            </a:solidFill>
            <a:headEnd type="none" w="lg" len="lg"/>
            <a:tailEnd type="triangle" w="lg" len="lg"/>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GB" sz="2800" b="1" dirty="0">
                <a:solidFill>
                  <a:srgbClr val="7030A0"/>
                </a:solidFill>
              </a:rPr>
              <a:t>Alias</a:t>
            </a:r>
          </a:p>
        </p:txBody>
      </p:sp>
      <p:sp>
        <p:nvSpPr>
          <p:cNvPr id="5" name="Callout: Bent Line with No Border 4">
            <a:extLst>
              <a:ext uri="{FF2B5EF4-FFF2-40B4-BE49-F238E27FC236}">
                <a16:creationId xmlns:a16="http://schemas.microsoft.com/office/drawing/2014/main" id="{EC02A9DC-52B1-4524-8ECF-08E718F2F72F}"/>
              </a:ext>
            </a:extLst>
          </p:cNvPr>
          <p:cNvSpPr/>
          <p:nvPr/>
        </p:nvSpPr>
        <p:spPr>
          <a:xfrm>
            <a:off x="6941209" y="4487371"/>
            <a:ext cx="3183323" cy="581682"/>
          </a:xfrm>
          <a:prstGeom prst="callout2">
            <a:avLst>
              <a:gd name="adj1" fmla="val 48750"/>
              <a:gd name="adj2" fmla="val -189"/>
              <a:gd name="adj3" fmla="val 49417"/>
              <a:gd name="adj4" fmla="val -16329"/>
              <a:gd name="adj5" fmla="val -32485"/>
              <a:gd name="adj6" fmla="val -22067"/>
            </a:avLst>
          </a:prstGeom>
          <a:noFill/>
          <a:ln w="38100">
            <a:solidFill>
              <a:schemeClr val="accent6">
                <a:lumMod val="75000"/>
              </a:schemeClr>
            </a:solidFill>
            <a:headEnd type="none" w="lg" len="lg"/>
            <a:tailEnd type="triangle" w="lg" len="lg"/>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GB" sz="2800" b="1" dirty="0">
                <a:solidFill>
                  <a:srgbClr val="7030A0"/>
                </a:solidFill>
              </a:rPr>
              <a:t>Alias used in query</a:t>
            </a:r>
          </a:p>
        </p:txBody>
      </p:sp>
    </p:spTree>
    <p:extLst>
      <p:ext uri="{BB962C8B-B14F-4D97-AF65-F5344CB8AC3E}">
        <p14:creationId xmlns:p14="http://schemas.microsoft.com/office/powerpoint/2010/main" val="1332464609"/>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animEffect transition="in" filter="wipe(left)">
                                      <p:cBhvr>
                                        <p:cTn id="7" dur="1000"/>
                                        <p:tgtEl>
                                          <p:spTgt spid="3">
                                            <p:txEl>
                                              <p:pRg st="0" end="0"/>
                                            </p:txEl>
                                          </p:spTgt>
                                        </p:tgtEl>
                                      </p:cBhvr>
                                    </p:animEffect>
                                  </p:childTnLst>
                                </p:cTn>
                              </p:par>
                            </p:childTnLst>
                          </p:cTn>
                        </p:par>
                      </p:childTnLst>
                    </p:cTn>
                  </p:par>
                  <p:par>
                    <p:cTn id="8" fill="hold">
                      <p:stCondLst>
                        <p:cond delay="indefinite"/>
                      </p:stCondLst>
                      <p:childTnLst>
                        <p:par>
                          <p:cTn id="9" fill="hold">
                            <p:stCondLst>
                              <p:cond delay="0"/>
                            </p:stCondLst>
                            <p:childTnLst>
                              <p:par>
                                <p:cTn id="10" presetID="22" presetClass="entr" presetSubtype="8" fill="hold" grpId="0" nodeType="clickEffect">
                                  <p:stCondLst>
                                    <p:cond delay="0"/>
                                  </p:stCondLst>
                                  <p:childTnLst>
                                    <p:set>
                                      <p:cBhvr>
                                        <p:cTn id="11" dur="1" fill="hold">
                                          <p:stCondLst>
                                            <p:cond delay="0"/>
                                          </p:stCondLst>
                                        </p:cTn>
                                        <p:tgtEl>
                                          <p:spTgt spid="3">
                                            <p:txEl>
                                              <p:pRg st="1" end="1"/>
                                            </p:txEl>
                                          </p:spTgt>
                                        </p:tgtEl>
                                        <p:attrNameLst>
                                          <p:attrName>style.visibility</p:attrName>
                                        </p:attrNameLst>
                                      </p:cBhvr>
                                      <p:to>
                                        <p:strVal val="visible"/>
                                      </p:to>
                                    </p:set>
                                    <p:animEffect transition="in" filter="wipe(left)">
                                      <p:cBhvr>
                                        <p:cTn id="12" dur="1000"/>
                                        <p:tgtEl>
                                          <p:spTgt spid="3">
                                            <p:txEl>
                                              <p:pRg st="1" end="1"/>
                                            </p:txEl>
                                          </p:spTgt>
                                        </p:tgtEl>
                                      </p:cBhvr>
                                    </p:animEffect>
                                  </p:childTnLst>
                                </p:cTn>
                              </p:par>
                            </p:childTnLst>
                          </p:cTn>
                        </p:par>
                      </p:childTnLst>
                    </p:cTn>
                  </p:par>
                  <p:par>
                    <p:cTn id="13" fill="hold">
                      <p:stCondLst>
                        <p:cond delay="indefinite"/>
                      </p:stCondLst>
                      <p:childTnLst>
                        <p:par>
                          <p:cTn id="14" fill="hold">
                            <p:stCondLst>
                              <p:cond delay="0"/>
                            </p:stCondLst>
                            <p:childTnLst>
                              <p:par>
                                <p:cTn id="15" presetID="22" presetClass="entr" presetSubtype="8" fill="hold" grpId="0" nodeType="clickEffect">
                                  <p:stCondLst>
                                    <p:cond delay="0"/>
                                  </p:stCondLst>
                                  <p:childTnLst>
                                    <p:set>
                                      <p:cBhvr>
                                        <p:cTn id="16" dur="1" fill="hold">
                                          <p:stCondLst>
                                            <p:cond delay="0"/>
                                          </p:stCondLst>
                                        </p:cTn>
                                        <p:tgtEl>
                                          <p:spTgt spid="3">
                                            <p:txEl>
                                              <p:pRg st="2" end="2"/>
                                            </p:txEl>
                                          </p:spTgt>
                                        </p:tgtEl>
                                        <p:attrNameLst>
                                          <p:attrName>style.visibility</p:attrName>
                                        </p:attrNameLst>
                                      </p:cBhvr>
                                      <p:to>
                                        <p:strVal val="visible"/>
                                      </p:to>
                                    </p:set>
                                    <p:animEffect transition="in" filter="wipe(left)">
                                      <p:cBhvr>
                                        <p:cTn id="17" dur="1000"/>
                                        <p:tgtEl>
                                          <p:spTgt spid="3">
                                            <p:txEl>
                                              <p:pRg st="2" end="2"/>
                                            </p:txEl>
                                          </p:spTgt>
                                        </p:tgtEl>
                                      </p:cBhvr>
                                    </p:animEffect>
                                  </p:childTnLst>
                                </p:cTn>
                              </p:par>
                            </p:childTnLst>
                          </p:cTn>
                        </p:par>
                      </p:childTnLst>
                    </p:cTn>
                  </p:par>
                  <p:par>
                    <p:cTn id="18" fill="hold">
                      <p:stCondLst>
                        <p:cond delay="indefinite"/>
                      </p:stCondLst>
                      <p:childTnLst>
                        <p:par>
                          <p:cTn id="19" fill="hold">
                            <p:stCondLst>
                              <p:cond delay="0"/>
                            </p:stCondLst>
                            <p:childTnLst>
                              <p:par>
                                <p:cTn id="20" presetID="22" presetClass="entr" presetSubtype="8" fill="hold" grpId="0" nodeType="clickEffect">
                                  <p:stCondLst>
                                    <p:cond delay="0"/>
                                  </p:stCondLst>
                                  <p:childTnLst>
                                    <p:set>
                                      <p:cBhvr>
                                        <p:cTn id="21" dur="1" fill="hold">
                                          <p:stCondLst>
                                            <p:cond delay="0"/>
                                          </p:stCondLst>
                                        </p:cTn>
                                        <p:tgtEl>
                                          <p:spTgt spid="3">
                                            <p:txEl>
                                              <p:pRg st="3" end="3"/>
                                            </p:txEl>
                                          </p:spTgt>
                                        </p:tgtEl>
                                        <p:attrNameLst>
                                          <p:attrName>style.visibility</p:attrName>
                                        </p:attrNameLst>
                                      </p:cBhvr>
                                      <p:to>
                                        <p:strVal val="visible"/>
                                      </p:to>
                                    </p:set>
                                    <p:animEffect transition="in" filter="wipe(left)">
                                      <p:cBhvr>
                                        <p:cTn id="22" dur="1000"/>
                                        <p:tgtEl>
                                          <p:spTgt spid="3">
                                            <p:txEl>
                                              <p:pRg st="3" end="3"/>
                                            </p:txEl>
                                          </p:spTgt>
                                        </p:tgtEl>
                                      </p:cBhvr>
                                    </p:animEffect>
                                  </p:childTnLst>
                                </p:cTn>
                              </p:par>
                            </p:childTnLst>
                          </p:cTn>
                        </p:par>
                      </p:childTnLst>
                    </p:cTn>
                  </p:par>
                  <p:par>
                    <p:cTn id="23" fill="hold">
                      <p:stCondLst>
                        <p:cond delay="indefinite"/>
                      </p:stCondLst>
                      <p:childTnLst>
                        <p:par>
                          <p:cTn id="24" fill="hold">
                            <p:stCondLst>
                              <p:cond delay="0"/>
                            </p:stCondLst>
                            <p:childTnLst>
                              <p:par>
                                <p:cTn id="25" presetID="10" presetClass="entr" presetSubtype="0" fill="hold" grpId="0" nodeType="clickEffect">
                                  <p:stCondLst>
                                    <p:cond delay="0"/>
                                  </p:stCondLst>
                                  <p:childTnLst>
                                    <p:set>
                                      <p:cBhvr>
                                        <p:cTn id="26" dur="1" fill="hold">
                                          <p:stCondLst>
                                            <p:cond delay="0"/>
                                          </p:stCondLst>
                                        </p:cTn>
                                        <p:tgtEl>
                                          <p:spTgt spid="4"/>
                                        </p:tgtEl>
                                        <p:attrNameLst>
                                          <p:attrName>style.visibility</p:attrName>
                                        </p:attrNameLst>
                                      </p:cBhvr>
                                      <p:to>
                                        <p:strVal val="visible"/>
                                      </p:to>
                                    </p:set>
                                    <p:animEffect transition="in" filter="fade">
                                      <p:cBhvr>
                                        <p:cTn id="27" dur="1000"/>
                                        <p:tgtEl>
                                          <p:spTgt spid="4"/>
                                        </p:tgtEl>
                                      </p:cBhvr>
                                    </p:animEffect>
                                  </p:childTnLst>
                                </p:cTn>
                              </p:par>
                            </p:childTnLst>
                          </p:cTn>
                        </p:par>
                      </p:childTnLst>
                    </p:cTn>
                  </p:par>
                  <p:par>
                    <p:cTn id="28" fill="hold">
                      <p:stCondLst>
                        <p:cond delay="indefinite"/>
                      </p:stCondLst>
                      <p:childTnLst>
                        <p:par>
                          <p:cTn id="29" fill="hold">
                            <p:stCondLst>
                              <p:cond delay="0"/>
                            </p:stCondLst>
                            <p:childTnLst>
                              <p:par>
                                <p:cTn id="30" presetID="10" presetClass="entr" presetSubtype="0" fill="hold" grpId="0" nodeType="clickEffect">
                                  <p:stCondLst>
                                    <p:cond delay="0"/>
                                  </p:stCondLst>
                                  <p:childTnLst>
                                    <p:set>
                                      <p:cBhvr>
                                        <p:cTn id="31" dur="1" fill="hold">
                                          <p:stCondLst>
                                            <p:cond delay="0"/>
                                          </p:stCondLst>
                                        </p:cTn>
                                        <p:tgtEl>
                                          <p:spTgt spid="5"/>
                                        </p:tgtEl>
                                        <p:attrNameLst>
                                          <p:attrName>style.visibility</p:attrName>
                                        </p:attrNameLst>
                                      </p:cBhvr>
                                      <p:to>
                                        <p:strVal val="visible"/>
                                      </p:to>
                                    </p:set>
                                    <p:animEffect transition="in" filter="fade">
                                      <p:cBhvr>
                                        <p:cTn id="32" dur="1000"/>
                                        <p:tgtEl>
                                          <p:spTgt spid="5"/>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P spid="4" grpId="0" animBg="1"/>
      <p:bldP spid="5" grpId="0" animBg="1"/>
    </p:bldLst>
  </p:timing>
</p:sld>
</file>

<file path=ppt/slides/slide17.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CE87805-17F2-4B70-B505-57FB17E1FEE3}"/>
              </a:ext>
            </a:extLst>
          </p:cNvPr>
          <p:cNvSpPr>
            <a:spLocks noGrp="1"/>
          </p:cNvSpPr>
          <p:nvPr>
            <p:ph type="title"/>
          </p:nvPr>
        </p:nvSpPr>
        <p:spPr/>
        <p:txBody>
          <a:bodyPr/>
          <a:lstStyle/>
          <a:p>
            <a:r>
              <a:rPr lang="en-GB" dirty="0"/>
              <a:t>Alias – Multiple words (2)</a:t>
            </a:r>
          </a:p>
        </p:txBody>
      </p:sp>
      <p:sp>
        <p:nvSpPr>
          <p:cNvPr id="3" name="Content Placeholder 2">
            <a:extLst>
              <a:ext uri="{FF2B5EF4-FFF2-40B4-BE49-F238E27FC236}">
                <a16:creationId xmlns:a16="http://schemas.microsoft.com/office/drawing/2014/main" id="{E4EE7085-4C5B-409B-8843-A8A3D3CB6E90}"/>
              </a:ext>
            </a:extLst>
          </p:cNvPr>
          <p:cNvSpPr>
            <a:spLocks noGrp="1"/>
          </p:cNvSpPr>
          <p:nvPr>
            <p:ph idx="1"/>
          </p:nvPr>
        </p:nvSpPr>
        <p:spPr/>
        <p:txBody>
          <a:bodyPr>
            <a:normAutofit/>
          </a:bodyPr>
          <a:lstStyle/>
          <a:p>
            <a:pPr marL="0" lvl="0" indent="0" eaLnBrk="0" fontAlgn="base" hangingPunct="0">
              <a:lnSpc>
                <a:spcPct val="100000"/>
              </a:lnSpc>
              <a:spcBef>
                <a:spcPct val="0"/>
              </a:spcBef>
              <a:spcAft>
                <a:spcPct val="0"/>
              </a:spcAft>
              <a:buNone/>
            </a:pPr>
            <a:r>
              <a:rPr lang="en-US" altLang="en-US" sz="4000" dirty="0">
                <a:solidFill>
                  <a:srgbClr val="B2B2B2"/>
                </a:solidFill>
                <a:latin typeface="Consolas" panose="020B0609020204030204" pitchFamily="49" charset="0"/>
              </a:rPr>
              <a:t>1 </a:t>
            </a:r>
            <a:r>
              <a:rPr lang="en-US" altLang="en-US" sz="4000" dirty="0">
                <a:solidFill>
                  <a:srgbClr val="A71D5D"/>
                </a:solidFill>
                <a:latin typeface="Consolas" panose="020B0609020204030204" pitchFamily="49" charset="0"/>
              </a:rPr>
              <a:t>SELECT</a:t>
            </a:r>
            <a:r>
              <a:rPr lang="en-US" altLang="en-US" sz="4000" dirty="0">
                <a:solidFill>
                  <a:srgbClr val="000000"/>
                </a:solidFill>
                <a:latin typeface="Consolas" panose="020B0609020204030204" pitchFamily="49" charset="0"/>
              </a:rPr>
              <a:t> </a:t>
            </a:r>
            <a:r>
              <a:rPr lang="en-US" altLang="en-US" sz="4000" dirty="0" err="1">
                <a:solidFill>
                  <a:srgbClr val="000000"/>
                </a:solidFill>
                <a:latin typeface="Consolas" panose="020B0609020204030204" pitchFamily="49" charset="0"/>
              </a:rPr>
              <a:t>firstName</a:t>
            </a:r>
            <a:r>
              <a:rPr lang="en-US" altLang="en-US" sz="4000" dirty="0">
                <a:solidFill>
                  <a:srgbClr val="000000"/>
                </a:solidFill>
                <a:latin typeface="Consolas" panose="020B0609020204030204" pitchFamily="49" charset="0"/>
              </a:rPr>
              <a:t> </a:t>
            </a:r>
            <a:r>
              <a:rPr lang="en-US" altLang="en-US" sz="4000" dirty="0">
                <a:solidFill>
                  <a:srgbClr val="A71D5D"/>
                </a:solidFill>
                <a:latin typeface="Consolas" panose="020B0609020204030204" pitchFamily="49" charset="0"/>
              </a:rPr>
              <a:t>AS</a:t>
            </a:r>
            <a:r>
              <a:rPr lang="en-US" altLang="en-US" sz="4000" dirty="0">
                <a:solidFill>
                  <a:srgbClr val="000000"/>
                </a:solidFill>
                <a:latin typeface="Consolas" panose="020B0609020204030204" pitchFamily="49" charset="0"/>
              </a:rPr>
              <a:t> [</a:t>
            </a:r>
            <a:r>
              <a:rPr lang="en-US" altLang="en-US" sz="4000" dirty="0">
                <a:latin typeface="Consolas" panose="020B0609020204030204" pitchFamily="49" charset="0"/>
              </a:rPr>
              <a:t>First name</a:t>
            </a:r>
            <a:r>
              <a:rPr lang="en-US" altLang="en-US" sz="4000" dirty="0">
                <a:solidFill>
                  <a:srgbClr val="000000"/>
                </a:solidFill>
                <a:latin typeface="Consolas" panose="020B0609020204030204" pitchFamily="49" charset="0"/>
              </a:rPr>
              <a:t>]</a:t>
            </a:r>
          </a:p>
          <a:p>
            <a:pPr marL="0" lvl="0" indent="0" eaLnBrk="0" fontAlgn="base" hangingPunct="0">
              <a:lnSpc>
                <a:spcPct val="100000"/>
              </a:lnSpc>
              <a:spcBef>
                <a:spcPct val="0"/>
              </a:spcBef>
              <a:spcAft>
                <a:spcPct val="0"/>
              </a:spcAft>
              <a:buNone/>
            </a:pPr>
            <a:r>
              <a:rPr lang="en-US" altLang="en-US" sz="4000" dirty="0">
                <a:solidFill>
                  <a:srgbClr val="B2B2B2"/>
                </a:solidFill>
                <a:latin typeface="Consolas" panose="020B0609020204030204" pitchFamily="49" charset="0"/>
              </a:rPr>
              <a:t>2   </a:t>
            </a:r>
            <a:r>
              <a:rPr lang="en-US" altLang="en-US" sz="4000" dirty="0">
                <a:solidFill>
                  <a:srgbClr val="A71D5D"/>
                </a:solidFill>
                <a:latin typeface="Consolas" panose="020B0609020204030204" pitchFamily="49" charset="0"/>
              </a:rPr>
              <a:t>FROM</a:t>
            </a:r>
            <a:r>
              <a:rPr lang="en-US" altLang="en-US" sz="4000" dirty="0">
                <a:solidFill>
                  <a:srgbClr val="000000"/>
                </a:solidFill>
                <a:latin typeface="Consolas" panose="020B0609020204030204" pitchFamily="49" charset="0"/>
              </a:rPr>
              <a:t> Pupil</a:t>
            </a:r>
          </a:p>
          <a:p>
            <a:pPr marL="0" lvl="0" indent="0" eaLnBrk="0" fontAlgn="base" hangingPunct="0">
              <a:lnSpc>
                <a:spcPct val="100000"/>
              </a:lnSpc>
              <a:spcBef>
                <a:spcPct val="0"/>
              </a:spcBef>
              <a:spcAft>
                <a:spcPct val="0"/>
              </a:spcAft>
              <a:buNone/>
            </a:pPr>
            <a:r>
              <a:rPr lang="en-US" altLang="en-US" sz="4000" dirty="0">
                <a:solidFill>
                  <a:srgbClr val="B2B2B2"/>
                </a:solidFill>
                <a:latin typeface="Consolas" panose="020B0609020204030204" pitchFamily="49" charset="0"/>
              </a:rPr>
              <a:t>3   </a:t>
            </a:r>
            <a:r>
              <a:rPr lang="en-US" altLang="en-US" sz="4000" dirty="0">
                <a:solidFill>
                  <a:srgbClr val="A71D5D"/>
                </a:solidFill>
                <a:latin typeface="Consolas" panose="020B0609020204030204" pitchFamily="49" charset="0"/>
              </a:rPr>
              <a:t>WHERE</a:t>
            </a:r>
            <a:r>
              <a:rPr lang="en-US" altLang="en-US" sz="4000" dirty="0">
                <a:solidFill>
                  <a:srgbClr val="000000"/>
                </a:solidFill>
                <a:latin typeface="Consolas" panose="020B0609020204030204" pitchFamily="49" charset="0"/>
              </a:rPr>
              <a:t> </a:t>
            </a:r>
            <a:r>
              <a:rPr lang="en-US" altLang="en-US" sz="4000" dirty="0" err="1">
                <a:solidFill>
                  <a:srgbClr val="000000"/>
                </a:solidFill>
                <a:latin typeface="Consolas" panose="020B0609020204030204" pitchFamily="49" charset="0"/>
              </a:rPr>
              <a:t>lastName</a:t>
            </a:r>
            <a:r>
              <a:rPr lang="en-US" altLang="en-US" sz="4000" dirty="0">
                <a:solidFill>
                  <a:srgbClr val="000000"/>
                </a:solidFill>
                <a:latin typeface="Consolas" panose="020B0609020204030204" pitchFamily="49" charset="0"/>
              </a:rPr>
              <a:t> = </a:t>
            </a:r>
            <a:r>
              <a:rPr lang="en-US" altLang="en-US" sz="4000" dirty="0">
                <a:solidFill>
                  <a:srgbClr val="183691"/>
                </a:solidFill>
                <a:latin typeface="Consolas" panose="020B0609020204030204" pitchFamily="49" charset="0"/>
              </a:rPr>
              <a:t>"Smith"</a:t>
            </a:r>
            <a:endParaRPr lang="en-US" altLang="en-US" sz="4000" dirty="0">
              <a:solidFill>
                <a:srgbClr val="000000"/>
              </a:solidFill>
              <a:latin typeface="Consolas" panose="020B0609020204030204" pitchFamily="49" charset="0"/>
            </a:endParaRPr>
          </a:p>
          <a:p>
            <a:pPr marL="0" lvl="0" indent="0" eaLnBrk="0" fontAlgn="base" hangingPunct="0">
              <a:lnSpc>
                <a:spcPct val="100000"/>
              </a:lnSpc>
              <a:spcBef>
                <a:spcPct val="0"/>
              </a:spcBef>
              <a:spcAft>
                <a:spcPct val="0"/>
              </a:spcAft>
              <a:buNone/>
            </a:pPr>
            <a:r>
              <a:rPr lang="en-US" altLang="en-US" sz="4000" dirty="0">
                <a:solidFill>
                  <a:srgbClr val="B2B2B2"/>
                </a:solidFill>
                <a:latin typeface="Consolas" panose="020B0609020204030204" pitchFamily="49" charset="0"/>
              </a:rPr>
              <a:t>4   </a:t>
            </a:r>
            <a:r>
              <a:rPr lang="en-US" altLang="en-US" sz="4000" dirty="0">
                <a:solidFill>
                  <a:srgbClr val="A71D5D"/>
                </a:solidFill>
                <a:latin typeface="Consolas" panose="020B0609020204030204" pitchFamily="49" charset="0"/>
              </a:rPr>
              <a:t>ORDER BY</a:t>
            </a:r>
            <a:r>
              <a:rPr lang="en-US" altLang="en-US" sz="4000" dirty="0">
                <a:solidFill>
                  <a:srgbClr val="000000"/>
                </a:solidFill>
                <a:latin typeface="Consolas" panose="020B0609020204030204" pitchFamily="49" charset="0"/>
              </a:rPr>
              <a:t> [</a:t>
            </a:r>
            <a:r>
              <a:rPr lang="en-US" altLang="en-US" sz="4000" dirty="0">
                <a:latin typeface="Consolas" panose="020B0609020204030204" pitchFamily="49" charset="0"/>
              </a:rPr>
              <a:t>First name</a:t>
            </a:r>
            <a:r>
              <a:rPr lang="en-US" altLang="en-US" sz="4000" dirty="0">
                <a:solidFill>
                  <a:srgbClr val="000000"/>
                </a:solidFill>
                <a:latin typeface="Consolas" panose="020B0609020204030204" pitchFamily="49" charset="0"/>
              </a:rPr>
              <a:t>] </a:t>
            </a:r>
            <a:r>
              <a:rPr lang="en-US" altLang="en-US" sz="4000" dirty="0">
                <a:solidFill>
                  <a:srgbClr val="A71D5D"/>
                </a:solidFill>
                <a:latin typeface="Consolas" panose="020B0609020204030204" pitchFamily="49" charset="0"/>
              </a:rPr>
              <a:t>ASC</a:t>
            </a:r>
            <a:r>
              <a:rPr lang="en-US" altLang="en-US" sz="4000" dirty="0">
                <a:solidFill>
                  <a:srgbClr val="000000"/>
                </a:solidFill>
                <a:latin typeface="Consolas" panose="020B0609020204030204" pitchFamily="49" charset="0"/>
              </a:rPr>
              <a:t>;</a:t>
            </a:r>
            <a:endParaRPr lang="en-US" altLang="en-US" sz="5400" dirty="0">
              <a:latin typeface="Arial" panose="020B0604020202020204" pitchFamily="34" charset="0"/>
            </a:endParaRPr>
          </a:p>
        </p:txBody>
      </p:sp>
    </p:spTree>
    <p:extLst>
      <p:ext uri="{BB962C8B-B14F-4D97-AF65-F5344CB8AC3E}">
        <p14:creationId xmlns:p14="http://schemas.microsoft.com/office/powerpoint/2010/main" val="3263263647"/>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GB" dirty="0"/>
              <a:t>Learning Intentions</a:t>
            </a:r>
          </a:p>
        </p:txBody>
      </p:sp>
      <p:sp>
        <p:nvSpPr>
          <p:cNvPr id="3" name="Content Placeholder 2"/>
          <p:cNvSpPr>
            <a:spLocks noGrp="1"/>
          </p:cNvSpPr>
          <p:nvPr>
            <p:ph idx="1"/>
          </p:nvPr>
        </p:nvSpPr>
        <p:spPr/>
        <p:txBody>
          <a:bodyPr/>
          <a:lstStyle/>
          <a:p>
            <a:r>
              <a:rPr lang="en-GB" dirty="0"/>
              <a:t>Describe and use SQL wildcards</a:t>
            </a:r>
          </a:p>
        </p:txBody>
      </p:sp>
    </p:spTree>
    <p:extLst>
      <p:ext uri="{BB962C8B-B14F-4D97-AF65-F5344CB8AC3E}">
        <p14:creationId xmlns:p14="http://schemas.microsoft.com/office/powerpoint/2010/main" val="1233900212"/>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CE87805-17F2-4B70-B505-57FB17E1FEE3}"/>
              </a:ext>
            </a:extLst>
          </p:cNvPr>
          <p:cNvSpPr>
            <a:spLocks noGrp="1"/>
          </p:cNvSpPr>
          <p:nvPr>
            <p:ph type="title"/>
          </p:nvPr>
        </p:nvSpPr>
        <p:spPr/>
        <p:txBody>
          <a:bodyPr/>
          <a:lstStyle/>
          <a:p>
            <a:r>
              <a:rPr lang="en-GB" dirty="0"/>
              <a:t>N5 Revision – SELECT</a:t>
            </a:r>
          </a:p>
        </p:txBody>
      </p:sp>
      <p:sp>
        <p:nvSpPr>
          <p:cNvPr id="3" name="Content Placeholder 2">
            <a:extLst>
              <a:ext uri="{FF2B5EF4-FFF2-40B4-BE49-F238E27FC236}">
                <a16:creationId xmlns:a16="http://schemas.microsoft.com/office/drawing/2014/main" id="{E4EE7085-4C5B-409B-8843-A8A3D3CB6E90}"/>
              </a:ext>
            </a:extLst>
          </p:cNvPr>
          <p:cNvSpPr>
            <a:spLocks noGrp="1"/>
          </p:cNvSpPr>
          <p:nvPr>
            <p:ph idx="1"/>
          </p:nvPr>
        </p:nvSpPr>
        <p:spPr/>
        <p:txBody>
          <a:bodyPr>
            <a:normAutofit/>
          </a:bodyPr>
          <a:lstStyle/>
          <a:p>
            <a:pPr marL="0" lvl="0" indent="0" eaLnBrk="0" fontAlgn="base" hangingPunct="0">
              <a:lnSpc>
                <a:spcPct val="100000"/>
              </a:lnSpc>
              <a:spcBef>
                <a:spcPct val="0"/>
              </a:spcBef>
              <a:spcAft>
                <a:spcPct val="0"/>
              </a:spcAft>
              <a:buNone/>
            </a:pPr>
            <a:r>
              <a:rPr lang="en-US" altLang="en-US" sz="4000" dirty="0">
                <a:solidFill>
                  <a:srgbClr val="B2B2B2"/>
                </a:solidFill>
                <a:latin typeface="Consolas" panose="020B0609020204030204" pitchFamily="49" charset="0"/>
              </a:rPr>
              <a:t>1 </a:t>
            </a:r>
            <a:r>
              <a:rPr lang="en-US" altLang="en-US" sz="4000" dirty="0">
                <a:solidFill>
                  <a:srgbClr val="A71D5D"/>
                </a:solidFill>
                <a:latin typeface="Consolas" panose="020B0609020204030204" pitchFamily="49" charset="0"/>
              </a:rPr>
              <a:t>SELECT</a:t>
            </a:r>
            <a:r>
              <a:rPr lang="en-US" altLang="en-US" sz="4000" dirty="0">
                <a:solidFill>
                  <a:srgbClr val="000000"/>
                </a:solidFill>
                <a:latin typeface="Consolas" panose="020B0609020204030204" pitchFamily="49" charset="0"/>
              </a:rPr>
              <a:t> </a:t>
            </a:r>
            <a:r>
              <a:rPr lang="en-US" altLang="en-US" sz="4000" dirty="0" err="1">
                <a:solidFill>
                  <a:srgbClr val="000000"/>
                </a:solidFill>
                <a:latin typeface="Consolas" panose="020B0609020204030204" pitchFamily="49" charset="0"/>
              </a:rPr>
              <a:t>firstName</a:t>
            </a:r>
            <a:r>
              <a:rPr lang="en-US" altLang="en-US" sz="4000" dirty="0">
                <a:solidFill>
                  <a:srgbClr val="000000"/>
                </a:solidFill>
                <a:latin typeface="Consolas" panose="020B0609020204030204" pitchFamily="49" charset="0"/>
              </a:rPr>
              <a:t>, </a:t>
            </a:r>
            <a:r>
              <a:rPr lang="en-US" altLang="en-US" sz="4000" dirty="0" err="1">
                <a:solidFill>
                  <a:srgbClr val="000000"/>
                </a:solidFill>
                <a:latin typeface="Consolas" panose="020B0609020204030204" pitchFamily="49" charset="0"/>
              </a:rPr>
              <a:t>lastName</a:t>
            </a:r>
            <a:r>
              <a:rPr lang="en-US" altLang="en-US" sz="4000" dirty="0">
                <a:solidFill>
                  <a:srgbClr val="000000"/>
                </a:solidFill>
                <a:latin typeface="Consolas" panose="020B0609020204030204" pitchFamily="49" charset="0"/>
              </a:rPr>
              <a:t>, age</a:t>
            </a:r>
          </a:p>
          <a:p>
            <a:pPr marL="0" lvl="0" indent="0" eaLnBrk="0" fontAlgn="base" hangingPunct="0">
              <a:lnSpc>
                <a:spcPct val="100000"/>
              </a:lnSpc>
              <a:spcBef>
                <a:spcPct val="0"/>
              </a:spcBef>
              <a:spcAft>
                <a:spcPct val="0"/>
              </a:spcAft>
              <a:buNone/>
            </a:pPr>
            <a:r>
              <a:rPr lang="en-US" altLang="en-US" sz="4000" dirty="0">
                <a:solidFill>
                  <a:srgbClr val="B2B2B2"/>
                </a:solidFill>
                <a:latin typeface="Consolas" panose="020B0609020204030204" pitchFamily="49" charset="0"/>
              </a:rPr>
              <a:t>2   </a:t>
            </a:r>
            <a:r>
              <a:rPr lang="en-US" altLang="en-US" sz="4000" dirty="0">
                <a:solidFill>
                  <a:srgbClr val="A71D5D"/>
                </a:solidFill>
                <a:latin typeface="Consolas" panose="020B0609020204030204" pitchFamily="49" charset="0"/>
              </a:rPr>
              <a:t>FROM</a:t>
            </a:r>
            <a:r>
              <a:rPr lang="en-US" altLang="en-US" sz="4000" dirty="0">
                <a:solidFill>
                  <a:srgbClr val="000000"/>
                </a:solidFill>
                <a:latin typeface="Consolas" panose="020B0609020204030204" pitchFamily="49" charset="0"/>
              </a:rPr>
              <a:t> Pupil</a:t>
            </a:r>
          </a:p>
          <a:p>
            <a:pPr marL="0" lvl="0" indent="0" eaLnBrk="0" fontAlgn="base" hangingPunct="0">
              <a:lnSpc>
                <a:spcPct val="100000"/>
              </a:lnSpc>
              <a:spcBef>
                <a:spcPct val="0"/>
              </a:spcBef>
              <a:spcAft>
                <a:spcPct val="0"/>
              </a:spcAft>
              <a:buNone/>
            </a:pPr>
            <a:r>
              <a:rPr lang="en-US" altLang="en-US" sz="4000" dirty="0">
                <a:solidFill>
                  <a:srgbClr val="B2B2B2"/>
                </a:solidFill>
                <a:latin typeface="Consolas" panose="020B0609020204030204" pitchFamily="49" charset="0"/>
              </a:rPr>
              <a:t>3   </a:t>
            </a:r>
            <a:r>
              <a:rPr lang="en-US" altLang="en-US" sz="4000" dirty="0">
                <a:solidFill>
                  <a:srgbClr val="A71D5D"/>
                </a:solidFill>
                <a:latin typeface="Consolas" panose="020B0609020204030204" pitchFamily="49" charset="0"/>
              </a:rPr>
              <a:t>WHERE</a:t>
            </a:r>
            <a:r>
              <a:rPr lang="en-US" altLang="en-US" sz="4000" dirty="0">
                <a:solidFill>
                  <a:srgbClr val="000000"/>
                </a:solidFill>
                <a:latin typeface="Consolas" panose="020B0609020204030204" pitchFamily="49" charset="0"/>
              </a:rPr>
              <a:t> </a:t>
            </a:r>
            <a:r>
              <a:rPr lang="en-US" altLang="en-US" sz="4000" dirty="0" err="1">
                <a:solidFill>
                  <a:srgbClr val="000000"/>
                </a:solidFill>
                <a:latin typeface="Consolas" panose="020B0609020204030204" pitchFamily="49" charset="0"/>
              </a:rPr>
              <a:t>lastName</a:t>
            </a:r>
            <a:r>
              <a:rPr lang="en-US" altLang="en-US" sz="4000" dirty="0">
                <a:solidFill>
                  <a:srgbClr val="000000"/>
                </a:solidFill>
                <a:latin typeface="Consolas" panose="020B0609020204030204" pitchFamily="49" charset="0"/>
              </a:rPr>
              <a:t> = </a:t>
            </a:r>
            <a:r>
              <a:rPr lang="en-US" altLang="en-US" sz="4000" dirty="0">
                <a:solidFill>
                  <a:srgbClr val="183691"/>
                </a:solidFill>
                <a:latin typeface="Consolas" panose="020B0609020204030204" pitchFamily="49" charset="0"/>
              </a:rPr>
              <a:t>"Smith"</a:t>
            </a:r>
            <a:endParaRPr lang="en-US" altLang="en-US" sz="4000" dirty="0">
              <a:solidFill>
                <a:srgbClr val="000000"/>
              </a:solidFill>
              <a:latin typeface="Consolas" panose="020B0609020204030204" pitchFamily="49" charset="0"/>
            </a:endParaRPr>
          </a:p>
          <a:p>
            <a:pPr marL="0" lvl="0" indent="0" eaLnBrk="0" fontAlgn="base" hangingPunct="0">
              <a:lnSpc>
                <a:spcPct val="100000"/>
              </a:lnSpc>
              <a:spcBef>
                <a:spcPct val="0"/>
              </a:spcBef>
              <a:spcAft>
                <a:spcPct val="0"/>
              </a:spcAft>
              <a:buNone/>
            </a:pPr>
            <a:r>
              <a:rPr lang="en-US" altLang="en-US" sz="4000" dirty="0">
                <a:solidFill>
                  <a:srgbClr val="B2B2B2"/>
                </a:solidFill>
                <a:latin typeface="Consolas" panose="020B0609020204030204" pitchFamily="49" charset="0"/>
              </a:rPr>
              <a:t>4   </a:t>
            </a:r>
            <a:r>
              <a:rPr lang="en-US" altLang="en-US" sz="4000" dirty="0">
                <a:solidFill>
                  <a:srgbClr val="A71D5D"/>
                </a:solidFill>
                <a:latin typeface="Consolas" panose="020B0609020204030204" pitchFamily="49" charset="0"/>
              </a:rPr>
              <a:t>ORDER BY</a:t>
            </a:r>
            <a:r>
              <a:rPr lang="en-US" altLang="en-US" sz="4000" dirty="0">
                <a:solidFill>
                  <a:srgbClr val="000000"/>
                </a:solidFill>
                <a:latin typeface="Consolas" panose="020B0609020204030204" pitchFamily="49" charset="0"/>
              </a:rPr>
              <a:t> </a:t>
            </a:r>
            <a:r>
              <a:rPr lang="en-US" altLang="en-US" sz="4000" dirty="0" err="1">
                <a:solidFill>
                  <a:srgbClr val="000000"/>
                </a:solidFill>
                <a:latin typeface="Consolas" panose="020B0609020204030204" pitchFamily="49" charset="0"/>
              </a:rPr>
              <a:t>firstName</a:t>
            </a:r>
            <a:r>
              <a:rPr lang="en-US" altLang="en-US" sz="4000" dirty="0">
                <a:solidFill>
                  <a:srgbClr val="000000"/>
                </a:solidFill>
                <a:latin typeface="Consolas" panose="020B0609020204030204" pitchFamily="49" charset="0"/>
              </a:rPr>
              <a:t> </a:t>
            </a:r>
            <a:r>
              <a:rPr lang="en-US" altLang="en-US" sz="4000" dirty="0">
                <a:solidFill>
                  <a:srgbClr val="A71D5D"/>
                </a:solidFill>
                <a:latin typeface="Consolas" panose="020B0609020204030204" pitchFamily="49" charset="0"/>
              </a:rPr>
              <a:t>ASC</a:t>
            </a:r>
            <a:r>
              <a:rPr lang="en-US" altLang="en-US" sz="4000" dirty="0">
                <a:solidFill>
                  <a:srgbClr val="000000"/>
                </a:solidFill>
                <a:latin typeface="Consolas" panose="020B0609020204030204" pitchFamily="49" charset="0"/>
              </a:rPr>
              <a:t>;</a:t>
            </a:r>
            <a:endParaRPr lang="en-US" altLang="en-US" sz="5400" dirty="0">
              <a:latin typeface="Arial" panose="020B0604020202020204" pitchFamily="34" charset="0"/>
            </a:endParaRPr>
          </a:p>
        </p:txBody>
      </p:sp>
    </p:spTree>
    <p:extLst>
      <p:ext uri="{BB962C8B-B14F-4D97-AF65-F5344CB8AC3E}">
        <p14:creationId xmlns:p14="http://schemas.microsoft.com/office/powerpoint/2010/main" val="2723771124"/>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animEffect transition="in" filter="wipe(left)">
                                      <p:cBhvr>
                                        <p:cTn id="7" dur="1000"/>
                                        <p:tgtEl>
                                          <p:spTgt spid="3">
                                            <p:txEl>
                                              <p:pRg st="0" end="0"/>
                                            </p:txEl>
                                          </p:spTgt>
                                        </p:tgtEl>
                                      </p:cBhvr>
                                    </p:animEffect>
                                  </p:childTnLst>
                                </p:cTn>
                              </p:par>
                            </p:childTnLst>
                          </p:cTn>
                        </p:par>
                      </p:childTnLst>
                    </p:cTn>
                  </p:par>
                  <p:par>
                    <p:cTn id="8" fill="hold">
                      <p:stCondLst>
                        <p:cond delay="indefinite"/>
                      </p:stCondLst>
                      <p:childTnLst>
                        <p:par>
                          <p:cTn id="9" fill="hold">
                            <p:stCondLst>
                              <p:cond delay="0"/>
                            </p:stCondLst>
                            <p:childTnLst>
                              <p:par>
                                <p:cTn id="10" presetID="22" presetClass="entr" presetSubtype="8" fill="hold" grpId="0" nodeType="clickEffect">
                                  <p:stCondLst>
                                    <p:cond delay="0"/>
                                  </p:stCondLst>
                                  <p:childTnLst>
                                    <p:set>
                                      <p:cBhvr>
                                        <p:cTn id="11" dur="1" fill="hold">
                                          <p:stCondLst>
                                            <p:cond delay="0"/>
                                          </p:stCondLst>
                                        </p:cTn>
                                        <p:tgtEl>
                                          <p:spTgt spid="3">
                                            <p:txEl>
                                              <p:pRg st="1" end="1"/>
                                            </p:txEl>
                                          </p:spTgt>
                                        </p:tgtEl>
                                        <p:attrNameLst>
                                          <p:attrName>style.visibility</p:attrName>
                                        </p:attrNameLst>
                                      </p:cBhvr>
                                      <p:to>
                                        <p:strVal val="visible"/>
                                      </p:to>
                                    </p:set>
                                    <p:animEffect transition="in" filter="wipe(left)">
                                      <p:cBhvr>
                                        <p:cTn id="12" dur="1000"/>
                                        <p:tgtEl>
                                          <p:spTgt spid="3">
                                            <p:txEl>
                                              <p:pRg st="1" end="1"/>
                                            </p:txEl>
                                          </p:spTgt>
                                        </p:tgtEl>
                                      </p:cBhvr>
                                    </p:animEffect>
                                  </p:childTnLst>
                                </p:cTn>
                              </p:par>
                            </p:childTnLst>
                          </p:cTn>
                        </p:par>
                      </p:childTnLst>
                    </p:cTn>
                  </p:par>
                  <p:par>
                    <p:cTn id="13" fill="hold">
                      <p:stCondLst>
                        <p:cond delay="indefinite"/>
                      </p:stCondLst>
                      <p:childTnLst>
                        <p:par>
                          <p:cTn id="14" fill="hold">
                            <p:stCondLst>
                              <p:cond delay="0"/>
                            </p:stCondLst>
                            <p:childTnLst>
                              <p:par>
                                <p:cTn id="15" presetID="22" presetClass="entr" presetSubtype="8" fill="hold" grpId="0" nodeType="clickEffect">
                                  <p:stCondLst>
                                    <p:cond delay="0"/>
                                  </p:stCondLst>
                                  <p:childTnLst>
                                    <p:set>
                                      <p:cBhvr>
                                        <p:cTn id="16" dur="1" fill="hold">
                                          <p:stCondLst>
                                            <p:cond delay="0"/>
                                          </p:stCondLst>
                                        </p:cTn>
                                        <p:tgtEl>
                                          <p:spTgt spid="3">
                                            <p:txEl>
                                              <p:pRg st="2" end="2"/>
                                            </p:txEl>
                                          </p:spTgt>
                                        </p:tgtEl>
                                        <p:attrNameLst>
                                          <p:attrName>style.visibility</p:attrName>
                                        </p:attrNameLst>
                                      </p:cBhvr>
                                      <p:to>
                                        <p:strVal val="visible"/>
                                      </p:to>
                                    </p:set>
                                    <p:animEffect transition="in" filter="wipe(left)">
                                      <p:cBhvr>
                                        <p:cTn id="17" dur="1000"/>
                                        <p:tgtEl>
                                          <p:spTgt spid="3">
                                            <p:txEl>
                                              <p:pRg st="2" end="2"/>
                                            </p:txEl>
                                          </p:spTgt>
                                        </p:tgtEl>
                                      </p:cBhvr>
                                    </p:animEffect>
                                  </p:childTnLst>
                                </p:cTn>
                              </p:par>
                            </p:childTnLst>
                          </p:cTn>
                        </p:par>
                      </p:childTnLst>
                    </p:cTn>
                  </p:par>
                  <p:par>
                    <p:cTn id="18" fill="hold">
                      <p:stCondLst>
                        <p:cond delay="indefinite"/>
                      </p:stCondLst>
                      <p:childTnLst>
                        <p:par>
                          <p:cTn id="19" fill="hold">
                            <p:stCondLst>
                              <p:cond delay="0"/>
                            </p:stCondLst>
                            <p:childTnLst>
                              <p:par>
                                <p:cTn id="20" presetID="22" presetClass="entr" presetSubtype="8" fill="hold" grpId="0" nodeType="clickEffect">
                                  <p:stCondLst>
                                    <p:cond delay="0"/>
                                  </p:stCondLst>
                                  <p:childTnLst>
                                    <p:set>
                                      <p:cBhvr>
                                        <p:cTn id="21" dur="1" fill="hold">
                                          <p:stCondLst>
                                            <p:cond delay="0"/>
                                          </p:stCondLst>
                                        </p:cTn>
                                        <p:tgtEl>
                                          <p:spTgt spid="3">
                                            <p:txEl>
                                              <p:pRg st="3" end="3"/>
                                            </p:txEl>
                                          </p:spTgt>
                                        </p:tgtEl>
                                        <p:attrNameLst>
                                          <p:attrName>style.visibility</p:attrName>
                                        </p:attrNameLst>
                                      </p:cBhvr>
                                      <p:to>
                                        <p:strVal val="visible"/>
                                      </p:to>
                                    </p:set>
                                    <p:animEffect transition="in" filter="wipe(left)">
                                      <p:cBhvr>
                                        <p:cTn id="22" dur="1000"/>
                                        <p:tgtEl>
                                          <p:spTgt spid="3">
                                            <p:txEl>
                                              <p:pRg st="3" end="3"/>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CE87805-17F2-4B70-B505-57FB17E1FEE3}"/>
              </a:ext>
            </a:extLst>
          </p:cNvPr>
          <p:cNvSpPr>
            <a:spLocks noGrp="1"/>
          </p:cNvSpPr>
          <p:nvPr>
            <p:ph type="title"/>
          </p:nvPr>
        </p:nvSpPr>
        <p:spPr/>
        <p:txBody>
          <a:bodyPr/>
          <a:lstStyle/>
          <a:p>
            <a:r>
              <a:rPr lang="en-GB" dirty="0"/>
              <a:t>Wildcard: %</a:t>
            </a:r>
          </a:p>
        </p:txBody>
      </p:sp>
      <p:sp>
        <p:nvSpPr>
          <p:cNvPr id="3" name="Content Placeholder 2">
            <a:extLst>
              <a:ext uri="{FF2B5EF4-FFF2-40B4-BE49-F238E27FC236}">
                <a16:creationId xmlns:a16="http://schemas.microsoft.com/office/drawing/2014/main" id="{E4EE7085-4C5B-409B-8843-A8A3D3CB6E90}"/>
              </a:ext>
            </a:extLst>
          </p:cNvPr>
          <p:cNvSpPr>
            <a:spLocks noGrp="1"/>
          </p:cNvSpPr>
          <p:nvPr>
            <p:ph idx="1"/>
          </p:nvPr>
        </p:nvSpPr>
        <p:spPr/>
        <p:txBody>
          <a:bodyPr>
            <a:normAutofit/>
          </a:bodyPr>
          <a:lstStyle/>
          <a:p>
            <a:pPr marL="0" lvl="0" indent="0" eaLnBrk="0" fontAlgn="base" hangingPunct="0">
              <a:lnSpc>
                <a:spcPct val="100000"/>
              </a:lnSpc>
              <a:spcBef>
                <a:spcPct val="0"/>
              </a:spcBef>
              <a:spcAft>
                <a:spcPct val="0"/>
              </a:spcAft>
              <a:buNone/>
            </a:pPr>
            <a:r>
              <a:rPr lang="en-US" altLang="en-US" sz="4000" dirty="0">
                <a:solidFill>
                  <a:srgbClr val="B2B2B2"/>
                </a:solidFill>
                <a:latin typeface="Consolas" panose="020B0609020204030204" pitchFamily="49" charset="0"/>
              </a:rPr>
              <a:t>1 </a:t>
            </a:r>
            <a:r>
              <a:rPr lang="en-US" altLang="en-US" sz="4000" dirty="0">
                <a:solidFill>
                  <a:srgbClr val="A71D5D"/>
                </a:solidFill>
                <a:latin typeface="Consolas" panose="020B0609020204030204" pitchFamily="49" charset="0"/>
              </a:rPr>
              <a:t>SELECT</a:t>
            </a:r>
            <a:r>
              <a:rPr lang="en-US" altLang="en-US" sz="4000" dirty="0">
                <a:solidFill>
                  <a:srgbClr val="000000"/>
                </a:solidFill>
                <a:latin typeface="Consolas" panose="020B0609020204030204" pitchFamily="49" charset="0"/>
              </a:rPr>
              <a:t> </a:t>
            </a:r>
            <a:r>
              <a:rPr lang="en-US" altLang="en-US" sz="4000" dirty="0" err="1">
                <a:solidFill>
                  <a:srgbClr val="000000"/>
                </a:solidFill>
                <a:latin typeface="Consolas" panose="020B0609020204030204" pitchFamily="49" charset="0"/>
              </a:rPr>
              <a:t>firstName</a:t>
            </a:r>
            <a:r>
              <a:rPr lang="en-US" altLang="en-US" sz="4000" dirty="0">
                <a:solidFill>
                  <a:srgbClr val="000000"/>
                </a:solidFill>
                <a:latin typeface="Consolas" panose="020B0609020204030204" pitchFamily="49" charset="0"/>
              </a:rPr>
              <a:t>, </a:t>
            </a:r>
            <a:r>
              <a:rPr lang="en-US" altLang="en-US" sz="4000" dirty="0" err="1">
                <a:solidFill>
                  <a:srgbClr val="000000"/>
                </a:solidFill>
                <a:latin typeface="Consolas" panose="020B0609020204030204" pitchFamily="49" charset="0"/>
              </a:rPr>
              <a:t>lastName</a:t>
            </a:r>
            <a:r>
              <a:rPr lang="en-US" altLang="en-US" sz="4000" dirty="0">
                <a:solidFill>
                  <a:srgbClr val="000000"/>
                </a:solidFill>
                <a:latin typeface="Consolas" panose="020B0609020204030204" pitchFamily="49" charset="0"/>
              </a:rPr>
              <a:t>, age</a:t>
            </a:r>
          </a:p>
          <a:p>
            <a:pPr marL="0" lvl="0" indent="0" eaLnBrk="0" fontAlgn="base" hangingPunct="0">
              <a:lnSpc>
                <a:spcPct val="100000"/>
              </a:lnSpc>
              <a:spcBef>
                <a:spcPct val="0"/>
              </a:spcBef>
              <a:spcAft>
                <a:spcPct val="0"/>
              </a:spcAft>
              <a:buNone/>
            </a:pPr>
            <a:r>
              <a:rPr lang="en-US" altLang="en-US" sz="4000" dirty="0">
                <a:solidFill>
                  <a:srgbClr val="B2B2B2"/>
                </a:solidFill>
                <a:latin typeface="Consolas" panose="020B0609020204030204" pitchFamily="49" charset="0"/>
              </a:rPr>
              <a:t>2   </a:t>
            </a:r>
            <a:r>
              <a:rPr lang="en-US" altLang="en-US" sz="4000" dirty="0">
                <a:solidFill>
                  <a:srgbClr val="A71D5D"/>
                </a:solidFill>
                <a:latin typeface="Consolas" panose="020B0609020204030204" pitchFamily="49" charset="0"/>
              </a:rPr>
              <a:t>FROM</a:t>
            </a:r>
            <a:r>
              <a:rPr lang="en-US" altLang="en-US" sz="4000" dirty="0">
                <a:solidFill>
                  <a:srgbClr val="000000"/>
                </a:solidFill>
                <a:latin typeface="Consolas" panose="020B0609020204030204" pitchFamily="49" charset="0"/>
              </a:rPr>
              <a:t> Pupil</a:t>
            </a:r>
          </a:p>
          <a:p>
            <a:pPr marL="0" lvl="0" indent="0" eaLnBrk="0" fontAlgn="base" hangingPunct="0">
              <a:lnSpc>
                <a:spcPct val="100000"/>
              </a:lnSpc>
              <a:spcBef>
                <a:spcPct val="0"/>
              </a:spcBef>
              <a:spcAft>
                <a:spcPct val="0"/>
              </a:spcAft>
              <a:buNone/>
            </a:pPr>
            <a:r>
              <a:rPr lang="en-US" altLang="en-US" sz="4000" dirty="0">
                <a:solidFill>
                  <a:srgbClr val="B2B2B2"/>
                </a:solidFill>
                <a:latin typeface="Consolas" panose="020B0609020204030204" pitchFamily="49" charset="0"/>
              </a:rPr>
              <a:t>3   </a:t>
            </a:r>
            <a:r>
              <a:rPr lang="en-US" altLang="en-US" sz="4000" dirty="0">
                <a:solidFill>
                  <a:srgbClr val="A71D5D"/>
                </a:solidFill>
                <a:latin typeface="Consolas" panose="020B0609020204030204" pitchFamily="49" charset="0"/>
              </a:rPr>
              <a:t>WHERE</a:t>
            </a:r>
            <a:r>
              <a:rPr lang="en-US" altLang="en-US" sz="4000" dirty="0">
                <a:solidFill>
                  <a:srgbClr val="000000"/>
                </a:solidFill>
                <a:latin typeface="Consolas" panose="020B0609020204030204" pitchFamily="49" charset="0"/>
              </a:rPr>
              <a:t> </a:t>
            </a:r>
            <a:r>
              <a:rPr lang="en-US" altLang="en-US" sz="4000" dirty="0" err="1">
                <a:solidFill>
                  <a:srgbClr val="000000"/>
                </a:solidFill>
                <a:latin typeface="Consolas" panose="020B0609020204030204" pitchFamily="49" charset="0"/>
              </a:rPr>
              <a:t>lastName</a:t>
            </a:r>
            <a:r>
              <a:rPr lang="en-US" altLang="en-US" sz="4000" dirty="0">
                <a:solidFill>
                  <a:srgbClr val="000000"/>
                </a:solidFill>
                <a:latin typeface="Consolas" panose="020B0609020204030204" pitchFamily="49" charset="0"/>
              </a:rPr>
              <a:t> </a:t>
            </a:r>
            <a:r>
              <a:rPr lang="en-US" altLang="en-US" sz="4000" dirty="0">
                <a:solidFill>
                  <a:srgbClr val="A71D5D"/>
                </a:solidFill>
                <a:latin typeface="Consolas" panose="020B0609020204030204" pitchFamily="49" charset="0"/>
              </a:rPr>
              <a:t>LIKE</a:t>
            </a:r>
            <a:r>
              <a:rPr lang="en-US" altLang="en-US" sz="4000" dirty="0">
                <a:solidFill>
                  <a:srgbClr val="000000"/>
                </a:solidFill>
                <a:latin typeface="Consolas" panose="020B0609020204030204" pitchFamily="49" charset="0"/>
              </a:rPr>
              <a:t> </a:t>
            </a:r>
            <a:r>
              <a:rPr lang="en-US" altLang="en-US" sz="4000" dirty="0">
                <a:solidFill>
                  <a:srgbClr val="183691"/>
                </a:solidFill>
                <a:latin typeface="Consolas" panose="020B0609020204030204" pitchFamily="49" charset="0"/>
              </a:rPr>
              <a:t>"</a:t>
            </a:r>
            <a:r>
              <a:rPr lang="en-US" altLang="en-US" sz="4000" dirty="0" err="1">
                <a:solidFill>
                  <a:srgbClr val="183691"/>
                </a:solidFill>
                <a:latin typeface="Consolas" panose="020B0609020204030204" pitchFamily="49" charset="0"/>
              </a:rPr>
              <a:t>Sm</a:t>
            </a:r>
            <a:r>
              <a:rPr lang="en-US" altLang="en-US" sz="4000" dirty="0">
                <a:solidFill>
                  <a:srgbClr val="183691"/>
                </a:solidFill>
                <a:latin typeface="Consolas" panose="020B0609020204030204" pitchFamily="49" charset="0"/>
              </a:rPr>
              <a:t>%"</a:t>
            </a:r>
            <a:endParaRPr lang="en-US" altLang="en-US" sz="4000" dirty="0">
              <a:solidFill>
                <a:srgbClr val="000000"/>
              </a:solidFill>
              <a:latin typeface="Consolas" panose="020B0609020204030204" pitchFamily="49" charset="0"/>
            </a:endParaRPr>
          </a:p>
          <a:p>
            <a:pPr marL="0" lvl="0" indent="0" eaLnBrk="0" fontAlgn="base" hangingPunct="0">
              <a:lnSpc>
                <a:spcPct val="100000"/>
              </a:lnSpc>
              <a:spcBef>
                <a:spcPct val="0"/>
              </a:spcBef>
              <a:spcAft>
                <a:spcPct val="0"/>
              </a:spcAft>
              <a:buNone/>
            </a:pPr>
            <a:r>
              <a:rPr lang="en-US" altLang="en-US" sz="4000" dirty="0">
                <a:solidFill>
                  <a:srgbClr val="B2B2B2"/>
                </a:solidFill>
                <a:latin typeface="Consolas" panose="020B0609020204030204" pitchFamily="49" charset="0"/>
              </a:rPr>
              <a:t>4   </a:t>
            </a:r>
            <a:r>
              <a:rPr lang="en-US" altLang="en-US" sz="4000" dirty="0">
                <a:solidFill>
                  <a:srgbClr val="A71D5D"/>
                </a:solidFill>
                <a:latin typeface="Consolas" panose="020B0609020204030204" pitchFamily="49" charset="0"/>
              </a:rPr>
              <a:t>ORDER BY</a:t>
            </a:r>
            <a:r>
              <a:rPr lang="en-US" altLang="en-US" sz="4000" dirty="0">
                <a:solidFill>
                  <a:srgbClr val="000000"/>
                </a:solidFill>
                <a:latin typeface="Consolas" panose="020B0609020204030204" pitchFamily="49" charset="0"/>
              </a:rPr>
              <a:t> </a:t>
            </a:r>
            <a:r>
              <a:rPr lang="en-US" altLang="en-US" sz="4000" dirty="0" err="1">
                <a:solidFill>
                  <a:srgbClr val="000000"/>
                </a:solidFill>
                <a:latin typeface="Consolas" panose="020B0609020204030204" pitchFamily="49" charset="0"/>
              </a:rPr>
              <a:t>firstName</a:t>
            </a:r>
            <a:r>
              <a:rPr lang="en-US" altLang="en-US" sz="4000" dirty="0">
                <a:solidFill>
                  <a:srgbClr val="000000"/>
                </a:solidFill>
                <a:latin typeface="Consolas" panose="020B0609020204030204" pitchFamily="49" charset="0"/>
              </a:rPr>
              <a:t> </a:t>
            </a:r>
            <a:r>
              <a:rPr lang="en-US" altLang="en-US" sz="4000" dirty="0">
                <a:solidFill>
                  <a:srgbClr val="A71D5D"/>
                </a:solidFill>
                <a:latin typeface="Consolas" panose="020B0609020204030204" pitchFamily="49" charset="0"/>
              </a:rPr>
              <a:t>ASC</a:t>
            </a:r>
            <a:r>
              <a:rPr lang="en-US" altLang="en-US" sz="4000" dirty="0">
                <a:solidFill>
                  <a:srgbClr val="000000"/>
                </a:solidFill>
                <a:latin typeface="Consolas" panose="020B0609020204030204" pitchFamily="49" charset="0"/>
              </a:rPr>
              <a:t>;</a:t>
            </a:r>
            <a:endParaRPr lang="en-US" altLang="en-US" sz="5400" dirty="0">
              <a:latin typeface="Arial" panose="020B0604020202020204" pitchFamily="34" charset="0"/>
            </a:endParaRPr>
          </a:p>
        </p:txBody>
      </p:sp>
      <p:sp>
        <p:nvSpPr>
          <p:cNvPr id="4" name="TextBox 3">
            <a:extLst>
              <a:ext uri="{FF2B5EF4-FFF2-40B4-BE49-F238E27FC236}">
                <a16:creationId xmlns:a16="http://schemas.microsoft.com/office/drawing/2014/main" id="{DF4BA8FF-524A-4C13-87BF-68801971FA28}"/>
              </a:ext>
            </a:extLst>
          </p:cNvPr>
          <p:cNvSpPr txBox="1"/>
          <p:nvPr/>
        </p:nvSpPr>
        <p:spPr>
          <a:xfrm>
            <a:off x="2514025" y="5396458"/>
            <a:ext cx="7163949" cy="1200329"/>
          </a:xfrm>
          <a:prstGeom prst="rect">
            <a:avLst/>
          </a:prstGeom>
          <a:noFill/>
        </p:spPr>
        <p:txBody>
          <a:bodyPr wrap="none" rtlCol="0">
            <a:spAutoFit/>
          </a:bodyPr>
          <a:lstStyle/>
          <a:p>
            <a:pPr algn="ctr"/>
            <a:r>
              <a:rPr lang="en-GB" sz="3600" dirty="0">
                <a:solidFill>
                  <a:srgbClr val="FF0000"/>
                </a:solidFill>
              </a:rPr>
              <a:t>%</a:t>
            </a:r>
            <a:r>
              <a:rPr lang="en-GB" sz="3600" dirty="0"/>
              <a:t> </a:t>
            </a:r>
            <a:r>
              <a:rPr lang="en-GB" sz="3600" dirty="0">
                <a:solidFill>
                  <a:srgbClr val="7030A0"/>
                </a:solidFill>
              </a:rPr>
              <a:t>represents zero or more characters</a:t>
            </a:r>
          </a:p>
          <a:p>
            <a:pPr algn="ctr"/>
            <a:r>
              <a:rPr lang="en-GB" sz="3600" dirty="0" err="1">
                <a:solidFill>
                  <a:srgbClr val="7030A0"/>
                </a:solidFill>
                <a:latin typeface="Consolas" panose="020B0609020204030204" pitchFamily="49" charset="0"/>
              </a:rPr>
              <a:t>Sm</a:t>
            </a:r>
            <a:r>
              <a:rPr lang="en-GB" sz="3600" dirty="0">
                <a:solidFill>
                  <a:srgbClr val="7030A0"/>
                </a:solidFill>
                <a:latin typeface="Consolas" panose="020B0609020204030204" pitchFamily="49" charset="0"/>
              </a:rPr>
              <a:t>, Sm</a:t>
            </a:r>
            <a:r>
              <a:rPr lang="en-GB" sz="3600" dirty="0">
                <a:solidFill>
                  <a:srgbClr val="FF0000"/>
                </a:solidFill>
                <a:latin typeface="Consolas" panose="020B0609020204030204" pitchFamily="49" charset="0"/>
              </a:rPr>
              <a:t>ith</a:t>
            </a:r>
            <a:r>
              <a:rPr lang="en-GB" sz="3600" dirty="0">
                <a:solidFill>
                  <a:srgbClr val="7030A0"/>
                </a:solidFill>
                <a:latin typeface="Consolas" panose="020B0609020204030204" pitchFamily="49" charset="0"/>
              </a:rPr>
              <a:t>, Sm</a:t>
            </a:r>
            <a:r>
              <a:rPr lang="en-GB" sz="3600" dirty="0">
                <a:solidFill>
                  <a:srgbClr val="FF0000"/>
                </a:solidFill>
                <a:latin typeface="Consolas" panose="020B0609020204030204" pitchFamily="49" charset="0"/>
              </a:rPr>
              <a:t>ithsonian</a:t>
            </a:r>
            <a:r>
              <a:rPr lang="en-GB" sz="3600" dirty="0">
                <a:solidFill>
                  <a:srgbClr val="7030A0"/>
                </a:solidFill>
                <a:latin typeface="Consolas" panose="020B0609020204030204" pitchFamily="49" charset="0"/>
              </a:rPr>
              <a:t>, etc</a:t>
            </a:r>
          </a:p>
        </p:txBody>
      </p:sp>
      <p:sp>
        <p:nvSpPr>
          <p:cNvPr id="6" name="Callout: Bent Line with No Border 5">
            <a:extLst>
              <a:ext uri="{FF2B5EF4-FFF2-40B4-BE49-F238E27FC236}">
                <a16:creationId xmlns:a16="http://schemas.microsoft.com/office/drawing/2014/main" id="{CA47E56C-5DB8-4159-B2B6-0AC97A9CCBAB}"/>
              </a:ext>
            </a:extLst>
          </p:cNvPr>
          <p:cNvSpPr/>
          <p:nvPr/>
        </p:nvSpPr>
        <p:spPr>
          <a:xfrm>
            <a:off x="9407175" y="3717557"/>
            <a:ext cx="1587946" cy="862642"/>
          </a:xfrm>
          <a:prstGeom prst="callout2">
            <a:avLst>
              <a:gd name="adj1" fmla="val 48750"/>
              <a:gd name="adj2" fmla="val -189"/>
              <a:gd name="adj3" fmla="val 49417"/>
              <a:gd name="adj4" fmla="val -32691"/>
              <a:gd name="adj5" fmla="val -11120"/>
              <a:gd name="adj6" fmla="val -42198"/>
            </a:avLst>
          </a:prstGeom>
          <a:noFill/>
          <a:ln w="38100">
            <a:solidFill>
              <a:schemeClr val="accent6">
                <a:lumMod val="75000"/>
              </a:schemeClr>
            </a:solidFill>
            <a:headEnd type="none" w="lg" len="lg"/>
            <a:tailEnd type="triangle" w="lg" len="lg"/>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GB" sz="2800" b="1" dirty="0">
                <a:solidFill>
                  <a:srgbClr val="7030A0"/>
                </a:solidFill>
              </a:rPr>
              <a:t>Wildcard</a:t>
            </a:r>
          </a:p>
        </p:txBody>
      </p:sp>
      <p:sp>
        <p:nvSpPr>
          <p:cNvPr id="7" name="Callout: Bent Line with No Border 6">
            <a:extLst>
              <a:ext uri="{FF2B5EF4-FFF2-40B4-BE49-F238E27FC236}">
                <a16:creationId xmlns:a16="http://schemas.microsoft.com/office/drawing/2014/main" id="{50AAC98C-F945-C259-7F14-B01DB38E30EB}"/>
              </a:ext>
            </a:extLst>
          </p:cNvPr>
          <p:cNvSpPr/>
          <p:nvPr/>
        </p:nvSpPr>
        <p:spPr>
          <a:xfrm>
            <a:off x="8122249" y="2317079"/>
            <a:ext cx="1661638" cy="862642"/>
          </a:xfrm>
          <a:prstGeom prst="callout2">
            <a:avLst>
              <a:gd name="adj1" fmla="val 49992"/>
              <a:gd name="adj2" fmla="val -46"/>
              <a:gd name="adj3" fmla="val 49955"/>
              <a:gd name="adj4" fmla="val -18734"/>
              <a:gd name="adj5" fmla="val 97914"/>
              <a:gd name="adj6" fmla="val -46376"/>
            </a:avLst>
          </a:prstGeom>
          <a:noFill/>
          <a:ln w="38100">
            <a:solidFill>
              <a:schemeClr val="accent6">
                <a:lumMod val="75000"/>
              </a:schemeClr>
            </a:solidFill>
            <a:headEnd type="none" w="lg" len="lg"/>
            <a:tailEnd type="triangle" w="lg" len="lg"/>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GB" sz="2800" b="1" dirty="0">
                <a:solidFill>
                  <a:srgbClr val="7030A0"/>
                </a:solidFill>
              </a:rPr>
              <a:t>Keyword</a:t>
            </a:r>
          </a:p>
        </p:txBody>
      </p:sp>
    </p:spTree>
    <p:extLst>
      <p:ext uri="{BB962C8B-B14F-4D97-AF65-F5344CB8AC3E}">
        <p14:creationId xmlns:p14="http://schemas.microsoft.com/office/powerpoint/2010/main" val="2052178966"/>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animEffect transition="in" filter="wipe(left)">
                                      <p:cBhvr>
                                        <p:cTn id="7" dur="1000"/>
                                        <p:tgtEl>
                                          <p:spTgt spid="3">
                                            <p:txEl>
                                              <p:pRg st="0" end="0"/>
                                            </p:txEl>
                                          </p:spTgt>
                                        </p:tgtEl>
                                      </p:cBhvr>
                                    </p:animEffect>
                                  </p:childTnLst>
                                </p:cTn>
                              </p:par>
                            </p:childTnLst>
                          </p:cTn>
                        </p:par>
                      </p:childTnLst>
                    </p:cTn>
                  </p:par>
                  <p:par>
                    <p:cTn id="8" fill="hold">
                      <p:stCondLst>
                        <p:cond delay="indefinite"/>
                      </p:stCondLst>
                      <p:childTnLst>
                        <p:par>
                          <p:cTn id="9" fill="hold">
                            <p:stCondLst>
                              <p:cond delay="0"/>
                            </p:stCondLst>
                            <p:childTnLst>
                              <p:par>
                                <p:cTn id="10" presetID="22" presetClass="entr" presetSubtype="8" fill="hold" grpId="0" nodeType="clickEffect">
                                  <p:stCondLst>
                                    <p:cond delay="0"/>
                                  </p:stCondLst>
                                  <p:childTnLst>
                                    <p:set>
                                      <p:cBhvr>
                                        <p:cTn id="11" dur="1" fill="hold">
                                          <p:stCondLst>
                                            <p:cond delay="0"/>
                                          </p:stCondLst>
                                        </p:cTn>
                                        <p:tgtEl>
                                          <p:spTgt spid="3">
                                            <p:txEl>
                                              <p:pRg st="1" end="1"/>
                                            </p:txEl>
                                          </p:spTgt>
                                        </p:tgtEl>
                                        <p:attrNameLst>
                                          <p:attrName>style.visibility</p:attrName>
                                        </p:attrNameLst>
                                      </p:cBhvr>
                                      <p:to>
                                        <p:strVal val="visible"/>
                                      </p:to>
                                    </p:set>
                                    <p:animEffect transition="in" filter="wipe(left)">
                                      <p:cBhvr>
                                        <p:cTn id="12" dur="1000"/>
                                        <p:tgtEl>
                                          <p:spTgt spid="3">
                                            <p:txEl>
                                              <p:pRg st="1" end="1"/>
                                            </p:txEl>
                                          </p:spTgt>
                                        </p:tgtEl>
                                      </p:cBhvr>
                                    </p:animEffect>
                                  </p:childTnLst>
                                </p:cTn>
                              </p:par>
                            </p:childTnLst>
                          </p:cTn>
                        </p:par>
                      </p:childTnLst>
                    </p:cTn>
                  </p:par>
                  <p:par>
                    <p:cTn id="13" fill="hold">
                      <p:stCondLst>
                        <p:cond delay="indefinite"/>
                      </p:stCondLst>
                      <p:childTnLst>
                        <p:par>
                          <p:cTn id="14" fill="hold">
                            <p:stCondLst>
                              <p:cond delay="0"/>
                            </p:stCondLst>
                            <p:childTnLst>
                              <p:par>
                                <p:cTn id="15" presetID="22" presetClass="entr" presetSubtype="8" fill="hold" grpId="0" nodeType="clickEffect">
                                  <p:stCondLst>
                                    <p:cond delay="0"/>
                                  </p:stCondLst>
                                  <p:childTnLst>
                                    <p:set>
                                      <p:cBhvr>
                                        <p:cTn id="16" dur="1" fill="hold">
                                          <p:stCondLst>
                                            <p:cond delay="0"/>
                                          </p:stCondLst>
                                        </p:cTn>
                                        <p:tgtEl>
                                          <p:spTgt spid="3">
                                            <p:txEl>
                                              <p:pRg st="2" end="2"/>
                                            </p:txEl>
                                          </p:spTgt>
                                        </p:tgtEl>
                                        <p:attrNameLst>
                                          <p:attrName>style.visibility</p:attrName>
                                        </p:attrNameLst>
                                      </p:cBhvr>
                                      <p:to>
                                        <p:strVal val="visible"/>
                                      </p:to>
                                    </p:set>
                                    <p:animEffect transition="in" filter="wipe(left)">
                                      <p:cBhvr>
                                        <p:cTn id="17" dur="1000"/>
                                        <p:tgtEl>
                                          <p:spTgt spid="3">
                                            <p:txEl>
                                              <p:pRg st="2" end="2"/>
                                            </p:txEl>
                                          </p:spTgt>
                                        </p:tgtEl>
                                      </p:cBhvr>
                                    </p:animEffect>
                                  </p:childTnLst>
                                </p:cTn>
                              </p:par>
                            </p:childTnLst>
                          </p:cTn>
                        </p:par>
                      </p:childTnLst>
                    </p:cTn>
                  </p:par>
                  <p:par>
                    <p:cTn id="18" fill="hold">
                      <p:stCondLst>
                        <p:cond delay="indefinite"/>
                      </p:stCondLst>
                      <p:childTnLst>
                        <p:par>
                          <p:cTn id="19" fill="hold">
                            <p:stCondLst>
                              <p:cond delay="0"/>
                            </p:stCondLst>
                            <p:childTnLst>
                              <p:par>
                                <p:cTn id="20" presetID="22" presetClass="entr" presetSubtype="8" fill="hold" grpId="0" nodeType="clickEffect">
                                  <p:stCondLst>
                                    <p:cond delay="0"/>
                                  </p:stCondLst>
                                  <p:childTnLst>
                                    <p:set>
                                      <p:cBhvr>
                                        <p:cTn id="21" dur="1" fill="hold">
                                          <p:stCondLst>
                                            <p:cond delay="0"/>
                                          </p:stCondLst>
                                        </p:cTn>
                                        <p:tgtEl>
                                          <p:spTgt spid="3">
                                            <p:txEl>
                                              <p:pRg st="3" end="3"/>
                                            </p:txEl>
                                          </p:spTgt>
                                        </p:tgtEl>
                                        <p:attrNameLst>
                                          <p:attrName>style.visibility</p:attrName>
                                        </p:attrNameLst>
                                      </p:cBhvr>
                                      <p:to>
                                        <p:strVal val="visible"/>
                                      </p:to>
                                    </p:set>
                                    <p:animEffect transition="in" filter="wipe(left)">
                                      <p:cBhvr>
                                        <p:cTn id="22" dur="1000"/>
                                        <p:tgtEl>
                                          <p:spTgt spid="3">
                                            <p:txEl>
                                              <p:pRg st="3" end="3"/>
                                            </p:txEl>
                                          </p:spTgt>
                                        </p:tgtEl>
                                      </p:cBhvr>
                                    </p:animEffect>
                                  </p:childTnLst>
                                </p:cTn>
                              </p:par>
                            </p:childTnLst>
                          </p:cTn>
                        </p:par>
                      </p:childTnLst>
                    </p:cTn>
                  </p:par>
                  <p:par>
                    <p:cTn id="23" fill="hold">
                      <p:stCondLst>
                        <p:cond delay="indefinite"/>
                      </p:stCondLst>
                      <p:childTnLst>
                        <p:par>
                          <p:cTn id="24" fill="hold">
                            <p:stCondLst>
                              <p:cond delay="0"/>
                            </p:stCondLst>
                            <p:childTnLst>
                              <p:par>
                                <p:cTn id="25" presetID="10" presetClass="entr" presetSubtype="0" fill="hold" grpId="0" nodeType="clickEffect">
                                  <p:stCondLst>
                                    <p:cond delay="0"/>
                                  </p:stCondLst>
                                  <p:childTnLst>
                                    <p:set>
                                      <p:cBhvr>
                                        <p:cTn id="26" dur="1" fill="hold">
                                          <p:stCondLst>
                                            <p:cond delay="0"/>
                                          </p:stCondLst>
                                        </p:cTn>
                                        <p:tgtEl>
                                          <p:spTgt spid="7"/>
                                        </p:tgtEl>
                                        <p:attrNameLst>
                                          <p:attrName>style.visibility</p:attrName>
                                        </p:attrNameLst>
                                      </p:cBhvr>
                                      <p:to>
                                        <p:strVal val="visible"/>
                                      </p:to>
                                    </p:set>
                                    <p:animEffect transition="in" filter="fade">
                                      <p:cBhvr>
                                        <p:cTn id="27" dur="1000"/>
                                        <p:tgtEl>
                                          <p:spTgt spid="7"/>
                                        </p:tgtEl>
                                      </p:cBhvr>
                                    </p:animEffect>
                                  </p:childTnLst>
                                </p:cTn>
                              </p:par>
                            </p:childTnLst>
                          </p:cTn>
                        </p:par>
                      </p:childTnLst>
                    </p:cTn>
                  </p:par>
                  <p:par>
                    <p:cTn id="28" fill="hold">
                      <p:stCondLst>
                        <p:cond delay="indefinite"/>
                      </p:stCondLst>
                      <p:childTnLst>
                        <p:par>
                          <p:cTn id="29" fill="hold">
                            <p:stCondLst>
                              <p:cond delay="0"/>
                            </p:stCondLst>
                            <p:childTnLst>
                              <p:par>
                                <p:cTn id="30" presetID="10" presetClass="entr" presetSubtype="0" fill="hold" grpId="0" nodeType="clickEffect">
                                  <p:stCondLst>
                                    <p:cond delay="0"/>
                                  </p:stCondLst>
                                  <p:childTnLst>
                                    <p:set>
                                      <p:cBhvr>
                                        <p:cTn id="31" dur="1" fill="hold">
                                          <p:stCondLst>
                                            <p:cond delay="0"/>
                                          </p:stCondLst>
                                        </p:cTn>
                                        <p:tgtEl>
                                          <p:spTgt spid="6"/>
                                        </p:tgtEl>
                                        <p:attrNameLst>
                                          <p:attrName>style.visibility</p:attrName>
                                        </p:attrNameLst>
                                      </p:cBhvr>
                                      <p:to>
                                        <p:strVal val="visible"/>
                                      </p:to>
                                    </p:set>
                                    <p:animEffect transition="in" filter="fade">
                                      <p:cBhvr>
                                        <p:cTn id="32" dur="1000"/>
                                        <p:tgtEl>
                                          <p:spTgt spid="6"/>
                                        </p:tgtEl>
                                      </p:cBhvr>
                                    </p:animEffect>
                                  </p:childTnLst>
                                </p:cTn>
                              </p:par>
                            </p:childTnLst>
                          </p:cTn>
                        </p:par>
                      </p:childTnLst>
                    </p:cTn>
                  </p:par>
                  <p:par>
                    <p:cTn id="33" fill="hold">
                      <p:stCondLst>
                        <p:cond delay="indefinite"/>
                      </p:stCondLst>
                      <p:childTnLst>
                        <p:par>
                          <p:cTn id="34" fill="hold">
                            <p:stCondLst>
                              <p:cond delay="0"/>
                            </p:stCondLst>
                            <p:childTnLst>
                              <p:par>
                                <p:cTn id="35" presetID="22" presetClass="entr" presetSubtype="8" fill="hold" grpId="0" nodeType="clickEffect">
                                  <p:stCondLst>
                                    <p:cond delay="0"/>
                                  </p:stCondLst>
                                  <p:childTnLst>
                                    <p:set>
                                      <p:cBhvr>
                                        <p:cTn id="36" dur="1" fill="hold">
                                          <p:stCondLst>
                                            <p:cond delay="0"/>
                                          </p:stCondLst>
                                        </p:cTn>
                                        <p:tgtEl>
                                          <p:spTgt spid="4">
                                            <p:txEl>
                                              <p:pRg st="0" end="0"/>
                                            </p:txEl>
                                          </p:spTgt>
                                        </p:tgtEl>
                                        <p:attrNameLst>
                                          <p:attrName>style.visibility</p:attrName>
                                        </p:attrNameLst>
                                      </p:cBhvr>
                                      <p:to>
                                        <p:strVal val="visible"/>
                                      </p:to>
                                    </p:set>
                                    <p:animEffect transition="in" filter="wipe(left)">
                                      <p:cBhvr>
                                        <p:cTn id="37" dur="2000"/>
                                        <p:tgtEl>
                                          <p:spTgt spid="4">
                                            <p:txEl>
                                              <p:pRg st="0" end="0"/>
                                            </p:txEl>
                                          </p:spTgt>
                                        </p:tgtEl>
                                      </p:cBhvr>
                                    </p:animEffect>
                                  </p:childTnLst>
                                </p:cTn>
                              </p:par>
                            </p:childTnLst>
                          </p:cTn>
                        </p:par>
                      </p:childTnLst>
                    </p:cTn>
                  </p:par>
                  <p:par>
                    <p:cTn id="38" fill="hold">
                      <p:stCondLst>
                        <p:cond delay="indefinite"/>
                      </p:stCondLst>
                      <p:childTnLst>
                        <p:par>
                          <p:cTn id="39" fill="hold">
                            <p:stCondLst>
                              <p:cond delay="0"/>
                            </p:stCondLst>
                            <p:childTnLst>
                              <p:par>
                                <p:cTn id="40" presetID="22" presetClass="entr" presetSubtype="8" fill="hold" grpId="0" nodeType="clickEffect">
                                  <p:stCondLst>
                                    <p:cond delay="0"/>
                                  </p:stCondLst>
                                  <p:childTnLst>
                                    <p:set>
                                      <p:cBhvr>
                                        <p:cTn id="41" dur="1" fill="hold">
                                          <p:stCondLst>
                                            <p:cond delay="0"/>
                                          </p:stCondLst>
                                        </p:cTn>
                                        <p:tgtEl>
                                          <p:spTgt spid="4">
                                            <p:txEl>
                                              <p:pRg st="1" end="1"/>
                                            </p:txEl>
                                          </p:spTgt>
                                        </p:tgtEl>
                                        <p:attrNameLst>
                                          <p:attrName>style.visibility</p:attrName>
                                        </p:attrNameLst>
                                      </p:cBhvr>
                                      <p:to>
                                        <p:strVal val="visible"/>
                                      </p:to>
                                    </p:set>
                                    <p:animEffect transition="in" filter="wipe(left)">
                                      <p:cBhvr>
                                        <p:cTn id="42" dur="2000"/>
                                        <p:tgtEl>
                                          <p:spTgt spid="4">
                                            <p:txEl>
                                              <p:pRg st="1" end="1"/>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P spid="4" grpId="0" build="p"/>
      <p:bldP spid="6" grpId="0" animBg="1"/>
      <p:bldP spid="7" grpId="0" animBg="1"/>
    </p:bldLst>
  </p:timing>
</p:sld>
</file>

<file path=ppt/slides/slide21.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CE87805-17F2-4B70-B505-57FB17E1FEE3}"/>
              </a:ext>
            </a:extLst>
          </p:cNvPr>
          <p:cNvSpPr>
            <a:spLocks noGrp="1"/>
          </p:cNvSpPr>
          <p:nvPr>
            <p:ph type="title"/>
          </p:nvPr>
        </p:nvSpPr>
        <p:spPr/>
        <p:txBody>
          <a:bodyPr/>
          <a:lstStyle/>
          <a:p>
            <a:r>
              <a:rPr lang="en-GB" dirty="0"/>
              <a:t>Wildcard: %</a:t>
            </a:r>
          </a:p>
        </p:txBody>
      </p:sp>
      <p:sp>
        <p:nvSpPr>
          <p:cNvPr id="3" name="Content Placeholder 2">
            <a:extLst>
              <a:ext uri="{FF2B5EF4-FFF2-40B4-BE49-F238E27FC236}">
                <a16:creationId xmlns:a16="http://schemas.microsoft.com/office/drawing/2014/main" id="{E4EE7085-4C5B-409B-8843-A8A3D3CB6E90}"/>
              </a:ext>
            </a:extLst>
          </p:cNvPr>
          <p:cNvSpPr>
            <a:spLocks noGrp="1"/>
          </p:cNvSpPr>
          <p:nvPr>
            <p:ph idx="1"/>
          </p:nvPr>
        </p:nvSpPr>
        <p:spPr/>
        <p:txBody>
          <a:bodyPr>
            <a:normAutofit/>
          </a:bodyPr>
          <a:lstStyle/>
          <a:p>
            <a:pPr marL="0" lvl="0" indent="0" eaLnBrk="0" fontAlgn="base" hangingPunct="0">
              <a:lnSpc>
                <a:spcPct val="100000"/>
              </a:lnSpc>
              <a:spcBef>
                <a:spcPct val="0"/>
              </a:spcBef>
              <a:spcAft>
                <a:spcPct val="0"/>
              </a:spcAft>
              <a:buNone/>
            </a:pPr>
            <a:r>
              <a:rPr lang="en-US" altLang="en-US" sz="4000" dirty="0">
                <a:solidFill>
                  <a:srgbClr val="B2B2B2"/>
                </a:solidFill>
                <a:latin typeface="Consolas" panose="020B0609020204030204" pitchFamily="49" charset="0"/>
              </a:rPr>
              <a:t>1 </a:t>
            </a:r>
            <a:r>
              <a:rPr lang="en-US" altLang="en-US" sz="4000" dirty="0">
                <a:solidFill>
                  <a:srgbClr val="A71D5D"/>
                </a:solidFill>
                <a:latin typeface="Consolas" panose="020B0609020204030204" pitchFamily="49" charset="0"/>
              </a:rPr>
              <a:t>SELECT</a:t>
            </a:r>
            <a:r>
              <a:rPr lang="en-US" altLang="en-US" sz="4000" dirty="0">
                <a:solidFill>
                  <a:srgbClr val="000000"/>
                </a:solidFill>
                <a:latin typeface="Consolas" panose="020B0609020204030204" pitchFamily="49" charset="0"/>
              </a:rPr>
              <a:t> </a:t>
            </a:r>
            <a:r>
              <a:rPr lang="en-US" altLang="en-US" sz="4000" dirty="0" err="1">
                <a:solidFill>
                  <a:srgbClr val="000000"/>
                </a:solidFill>
                <a:latin typeface="Consolas" panose="020B0609020204030204" pitchFamily="49" charset="0"/>
              </a:rPr>
              <a:t>firstName</a:t>
            </a:r>
            <a:r>
              <a:rPr lang="en-US" altLang="en-US" sz="4000" dirty="0">
                <a:solidFill>
                  <a:srgbClr val="000000"/>
                </a:solidFill>
                <a:latin typeface="Consolas" panose="020B0609020204030204" pitchFamily="49" charset="0"/>
              </a:rPr>
              <a:t>, </a:t>
            </a:r>
            <a:r>
              <a:rPr lang="en-US" altLang="en-US" sz="4000" dirty="0" err="1">
                <a:solidFill>
                  <a:srgbClr val="000000"/>
                </a:solidFill>
                <a:latin typeface="Consolas" panose="020B0609020204030204" pitchFamily="49" charset="0"/>
              </a:rPr>
              <a:t>lastName</a:t>
            </a:r>
            <a:r>
              <a:rPr lang="en-US" altLang="en-US" sz="4000" dirty="0">
                <a:solidFill>
                  <a:srgbClr val="000000"/>
                </a:solidFill>
                <a:latin typeface="Consolas" panose="020B0609020204030204" pitchFamily="49" charset="0"/>
              </a:rPr>
              <a:t>, age</a:t>
            </a:r>
          </a:p>
          <a:p>
            <a:pPr marL="0" lvl="0" indent="0" eaLnBrk="0" fontAlgn="base" hangingPunct="0">
              <a:lnSpc>
                <a:spcPct val="100000"/>
              </a:lnSpc>
              <a:spcBef>
                <a:spcPct val="0"/>
              </a:spcBef>
              <a:spcAft>
                <a:spcPct val="0"/>
              </a:spcAft>
              <a:buNone/>
            </a:pPr>
            <a:r>
              <a:rPr lang="en-US" altLang="en-US" sz="4000" dirty="0">
                <a:solidFill>
                  <a:srgbClr val="B2B2B2"/>
                </a:solidFill>
                <a:latin typeface="Consolas" panose="020B0609020204030204" pitchFamily="49" charset="0"/>
              </a:rPr>
              <a:t>2   </a:t>
            </a:r>
            <a:r>
              <a:rPr lang="en-US" altLang="en-US" sz="4000" dirty="0">
                <a:solidFill>
                  <a:srgbClr val="A71D5D"/>
                </a:solidFill>
                <a:latin typeface="Consolas" panose="020B0609020204030204" pitchFamily="49" charset="0"/>
              </a:rPr>
              <a:t>FROM</a:t>
            </a:r>
            <a:r>
              <a:rPr lang="en-US" altLang="en-US" sz="4000" dirty="0">
                <a:solidFill>
                  <a:srgbClr val="000000"/>
                </a:solidFill>
                <a:latin typeface="Consolas" panose="020B0609020204030204" pitchFamily="49" charset="0"/>
              </a:rPr>
              <a:t> Pupil</a:t>
            </a:r>
          </a:p>
          <a:p>
            <a:pPr marL="0" lvl="0" indent="0" eaLnBrk="0" fontAlgn="base" hangingPunct="0">
              <a:lnSpc>
                <a:spcPct val="100000"/>
              </a:lnSpc>
              <a:spcBef>
                <a:spcPct val="0"/>
              </a:spcBef>
              <a:spcAft>
                <a:spcPct val="0"/>
              </a:spcAft>
              <a:buNone/>
            </a:pPr>
            <a:r>
              <a:rPr lang="en-US" altLang="en-US" sz="4000" dirty="0">
                <a:solidFill>
                  <a:srgbClr val="B2B2B2"/>
                </a:solidFill>
                <a:latin typeface="Consolas" panose="020B0609020204030204" pitchFamily="49" charset="0"/>
              </a:rPr>
              <a:t>3   </a:t>
            </a:r>
            <a:r>
              <a:rPr lang="en-US" altLang="en-US" sz="4000" dirty="0">
                <a:solidFill>
                  <a:srgbClr val="A71D5D"/>
                </a:solidFill>
                <a:latin typeface="Consolas" panose="020B0609020204030204" pitchFamily="49" charset="0"/>
              </a:rPr>
              <a:t>WHERE</a:t>
            </a:r>
            <a:r>
              <a:rPr lang="en-US" altLang="en-US" sz="4000" dirty="0">
                <a:solidFill>
                  <a:srgbClr val="000000"/>
                </a:solidFill>
                <a:latin typeface="Consolas" panose="020B0609020204030204" pitchFamily="49" charset="0"/>
              </a:rPr>
              <a:t> </a:t>
            </a:r>
            <a:r>
              <a:rPr lang="en-US" altLang="en-US" sz="4000" dirty="0" err="1">
                <a:solidFill>
                  <a:srgbClr val="000000"/>
                </a:solidFill>
                <a:latin typeface="Consolas" panose="020B0609020204030204" pitchFamily="49" charset="0"/>
              </a:rPr>
              <a:t>lastName</a:t>
            </a:r>
            <a:r>
              <a:rPr lang="en-US" altLang="en-US" sz="4000" dirty="0">
                <a:solidFill>
                  <a:srgbClr val="000000"/>
                </a:solidFill>
                <a:latin typeface="Consolas" panose="020B0609020204030204" pitchFamily="49" charset="0"/>
              </a:rPr>
              <a:t> </a:t>
            </a:r>
            <a:r>
              <a:rPr lang="en-US" altLang="en-US" sz="4000" dirty="0">
                <a:solidFill>
                  <a:srgbClr val="A71D5D"/>
                </a:solidFill>
                <a:latin typeface="Consolas" panose="020B0609020204030204" pitchFamily="49" charset="0"/>
              </a:rPr>
              <a:t>LIKE</a:t>
            </a:r>
            <a:r>
              <a:rPr lang="en-US" altLang="en-US" sz="4000" dirty="0">
                <a:solidFill>
                  <a:srgbClr val="000000"/>
                </a:solidFill>
                <a:latin typeface="Consolas" panose="020B0609020204030204" pitchFamily="49" charset="0"/>
              </a:rPr>
              <a:t> </a:t>
            </a:r>
            <a:r>
              <a:rPr lang="en-US" altLang="en-US" sz="4000" dirty="0">
                <a:solidFill>
                  <a:srgbClr val="183691"/>
                </a:solidFill>
                <a:latin typeface="Consolas" panose="020B0609020204030204" pitchFamily="49" charset="0"/>
              </a:rPr>
              <a:t>"</a:t>
            </a:r>
            <a:r>
              <a:rPr lang="en-US" altLang="en-US" sz="4000" dirty="0" err="1">
                <a:solidFill>
                  <a:srgbClr val="183691"/>
                </a:solidFill>
                <a:latin typeface="Consolas" panose="020B0609020204030204" pitchFamily="49" charset="0"/>
              </a:rPr>
              <a:t>Sm</a:t>
            </a:r>
            <a:r>
              <a:rPr lang="en-US" altLang="en-US" sz="4000" dirty="0">
                <a:solidFill>
                  <a:srgbClr val="183691"/>
                </a:solidFill>
                <a:latin typeface="Consolas" panose="020B0609020204030204" pitchFamily="49" charset="0"/>
              </a:rPr>
              <a:t>%"</a:t>
            </a:r>
            <a:endParaRPr lang="en-US" altLang="en-US" sz="4000" dirty="0">
              <a:solidFill>
                <a:srgbClr val="000000"/>
              </a:solidFill>
              <a:latin typeface="Consolas" panose="020B0609020204030204" pitchFamily="49" charset="0"/>
            </a:endParaRPr>
          </a:p>
          <a:p>
            <a:pPr marL="0" lvl="0" indent="0" eaLnBrk="0" fontAlgn="base" hangingPunct="0">
              <a:lnSpc>
                <a:spcPct val="100000"/>
              </a:lnSpc>
              <a:spcBef>
                <a:spcPct val="0"/>
              </a:spcBef>
              <a:spcAft>
                <a:spcPct val="0"/>
              </a:spcAft>
              <a:buNone/>
            </a:pPr>
            <a:r>
              <a:rPr lang="en-US" altLang="en-US" sz="4000" dirty="0">
                <a:solidFill>
                  <a:srgbClr val="B2B2B2"/>
                </a:solidFill>
                <a:latin typeface="Consolas" panose="020B0609020204030204" pitchFamily="49" charset="0"/>
              </a:rPr>
              <a:t>4   </a:t>
            </a:r>
            <a:r>
              <a:rPr lang="en-US" altLang="en-US" sz="4000" dirty="0">
                <a:solidFill>
                  <a:srgbClr val="A71D5D"/>
                </a:solidFill>
                <a:latin typeface="Consolas" panose="020B0609020204030204" pitchFamily="49" charset="0"/>
              </a:rPr>
              <a:t>ORDER BY</a:t>
            </a:r>
            <a:r>
              <a:rPr lang="en-US" altLang="en-US" sz="4000" dirty="0">
                <a:solidFill>
                  <a:srgbClr val="000000"/>
                </a:solidFill>
                <a:latin typeface="Consolas" panose="020B0609020204030204" pitchFamily="49" charset="0"/>
              </a:rPr>
              <a:t> </a:t>
            </a:r>
            <a:r>
              <a:rPr lang="en-US" altLang="en-US" sz="4000" dirty="0" err="1">
                <a:solidFill>
                  <a:srgbClr val="000000"/>
                </a:solidFill>
                <a:latin typeface="Consolas" panose="020B0609020204030204" pitchFamily="49" charset="0"/>
              </a:rPr>
              <a:t>firstName</a:t>
            </a:r>
            <a:r>
              <a:rPr lang="en-US" altLang="en-US" sz="4000" dirty="0">
                <a:solidFill>
                  <a:srgbClr val="000000"/>
                </a:solidFill>
                <a:latin typeface="Consolas" panose="020B0609020204030204" pitchFamily="49" charset="0"/>
              </a:rPr>
              <a:t> </a:t>
            </a:r>
            <a:r>
              <a:rPr lang="en-US" altLang="en-US" sz="4000" dirty="0">
                <a:solidFill>
                  <a:srgbClr val="A71D5D"/>
                </a:solidFill>
                <a:latin typeface="Consolas" panose="020B0609020204030204" pitchFamily="49" charset="0"/>
              </a:rPr>
              <a:t>ASC</a:t>
            </a:r>
            <a:r>
              <a:rPr lang="en-US" altLang="en-US" sz="4000" dirty="0">
                <a:solidFill>
                  <a:srgbClr val="000000"/>
                </a:solidFill>
                <a:latin typeface="Consolas" panose="020B0609020204030204" pitchFamily="49" charset="0"/>
              </a:rPr>
              <a:t>;</a:t>
            </a:r>
            <a:endParaRPr lang="en-US" altLang="en-US" sz="5400" dirty="0">
              <a:latin typeface="Arial" panose="020B0604020202020204" pitchFamily="34" charset="0"/>
            </a:endParaRPr>
          </a:p>
        </p:txBody>
      </p:sp>
    </p:spTree>
    <p:extLst>
      <p:ext uri="{BB962C8B-B14F-4D97-AF65-F5344CB8AC3E}">
        <p14:creationId xmlns:p14="http://schemas.microsoft.com/office/powerpoint/2010/main" val="142722427"/>
      </p:ext>
    </p:extLst>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CE87805-17F2-4B70-B505-57FB17E1FEE3}"/>
              </a:ext>
            </a:extLst>
          </p:cNvPr>
          <p:cNvSpPr>
            <a:spLocks noGrp="1"/>
          </p:cNvSpPr>
          <p:nvPr>
            <p:ph type="title"/>
          </p:nvPr>
        </p:nvSpPr>
        <p:spPr/>
        <p:txBody>
          <a:bodyPr/>
          <a:lstStyle/>
          <a:p>
            <a:r>
              <a:rPr lang="en-GB" dirty="0"/>
              <a:t>Wildcard: _</a:t>
            </a:r>
          </a:p>
        </p:txBody>
      </p:sp>
      <p:sp>
        <p:nvSpPr>
          <p:cNvPr id="3" name="Content Placeholder 2">
            <a:extLst>
              <a:ext uri="{FF2B5EF4-FFF2-40B4-BE49-F238E27FC236}">
                <a16:creationId xmlns:a16="http://schemas.microsoft.com/office/drawing/2014/main" id="{E4EE7085-4C5B-409B-8843-A8A3D3CB6E90}"/>
              </a:ext>
            </a:extLst>
          </p:cNvPr>
          <p:cNvSpPr>
            <a:spLocks noGrp="1"/>
          </p:cNvSpPr>
          <p:nvPr>
            <p:ph idx="1"/>
          </p:nvPr>
        </p:nvSpPr>
        <p:spPr/>
        <p:txBody>
          <a:bodyPr>
            <a:normAutofit/>
          </a:bodyPr>
          <a:lstStyle/>
          <a:p>
            <a:pPr marL="0" lvl="0" indent="0" eaLnBrk="0" fontAlgn="base" hangingPunct="0">
              <a:lnSpc>
                <a:spcPct val="100000"/>
              </a:lnSpc>
              <a:spcBef>
                <a:spcPct val="0"/>
              </a:spcBef>
              <a:spcAft>
                <a:spcPct val="0"/>
              </a:spcAft>
              <a:buNone/>
            </a:pPr>
            <a:r>
              <a:rPr lang="en-US" altLang="en-US" sz="4000" dirty="0">
                <a:solidFill>
                  <a:srgbClr val="B2B2B2"/>
                </a:solidFill>
                <a:latin typeface="Consolas" panose="020B0609020204030204" pitchFamily="49" charset="0"/>
              </a:rPr>
              <a:t>1 </a:t>
            </a:r>
            <a:r>
              <a:rPr lang="en-US" altLang="en-US" sz="4000" dirty="0">
                <a:solidFill>
                  <a:srgbClr val="A71D5D"/>
                </a:solidFill>
                <a:latin typeface="Consolas" panose="020B0609020204030204" pitchFamily="49" charset="0"/>
              </a:rPr>
              <a:t>SELECT</a:t>
            </a:r>
            <a:r>
              <a:rPr lang="en-US" altLang="en-US" sz="4000" dirty="0">
                <a:solidFill>
                  <a:srgbClr val="000000"/>
                </a:solidFill>
                <a:latin typeface="Consolas" panose="020B0609020204030204" pitchFamily="49" charset="0"/>
              </a:rPr>
              <a:t> </a:t>
            </a:r>
            <a:r>
              <a:rPr lang="en-US" altLang="en-US" sz="4000" dirty="0" err="1">
                <a:solidFill>
                  <a:srgbClr val="000000"/>
                </a:solidFill>
                <a:latin typeface="Consolas" panose="020B0609020204030204" pitchFamily="49" charset="0"/>
              </a:rPr>
              <a:t>firstName</a:t>
            </a:r>
            <a:r>
              <a:rPr lang="en-US" altLang="en-US" sz="4000" dirty="0">
                <a:solidFill>
                  <a:srgbClr val="000000"/>
                </a:solidFill>
                <a:latin typeface="Consolas" panose="020B0609020204030204" pitchFamily="49" charset="0"/>
              </a:rPr>
              <a:t>, </a:t>
            </a:r>
            <a:r>
              <a:rPr lang="en-US" altLang="en-US" sz="4000" dirty="0" err="1">
                <a:solidFill>
                  <a:srgbClr val="000000"/>
                </a:solidFill>
                <a:latin typeface="Consolas" panose="020B0609020204030204" pitchFamily="49" charset="0"/>
              </a:rPr>
              <a:t>lastName</a:t>
            </a:r>
            <a:r>
              <a:rPr lang="en-US" altLang="en-US" sz="4000" dirty="0">
                <a:solidFill>
                  <a:srgbClr val="000000"/>
                </a:solidFill>
                <a:latin typeface="Consolas" panose="020B0609020204030204" pitchFamily="49" charset="0"/>
              </a:rPr>
              <a:t>, age</a:t>
            </a:r>
          </a:p>
          <a:p>
            <a:pPr marL="0" lvl="0" indent="0" eaLnBrk="0" fontAlgn="base" hangingPunct="0">
              <a:lnSpc>
                <a:spcPct val="100000"/>
              </a:lnSpc>
              <a:spcBef>
                <a:spcPct val="0"/>
              </a:spcBef>
              <a:spcAft>
                <a:spcPct val="0"/>
              </a:spcAft>
              <a:buNone/>
            </a:pPr>
            <a:r>
              <a:rPr lang="en-US" altLang="en-US" sz="4000" dirty="0">
                <a:solidFill>
                  <a:srgbClr val="B2B2B2"/>
                </a:solidFill>
                <a:latin typeface="Consolas" panose="020B0609020204030204" pitchFamily="49" charset="0"/>
              </a:rPr>
              <a:t>2   </a:t>
            </a:r>
            <a:r>
              <a:rPr lang="en-US" altLang="en-US" sz="4000" dirty="0">
                <a:solidFill>
                  <a:srgbClr val="A71D5D"/>
                </a:solidFill>
                <a:latin typeface="Consolas" panose="020B0609020204030204" pitchFamily="49" charset="0"/>
              </a:rPr>
              <a:t>FROM</a:t>
            </a:r>
            <a:r>
              <a:rPr lang="en-US" altLang="en-US" sz="4000" dirty="0">
                <a:solidFill>
                  <a:srgbClr val="000000"/>
                </a:solidFill>
                <a:latin typeface="Consolas" panose="020B0609020204030204" pitchFamily="49" charset="0"/>
              </a:rPr>
              <a:t> Pupil</a:t>
            </a:r>
          </a:p>
          <a:p>
            <a:pPr marL="0" lvl="0" indent="0" eaLnBrk="0" fontAlgn="base" hangingPunct="0">
              <a:lnSpc>
                <a:spcPct val="100000"/>
              </a:lnSpc>
              <a:spcBef>
                <a:spcPct val="0"/>
              </a:spcBef>
              <a:spcAft>
                <a:spcPct val="0"/>
              </a:spcAft>
              <a:buNone/>
            </a:pPr>
            <a:r>
              <a:rPr lang="en-US" altLang="en-US" sz="4000" dirty="0">
                <a:solidFill>
                  <a:srgbClr val="B2B2B2"/>
                </a:solidFill>
                <a:latin typeface="Consolas" panose="020B0609020204030204" pitchFamily="49" charset="0"/>
              </a:rPr>
              <a:t>3   </a:t>
            </a:r>
            <a:r>
              <a:rPr lang="en-US" altLang="en-US" sz="4000" dirty="0">
                <a:solidFill>
                  <a:srgbClr val="A71D5D"/>
                </a:solidFill>
                <a:latin typeface="Consolas" panose="020B0609020204030204" pitchFamily="49" charset="0"/>
              </a:rPr>
              <a:t>WHERE</a:t>
            </a:r>
            <a:r>
              <a:rPr lang="en-US" altLang="en-US" sz="4000" dirty="0">
                <a:solidFill>
                  <a:srgbClr val="000000"/>
                </a:solidFill>
                <a:latin typeface="Consolas" panose="020B0609020204030204" pitchFamily="49" charset="0"/>
              </a:rPr>
              <a:t> </a:t>
            </a:r>
            <a:r>
              <a:rPr lang="en-US" altLang="en-US" sz="4000" dirty="0" err="1">
                <a:solidFill>
                  <a:srgbClr val="000000"/>
                </a:solidFill>
                <a:latin typeface="Consolas" panose="020B0609020204030204" pitchFamily="49" charset="0"/>
              </a:rPr>
              <a:t>lastName</a:t>
            </a:r>
            <a:r>
              <a:rPr lang="en-US" altLang="en-US" sz="4000" dirty="0">
                <a:solidFill>
                  <a:srgbClr val="000000"/>
                </a:solidFill>
                <a:latin typeface="Consolas" panose="020B0609020204030204" pitchFamily="49" charset="0"/>
              </a:rPr>
              <a:t> </a:t>
            </a:r>
            <a:r>
              <a:rPr lang="en-US" altLang="en-US" sz="4000" dirty="0">
                <a:solidFill>
                  <a:srgbClr val="A71D5D"/>
                </a:solidFill>
                <a:latin typeface="Consolas" panose="020B0609020204030204" pitchFamily="49" charset="0"/>
              </a:rPr>
              <a:t>LIKE</a:t>
            </a:r>
            <a:r>
              <a:rPr lang="en-US" altLang="en-US" sz="4000" dirty="0">
                <a:solidFill>
                  <a:srgbClr val="000000"/>
                </a:solidFill>
                <a:latin typeface="Consolas" panose="020B0609020204030204" pitchFamily="49" charset="0"/>
              </a:rPr>
              <a:t> </a:t>
            </a:r>
            <a:r>
              <a:rPr lang="en-US" altLang="en-US" sz="4000" dirty="0">
                <a:solidFill>
                  <a:srgbClr val="183691"/>
                </a:solidFill>
                <a:latin typeface="Consolas" panose="020B0609020204030204" pitchFamily="49" charset="0"/>
              </a:rPr>
              <a:t>"</a:t>
            </a:r>
            <a:r>
              <a:rPr lang="en-US" altLang="en-US" sz="4000" dirty="0" err="1">
                <a:solidFill>
                  <a:srgbClr val="183691"/>
                </a:solidFill>
                <a:latin typeface="Consolas" panose="020B0609020204030204" pitchFamily="49" charset="0"/>
              </a:rPr>
              <a:t>Sm_th</a:t>
            </a:r>
            <a:r>
              <a:rPr lang="en-US" altLang="en-US" sz="4000" dirty="0">
                <a:solidFill>
                  <a:srgbClr val="183691"/>
                </a:solidFill>
                <a:latin typeface="Consolas" panose="020B0609020204030204" pitchFamily="49" charset="0"/>
              </a:rPr>
              <a:t>"</a:t>
            </a:r>
            <a:endParaRPr lang="en-US" altLang="en-US" sz="4000" dirty="0">
              <a:solidFill>
                <a:srgbClr val="000000"/>
              </a:solidFill>
              <a:latin typeface="Consolas" panose="020B0609020204030204" pitchFamily="49" charset="0"/>
            </a:endParaRPr>
          </a:p>
          <a:p>
            <a:pPr marL="0" lvl="0" indent="0" eaLnBrk="0" fontAlgn="base" hangingPunct="0">
              <a:lnSpc>
                <a:spcPct val="100000"/>
              </a:lnSpc>
              <a:spcBef>
                <a:spcPct val="0"/>
              </a:spcBef>
              <a:spcAft>
                <a:spcPct val="0"/>
              </a:spcAft>
              <a:buNone/>
            </a:pPr>
            <a:r>
              <a:rPr lang="en-US" altLang="en-US" sz="4000" dirty="0">
                <a:solidFill>
                  <a:srgbClr val="B2B2B2"/>
                </a:solidFill>
                <a:latin typeface="Consolas" panose="020B0609020204030204" pitchFamily="49" charset="0"/>
              </a:rPr>
              <a:t>4   </a:t>
            </a:r>
            <a:r>
              <a:rPr lang="en-US" altLang="en-US" sz="4000" dirty="0">
                <a:solidFill>
                  <a:srgbClr val="A71D5D"/>
                </a:solidFill>
                <a:latin typeface="Consolas" panose="020B0609020204030204" pitchFamily="49" charset="0"/>
              </a:rPr>
              <a:t>ORDER BY</a:t>
            </a:r>
            <a:r>
              <a:rPr lang="en-US" altLang="en-US" sz="4000" dirty="0">
                <a:solidFill>
                  <a:srgbClr val="000000"/>
                </a:solidFill>
                <a:latin typeface="Consolas" panose="020B0609020204030204" pitchFamily="49" charset="0"/>
              </a:rPr>
              <a:t> </a:t>
            </a:r>
            <a:r>
              <a:rPr lang="en-US" altLang="en-US" sz="4000" dirty="0" err="1">
                <a:solidFill>
                  <a:srgbClr val="000000"/>
                </a:solidFill>
                <a:latin typeface="Consolas" panose="020B0609020204030204" pitchFamily="49" charset="0"/>
              </a:rPr>
              <a:t>firstName</a:t>
            </a:r>
            <a:r>
              <a:rPr lang="en-US" altLang="en-US" sz="4000" dirty="0">
                <a:solidFill>
                  <a:srgbClr val="000000"/>
                </a:solidFill>
                <a:latin typeface="Consolas" panose="020B0609020204030204" pitchFamily="49" charset="0"/>
              </a:rPr>
              <a:t> </a:t>
            </a:r>
            <a:r>
              <a:rPr lang="en-US" altLang="en-US" sz="4000" dirty="0">
                <a:solidFill>
                  <a:srgbClr val="A71D5D"/>
                </a:solidFill>
                <a:latin typeface="Consolas" panose="020B0609020204030204" pitchFamily="49" charset="0"/>
              </a:rPr>
              <a:t>ASC</a:t>
            </a:r>
            <a:r>
              <a:rPr lang="en-US" altLang="en-US" sz="4000" dirty="0">
                <a:solidFill>
                  <a:srgbClr val="000000"/>
                </a:solidFill>
                <a:latin typeface="Consolas" panose="020B0609020204030204" pitchFamily="49" charset="0"/>
              </a:rPr>
              <a:t>;</a:t>
            </a:r>
            <a:endParaRPr lang="en-US" altLang="en-US" sz="5400" dirty="0">
              <a:latin typeface="Arial" panose="020B0604020202020204" pitchFamily="34" charset="0"/>
            </a:endParaRPr>
          </a:p>
        </p:txBody>
      </p:sp>
      <p:sp>
        <p:nvSpPr>
          <p:cNvPr id="4" name="TextBox 3">
            <a:extLst>
              <a:ext uri="{FF2B5EF4-FFF2-40B4-BE49-F238E27FC236}">
                <a16:creationId xmlns:a16="http://schemas.microsoft.com/office/drawing/2014/main" id="{DF4BA8FF-524A-4C13-87BF-68801971FA28}"/>
              </a:ext>
            </a:extLst>
          </p:cNvPr>
          <p:cNvSpPr txBox="1"/>
          <p:nvPr/>
        </p:nvSpPr>
        <p:spPr>
          <a:xfrm>
            <a:off x="3150546" y="5462932"/>
            <a:ext cx="5890907" cy="1200329"/>
          </a:xfrm>
          <a:prstGeom prst="rect">
            <a:avLst/>
          </a:prstGeom>
          <a:noFill/>
        </p:spPr>
        <p:txBody>
          <a:bodyPr wrap="none" rtlCol="0">
            <a:spAutoFit/>
          </a:bodyPr>
          <a:lstStyle/>
          <a:p>
            <a:pPr algn="ctr"/>
            <a:r>
              <a:rPr lang="en-GB" sz="3600" dirty="0">
                <a:solidFill>
                  <a:srgbClr val="FF0000"/>
                </a:solidFill>
              </a:rPr>
              <a:t>_</a:t>
            </a:r>
            <a:r>
              <a:rPr lang="en-GB" sz="3600" dirty="0"/>
              <a:t> </a:t>
            </a:r>
            <a:r>
              <a:rPr lang="en-GB" sz="3600" dirty="0">
                <a:solidFill>
                  <a:srgbClr val="7030A0"/>
                </a:solidFill>
              </a:rPr>
              <a:t>represents a single character</a:t>
            </a:r>
          </a:p>
          <a:p>
            <a:pPr algn="ctr"/>
            <a:r>
              <a:rPr lang="en-GB" sz="3600" dirty="0">
                <a:solidFill>
                  <a:srgbClr val="7030A0"/>
                </a:solidFill>
              </a:rPr>
              <a:t>Sm</a:t>
            </a:r>
            <a:r>
              <a:rPr lang="en-GB" sz="3600" dirty="0">
                <a:solidFill>
                  <a:srgbClr val="FF0000"/>
                </a:solidFill>
              </a:rPr>
              <a:t>i</a:t>
            </a:r>
            <a:r>
              <a:rPr lang="en-GB" sz="3600" dirty="0">
                <a:solidFill>
                  <a:srgbClr val="7030A0"/>
                </a:solidFill>
              </a:rPr>
              <a:t>th, Sm</a:t>
            </a:r>
            <a:r>
              <a:rPr lang="en-GB" sz="3600" dirty="0">
                <a:solidFill>
                  <a:srgbClr val="FF0000"/>
                </a:solidFill>
              </a:rPr>
              <a:t>y</a:t>
            </a:r>
            <a:r>
              <a:rPr lang="en-GB" sz="3600" dirty="0">
                <a:solidFill>
                  <a:srgbClr val="7030A0"/>
                </a:solidFill>
              </a:rPr>
              <a:t>th, etc</a:t>
            </a:r>
          </a:p>
        </p:txBody>
      </p:sp>
      <p:sp>
        <p:nvSpPr>
          <p:cNvPr id="5" name="Callout: Bent Line with No Border 4">
            <a:extLst>
              <a:ext uri="{FF2B5EF4-FFF2-40B4-BE49-F238E27FC236}">
                <a16:creationId xmlns:a16="http://schemas.microsoft.com/office/drawing/2014/main" id="{9D791672-5F6B-4CD5-BBF4-8E25CEFE82E6}"/>
              </a:ext>
            </a:extLst>
          </p:cNvPr>
          <p:cNvSpPr/>
          <p:nvPr/>
        </p:nvSpPr>
        <p:spPr>
          <a:xfrm>
            <a:off x="8013859" y="2373507"/>
            <a:ext cx="1661638" cy="862642"/>
          </a:xfrm>
          <a:prstGeom prst="callout2">
            <a:avLst>
              <a:gd name="adj1" fmla="val 49992"/>
              <a:gd name="adj2" fmla="val -46"/>
              <a:gd name="adj3" fmla="val 49955"/>
              <a:gd name="adj4" fmla="val -18734"/>
              <a:gd name="adj5" fmla="val 93305"/>
              <a:gd name="adj6" fmla="val -38401"/>
            </a:avLst>
          </a:prstGeom>
          <a:noFill/>
          <a:ln w="38100">
            <a:solidFill>
              <a:schemeClr val="accent6">
                <a:lumMod val="75000"/>
              </a:schemeClr>
            </a:solidFill>
            <a:headEnd type="none" w="lg" len="lg"/>
            <a:tailEnd type="triangle" w="lg" len="lg"/>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GB" sz="2800" b="1" dirty="0">
                <a:solidFill>
                  <a:srgbClr val="7030A0"/>
                </a:solidFill>
              </a:rPr>
              <a:t>Keyword</a:t>
            </a:r>
          </a:p>
        </p:txBody>
      </p:sp>
      <p:sp>
        <p:nvSpPr>
          <p:cNvPr id="7" name="Callout: Bent Line with No Border 6">
            <a:extLst>
              <a:ext uri="{FF2B5EF4-FFF2-40B4-BE49-F238E27FC236}">
                <a16:creationId xmlns:a16="http://schemas.microsoft.com/office/drawing/2014/main" id="{FD29D681-A9BE-41B7-83B6-F4235B81FD66}"/>
              </a:ext>
            </a:extLst>
          </p:cNvPr>
          <p:cNvSpPr/>
          <p:nvPr/>
        </p:nvSpPr>
        <p:spPr>
          <a:xfrm>
            <a:off x="9765854" y="3784031"/>
            <a:ext cx="1587946" cy="862642"/>
          </a:xfrm>
          <a:prstGeom prst="callout2">
            <a:avLst>
              <a:gd name="adj1" fmla="val 48750"/>
              <a:gd name="adj2" fmla="val -189"/>
              <a:gd name="adj3" fmla="val 49417"/>
              <a:gd name="adj4" fmla="val -32691"/>
              <a:gd name="adj5" fmla="val -2671"/>
              <a:gd name="adj6" fmla="val -52630"/>
            </a:avLst>
          </a:prstGeom>
          <a:noFill/>
          <a:ln w="38100">
            <a:solidFill>
              <a:schemeClr val="accent6">
                <a:lumMod val="75000"/>
              </a:schemeClr>
            </a:solidFill>
            <a:headEnd type="none" w="lg" len="lg"/>
            <a:tailEnd type="triangle" w="lg" len="lg"/>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GB" sz="2800" b="1" dirty="0">
                <a:solidFill>
                  <a:srgbClr val="7030A0"/>
                </a:solidFill>
              </a:rPr>
              <a:t>Wildcard</a:t>
            </a:r>
          </a:p>
        </p:txBody>
      </p:sp>
    </p:spTree>
    <p:extLst>
      <p:ext uri="{BB962C8B-B14F-4D97-AF65-F5344CB8AC3E}">
        <p14:creationId xmlns:p14="http://schemas.microsoft.com/office/powerpoint/2010/main" val="66618361"/>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animEffect transition="in" filter="wipe(left)">
                                      <p:cBhvr>
                                        <p:cTn id="7" dur="1000"/>
                                        <p:tgtEl>
                                          <p:spTgt spid="3">
                                            <p:txEl>
                                              <p:pRg st="0" end="0"/>
                                            </p:txEl>
                                          </p:spTgt>
                                        </p:tgtEl>
                                      </p:cBhvr>
                                    </p:animEffect>
                                  </p:childTnLst>
                                </p:cTn>
                              </p:par>
                            </p:childTnLst>
                          </p:cTn>
                        </p:par>
                      </p:childTnLst>
                    </p:cTn>
                  </p:par>
                  <p:par>
                    <p:cTn id="8" fill="hold">
                      <p:stCondLst>
                        <p:cond delay="indefinite"/>
                      </p:stCondLst>
                      <p:childTnLst>
                        <p:par>
                          <p:cTn id="9" fill="hold">
                            <p:stCondLst>
                              <p:cond delay="0"/>
                            </p:stCondLst>
                            <p:childTnLst>
                              <p:par>
                                <p:cTn id="10" presetID="22" presetClass="entr" presetSubtype="8" fill="hold" grpId="0" nodeType="clickEffect">
                                  <p:stCondLst>
                                    <p:cond delay="0"/>
                                  </p:stCondLst>
                                  <p:childTnLst>
                                    <p:set>
                                      <p:cBhvr>
                                        <p:cTn id="11" dur="1" fill="hold">
                                          <p:stCondLst>
                                            <p:cond delay="0"/>
                                          </p:stCondLst>
                                        </p:cTn>
                                        <p:tgtEl>
                                          <p:spTgt spid="3">
                                            <p:txEl>
                                              <p:pRg st="1" end="1"/>
                                            </p:txEl>
                                          </p:spTgt>
                                        </p:tgtEl>
                                        <p:attrNameLst>
                                          <p:attrName>style.visibility</p:attrName>
                                        </p:attrNameLst>
                                      </p:cBhvr>
                                      <p:to>
                                        <p:strVal val="visible"/>
                                      </p:to>
                                    </p:set>
                                    <p:animEffect transition="in" filter="wipe(left)">
                                      <p:cBhvr>
                                        <p:cTn id="12" dur="1000"/>
                                        <p:tgtEl>
                                          <p:spTgt spid="3">
                                            <p:txEl>
                                              <p:pRg st="1" end="1"/>
                                            </p:txEl>
                                          </p:spTgt>
                                        </p:tgtEl>
                                      </p:cBhvr>
                                    </p:animEffect>
                                  </p:childTnLst>
                                </p:cTn>
                              </p:par>
                            </p:childTnLst>
                          </p:cTn>
                        </p:par>
                      </p:childTnLst>
                    </p:cTn>
                  </p:par>
                  <p:par>
                    <p:cTn id="13" fill="hold">
                      <p:stCondLst>
                        <p:cond delay="indefinite"/>
                      </p:stCondLst>
                      <p:childTnLst>
                        <p:par>
                          <p:cTn id="14" fill="hold">
                            <p:stCondLst>
                              <p:cond delay="0"/>
                            </p:stCondLst>
                            <p:childTnLst>
                              <p:par>
                                <p:cTn id="15" presetID="22" presetClass="entr" presetSubtype="8" fill="hold" grpId="0" nodeType="clickEffect">
                                  <p:stCondLst>
                                    <p:cond delay="0"/>
                                  </p:stCondLst>
                                  <p:childTnLst>
                                    <p:set>
                                      <p:cBhvr>
                                        <p:cTn id="16" dur="1" fill="hold">
                                          <p:stCondLst>
                                            <p:cond delay="0"/>
                                          </p:stCondLst>
                                        </p:cTn>
                                        <p:tgtEl>
                                          <p:spTgt spid="3">
                                            <p:txEl>
                                              <p:pRg st="2" end="2"/>
                                            </p:txEl>
                                          </p:spTgt>
                                        </p:tgtEl>
                                        <p:attrNameLst>
                                          <p:attrName>style.visibility</p:attrName>
                                        </p:attrNameLst>
                                      </p:cBhvr>
                                      <p:to>
                                        <p:strVal val="visible"/>
                                      </p:to>
                                    </p:set>
                                    <p:animEffect transition="in" filter="wipe(left)">
                                      <p:cBhvr>
                                        <p:cTn id="17" dur="1000"/>
                                        <p:tgtEl>
                                          <p:spTgt spid="3">
                                            <p:txEl>
                                              <p:pRg st="2" end="2"/>
                                            </p:txEl>
                                          </p:spTgt>
                                        </p:tgtEl>
                                      </p:cBhvr>
                                    </p:animEffect>
                                  </p:childTnLst>
                                </p:cTn>
                              </p:par>
                            </p:childTnLst>
                          </p:cTn>
                        </p:par>
                      </p:childTnLst>
                    </p:cTn>
                  </p:par>
                  <p:par>
                    <p:cTn id="18" fill="hold">
                      <p:stCondLst>
                        <p:cond delay="indefinite"/>
                      </p:stCondLst>
                      <p:childTnLst>
                        <p:par>
                          <p:cTn id="19" fill="hold">
                            <p:stCondLst>
                              <p:cond delay="0"/>
                            </p:stCondLst>
                            <p:childTnLst>
                              <p:par>
                                <p:cTn id="20" presetID="22" presetClass="entr" presetSubtype="8" fill="hold" grpId="0" nodeType="clickEffect">
                                  <p:stCondLst>
                                    <p:cond delay="0"/>
                                  </p:stCondLst>
                                  <p:childTnLst>
                                    <p:set>
                                      <p:cBhvr>
                                        <p:cTn id="21" dur="1" fill="hold">
                                          <p:stCondLst>
                                            <p:cond delay="0"/>
                                          </p:stCondLst>
                                        </p:cTn>
                                        <p:tgtEl>
                                          <p:spTgt spid="3">
                                            <p:txEl>
                                              <p:pRg st="3" end="3"/>
                                            </p:txEl>
                                          </p:spTgt>
                                        </p:tgtEl>
                                        <p:attrNameLst>
                                          <p:attrName>style.visibility</p:attrName>
                                        </p:attrNameLst>
                                      </p:cBhvr>
                                      <p:to>
                                        <p:strVal val="visible"/>
                                      </p:to>
                                    </p:set>
                                    <p:animEffect transition="in" filter="wipe(left)">
                                      <p:cBhvr>
                                        <p:cTn id="22" dur="1000"/>
                                        <p:tgtEl>
                                          <p:spTgt spid="3">
                                            <p:txEl>
                                              <p:pRg st="3" end="3"/>
                                            </p:txEl>
                                          </p:spTgt>
                                        </p:tgtEl>
                                      </p:cBhvr>
                                    </p:animEffect>
                                  </p:childTnLst>
                                </p:cTn>
                              </p:par>
                            </p:childTnLst>
                          </p:cTn>
                        </p:par>
                      </p:childTnLst>
                    </p:cTn>
                  </p:par>
                  <p:par>
                    <p:cTn id="23" fill="hold">
                      <p:stCondLst>
                        <p:cond delay="indefinite"/>
                      </p:stCondLst>
                      <p:childTnLst>
                        <p:par>
                          <p:cTn id="24" fill="hold">
                            <p:stCondLst>
                              <p:cond delay="0"/>
                            </p:stCondLst>
                            <p:childTnLst>
                              <p:par>
                                <p:cTn id="25" presetID="10" presetClass="entr" presetSubtype="0" fill="hold" grpId="0" nodeType="clickEffect">
                                  <p:stCondLst>
                                    <p:cond delay="0"/>
                                  </p:stCondLst>
                                  <p:childTnLst>
                                    <p:set>
                                      <p:cBhvr>
                                        <p:cTn id="26" dur="1" fill="hold">
                                          <p:stCondLst>
                                            <p:cond delay="0"/>
                                          </p:stCondLst>
                                        </p:cTn>
                                        <p:tgtEl>
                                          <p:spTgt spid="5"/>
                                        </p:tgtEl>
                                        <p:attrNameLst>
                                          <p:attrName>style.visibility</p:attrName>
                                        </p:attrNameLst>
                                      </p:cBhvr>
                                      <p:to>
                                        <p:strVal val="visible"/>
                                      </p:to>
                                    </p:set>
                                    <p:animEffect transition="in" filter="fade">
                                      <p:cBhvr>
                                        <p:cTn id="27" dur="1000"/>
                                        <p:tgtEl>
                                          <p:spTgt spid="5"/>
                                        </p:tgtEl>
                                      </p:cBhvr>
                                    </p:animEffect>
                                  </p:childTnLst>
                                </p:cTn>
                              </p:par>
                            </p:childTnLst>
                          </p:cTn>
                        </p:par>
                      </p:childTnLst>
                    </p:cTn>
                  </p:par>
                  <p:par>
                    <p:cTn id="28" fill="hold">
                      <p:stCondLst>
                        <p:cond delay="indefinite"/>
                      </p:stCondLst>
                      <p:childTnLst>
                        <p:par>
                          <p:cTn id="29" fill="hold">
                            <p:stCondLst>
                              <p:cond delay="0"/>
                            </p:stCondLst>
                            <p:childTnLst>
                              <p:par>
                                <p:cTn id="30" presetID="10" presetClass="entr" presetSubtype="0" fill="hold" grpId="0" nodeType="clickEffect">
                                  <p:stCondLst>
                                    <p:cond delay="0"/>
                                  </p:stCondLst>
                                  <p:childTnLst>
                                    <p:set>
                                      <p:cBhvr>
                                        <p:cTn id="31" dur="1" fill="hold">
                                          <p:stCondLst>
                                            <p:cond delay="0"/>
                                          </p:stCondLst>
                                        </p:cTn>
                                        <p:tgtEl>
                                          <p:spTgt spid="7"/>
                                        </p:tgtEl>
                                        <p:attrNameLst>
                                          <p:attrName>style.visibility</p:attrName>
                                        </p:attrNameLst>
                                      </p:cBhvr>
                                      <p:to>
                                        <p:strVal val="visible"/>
                                      </p:to>
                                    </p:set>
                                    <p:animEffect transition="in" filter="fade">
                                      <p:cBhvr>
                                        <p:cTn id="32" dur="1000"/>
                                        <p:tgtEl>
                                          <p:spTgt spid="7"/>
                                        </p:tgtEl>
                                      </p:cBhvr>
                                    </p:animEffect>
                                  </p:childTnLst>
                                </p:cTn>
                              </p:par>
                            </p:childTnLst>
                          </p:cTn>
                        </p:par>
                      </p:childTnLst>
                    </p:cTn>
                  </p:par>
                  <p:par>
                    <p:cTn id="33" fill="hold">
                      <p:stCondLst>
                        <p:cond delay="indefinite"/>
                      </p:stCondLst>
                      <p:childTnLst>
                        <p:par>
                          <p:cTn id="34" fill="hold">
                            <p:stCondLst>
                              <p:cond delay="0"/>
                            </p:stCondLst>
                            <p:childTnLst>
                              <p:par>
                                <p:cTn id="35" presetID="22" presetClass="entr" presetSubtype="8" fill="hold" grpId="0" nodeType="clickEffect">
                                  <p:stCondLst>
                                    <p:cond delay="0"/>
                                  </p:stCondLst>
                                  <p:childTnLst>
                                    <p:set>
                                      <p:cBhvr>
                                        <p:cTn id="36" dur="1" fill="hold">
                                          <p:stCondLst>
                                            <p:cond delay="0"/>
                                          </p:stCondLst>
                                        </p:cTn>
                                        <p:tgtEl>
                                          <p:spTgt spid="4">
                                            <p:txEl>
                                              <p:pRg st="0" end="0"/>
                                            </p:txEl>
                                          </p:spTgt>
                                        </p:tgtEl>
                                        <p:attrNameLst>
                                          <p:attrName>style.visibility</p:attrName>
                                        </p:attrNameLst>
                                      </p:cBhvr>
                                      <p:to>
                                        <p:strVal val="visible"/>
                                      </p:to>
                                    </p:set>
                                    <p:animEffect transition="in" filter="wipe(left)">
                                      <p:cBhvr>
                                        <p:cTn id="37" dur="2000"/>
                                        <p:tgtEl>
                                          <p:spTgt spid="4">
                                            <p:txEl>
                                              <p:pRg st="0" end="0"/>
                                            </p:txEl>
                                          </p:spTgt>
                                        </p:tgtEl>
                                      </p:cBhvr>
                                    </p:animEffect>
                                  </p:childTnLst>
                                </p:cTn>
                              </p:par>
                            </p:childTnLst>
                          </p:cTn>
                        </p:par>
                      </p:childTnLst>
                    </p:cTn>
                  </p:par>
                  <p:par>
                    <p:cTn id="38" fill="hold">
                      <p:stCondLst>
                        <p:cond delay="indefinite"/>
                      </p:stCondLst>
                      <p:childTnLst>
                        <p:par>
                          <p:cTn id="39" fill="hold">
                            <p:stCondLst>
                              <p:cond delay="0"/>
                            </p:stCondLst>
                            <p:childTnLst>
                              <p:par>
                                <p:cTn id="40" presetID="22" presetClass="entr" presetSubtype="8" fill="hold" grpId="0" nodeType="clickEffect">
                                  <p:stCondLst>
                                    <p:cond delay="0"/>
                                  </p:stCondLst>
                                  <p:childTnLst>
                                    <p:set>
                                      <p:cBhvr>
                                        <p:cTn id="41" dur="1" fill="hold">
                                          <p:stCondLst>
                                            <p:cond delay="0"/>
                                          </p:stCondLst>
                                        </p:cTn>
                                        <p:tgtEl>
                                          <p:spTgt spid="4">
                                            <p:txEl>
                                              <p:pRg st="1" end="1"/>
                                            </p:txEl>
                                          </p:spTgt>
                                        </p:tgtEl>
                                        <p:attrNameLst>
                                          <p:attrName>style.visibility</p:attrName>
                                        </p:attrNameLst>
                                      </p:cBhvr>
                                      <p:to>
                                        <p:strVal val="visible"/>
                                      </p:to>
                                    </p:set>
                                    <p:animEffect transition="in" filter="wipe(left)">
                                      <p:cBhvr>
                                        <p:cTn id="42" dur="2000"/>
                                        <p:tgtEl>
                                          <p:spTgt spid="4">
                                            <p:txEl>
                                              <p:pRg st="1" end="1"/>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P spid="4" grpId="0" build="p"/>
      <p:bldP spid="5" grpId="0" animBg="1"/>
      <p:bldP spid="7" grpId="0" animBg="1"/>
    </p:bldLst>
  </p:timing>
</p:sld>
</file>

<file path=ppt/slides/slide23.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CE87805-17F2-4B70-B505-57FB17E1FEE3}"/>
              </a:ext>
            </a:extLst>
          </p:cNvPr>
          <p:cNvSpPr>
            <a:spLocks noGrp="1"/>
          </p:cNvSpPr>
          <p:nvPr>
            <p:ph type="title"/>
          </p:nvPr>
        </p:nvSpPr>
        <p:spPr/>
        <p:txBody>
          <a:bodyPr/>
          <a:lstStyle/>
          <a:p>
            <a:r>
              <a:rPr lang="en-GB" dirty="0"/>
              <a:t>Wildcard: _</a:t>
            </a:r>
          </a:p>
        </p:txBody>
      </p:sp>
      <p:sp>
        <p:nvSpPr>
          <p:cNvPr id="3" name="Content Placeholder 2">
            <a:extLst>
              <a:ext uri="{FF2B5EF4-FFF2-40B4-BE49-F238E27FC236}">
                <a16:creationId xmlns:a16="http://schemas.microsoft.com/office/drawing/2014/main" id="{E4EE7085-4C5B-409B-8843-A8A3D3CB6E90}"/>
              </a:ext>
            </a:extLst>
          </p:cNvPr>
          <p:cNvSpPr>
            <a:spLocks noGrp="1"/>
          </p:cNvSpPr>
          <p:nvPr>
            <p:ph idx="1"/>
          </p:nvPr>
        </p:nvSpPr>
        <p:spPr/>
        <p:txBody>
          <a:bodyPr>
            <a:normAutofit/>
          </a:bodyPr>
          <a:lstStyle/>
          <a:p>
            <a:pPr marL="0" lvl="0" indent="0" eaLnBrk="0" fontAlgn="base" hangingPunct="0">
              <a:lnSpc>
                <a:spcPct val="100000"/>
              </a:lnSpc>
              <a:spcBef>
                <a:spcPct val="0"/>
              </a:spcBef>
              <a:spcAft>
                <a:spcPct val="0"/>
              </a:spcAft>
              <a:buNone/>
            </a:pPr>
            <a:r>
              <a:rPr lang="en-US" altLang="en-US" sz="4000" dirty="0">
                <a:solidFill>
                  <a:srgbClr val="B2B2B2"/>
                </a:solidFill>
                <a:latin typeface="Consolas" panose="020B0609020204030204" pitchFamily="49" charset="0"/>
              </a:rPr>
              <a:t>1 </a:t>
            </a:r>
            <a:r>
              <a:rPr lang="en-US" altLang="en-US" sz="4000" dirty="0">
                <a:solidFill>
                  <a:srgbClr val="A71D5D"/>
                </a:solidFill>
                <a:latin typeface="Consolas" panose="020B0609020204030204" pitchFamily="49" charset="0"/>
              </a:rPr>
              <a:t>SELECT</a:t>
            </a:r>
            <a:r>
              <a:rPr lang="en-US" altLang="en-US" sz="4000" dirty="0">
                <a:solidFill>
                  <a:srgbClr val="000000"/>
                </a:solidFill>
                <a:latin typeface="Consolas" panose="020B0609020204030204" pitchFamily="49" charset="0"/>
              </a:rPr>
              <a:t> </a:t>
            </a:r>
            <a:r>
              <a:rPr lang="en-US" altLang="en-US" sz="4000" dirty="0" err="1">
                <a:solidFill>
                  <a:srgbClr val="000000"/>
                </a:solidFill>
                <a:latin typeface="Consolas" panose="020B0609020204030204" pitchFamily="49" charset="0"/>
              </a:rPr>
              <a:t>firstName</a:t>
            </a:r>
            <a:r>
              <a:rPr lang="en-US" altLang="en-US" sz="4000" dirty="0">
                <a:solidFill>
                  <a:srgbClr val="000000"/>
                </a:solidFill>
                <a:latin typeface="Consolas" panose="020B0609020204030204" pitchFamily="49" charset="0"/>
              </a:rPr>
              <a:t>, </a:t>
            </a:r>
            <a:r>
              <a:rPr lang="en-US" altLang="en-US" sz="4000" dirty="0" err="1">
                <a:solidFill>
                  <a:srgbClr val="000000"/>
                </a:solidFill>
                <a:latin typeface="Consolas" panose="020B0609020204030204" pitchFamily="49" charset="0"/>
              </a:rPr>
              <a:t>lastName</a:t>
            </a:r>
            <a:r>
              <a:rPr lang="en-US" altLang="en-US" sz="4000" dirty="0">
                <a:solidFill>
                  <a:srgbClr val="000000"/>
                </a:solidFill>
                <a:latin typeface="Consolas" panose="020B0609020204030204" pitchFamily="49" charset="0"/>
              </a:rPr>
              <a:t>, age</a:t>
            </a:r>
          </a:p>
          <a:p>
            <a:pPr marL="0" lvl="0" indent="0" eaLnBrk="0" fontAlgn="base" hangingPunct="0">
              <a:lnSpc>
                <a:spcPct val="100000"/>
              </a:lnSpc>
              <a:spcBef>
                <a:spcPct val="0"/>
              </a:spcBef>
              <a:spcAft>
                <a:spcPct val="0"/>
              </a:spcAft>
              <a:buNone/>
            </a:pPr>
            <a:r>
              <a:rPr lang="en-US" altLang="en-US" sz="4000" dirty="0">
                <a:solidFill>
                  <a:srgbClr val="B2B2B2"/>
                </a:solidFill>
                <a:latin typeface="Consolas" panose="020B0609020204030204" pitchFamily="49" charset="0"/>
              </a:rPr>
              <a:t>2   </a:t>
            </a:r>
            <a:r>
              <a:rPr lang="en-US" altLang="en-US" sz="4000" dirty="0">
                <a:solidFill>
                  <a:srgbClr val="A71D5D"/>
                </a:solidFill>
                <a:latin typeface="Consolas" panose="020B0609020204030204" pitchFamily="49" charset="0"/>
              </a:rPr>
              <a:t>FROM</a:t>
            </a:r>
            <a:r>
              <a:rPr lang="en-US" altLang="en-US" sz="4000" dirty="0">
                <a:solidFill>
                  <a:srgbClr val="000000"/>
                </a:solidFill>
                <a:latin typeface="Consolas" panose="020B0609020204030204" pitchFamily="49" charset="0"/>
              </a:rPr>
              <a:t> Pupil</a:t>
            </a:r>
          </a:p>
          <a:p>
            <a:pPr marL="0" lvl="0" indent="0" eaLnBrk="0" fontAlgn="base" hangingPunct="0">
              <a:lnSpc>
                <a:spcPct val="100000"/>
              </a:lnSpc>
              <a:spcBef>
                <a:spcPct val="0"/>
              </a:spcBef>
              <a:spcAft>
                <a:spcPct val="0"/>
              </a:spcAft>
              <a:buNone/>
            </a:pPr>
            <a:r>
              <a:rPr lang="en-US" altLang="en-US" sz="4000" dirty="0">
                <a:solidFill>
                  <a:srgbClr val="B2B2B2"/>
                </a:solidFill>
                <a:latin typeface="Consolas" panose="020B0609020204030204" pitchFamily="49" charset="0"/>
              </a:rPr>
              <a:t>3   </a:t>
            </a:r>
            <a:r>
              <a:rPr lang="en-US" altLang="en-US" sz="4000" dirty="0">
                <a:solidFill>
                  <a:srgbClr val="A71D5D"/>
                </a:solidFill>
                <a:latin typeface="Consolas" panose="020B0609020204030204" pitchFamily="49" charset="0"/>
              </a:rPr>
              <a:t>WHERE</a:t>
            </a:r>
            <a:r>
              <a:rPr lang="en-US" altLang="en-US" sz="4000" dirty="0">
                <a:solidFill>
                  <a:srgbClr val="000000"/>
                </a:solidFill>
                <a:latin typeface="Consolas" panose="020B0609020204030204" pitchFamily="49" charset="0"/>
              </a:rPr>
              <a:t> </a:t>
            </a:r>
            <a:r>
              <a:rPr lang="en-US" altLang="en-US" sz="4000" dirty="0" err="1">
                <a:solidFill>
                  <a:srgbClr val="000000"/>
                </a:solidFill>
                <a:latin typeface="Consolas" panose="020B0609020204030204" pitchFamily="49" charset="0"/>
              </a:rPr>
              <a:t>lastName</a:t>
            </a:r>
            <a:r>
              <a:rPr lang="en-US" altLang="en-US" sz="4000" dirty="0">
                <a:solidFill>
                  <a:srgbClr val="000000"/>
                </a:solidFill>
                <a:latin typeface="Consolas" panose="020B0609020204030204" pitchFamily="49" charset="0"/>
              </a:rPr>
              <a:t> </a:t>
            </a:r>
            <a:r>
              <a:rPr lang="en-US" altLang="en-US" sz="4000" dirty="0">
                <a:solidFill>
                  <a:srgbClr val="A71D5D"/>
                </a:solidFill>
                <a:latin typeface="Consolas" panose="020B0609020204030204" pitchFamily="49" charset="0"/>
              </a:rPr>
              <a:t>LIKE</a:t>
            </a:r>
            <a:r>
              <a:rPr lang="en-US" altLang="en-US" sz="4000" dirty="0">
                <a:solidFill>
                  <a:srgbClr val="000000"/>
                </a:solidFill>
                <a:latin typeface="Consolas" panose="020B0609020204030204" pitchFamily="49" charset="0"/>
              </a:rPr>
              <a:t> </a:t>
            </a:r>
            <a:r>
              <a:rPr lang="en-US" altLang="en-US" sz="4000" dirty="0">
                <a:solidFill>
                  <a:srgbClr val="183691"/>
                </a:solidFill>
                <a:latin typeface="Consolas" panose="020B0609020204030204" pitchFamily="49" charset="0"/>
              </a:rPr>
              <a:t>"</a:t>
            </a:r>
            <a:r>
              <a:rPr lang="en-US" altLang="en-US" sz="4000" dirty="0" err="1">
                <a:solidFill>
                  <a:srgbClr val="183691"/>
                </a:solidFill>
                <a:latin typeface="Consolas" panose="020B0609020204030204" pitchFamily="49" charset="0"/>
              </a:rPr>
              <a:t>Sm_th</a:t>
            </a:r>
            <a:r>
              <a:rPr lang="en-US" altLang="en-US" sz="4000" dirty="0">
                <a:solidFill>
                  <a:srgbClr val="183691"/>
                </a:solidFill>
                <a:latin typeface="Consolas" panose="020B0609020204030204" pitchFamily="49" charset="0"/>
              </a:rPr>
              <a:t>"</a:t>
            </a:r>
            <a:endParaRPr lang="en-US" altLang="en-US" sz="4000" dirty="0">
              <a:solidFill>
                <a:srgbClr val="000000"/>
              </a:solidFill>
              <a:latin typeface="Consolas" panose="020B0609020204030204" pitchFamily="49" charset="0"/>
            </a:endParaRPr>
          </a:p>
          <a:p>
            <a:pPr marL="0" lvl="0" indent="0" eaLnBrk="0" fontAlgn="base" hangingPunct="0">
              <a:lnSpc>
                <a:spcPct val="100000"/>
              </a:lnSpc>
              <a:spcBef>
                <a:spcPct val="0"/>
              </a:spcBef>
              <a:spcAft>
                <a:spcPct val="0"/>
              </a:spcAft>
              <a:buNone/>
            </a:pPr>
            <a:r>
              <a:rPr lang="en-US" altLang="en-US" sz="4000" dirty="0">
                <a:solidFill>
                  <a:srgbClr val="B2B2B2"/>
                </a:solidFill>
                <a:latin typeface="Consolas" panose="020B0609020204030204" pitchFamily="49" charset="0"/>
              </a:rPr>
              <a:t>4   </a:t>
            </a:r>
            <a:r>
              <a:rPr lang="en-US" altLang="en-US" sz="4000" dirty="0">
                <a:solidFill>
                  <a:srgbClr val="A71D5D"/>
                </a:solidFill>
                <a:latin typeface="Consolas" panose="020B0609020204030204" pitchFamily="49" charset="0"/>
              </a:rPr>
              <a:t>ORDER BY</a:t>
            </a:r>
            <a:r>
              <a:rPr lang="en-US" altLang="en-US" sz="4000" dirty="0">
                <a:solidFill>
                  <a:srgbClr val="000000"/>
                </a:solidFill>
                <a:latin typeface="Consolas" panose="020B0609020204030204" pitchFamily="49" charset="0"/>
              </a:rPr>
              <a:t> </a:t>
            </a:r>
            <a:r>
              <a:rPr lang="en-US" altLang="en-US" sz="4000" dirty="0" err="1">
                <a:solidFill>
                  <a:srgbClr val="000000"/>
                </a:solidFill>
                <a:latin typeface="Consolas" panose="020B0609020204030204" pitchFamily="49" charset="0"/>
              </a:rPr>
              <a:t>firstName</a:t>
            </a:r>
            <a:r>
              <a:rPr lang="en-US" altLang="en-US" sz="4000" dirty="0">
                <a:solidFill>
                  <a:srgbClr val="000000"/>
                </a:solidFill>
                <a:latin typeface="Consolas" panose="020B0609020204030204" pitchFamily="49" charset="0"/>
              </a:rPr>
              <a:t> </a:t>
            </a:r>
            <a:r>
              <a:rPr lang="en-US" altLang="en-US" sz="4000" dirty="0">
                <a:solidFill>
                  <a:srgbClr val="A71D5D"/>
                </a:solidFill>
                <a:latin typeface="Consolas" panose="020B0609020204030204" pitchFamily="49" charset="0"/>
              </a:rPr>
              <a:t>ASC</a:t>
            </a:r>
            <a:r>
              <a:rPr lang="en-US" altLang="en-US" sz="4000" dirty="0">
                <a:solidFill>
                  <a:srgbClr val="000000"/>
                </a:solidFill>
                <a:latin typeface="Consolas" panose="020B0609020204030204" pitchFamily="49" charset="0"/>
              </a:rPr>
              <a:t>;</a:t>
            </a:r>
            <a:endParaRPr lang="en-US" altLang="en-US" sz="5400" dirty="0">
              <a:latin typeface="Arial" panose="020B0604020202020204" pitchFamily="34" charset="0"/>
            </a:endParaRPr>
          </a:p>
        </p:txBody>
      </p:sp>
    </p:spTree>
    <p:extLst>
      <p:ext uri="{BB962C8B-B14F-4D97-AF65-F5344CB8AC3E}">
        <p14:creationId xmlns:p14="http://schemas.microsoft.com/office/powerpoint/2010/main" val="1162007761"/>
      </p:ext>
    </p:extLst>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GB" dirty="0"/>
              <a:t>Division</a:t>
            </a:r>
          </a:p>
        </p:txBody>
      </p:sp>
      <p:sp>
        <p:nvSpPr>
          <p:cNvPr id="3" name="Content Placeholder 2"/>
          <p:cNvSpPr>
            <a:spLocks noGrp="1"/>
          </p:cNvSpPr>
          <p:nvPr>
            <p:ph idx="1"/>
          </p:nvPr>
        </p:nvSpPr>
        <p:spPr/>
        <p:txBody>
          <a:bodyPr>
            <a:normAutofit lnSpcReduction="10000"/>
          </a:bodyPr>
          <a:lstStyle/>
          <a:p>
            <a:pPr marL="0" indent="0">
              <a:buNone/>
            </a:pPr>
            <a:r>
              <a:rPr lang="en-GB" sz="4000" dirty="0"/>
              <a:t>Integer </a:t>
            </a:r>
            <a:r>
              <a:rPr lang="en-GB" sz="4000" b="1" dirty="0">
                <a:solidFill>
                  <a:srgbClr val="7030A0"/>
                </a:solidFill>
              </a:rPr>
              <a:t>/</a:t>
            </a:r>
            <a:r>
              <a:rPr lang="en-GB" sz="4000" dirty="0"/>
              <a:t> Integer 	= Integer	5 / 2 = 2</a:t>
            </a:r>
          </a:p>
          <a:p>
            <a:pPr marL="0" indent="0">
              <a:buNone/>
            </a:pPr>
            <a:r>
              <a:rPr lang="en-GB" sz="4000" dirty="0"/>
              <a:t>Integer </a:t>
            </a:r>
            <a:r>
              <a:rPr lang="en-GB" sz="4000" b="1" dirty="0">
                <a:solidFill>
                  <a:srgbClr val="7030A0"/>
                </a:solidFill>
              </a:rPr>
              <a:t>/</a:t>
            </a:r>
            <a:r>
              <a:rPr lang="en-GB" sz="4000" dirty="0"/>
              <a:t> Real 	= Real		5 / 2.0 = 2.5</a:t>
            </a:r>
          </a:p>
          <a:p>
            <a:pPr marL="0" indent="0">
              <a:buNone/>
            </a:pPr>
            <a:r>
              <a:rPr lang="en-GB" sz="4000" dirty="0"/>
              <a:t>Real </a:t>
            </a:r>
            <a:r>
              <a:rPr lang="en-GB" sz="4000" b="1" dirty="0">
                <a:solidFill>
                  <a:srgbClr val="7030A0"/>
                </a:solidFill>
              </a:rPr>
              <a:t>/</a:t>
            </a:r>
            <a:r>
              <a:rPr lang="en-GB" sz="4000" dirty="0"/>
              <a:t> Integer 	= Real		5.0 / 2 = 2.5</a:t>
            </a:r>
          </a:p>
          <a:p>
            <a:pPr marL="0" indent="0">
              <a:buNone/>
            </a:pPr>
            <a:endParaRPr lang="en-GB" sz="4000" dirty="0"/>
          </a:p>
          <a:p>
            <a:pPr marL="0" indent="0">
              <a:buNone/>
            </a:pPr>
            <a:r>
              <a:rPr lang="en-GB" sz="4000" dirty="0"/>
              <a:t>Integer </a:t>
            </a:r>
            <a:r>
              <a:rPr lang="en-GB" sz="4000" b="1" dirty="0">
                <a:solidFill>
                  <a:srgbClr val="7030A0"/>
                </a:solidFill>
              </a:rPr>
              <a:t>%</a:t>
            </a:r>
            <a:r>
              <a:rPr lang="en-GB" sz="4000" dirty="0"/>
              <a:t> Integer	= Integer	56 % 10 = 6</a:t>
            </a:r>
          </a:p>
          <a:p>
            <a:pPr marL="0" indent="0">
              <a:buNone/>
            </a:pPr>
            <a:r>
              <a:rPr lang="en-GB" sz="4000" dirty="0"/>
              <a:t>Real </a:t>
            </a:r>
            <a:r>
              <a:rPr lang="en-GB" sz="4000" b="1" dirty="0">
                <a:solidFill>
                  <a:srgbClr val="7030A0"/>
                </a:solidFill>
              </a:rPr>
              <a:t>%</a:t>
            </a:r>
            <a:r>
              <a:rPr lang="en-GB" sz="4000" dirty="0"/>
              <a:t> Real		= Real		56.5 % 10.4 = 6.0</a:t>
            </a:r>
          </a:p>
        </p:txBody>
      </p:sp>
      <p:grpSp>
        <p:nvGrpSpPr>
          <p:cNvPr id="4" name="Group 3">
            <a:extLst>
              <a:ext uri="{FF2B5EF4-FFF2-40B4-BE49-F238E27FC236}">
                <a16:creationId xmlns:a16="http://schemas.microsoft.com/office/drawing/2014/main" id="{60DDEEB2-F4A6-36DC-6DE4-A7AE9B44D0E7}"/>
              </a:ext>
            </a:extLst>
          </p:cNvPr>
          <p:cNvGrpSpPr/>
          <p:nvPr/>
        </p:nvGrpSpPr>
        <p:grpSpPr>
          <a:xfrm>
            <a:off x="7041729" y="5899924"/>
            <a:ext cx="2995179" cy="651392"/>
            <a:chOff x="8953584" y="2095792"/>
            <a:chExt cx="2846903" cy="651392"/>
          </a:xfrm>
        </p:grpSpPr>
        <p:cxnSp>
          <p:nvCxnSpPr>
            <p:cNvPr id="5" name="Straight Connector 4">
              <a:extLst>
                <a:ext uri="{FF2B5EF4-FFF2-40B4-BE49-F238E27FC236}">
                  <a16:creationId xmlns:a16="http://schemas.microsoft.com/office/drawing/2014/main" id="{CFC0D31B-7D0B-2959-CABE-FBDFD04F7A51}"/>
                </a:ext>
              </a:extLst>
            </p:cNvPr>
            <p:cNvCxnSpPr>
              <a:cxnSpLocks/>
            </p:cNvCxnSpPr>
            <p:nvPr/>
          </p:nvCxnSpPr>
          <p:spPr>
            <a:xfrm>
              <a:off x="9226118" y="2095792"/>
              <a:ext cx="2301829" cy="0"/>
            </a:xfrm>
            <a:prstGeom prst="line">
              <a:avLst/>
            </a:prstGeom>
            <a:ln w="57150">
              <a:solidFill>
                <a:schemeClr val="accent6">
                  <a:lumMod val="75000"/>
                </a:schemeClr>
              </a:solidFill>
            </a:ln>
          </p:spPr>
          <p:style>
            <a:lnRef idx="1">
              <a:schemeClr val="accent1"/>
            </a:lnRef>
            <a:fillRef idx="0">
              <a:schemeClr val="accent1"/>
            </a:fillRef>
            <a:effectRef idx="0">
              <a:schemeClr val="accent1"/>
            </a:effectRef>
            <a:fontRef idx="minor">
              <a:schemeClr val="tx1"/>
            </a:fontRef>
          </p:style>
        </p:cxnSp>
        <p:cxnSp>
          <p:nvCxnSpPr>
            <p:cNvPr id="6" name="Straight Connector 5">
              <a:extLst>
                <a:ext uri="{FF2B5EF4-FFF2-40B4-BE49-F238E27FC236}">
                  <a16:creationId xmlns:a16="http://schemas.microsoft.com/office/drawing/2014/main" id="{EECBFBF8-1050-BA5B-44FE-BC9ECB7DC4CC}"/>
                </a:ext>
              </a:extLst>
            </p:cNvPr>
            <p:cNvCxnSpPr>
              <a:cxnSpLocks/>
            </p:cNvCxnSpPr>
            <p:nvPr/>
          </p:nvCxnSpPr>
          <p:spPr>
            <a:xfrm flipV="1">
              <a:off x="10377033" y="2095792"/>
              <a:ext cx="0" cy="180000"/>
            </a:xfrm>
            <a:prstGeom prst="line">
              <a:avLst/>
            </a:prstGeom>
            <a:ln w="38100">
              <a:solidFill>
                <a:schemeClr val="accent6">
                  <a:lumMod val="75000"/>
                </a:schemeClr>
              </a:solidFill>
            </a:ln>
          </p:spPr>
          <p:style>
            <a:lnRef idx="1">
              <a:schemeClr val="accent1"/>
            </a:lnRef>
            <a:fillRef idx="0">
              <a:schemeClr val="accent1"/>
            </a:fillRef>
            <a:effectRef idx="0">
              <a:schemeClr val="accent1"/>
            </a:effectRef>
            <a:fontRef idx="minor">
              <a:schemeClr val="tx1"/>
            </a:fontRef>
          </p:style>
        </p:cxnSp>
        <p:sp>
          <p:nvSpPr>
            <p:cNvPr id="7" name="TextBox 6">
              <a:extLst>
                <a:ext uri="{FF2B5EF4-FFF2-40B4-BE49-F238E27FC236}">
                  <a16:creationId xmlns:a16="http://schemas.microsoft.com/office/drawing/2014/main" id="{55F2E25E-CA42-EA14-48F4-9E54E806D430}"/>
                </a:ext>
              </a:extLst>
            </p:cNvPr>
            <p:cNvSpPr txBox="1"/>
            <p:nvPr/>
          </p:nvSpPr>
          <p:spPr>
            <a:xfrm>
              <a:off x="8953584" y="2223964"/>
              <a:ext cx="2846903" cy="523220"/>
            </a:xfrm>
            <a:prstGeom prst="rect">
              <a:avLst/>
            </a:prstGeom>
            <a:noFill/>
          </p:spPr>
          <p:txBody>
            <a:bodyPr wrap="none" rtlCol="0">
              <a:spAutoFit/>
            </a:bodyPr>
            <a:lstStyle/>
            <a:p>
              <a:pPr algn="ctr"/>
              <a:r>
                <a:rPr lang="en-GB" sz="2800" b="1" dirty="0">
                  <a:solidFill>
                    <a:srgbClr val="7030A0"/>
                  </a:solidFill>
                </a:rPr>
                <a:t>Treated as integers</a:t>
              </a:r>
            </a:p>
          </p:txBody>
        </p:sp>
      </p:grpSp>
      <p:sp>
        <p:nvSpPr>
          <p:cNvPr id="10" name="Callout: Bent Line with No Border 9">
            <a:extLst>
              <a:ext uri="{FF2B5EF4-FFF2-40B4-BE49-F238E27FC236}">
                <a16:creationId xmlns:a16="http://schemas.microsoft.com/office/drawing/2014/main" id="{45C06407-0957-1801-EEA6-86E62B80EA83}"/>
              </a:ext>
            </a:extLst>
          </p:cNvPr>
          <p:cNvSpPr/>
          <p:nvPr/>
        </p:nvSpPr>
        <p:spPr>
          <a:xfrm>
            <a:off x="3513182" y="4001294"/>
            <a:ext cx="1950239" cy="581682"/>
          </a:xfrm>
          <a:prstGeom prst="callout2">
            <a:avLst>
              <a:gd name="adj1" fmla="val 48750"/>
              <a:gd name="adj2" fmla="val -189"/>
              <a:gd name="adj3" fmla="val 49417"/>
              <a:gd name="adj4" fmla="val -16329"/>
              <a:gd name="adj5" fmla="val 115783"/>
              <a:gd name="adj6" fmla="val -32190"/>
            </a:avLst>
          </a:prstGeom>
          <a:noFill/>
          <a:ln w="38100">
            <a:solidFill>
              <a:schemeClr val="accent6">
                <a:lumMod val="75000"/>
              </a:schemeClr>
            </a:solidFill>
            <a:headEnd type="none" w="lg" len="lg"/>
            <a:tailEnd type="triangle" w="lg" len="lg"/>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GB" sz="2800" b="1" dirty="0">
                <a:solidFill>
                  <a:srgbClr val="7030A0"/>
                </a:solidFill>
              </a:rPr>
              <a:t>Modulus</a:t>
            </a:r>
          </a:p>
        </p:txBody>
      </p:sp>
      <p:sp>
        <p:nvSpPr>
          <p:cNvPr id="9" name="Callout: Bent Line with No Border 8">
            <a:extLst>
              <a:ext uri="{FF2B5EF4-FFF2-40B4-BE49-F238E27FC236}">
                <a16:creationId xmlns:a16="http://schemas.microsoft.com/office/drawing/2014/main" id="{58DD9DB6-8B0C-4C7B-9B67-5C4B71D9759F}"/>
              </a:ext>
            </a:extLst>
          </p:cNvPr>
          <p:cNvSpPr/>
          <p:nvPr/>
        </p:nvSpPr>
        <p:spPr>
          <a:xfrm>
            <a:off x="10036908" y="4001294"/>
            <a:ext cx="1950238" cy="581682"/>
          </a:xfrm>
          <a:prstGeom prst="callout2">
            <a:avLst>
              <a:gd name="adj1" fmla="val 48750"/>
              <a:gd name="adj2" fmla="val -189"/>
              <a:gd name="adj3" fmla="val 49417"/>
              <a:gd name="adj4" fmla="val -16329"/>
              <a:gd name="adj5" fmla="val 121082"/>
              <a:gd name="adj6" fmla="val -23227"/>
            </a:avLst>
          </a:prstGeom>
          <a:noFill/>
          <a:ln w="38100">
            <a:solidFill>
              <a:schemeClr val="accent6">
                <a:lumMod val="75000"/>
              </a:schemeClr>
            </a:solidFill>
            <a:headEnd type="none" w="lg" len="lg"/>
            <a:tailEnd type="triangle" w="lg" len="lg"/>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GB" sz="2800" b="1" dirty="0">
                <a:solidFill>
                  <a:srgbClr val="7030A0"/>
                </a:solidFill>
              </a:rPr>
              <a:t>Remainder</a:t>
            </a:r>
          </a:p>
        </p:txBody>
      </p:sp>
    </p:spTree>
    <p:extLst>
      <p:ext uri="{BB962C8B-B14F-4D97-AF65-F5344CB8AC3E}">
        <p14:creationId xmlns:p14="http://schemas.microsoft.com/office/powerpoint/2010/main" val="1378454003"/>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animEffect transition="in" filter="wipe(left)">
                                      <p:cBhvr>
                                        <p:cTn id="7" dur="2500"/>
                                        <p:tgtEl>
                                          <p:spTgt spid="3">
                                            <p:txEl>
                                              <p:pRg st="0" end="0"/>
                                            </p:txEl>
                                          </p:spTgt>
                                        </p:tgtEl>
                                      </p:cBhvr>
                                    </p:animEffect>
                                  </p:childTnLst>
                                </p:cTn>
                              </p:par>
                            </p:childTnLst>
                          </p:cTn>
                        </p:par>
                      </p:childTnLst>
                    </p:cTn>
                  </p:par>
                  <p:par>
                    <p:cTn id="8" fill="hold">
                      <p:stCondLst>
                        <p:cond delay="indefinite"/>
                      </p:stCondLst>
                      <p:childTnLst>
                        <p:par>
                          <p:cTn id="9" fill="hold">
                            <p:stCondLst>
                              <p:cond delay="0"/>
                            </p:stCondLst>
                            <p:childTnLst>
                              <p:par>
                                <p:cTn id="10" presetID="22" presetClass="entr" presetSubtype="8" fill="hold" grpId="0" nodeType="clickEffect">
                                  <p:stCondLst>
                                    <p:cond delay="0"/>
                                  </p:stCondLst>
                                  <p:childTnLst>
                                    <p:set>
                                      <p:cBhvr>
                                        <p:cTn id="11" dur="1" fill="hold">
                                          <p:stCondLst>
                                            <p:cond delay="0"/>
                                          </p:stCondLst>
                                        </p:cTn>
                                        <p:tgtEl>
                                          <p:spTgt spid="3">
                                            <p:txEl>
                                              <p:pRg st="1" end="1"/>
                                            </p:txEl>
                                          </p:spTgt>
                                        </p:tgtEl>
                                        <p:attrNameLst>
                                          <p:attrName>style.visibility</p:attrName>
                                        </p:attrNameLst>
                                      </p:cBhvr>
                                      <p:to>
                                        <p:strVal val="visible"/>
                                      </p:to>
                                    </p:set>
                                    <p:animEffect transition="in" filter="wipe(left)">
                                      <p:cBhvr>
                                        <p:cTn id="12" dur="2500"/>
                                        <p:tgtEl>
                                          <p:spTgt spid="3">
                                            <p:txEl>
                                              <p:pRg st="1" end="1"/>
                                            </p:txEl>
                                          </p:spTgt>
                                        </p:tgtEl>
                                      </p:cBhvr>
                                    </p:animEffect>
                                  </p:childTnLst>
                                </p:cTn>
                              </p:par>
                              <p:par>
                                <p:cTn id="13" presetID="22" presetClass="entr" presetSubtype="8" fill="hold" grpId="0" nodeType="withEffect">
                                  <p:stCondLst>
                                    <p:cond delay="0"/>
                                  </p:stCondLst>
                                  <p:childTnLst>
                                    <p:set>
                                      <p:cBhvr>
                                        <p:cTn id="14" dur="1" fill="hold">
                                          <p:stCondLst>
                                            <p:cond delay="0"/>
                                          </p:stCondLst>
                                        </p:cTn>
                                        <p:tgtEl>
                                          <p:spTgt spid="3">
                                            <p:txEl>
                                              <p:pRg st="2" end="2"/>
                                            </p:txEl>
                                          </p:spTgt>
                                        </p:tgtEl>
                                        <p:attrNameLst>
                                          <p:attrName>style.visibility</p:attrName>
                                        </p:attrNameLst>
                                      </p:cBhvr>
                                      <p:to>
                                        <p:strVal val="visible"/>
                                      </p:to>
                                    </p:set>
                                    <p:animEffect transition="in" filter="wipe(left)">
                                      <p:cBhvr>
                                        <p:cTn id="15" dur="2500"/>
                                        <p:tgtEl>
                                          <p:spTgt spid="3">
                                            <p:txEl>
                                              <p:pRg st="2" end="2"/>
                                            </p:txEl>
                                          </p:spTgt>
                                        </p:tgtEl>
                                      </p:cBhvr>
                                    </p:animEffect>
                                  </p:childTnLst>
                                </p:cTn>
                              </p:par>
                            </p:childTnLst>
                          </p:cTn>
                        </p:par>
                      </p:childTnLst>
                    </p:cTn>
                  </p:par>
                  <p:par>
                    <p:cTn id="16" fill="hold">
                      <p:stCondLst>
                        <p:cond delay="indefinite"/>
                      </p:stCondLst>
                      <p:childTnLst>
                        <p:par>
                          <p:cTn id="17" fill="hold">
                            <p:stCondLst>
                              <p:cond delay="0"/>
                            </p:stCondLst>
                            <p:childTnLst>
                              <p:par>
                                <p:cTn id="18" presetID="22" presetClass="entr" presetSubtype="8" fill="hold" grpId="0" nodeType="clickEffect">
                                  <p:stCondLst>
                                    <p:cond delay="0"/>
                                  </p:stCondLst>
                                  <p:childTnLst>
                                    <p:set>
                                      <p:cBhvr>
                                        <p:cTn id="19" dur="1" fill="hold">
                                          <p:stCondLst>
                                            <p:cond delay="0"/>
                                          </p:stCondLst>
                                        </p:cTn>
                                        <p:tgtEl>
                                          <p:spTgt spid="3">
                                            <p:txEl>
                                              <p:pRg st="4" end="4"/>
                                            </p:txEl>
                                          </p:spTgt>
                                        </p:tgtEl>
                                        <p:attrNameLst>
                                          <p:attrName>style.visibility</p:attrName>
                                        </p:attrNameLst>
                                      </p:cBhvr>
                                      <p:to>
                                        <p:strVal val="visible"/>
                                      </p:to>
                                    </p:set>
                                    <p:animEffect transition="in" filter="wipe(left)">
                                      <p:cBhvr>
                                        <p:cTn id="20" dur="2500"/>
                                        <p:tgtEl>
                                          <p:spTgt spid="3">
                                            <p:txEl>
                                              <p:pRg st="4" end="4"/>
                                            </p:txEl>
                                          </p:spTgt>
                                        </p:tgtEl>
                                      </p:cBhvr>
                                    </p:animEffect>
                                  </p:childTnLst>
                                </p:cTn>
                              </p:par>
                            </p:childTnLst>
                          </p:cTn>
                        </p:par>
                      </p:childTnLst>
                    </p:cTn>
                  </p:par>
                  <p:par>
                    <p:cTn id="21" fill="hold">
                      <p:stCondLst>
                        <p:cond delay="indefinite"/>
                      </p:stCondLst>
                      <p:childTnLst>
                        <p:par>
                          <p:cTn id="22" fill="hold">
                            <p:stCondLst>
                              <p:cond delay="0"/>
                            </p:stCondLst>
                            <p:childTnLst>
                              <p:par>
                                <p:cTn id="23" presetID="22" presetClass="entr" presetSubtype="8" fill="hold" grpId="0" nodeType="clickEffect">
                                  <p:stCondLst>
                                    <p:cond delay="0"/>
                                  </p:stCondLst>
                                  <p:childTnLst>
                                    <p:set>
                                      <p:cBhvr>
                                        <p:cTn id="24" dur="1" fill="hold">
                                          <p:stCondLst>
                                            <p:cond delay="0"/>
                                          </p:stCondLst>
                                        </p:cTn>
                                        <p:tgtEl>
                                          <p:spTgt spid="10"/>
                                        </p:tgtEl>
                                        <p:attrNameLst>
                                          <p:attrName>style.visibility</p:attrName>
                                        </p:attrNameLst>
                                      </p:cBhvr>
                                      <p:to>
                                        <p:strVal val="visible"/>
                                      </p:to>
                                    </p:set>
                                    <p:animEffect transition="in" filter="wipe(left)">
                                      <p:cBhvr>
                                        <p:cTn id="25" dur="1500"/>
                                        <p:tgtEl>
                                          <p:spTgt spid="10"/>
                                        </p:tgtEl>
                                      </p:cBhvr>
                                    </p:animEffect>
                                  </p:childTnLst>
                                </p:cTn>
                              </p:par>
                            </p:childTnLst>
                          </p:cTn>
                        </p:par>
                      </p:childTnLst>
                    </p:cTn>
                  </p:par>
                  <p:par>
                    <p:cTn id="26" fill="hold">
                      <p:stCondLst>
                        <p:cond delay="indefinite"/>
                      </p:stCondLst>
                      <p:childTnLst>
                        <p:par>
                          <p:cTn id="27" fill="hold">
                            <p:stCondLst>
                              <p:cond delay="0"/>
                            </p:stCondLst>
                            <p:childTnLst>
                              <p:par>
                                <p:cTn id="28" presetID="22" presetClass="entr" presetSubtype="8" fill="hold" grpId="0" nodeType="clickEffect">
                                  <p:stCondLst>
                                    <p:cond delay="0"/>
                                  </p:stCondLst>
                                  <p:childTnLst>
                                    <p:set>
                                      <p:cBhvr>
                                        <p:cTn id="29" dur="1" fill="hold">
                                          <p:stCondLst>
                                            <p:cond delay="0"/>
                                          </p:stCondLst>
                                        </p:cTn>
                                        <p:tgtEl>
                                          <p:spTgt spid="9"/>
                                        </p:tgtEl>
                                        <p:attrNameLst>
                                          <p:attrName>style.visibility</p:attrName>
                                        </p:attrNameLst>
                                      </p:cBhvr>
                                      <p:to>
                                        <p:strVal val="visible"/>
                                      </p:to>
                                    </p:set>
                                    <p:animEffect transition="in" filter="wipe(left)">
                                      <p:cBhvr>
                                        <p:cTn id="30" dur="1500"/>
                                        <p:tgtEl>
                                          <p:spTgt spid="9"/>
                                        </p:tgtEl>
                                      </p:cBhvr>
                                    </p:animEffect>
                                  </p:childTnLst>
                                </p:cTn>
                              </p:par>
                            </p:childTnLst>
                          </p:cTn>
                        </p:par>
                      </p:childTnLst>
                    </p:cTn>
                  </p:par>
                  <p:par>
                    <p:cTn id="31" fill="hold">
                      <p:stCondLst>
                        <p:cond delay="indefinite"/>
                      </p:stCondLst>
                      <p:childTnLst>
                        <p:par>
                          <p:cTn id="32" fill="hold">
                            <p:stCondLst>
                              <p:cond delay="0"/>
                            </p:stCondLst>
                            <p:childTnLst>
                              <p:par>
                                <p:cTn id="33" presetID="22" presetClass="entr" presetSubtype="8" fill="hold" grpId="0" nodeType="clickEffect">
                                  <p:stCondLst>
                                    <p:cond delay="0"/>
                                  </p:stCondLst>
                                  <p:childTnLst>
                                    <p:set>
                                      <p:cBhvr>
                                        <p:cTn id="34" dur="1" fill="hold">
                                          <p:stCondLst>
                                            <p:cond delay="0"/>
                                          </p:stCondLst>
                                        </p:cTn>
                                        <p:tgtEl>
                                          <p:spTgt spid="3">
                                            <p:txEl>
                                              <p:pRg st="5" end="5"/>
                                            </p:txEl>
                                          </p:spTgt>
                                        </p:tgtEl>
                                        <p:attrNameLst>
                                          <p:attrName>style.visibility</p:attrName>
                                        </p:attrNameLst>
                                      </p:cBhvr>
                                      <p:to>
                                        <p:strVal val="visible"/>
                                      </p:to>
                                    </p:set>
                                    <p:animEffect transition="in" filter="wipe(left)">
                                      <p:cBhvr>
                                        <p:cTn id="35" dur="2500"/>
                                        <p:tgtEl>
                                          <p:spTgt spid="3">
                                            <p:txEl>
                                              <p:pRg st="5" end="5"/>
                                            </p:txEl>
                                          </p:spTgt>
                                        </p:tgtEl>
                                      </p:cBhvr>
                                    </p:animEffect>
                                  </p:childTnLst>
                                </p:cTn>
                              </p:par>
                            </p:childTnLst>
                          </p:cTn>
                        </p:par>
                      </p:childTnLst>
                    </p:cTn>
                  </p:par>
                  <p:par>
                    <p:cTn id="36" fill="hold">
                      <p:stCondLst>
                        <p:cond delay="indefinite"/>
                      </p:stCondLst>
                      <p:childTnLst>
                        <p:par>
                          <p:cTn id="37" fill="hold">
                            <p:stCondLst>
                              <p:cond delay="0"/>
                            </p:stCondLst>
                            <p:childTnLst>
                              <p:par>
                                <p:cTn id="38" presetID="16" presetClass="entr" presetSubtype="37" fill="hold" nodeType="clickEffect">
                                  <p:stCondLst>
                                    <p:cond delay="0"/>
                                  </p:stCondLst>
                                  <p:childTnLst>
                                    <p:set>
                                      <p:cBhvr>
                                        <p:cTn id="39" dur="1" fill="hold">
                                          <p:stCondLst>
                                            <p:cond delay="0"/>
                                          </p:stCondLst>
                                        </p:cTn>
                                        <p:tgtEl>
                                          <p:spTgt spid="4"/>
                                        </p:tgtEl>
                                        <p:attrNameLst>
                                          <p:attrName>style.visibility</p:attrName>
                                        </p:attrNameLst>
                                      </p:cBhvr>
                                      <p:to>
                                        <p:strVal val="visible"/>
                                      </p:to>
                                    </p:set>
                                    <p:animEffect transition="in" filter="barn(outVertical)">
                                      <p:cBhvr>
                                        <p:cTn id="40" dur="1000"/>
                                        <p:tgtEl>
                                          <p:spTgt spid="4"/>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P spid="10" grpId="0" animBg="1"/>
      <p:bldP spid="9" grpId="0" animBg="1"/>
    </p:bldLst>
  </p:timing>
</p:sld>
</file>

<file path=ppt/slides/slide25.xml><?xml version="1.0" encoding="utf-8"?>
<p:sld xmlns:a="http://schemas.openxmlformats.org/drawingml/2006/main" xmlns:r="http://schemas.openxmlformats.org/officeDocument/2006/relationships" xmlns:p="http://schemas.openxmlformats.org/presentationml/2006/main" show="0">
  <p:cSld>
    <p:spTree>
      <p:nvGrpSpPr>
        <p:cNvPr id="1" name="">
          <a:extLst>
            <a:ext uri="{FF2B5EF4-FFF2-40B4-BE49-F238E27FC236}">
              <a16:creationId xmlns:a16="http://schemas.microsoft.com/office/drawing/2014/main" id="{4A7F9EEF-0373-6E08-6F91-F43D69DA4778}"/>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FD0F5948-7824-39EF-8AC9-BA40B5B4E932}"/>
              </a:ext>
            </a:extLst>
          </p:cNvPr>
          <p:cNvSpPr>
            <a:spLocks noGrp="1"/>
          </p:cNvSpPr>
          <p:nvPr>
            <p:ph type="title"/>
          </p:nvPr>
        </p:nvSpPr>
        <p:spPr/>
        <p:txBody>
          <a:bodyPr/>
          <a:lstStyle/>
          <a:p>
            <a:r>
              <a:rPr lang="en-GB" dirty="0"/>
              <a:t>Division</a:t>
            </a:r>
          </a:p>
        </p:txBody>
      </p:sp>
      <p:sp>
        <p:nvSpPr>
          <p:cNvPr id="3" name="Content Placeholder 2">
            <a:extLst>
              <a:ext uri="{FF2B5EF4-FFF2-40B4-BE49-F238E27FC236}">
                <a16:creationId xmlns:a16="http://schemas.microsoft.com/office/drawing/2014/main" id="{359E0AEE-B347-F644-1ADA-3E9D608188DF}"/>
              </a:ext>
            </a:extLst>
          </p:cNvPr>
          <p:cNvSpPr>
            <a:spLocks noGrp="1"/>
          </p:cNvSpPr>
          <p:nvPr>
            <p:ph idx="1"/>
          </p:nvPr>
        </p:nvSpPr>
        <p:spPr/>
        <p:txBody>
          <a:bodyPr>
            <a:normAutofit lnSpcReduction="10000"/>
          </a:bodyPr>
          <a:lstStyle/>
          <a:p>
            <a:pPr marL="0" indent="0">
              <a:buNone/>
            </a:pPr>
            <a:r>
              <a:rPr lang="en-GB" sz="4000" dirty="0"/>
              <a:t>Integer </a:t>
            </a:r>
            <a:r>
              <a:rPr lang="en-GB" sz="4000" b="1" dirty="0">
                <a:solidFill>
                  <a:srgbClr val="7030A0"/>
                </a:solidFill>
              </a:rPr>
              <a:t>/</a:t>
            </a:r>
            <a:r>
              <a:rPr lang="en-GB" sz="4000" dirty="0"/>
              <a:t> Integer 	=  			5 / 2 = </a:t>
            </a:r>
          </a:p>
          <a:p>
            <a:pPr marL="0" indent="0">
              <a:buNone/>
            </a:pPr>
            <a:r>
              <a:rPr lang="en-GB" sz="4000" dirty="0"/>
              <a:t>Integer </a:t>
            </a:r>
            <a:r>
              <a:rPr lang="en-GB" sz="4000" b="1" dirty="0">
                <a:solidFill>
                  <a:srgbClr val="7030A0"/>
                </a:solidFill>
              </a:rPr>
              <a:t>/</a:t>
            </a:r>
            <a:r>
              <a:rPr lang="en-GB" sz="4000" dirty="0"/>
              <a:t> Real 	= 			5 / 2.0 = </a:t>
            </a:r>
          </a:p>
          <a:p>
            <a:pPr marL="0" indent="0">
              <a:buNone/>
            </a:pPr>
            <a:r>
              <a:rPr lang="en-GB" sz="4000" dirty="0"/>
              <a:t>Real </a:t>
            </a:r>
            <a:r>
              <a:rPr lang="en-GB" sz="4000" b="1" dirty="0">
                <a:solidFill>
                  <a:srgbClr val="7030A0"/>
                </a:solidFill>
              </a:rPr>
              <a:t>/</a:t>
            </a:r>
            <a:r>
              <a:rPr lang="en-GB" sz="4000" dirty="0"/>
              <a:t> Integer 	= 			5.0 / 2 = 2</a:t>
            </a:r>
          </a:p>
          <a:p>
            <a:pPr marL="0" indent="0">
              <a:buNone/>
            </a:pPr>
            <a:endParaRPr lang="en-GB" sz="4000" dirty="0"/>
          </a:p>
          <a:p>
            <a:pPr marL="0" indent="0">
              <a:buNone/>
            </a:pPr>
            <a:r>
              <a:rPr lang="en-GB" sz="4000" dirty="0"/>
              <a:t>Integer </a:t>
            </a:r>
            <a:r>
              <a:rPr lang="en-GB" sz="4000" b="1" dirty="0">
                <a:solidFill>
                  <a:srgbClr val="7030A0"/>
                </a:solidFill>
              </a:rPr>
              <a:t>%</a:t>
            </a:r>
            <a:r>
              <a:rPr lang="en-GB" sz="4000" dirty="0"/>
              <a:t> Integer	= 			56 % 10 = </a:t>
            </a:r>
          </a:p>
          <a:p>
            <a:pPr marL="0" indent="0">
              <a:buNone/>
            </a:pPr>
            <a:r>
              <a:rPr lang="en-GB" sz="4000" dirty="0"/>
              <a:t>Real </a:t>
            </a:r>
            <a:r>
              <a:rPr lang="en-GB" sz="4000" b="1" dirty="0">
                <a:solidFill>
                  <a:srgbClr val="7030A0"/>
                </a:solidFill>
              </a:rPr>
              <a:t>%</a:t>
            </a:r>
            <a:r>
              <a:rPr lang="en-GB" sz="4000" dirty="0"/>
              <a:t> Real		= 			56.5 % 10.4 = </a:t>
            </a:r>
          </a:p>
        </p:txBody>
      </p:sp>
    </p:spTree>
    <p:extLst>
      <p:ext uri="{BB962C8B-B14F-4D97-AF65-F5344CB8AC3E}">
        <p14:creationId xmlns:p14="http://schemas.microsoft.com/office/powerpoint/2010/main" val="389849039"/>
      </p:ext>
    </p:extLst>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736348C-0928-B3AA-86E8-79C6250C9F33}"/>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D6B74997-4E3D-9128-AC0B-A872BE93DD2F}"/>
              </a:ext>
            </a:extLst>
          </p:cNvPr>
          <p:cNvSpPr>
            <a:spLocks noGrp="1"/>
          </p:cNvSpPr>
          <p:nvPr>
            <p:ph type="title"/>
          </p:nvPr>
        </p:nvSpPr>
        <p:spPr/>
        <p:txBody>
          <a:bodyPr/>
          <a:lstStyle/>
          <a:p>
            <a:r>
              <a:rPr lang="en-GB" dirty="0"/>
              <a:t>Casting</a:t>
            </a:r>
          </a:p>
        </p:txBody>
      </p:sp>
      <p:sp>
        <p:nvSpPr>
          <p:cNvPr id="3" name="Content Placeholder 2">
            <a:extLst>
              <a:ext uri="{FF2B5EF4-FFF2-40B4-BE49-F238E27FC236}">
                <a16:creationId xmlns:a16="http://schemas.microsoft.com/office/drawing/2014/main" id="{6DDB39DC-3811-9F33-CE19-3AD1CDA6229C}"/>
              </a:ext>
            </a:extLst>
          </p:cNvPr>
          <p:cNvSpPr>
            <a:spLocks noGrp="1"/>
          </p:cNvSpPr>
          <p:nvPr>
            <p:ph idx="1"/>
          </p:nvPr>
        </p:nvSpPr>
        <p:spPr/>
        <p:txBody>
          <a:bodyPr>
            <a:noAutofit/>
          </a:bodyPr>
          <a:lstStyle/>
          <a:p>
            <a:pPr marL="0" indent="0" eaLnBrk="0" fontAlgn="base" hangingPunct="0">
              <a:lnSpc>
                <a:spcPct val="100000"/>
              </a:lnSpc>
              <a:spcBef>
                <a:spcPct val="0"/>
              </a:spcBef>
              <a:spcAft>
                <a:spcPct val="0"/>
              </a:spcAft>
              <a:buNone/>
            </a:pPr>
            <a:r>
              <a:rPr lang="en-US" altLang="en-US" sz="4000" dirty="0">
                <a:solidFill>
                  <a:srgbClr val="B2B2B2"/>
                </a:solidFill>
                <a:latin typeface="Consolas" panose="020B0609020204030204" pitchFamily="49" charset="0"/>
              </a:rPr>
              <a:t>1 </a:t>
            </a:r>
            <a:r>
              <a:rPr lang="en-US" altLang="en-US" sz="4000" dirty="0">
                <a:solidFill>
                  <a:srgbClr val="A71D5D"/>
                </a:solidFill>
                <a:latin typeface="Consolas" panose="020B0609020204030204" pitchFamily="49" charset="0"/>
              </a:rPr>
              <a:t>SELECT CAST</a:t>
            </a:r>
            <a:r>
              <a:rPr lang="en-US" altLang="en-US" sz="4000" dirty="0">
                <a:solidFill>
                  <a:srgbClr val="000000"/>
                </a:solidFill>
                <a:latin typeface="Consolas" panose="020B0609020204030204" pitchFamily="49" charset="0"/>
              </a:rPr>
              <a:t>(</a:t>
            </a:r>
            <a:r>
              <a:rPr lang="en-US" altLang="en-US" sz="4000" dirty="0">
                <a:solidFill>
                  <a:srgbClr val="0086B3"/>
                </a:solidFill>
                <a:latin typeface="Consolas" panose="020B0609020204030204" pitchFamily="49" charset="0"/>
              </a:rPr>
              <a:t>11.9</a:t>
            </a:r>
            <a:r>
              <a:rPr lang="en-US" altLang="en-US" sz="4000" dirty="0">
                <a:solidFill>
                  <a:srgbClr val="000000"/>
                </a:solidFill>
                <a:latin typeface="Consolas" panose="020B0609020204030204" pitchFamily="49" charset="0"/>
              </a:rPr>
              <a:t> </a:t>
            </a:r>
            <a:r>
              <a:rPr lang="en-US" altLang="en-US" sz="4000" dirty="0">
                <a:solidFill>
                  <a:srgbClr val="A71D5D"/>
                </a:solidFill>
                <a:latin typeface="Consolas" panose="020B0609020204030204" pitchFamily="49" charset="0"/>
              </a:rPr>
              <a:t>AS</a:t>
            </a:r>
            <a:r>
              <a:rPr lang="en-US" altLang="en-US" sz="4000" dirty="0">
                <a:solidFill>
                  <a:srgbClr val="000000"/>
                </a:solidFill>
                <a:latin typeface="Consolas" panose="020B0609020204030204" pitchFamily="49" charset="0"/>
              </a:rPr>
              <a:t> </a:t>
            </a:r>
            <a:r>
              <a:rPr lang="en-US" altLang="en-US" sz="4000" dirty="0">
                <a:solidFill>
                  <a:srgbClr val="0086B3"/>
                </a:solidFill>
                <a:latin typeface="Consolas" panose="020B0609020204030204" pitchFamily="49" charset="0"/>
              </a:rPr>
              <a:t>INTEGER</a:t>
            </a:r>
            <a:r>
              <a:rPr lang="en-US" altLang="en-US" sz="4000" dirty="0">
                <a:solidFill>
                  <a:srgbClr val="000000"/>
                </a:solidFill>
                <a:latin typeface="Consolas" panose="020B0609020204030204" pitchFamily="49" charset="0"/>
              </a:rPr>
              <a:t>);</a:t>
            </a:r>
            <a:endParaRPr lang="en-US" altLang="en-US" sz="4000" dirty="0">
              <a:latin typeface="Arial" panose="020B0604020202020204" pitchFamily="34" charset="0"/>
            </a:endParaRPr>
          </a:p>
        </p:txBody>
      </p:sp>
      <p:grpSp>
        <p:nvGrpSpPr>
          <p:cNvPr id="4" name="Group 3">
            <a:extLst>
              <a:ext uri="{FF2B5EF4-FFF2-40B4-BE49-F238E27FC236}">
                <a16:creationId xmlns:a16="http://schemas.microsoft.com/office/drawing/2014/main" id="{061C37EA-63AE-41D5-B419-85A6D4347570}"/>
              </a:ext>
            </a:extLst>
          </p:cNvPr>
          <p:cNvGrpSpPr/>
          <p:nvPr/>
        </p:nvGrpSpPr>
        <p:grpSpPr>
          <a:xfrm>
            <a:off x="3873664" y="2543266"/>
            <a:ext cx="3034678" cy="651392"/>
            <a:chOff x="8934812" y="2095792"/>
            <a:chExt cx="2884447" cy="651392"/>
          </a:xfrm>
        </p:grpSpPr>
        <p:cxnSp>
          <p:nvCxnSpPr>
            <p:cNvPr id="5" name="Straight Connector 4">
              <a:extLst>
                <a:ext uri="{FF2B5EF4-FFF2-40B4-BE49-F238E27FC236}">
                  <a16:creationId xmlns:a16="http://schemas.microsoft.com/office/drawing/2014/main" id="{F9F9397B-CE88-4911-BE3F-2BD7D9707727}"/>
                </a:ext>
              </a:extLst>
            </p:cNvPr>
            <p:cNvCxnSpPr>
              <a:cxnSpLocks/>
            </p:cNvCxnSpPr>
            <p:nvPr/>
          </p:nvCxnSpPr>
          <p:spPr>
            <a:xfrm>
              <a:off x="9917626" y="2095792"/>
              <a:ext cx="935144" cy="0"/>
            </a:xfrm>
            <a:prstGeom prst="line">
              <a:avLst/>
            </a:prstGeom>
            <a:ln w="57150">
              <a:solidFill>
                <a:schemeClr val="accent6">
                  <a:lumMod val="75000"/>
                </a:schemeClr>
              </a:solidFill>
            </a:ln>
          </p:spPr>
          <p:style>
            <a:lnRef idx="1">
              <a:schemeClr val="accent1"/>
            </a:lnRef>
            <a:fillRef idx="0">
              <a:schemeClr val="accent1"/>
            </a:fillRef>
            <a:effectRef idx="0">
              <a:schemeClr val="accent1"/>
            </a:effectRef>
            <a:fontRef idx="minor">
              <a:schemeClr val="tx1"/>
            </a:fontRef>
          </p:style>
        </p:cxnSp>
        <p:cxnSp>
          <p:nvCxnSpPr>
            <p:cNvPr id="6" name="Straight Connector 5">
              <a:extLst>
                <a:ext uri="{FF2B5EF4-FFF2-40B4-BE49-F238E27FC236}">
                  <a16:creationId xmlns:a16="http://schemas.microsoft.com/office/drawing/2014/main" id="{65B067C6-6598-4D36-90CD-EB415F4D60B4}"/>
                </a:ext>
              </a:extLst>
            </p:cNvPr>
            <p:cNvCxnSpPr>
              <a:cxnSpLocks/>
            </p:cNvCxnSpPr>
            <p:nvPr/>
          </p:nvCxnSpPr>
          <p:spPr>
            <a:xfrm flipV="1">
              <a:off x="10377033" y="2095792"/>
              <a:ext cx="0" cy="180000"/>
            </a:xfrm>
            <a:prstGeom prst="line">
              <a:avLst/>
            </a:prstGeom>
            <a:ln w="38100">
              <a:solidFill>
                <a:schemeClr val="accent6">
                  <a:lumMod val="75000"/>
                </a:schemeClr>
              </a:solidFill>
            </a:ln>
          </p:spPr>
          <p:style>
            <a:lnRef idx="1">
              <a:schemeClr val="accent1"/>
            </a:lnRef>
            <a:fillRef idx="0">
              <a:schemeClr val="accent1"/>
            </a:fillRef>
            <a:effectRef idx="0">
              <a:schemeClr val="accent1"/>
            </a:effectRef>
            <a:fontRef idx="minor">
              <a:schemeClr val="tx1"/>
            </a:fontRef>
          </p:style>
        </p:cxnSp>
        <p:sp>
          <p:nvSpPr>
            <p:cNvPr id="7" name="TextBox 6">
              <a:extLst>
                <a:ext uri="{FF2B5EF4-FFF2-40B4-BE49-F238E27FC236}">
                  <a16:creationId xmlns:a16="http://schemas.microsoft.com/office/drawing/2014/main" id="{960ADA62-6F76-4B50-8402-A3FD578F96AA}"/>
                </a:ext>
              </a:extLst>
            </p:cNvPr>
            <p:cNvSpPr txBox="1"/>
            <p:nvPr/>
          </p:nvSpPr>
          <p:spPr>
            <a:xfrm>
              <a:off x="8934812" y="2223964"/>
              <a:ext cx="2884447" cy="523220"/>
            </a:xfrm>
            <a:prstGeom prst="rect">
              <a:avLst/>
            </a:prstGeom>
            <a:noFill/>
          </p:spPr>
          <p:txBody>
            <a:bodyPr wrap="none" rtlCol="0">
              <a:spAutoFit/>
            </a:bodyPr>
            <a:lstStyle/>
            <a:p>
              <a:r>
                <a:rPr lang="en-GB" sz="2800" b="1" dirty="0">
                  <a:solidFill>
                    <a:srgbClr val="7030A0"/>
                  </a:solidFill>
                </a:rPr>
                <a:t>Field or calculation</a:t>
              </a:r>
            </a:p>
          </p:txBody>
        </p:sp>
      </p:grpSp>
    </p:spTree>
    <p:extLst>
      <p:ext uri="{BB962C8B-B14F-4D97-AF65-F5344CB8AC3E}">
        <p14:creationId xmlns:p14="http://schemas.microsoft.com/office/powerpoint/2010/main" val="293292054"/>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animEffect transition="in" filter="wipe(left)">
                                      <p:cBhvr>
                                        <p:cTn id="7" dur="1500"/>
                                        <p:tgtEl>
                                          <p:spTgt spid="3">
                                            <p:txEl>
                                              <p:pRg st="0" end="0"/>
                                            </p:txEl>
                                          </p:spTgt>
                                        </p:tgtEl>
                                      </p:cBhvr>
                                    </p:animEffect>
                                  </p:childTnLst>
                                </p:cTn>
                              </p:par>
                            </p:childTnLst>
                          </p:cTn>
                        </p:par>
                      </p:childTnLst>
                    </p:cTn>
                  </p:par>
                  <p:par>
                    <p:cTn id="8" fill="hold">
                      <p:stCondLst>
                        <p:cond delay="indefinite"/>
                      </p:stCondLst>
                      <p:childTnLst>
                        <p:par>
                          <p:cTn id="9" fill="hold">
                            <p:stCondLst>
                              <p:cond delay="0"/>
                            </p:stCondLst>
                            <p:childTnLst>
                              <p:par>
                                <p:cTn id="10" presetID="16" presetClass="entr" presetSubtype="37" fill="hold" nodeType="clickEffect">
                                  <p:stCondLst>
                                    <p:cond delay="0"/>
                                  </p:stCondLst>
                                  <p:childTnLst>
                                    <p:set>
                                      <p:cBhvr>
                                        <p:cTn id="11" dur="1" fill="hold">
                                          <p:stCondLst>
                                            <p:cond delay="0"/>
                                          </p:stCondLst>
                                        </p:cTn>
                                        <p:tgtEl>
                                          <p:spTgt spid="4"/>
                                        </p:tgtEl>
                                        <p:attrNameLst>
                                          <p:attrName>style.visibility</p:attrName>
                                        </p:attrNameLst>
                                      </p:cBhvr>
                                      <p:to>
                                        <p:strVal val="visible"/>
                                      </p:to>
                                    </p:set>
                                    <p:animEffect transition="in" filter="barn(outVertical)">
                                      <p:cBhvr>
                                        <p:cTn id="12" dur="1000"/>
                                        <p:tgtEl>
                                          <p:spTgt spid="4"/>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27.xml><?xml version="1.0" encoding="utf-8"?>
<p:sld xmlns:a="http://schemas.openxmlformats.org/drawingml/2006/main" xmlns:r="http://schemas.openxmlformats.org/officeDocument/2006/relationships" xmlns:p="http://schemas.openxmlformats.org/presentationml/2006/main" show="0">
  <p:cSld>
    <p:spTree>
      <p:nvGrpSpPr>
        <p:cNvPr id="1" name="">
          <a:extLst>
            <a:ext uri="{FF2B5EF4-FFF2-40B4-BE49-F238E27FC236}">
              <a16:creationId xmlns:a16="http://schemas.microsoft.com/office/drawing/2014/main" id="{C736348C-0928-B3AA-86E8-79C6250C9F33}"/>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D6B74997-4E3D-9128-AC0B-A872BE93DD2F}"/>
              </a:ext>
            </a:extLst>
          </p:cNvPr>
          <p:cNvSpPr>
            <a:spLocks noGrp="1"/>
          </p:cNvSpPr>
          <p:nvPr>
            <p:ph type="title"/>
          </p:nvPr>
        </p:nvSpPr>
        <p:spPr/>
        <p:txBody>
          <a:bodyPr/>
          <a:lstStyle/>
          <a:p>
            <a:r>
              <a:rPr lang="en-GB" dirty="0"/>
              <a:t>Casting</a:t>
            </a:r>
          </a:p>
        </p:txBody>
      </p:sp>
      <p:sp>
        <p:nvSpPr>
          <p:cNvPr id="3" name="Content Placeholder 2">
            <a:extLst>
              <a:ext uri="{FF2B5EF4-FFF2-40B4-BE49-F238E27FC236}">
                <a16:creationId xmlns:a16="http://schemas.microsoft.com/office/drawing/2014/main" id="{6DDB39DC-3811-9F33-CE19-3AD1CDA6229C}"/>
              </a:ext>
            </a:extLst>
          </p:cNvPr>
          <p:cNvSpPr>
            <a:spLocks noGrp="1"/>
          </p:cNvSpPr>
          <p:nvPr>
            <p:ph idx="1"/>
          </p:nvPr>
        </p:nvSpPr>
        <p:spPr/>
        <p:txBody>
          <a:bodyPr>
            <a:noAutofit/>
          </a:bodyPr>
          <a:lstStyle/>
          <a:p>
            <a:pPr marL="0" indent="0" eaLnBrk="0" fontAlgn="base" hangingPunct="0">
              <a:lnSpc>
                <a:spcPct val="100000"/>
              </a:lnSpc>
              <a:spcBef>
                <a:spcPct val="0"/>
              </a:spcBef>
              <a:spcAft>
                <a:spcPct val="0"/>
              </a:spcAft>
              <a:buNone/>
            </a:pPr>
            <a:r>
              <a:rPr lang="en-US" altLang="en-US" sz="4000" dirty="0">
                <a:solidFill>
                  <a:srgbClr val="B2B2B2"/>
                </a:solidFill>
                <a:latin typeface="Consolas" panose="020B0609020204030204" pitchFamily="49" charset="0"/>
              </a:rPr>
              <a:t>1 </a:t>
            </a:r>
            <a:r>
              <a:rPr lang="en-US" altLang="en-US" sz="4000" dirty="0">
                <a:solidFill>
                  <a:srgbClr val="A71D5D"/>
                </a:solidFill>
                <a:latin typeface="Consolas" panose="020B0609020204030204" pitchFamily="49" charset="0"/>
              </a:rPr>
              <a:t>SELECT CAST</a:t>
            </a:r>
            <a:r>
              <a:rPr lang="en-US" altLang="en-US" sz="4000" dirty="0">
                <a:solidFill>
                  <a:srgbClr val="000000"/>
                </a:solidFill>
                <a:latin typeface="Consolas" panose="020B0609020204030204" pitchFamily="49" charset="0"/>
              </a:rPr>
              <a:t>(</a:t>
            </a:r>
            <a:r>
              <a:rPr lang="en-US" altLang="en-US" sz="4000" dirty="0">
                <a:solidFill>
                  <a:srgbClr val="0086B3"/>
                </a:solidFill>
                <a:latin typeface="Consolas" panose="020B0609020204030204" pitchFamily="49" charset="0"/>
              </a:rPr>
              <a:t>11.9</a:t>
            </a:r>
            <a:r>
              <a:rPr lang="en-US" altLang="en-US" sz="4000" dirty="0">
                <a:solidFill>
                  <a:srgbClr val="000000"/>
                </a:solidFill>
                <a:latin typeface="Consolas" panose="020B0609020204030204" pitchFamily="49" charset="0"/>
              </a:rPr>
              <a:t> </a:t>
            </a:r>
            <a:r>
              <a:rPr lang="en-US" altLang="en-US" sz="4000" dirty="0">
                <a:solidFill>
                  <a:srgbClr val="A71D5D"/>
                </a:solidFill>
                <a:latin typeface="Consolas" panose="020B0609020204030204" pitchFamily="49" charset="0"/>
              </a:rPr>
              <a:t>AS</a:t>
            </a:r>
            <a:r>
              <a:rPr lang="en-US" altLang="en-US" sz="4000" dirty="0">
                <a:solidFill>
                  <a:srgbClr val="000000"/>
                </a:solidFill>
                <a:latin typeface="Consolas" panose="020B0609020204030204" pitchFamily="49" charset="0"/>
              </a:rPr>
              <a:t> </a:t>
            </a:r>
            <a:r>
              <a:rPr lang="en-US" altLang="en-US" sz="4000" dirty="0">
                <a:solidFill>
                  <a:srgbClr val="0086B3"/>
                </a:solidFill>
                <a:latin typeface="Consolas" panose="020B0609020204030204" pitchFamily="49" charset="0"/>
              </a:rPr>
              <a:t>INTEGER</a:t>
            </a:r>
            <a:r>
              <a:rPr lang="en-US" altLang="en-US" sz="4000" dirty="0">
                <a:solidFill>
                  <a:srgbClr val="000000"/>
                </a:solidFill>
                <a:latin typeface="Consolas" panose="020B0609020204030204" pitchFamily="49" charset="0"/>
              </a:rPr>
              <a:t>);</a:t>
            </a:r>
            <a:endParaRPr lang="en-US" altLang="en-US" sz="4000" dirty="0">
              <a:latin typeface="Arial" panose="020B0604020202020204" pitchFamily="34" charset="0"/>
            </a:endParaRPr>
          </a:p>
        </p:txBody>
      </p:sp>
    </p:spTree>
    <p:extLst>
      <p:ext uri="{BB962C8B-B14F-4D97-AF65-F5344CB8AC3E}">
        <p14:creationId xmlns:p14="http://schemas.microsoft.com/office/powerpoint/2010/main" val="1729334769"/>
      </p:ext>
    </p:extLst>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CE87805-17F2-4B70-B505-57FB17E1FEE3}"/>
              </a:ext>
            </a:extLst>
          </p:cNvPr>
          <p:cNvSpPr>
            <a:spLocks noGrp="1"/>
          </p:cNvSpPr>
          <p:nvPr>
            <p:ph type="title"/>
          </p:nvPr>
        </p:nvSpPr>
        <p:spPr/>
        <p:txBody>
          <a:bodyPr/>
          <a:lstStyle/>
          <a:p>
            <a:r>
              <a:rPr lang="en-GB" dirty="0"/>
              <a:t>Round</a:t>
            </a:r>
          </a:p>
        </p:txBody>
      </p:sp>
      <p:sp>
        <p:nvSpPr>
          <p:cNvPr id="3" name="Content Placeholder 2">
            <a:extLst>
              <a:ext uri="{FF2B5EF4-FFF2-40B4-BE49-F238E27FC236}">
                <a16:creationId xmlns:a16="http://schemas.microsoft.com/office/drawing/2014/main" id="{E4EE7085-4C5B-409B-8843-A8A3D3CB6E90}"/>
              </a:ext>
            </a:extLst>
          </p:cNvPr>
          <p:cNvSpPr>
            <a:spLocks noGrp="1"/>
          </p:cNvSpPr>
          <p:nvPr>
            <p:ph idx="1"/>
          </p:nvPr>
        </p:nvSpPr>
        <p:spPr/>
        <p:txBody>
          <a:bodyPr>
            <a:normAutofit/>
          </a:bodyPr>
          <a:lstStyle/>
          <a:p>
            <a:pPr marL="0" lvl="0" indent="0" eaLnBrk="0" fontAlgn="base" hangingPunct="0">
              <a:lnSpc>
                <a:spcPct val="100000"/>
              </a:lnSpc>
              <a:spcBef>
                <a:spcPct val="0"/>
              </a:spcBef>
              <a:spcAft>
                <a:spcPct val="0"/>
              </a:spcAft>
              <a:buNone/>
            </a:pPr>
            <a:r>
              <a:rPr lang="en-US" altLang="en-US" sz="4000" dirty="0">
                <a:solidFill>
                  <a:srgbClr val="B2B2B2"/>
                </a:solidFill>
                <a:latin typeface="Consolas" panose="020B0609020204030204" pitchFamily="49" charset="0"/>
              </a:rPr>
              <a:t>1 </a:t>
            </a:r>
            <a:r>
              <a:rPr lang="en-US" altLang="en-US" sz="4000" dirty="0">
                <a:solidFill>
                  <a:srgbClr val="A71D5D"/>
                </a:solidFill>
                <a:latin typeface="Consolas" panose="020B0609020204030204" pitchFamily="49" charset="0"/>
              </a:rPr>
              <a:t>SELECT</a:t>
            </a:r>
            <a:r>
              <a:rPr lang="en-US" altLang="en-US" sz="4000" dirty="0">
                <a:solidFill>
                  <a:srgbClr val="000000"/>
                </a:solidFill>
                <a:latin typeface="Consolas" panose="020B0609020204030204" pitchFamily="49" charset="0"/>
              </a:rPr>
              <a:t> </a:t>
            </a:r>
            <a:r>
              <a:rPr lang="en-US" altLang="en-US" sz="4000" dirty="0">
                <a:solidFill>
                  <a:srgbClr val="0086B3"/>
                </a:solidFill>
                <a:latin typeface="Consolas" panose="020B0609020204030204" pitchFamily="49" charset="0"/>
              </a:rPr>
              <a:t>ROUND</a:t>
            </a:r>
            <a:r>
              <a:rPr lang="en-US" altLang="en-US" sz="4000" dirty="0">
                <a:solidFill>
                  <a:srgbClr val="000000"/>
                </a:solidFill>
                <a:latin typeface="Consolas" panose="020B0609020204030204" pitchFamily="49" charset="0"/>
              </a:rPr>
              <a:t>(</a:t>
            </a:r>
            <a:r>
              <a:rPr lang="en-US" altLang="en-US" sz="4000" dirty="0">
                <a:solidFill>
                  <a:srgbClr val="0086B3"/>
                </a:solidFill>
                <a:latin typeface="Consolas" panose="020B0609020204030204" pitchFamily="49" charset="0"/>
              </a:rPr>
              <a:t>3.1415, 2</a:t>
            </a:r>
            <a:r>
              <a:rPr lang="en-US" altLang="en-US" sz="4000" dirty="0">
                <a:solidFill>
                  <a:srgbClr val="000000"/>
                </a:solidFill>
                <a:latin typeface="Consolas" panose="020B0609020204030204" pitchFamily="49" charset="0"/>
              </a:rPr>
              <a:t>);</a:t>
            </a:r>
            <a:endParaRPr lang="en-US" altLang="en-US" sz="5400" dirty="0">
              <a:latin typeface="Arial" panose="020B0604020202020204" pitchFamily="34" charset="0"/>
            </a:endParaRPr>
          </a:p>
        </p:txBody>
      </p:sp>
      <p:sp>
        <p:nvSpPr>
          <p:cNvPr id="4" name="Callout: Bent Line with No Border 3">
            <a:extLst>
              <a:ext uri="{FF2B5EF4-FFF2-40B4-BE49-F238E27FC236}">
                <a16:creationId xmlns:a16="http://schemas.microsoft.com/office/drawing/2014/main" id="{185813CB-9FAE-BFE0-99F7-D887C6794568}"/>
              </a:ext>
            </a:extLst>
          </p:cNvPr>
          <p:cNvSpPr/>
          <p:nvPr/>
        </p:nvSpPr>
        <p:spPr>
          <a:xfrm flipH="1">
            <a:off x="4232476" y="2658769"/>
            <a:ext cx="2551016" cy="862642"/>
          </a:xfrm>
          <a:prstGeom prst="callout2">
            <a:avLst>
              <a:gd name="adj1" fmla="val 52750"/>
              <a:gd name="adj2" fmla="val -2245"/>
              <a:gd name="adj3" fmla="val 52979"/>
              <a:gd name="adj4" fmla="val -19306"/>
              <a:gd name="adj5" fmla="val -13845"/>
              <a:gd name="adj6" fmla="val -26272"/>
            </a:avLst>
          </a:prstGeom>
          <a:noFill/>
          <a:ln w="38100">
            <a:solidFill>
              <a:schemeClr val="accent6">
                <a:lumMod val="75000"/>
              </a:schemeClr>
            </a:solidFill>
            <a:headEnd type="none" w="med" len="med"/>
            <a:tailEnd type="triangle" w="lg" len="lg"/>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r"/>
            <a:r>
              <a:rPr lang="en-GB" sz="2800" b="1" dirty="0">
                <a:solidFill>
                  <a:srgbClr val="7030A0"/>
                </a:solidFill>
              </a:rPr>
              <a:t>Decimal places </a:t>
            </a:r>
          </a:p>
        </p:txBody>
      </p:sp>
      <p:sp>
        <p:nvSpPr>
          <p:cNvPr id="5" name="Callout: Bent Line with No Border 4">
            <a:extLst>
              <a:ext uri="{FF2B5EF4-FFF2-40B4-BE49-F238E27FC236}">
                <a16:creationId xmlns:a16="http://schemas.microsoft.com/office/drawing/2014/main" id="{EB0E0EEA-3A4A-497B-97CE-13740A7D5F02}"/>
              </a:ext>
            </a:extLst>
          </p:cNvPr>
          <p:cNvSpPr/>
          <p:nvPr/>
        </p:nvSpPr>
        <p:spPr>
          <a:xfrm>
            <a:off x="7074543" y="1027906"/>
            <a:ext cx="3406767" cy="862642"/>
          </a:xfrm>
          <a:prstGeom prst="callout2">
            <a:avLst>
              <a:gd name="adj1" fmla="val 52750"/>
              <a:gd name="adj2" fmla="val -2245"/>
              <a:gd name="adj3" fmla="val 52979"/>
              <a:gd name="adj4" fmla="val -19306"/>
              <a:gd name="adj5" fmla="val 102889"/>
              <a:gd name="adj6" fmla="val -24457"/>
            </a:avLst>
          </a:prstGeom>
          <a:noFill/>
          <a:ln w="38100">
            <a:solidFill>
              <a:schemeClr val="accent6">
                <a:lumMod val="75000"/>
              </a:schemeClr>
            </a:solidFill>
            <a:headEnd type="none" w="med" len="med"/>
            <a:tailEnd type="triangle" w="lg" len="lg"/>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GB" sz="2800" b="1" dirty="0">
                <a:solidFill>
                  <a:srgbClr val="7030A0"/>
                </a:solidFill>
              </a:rPr>
              <a:t>Field or calculation</a:t>
            </a:r>
          </a:p>
        </p:txBody>
      </p:sp>
    </p:spTree>
    <p:extLst>
      <p:ext uri="{BB962C8B-B14F-4D97-AF65-F5344CB8AC3E}">
        <p14:creationId xmlns:p14="http://schemas.microsoft.com/office/powerpoint/2010/main" val="2101183669"/>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animEffect transition="in" filter="wipe(left)">
                                      <p:cBhvr>
                                        <p:cTn id="7" dur="1000"/>
                                        <p:tgtEl>
                                          <p:spTgt spid="3">
                                            <p:txEl>
                                              <p:pRg st="0" end="0"/>
                                            </p:txEl>
                                          </p:spTgt>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grpId="0" nodeType="clickEffect">
                                  <p:stCondLst>
                                    <p:cond delay="0"/>
                                  </p:stCondLst>
                                  <p:childTnLst>
                                    <p:set>
                                      <p:cBhvr>
                                        <p:cTn id="11" dur="1" fill="hold">
                                          <p:stCondLst>
                                            <p:cond delay="0"/>
                                          </p:stCondLst>
                                        </p:cTn>
                                        <p:tgtEl>
                                          <p:spTgt spid="5"/>
                                        </p:tgtEl>
                                        <p:attrNameLst>
                                          <p:attrName>style.visibility</p:attrName>
                                        </p:attrNameLst>
                                      </p:cBhvr>
                                      <p:to>
                                        <p:strVal val="visible"/>
                                      </p:to>
                                    </p:set>
                                    <p:animEffect transition="in" filter="fade">
                                      <p:cBhvr>
                                        <p:cTn id="12" dur="1000"/>
                                        <p:tgtEl>
                                          <p:spTgt spid="5"/>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grpId="0" nodeType="clickEffect">
                                  <p:stCondLst>
                                    <p:cond delay="0"/>
                                  </p:stCondLst>
                                  <p:childTnLst>
                                    <p:set>
                                      <p:cBhvr>
                                        <p:cTn id="16" dur="1" fill="hold">
                                          <p:stCondLst>
                                            <p:cond delay="0"/>
                                          </p:stCondLst>
                                        </p:cTn>
                                        <p:tgtEl>
                                          <p:spTgt spid="4"/>
                                        </p:tgtEl>
                                        <p:attrNameLst>
                                          <p:attrName>style.visibility</p:attrName>
                                        </p:attrNameLst>
                                      </p:cBhvr>
                                      <p:to>
                                        <p:strVal val="visible"/>
                                      </p:to>
                                    </p:set>
                                    <p:animEffect transition="in" filter="fade">
                                      <p:cBhvr>
                                        <p:cTn id="17" dur="1000"/>
                                        <p:tgtEl>
                                          <p:spTgt spid="4"/>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P spid="4" grpId="0" animBg="1"/>
      <p:bldP spid="5" grpId="0" animBg="1"/>
    </p:bldLst>
  </p:timing>
</p:sld>
</file>

<file path=ppt/slides/slide29.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CE87805-17F2-4B70-B505-57FB17E1FEE3}"/>
              </a:ext>
            </a:extLst>
          </p:cNvPr>
          <p:cNvSpPr>
            <a:spLocks noGrp="1"/>
          </p:cNvSpPr>
          <p:nvPr>
            <p:ph type="title"/>
          </p:nvPr>
        </p:nvSpPr>
        <p:spPr/>
        <p:txBody>
          <a:bodyPr/>
          <a:lstStyle/>
          <a:p>
            <a:r>
              <a:rPr lang="en-GB" dirty="0"/>
              <a:t>Round</a:t>
            </a:r>
          </a:p>
        </p:txBody>
      </p:sp>
      <p:sp>
        <p:nvSpPr>
          <p:cNvPr id="3" name="Content Placeholder 2">
            <a:extLst>
              <a:ext uri="{FF2B5EF4-FFF2-40B4-BE49-F238E27FC236}">
                <a16:creationId xmlns:a16="http://schemas.microsoft.com/office/drawing/2014/main" id="{E4EE7085-4C5B-409B-8843-A8A3D3CB6E90}"/>
              </a:ext>
            </a:extLst>
          </p:cNvPr>
          <p:cNvSpPr>
            <a:spLocks noGrp="1"/>
          </p:cNvSpPr>
          <p:nvPr>
            <p:ph idx="1"/>
          </p:nvPr>
        </p:nvSpPr>
        <p:spPr/>
        <p:txBody>
          <a:bodyPr>
            <a:normAutofit/>
          </a:bodyPr>
          <a:lstStyle/>
          <a:p>
            <a:pPr marL="0" lvl="0" indent="0" eaLnBrk="0" fontAlgn="base" hangingPunct="0">
              <a:lnSpc>
                <a:spcPct val="100000"/>
              </a:lnSpc>
              <a:spcBef>
                <a:spcPct val="0"/>
              </a:spcBef>
              <a:spcAft>
                <a:spcPct val="0"/>
              </a:spcAft>
              <a:buNone/>
            </a:pPr>
            <a:r>
              <a:rPr lang="en-US" altLang="en-US" sz="4000" dirty="0">
                <a:solidFill>
                  <a:srgbClr val="B2B2B2"/>
                </a:solidFill>
                <a:latin typeface="Consolas" panose="020B0609020204030204" pitchFamily="49" charset="0"/>
              </a:rPr>
              <a:t>1 </a:t>
            </a:r>
            <a:r>
              <a:rPr lang="en-US" altLang="en-US" sz="4000" dirty="0">
                <a:solidFill>
                  <a:srgbClr val="A71D5D"/>
                </a:solidFill>
                <a:latin typeface="Consolas" panose="020B0609020204030204" pitchFamily="49" charset="0"/>
              </a:rPr>
              <a:t>SELECT</a:t>
            </a:r>
            <a:r>
              <a:rPr lang="en-US" altLang="en-US" sz="4000" dirty="0">
                <a:solidFill>
                  <a:srgbClr val="000000"/>
                </a:solidFill>
                <a:latin typeface="Consolas" panose="020B0609020204030204" pitchFamily="49" charset="0"/>
              </a:rPr>
              <a:t> </a:t>
            </a:r>
            <a:r>
              <a:rPr lang="en-US" altLang="en-US" sz="4000" dirty="0">
                <a:solidFill>
                  <a:srgbClr val="0086B3"/>
                </a:solidFill>
                <a:latin typeface="Consolas" panose="020B0609020204030204" pitchFamily="49" charset="0"/>
              </a:rPr>
              <a:t>ROUND</a:t>
            </a:r>
            <a:r>
              <a:rPr lang="en-US" altLang="en-US" sz="4000" dirty="0">
                <a:solidFill>
                  <a:srgbClr val="000000"/>
                </a:solidFill>
                <a:latin typeface="Consolas" panose="020B0609020204030204" pitchFamily="49" charset="0"/>
              </a:rPr>
              <a:t>(</a:t>
            </a:r>
            <a:r>
              <a:rPr lang="en-US" altLang="en-US" sz="4000" dirty="0">
                <a:solidFill>
                  <a:srgbClr val="0086B3"/>
                </a:solidFill>
                <a:latin typeface="Consolas" panose="020B0609020204030204" pitchFamily="49" charset="0"/>
              </a:rPr>
              <a:t>3.1415, 2</a:t>
            </a:r>
            <a:r>
              <a:rPr lang="en-US" altLang="en-US" sz="4000" dirty="0">
                <a:solidFill>
                  <a:srgbClr val="000000"/>
                </a:solidFill>
                <a:latin typeface="Consolas" panose="020B0609020204030204" pitchFamily="49" charset="0"/>
              </a:rPr>
              <a:t>);</a:t>
            </a:r>
            <a:endParaRPr lang="en-US" altLang="en-US" sz="5400" dirty="0">
              <a:latin typeface="Arial" panose="020B0604020202020204" pitchFamily="34" charset="0"/>
            </a:endParaRPr>
          </a:p>
        </p:txBody>
      </p:sp>
    </p:spTree>
    <p:extLst>
      <p:ext uri="{BB962C8B-B14F-4D97-AF65-F5344CB8AC3E}">
        <p14:creationId xmlns:p14="http://schemas.microsoft.com/office/powerpoint/2010/main" val="2734450975"/>
      </p:ext>
    </p:extLst>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CE87805-17F2-4B70-B505-57FB17E1FEE3}"/>
              </a:ext>
            </a:extLst>
          </p:cNvPr>
          <p:cNvSpPr>
            <a:spLocks noGrp="1"/>
          </p:cNvSpPr>
          <p:nvPr>
            <p:ph type="title"/>
          </p:nvPr>
        </p:nvSpPr>
        <p:spPr/>
        <p:txBody>
          <a:bodyPr/>
          <a:lstStyle/>
          <a:p>
            <a:r>
              <a:rPr lang="en-GB" dirty="0"/>
              <a:t>Convert Date to a Number</a:t>
            </a:r>
          </a:p>
        </p:txBody>
      </p:sp>
      <p:sp>
        <p:nvSpPr>
          <p:cNvPr id="3" name="Content Placeholder 2">
            <a:extLst>
              <a:ext uri="{FF2B5EF4-FFF2-40B4-BE49-F238E27FC236}">
                <a16:creationId xmlns:a16="http://schemas.microsoft.com/office/drawing/2014/main" id="{E4EE7085-4C5B-409B-8843-A8A3D3CB6E90}"/>
              </a:ext>
            </a:extLst>
          </p:cNvPr>
          <p:cNvSpPr>
            <a:spLocks noGrp="1"/>
          </p:cNvSpPr>
          <p:nvPr>
            <p:ph idx="1"/>
          </p:nvPr>
        </p:nvSpPr>
        <p:spPr/>
        <p:txBody>
          <a:bodyPr>
            <a:normAutofit/>
          </a:bodyPr>
          <a:lstStyle/>
          <a:p>
            <a:pPr marL="0" lvl="0" indent="0" eaLnBrk="0" fontAlgn="base" hangingPunct="0">
              <a:lnSpc>
                <a:spcPct val="100000"/>
              </a:lnSpc>
              <a:spcBef>
                <a:spcPct val="0"/>
              </a:spcBef>
              <a:spcAft>
                <a:spcPct val="0"/>
              </a:spcAft>
              <a:buNone/>
            </a:pPr>
            <a:r>
              <a:rPr lang="en-US" altLang="en-US" sz="4000" dirty="0">
                <a:solidFill>
                  <a:srgbClr val="B2B2B2"/>
                </a:solidFill>
                <a:latin typeface="Consolas" panose="020B0609020204030204" pitchFamily="49" charset="0"/>
              </a:rPr>
              <a:t>1 </a:t>
            </a:r>
            <a:r>
              <a:rPr lang="en-US" altLang="en-US" sz="4000" dirty="0">
                <a:solidFill>
                  <a:srgbClr val="A71D5D"/>
                </a:solidFill>
                <a:latin typeface="Consolas" panose="020B0609020204030204" pitchFamily="49" charset="0"/>
              </a:rPr>
              <a:t>SELECT</a:t>
            </a:r>
            <a:r>
              <a:rPr lang="en-US" altLang="en-US" sz="4000" dirty="0">
                <a:solidFill>
                  <a:srgbClr val="000000"/>
                </a:solidFill>
                <a:latin typeface="Consolas" panose="020B0609020204030204" pitchFamily="49" charset="0"/>
              </a:rPr>
              <a:t> </a:t>
            </a:r>
            <a:r>
              <a:rPr lang="en-US" altLang="en-US" sz="4000" dirty="0" err="1">
                <a:solidFill>
                  <a:srgbClr val="0086B3"/>
                </a:solidFill>
                <a:latin typeface="Consolas" panose="020B0609020204030204" pitchFamily="49" charset="0"/>
              </a:rPr>
              <a:t>JULIANDAY</a:t>
            </a:r>
            <a:r>
              <a:rPr lang="en-US" altLang="en-US" sz="4000" dirty="0">
                <a:solidFill>
                  <a:srgbClr val="000000"/>
                </a:solidFill>
                <a:latin typeface="Consolas" panose="020B0609020204030204" pitchFamily="49" charset="0"/>
              </a:rPr>
              <a:t>("1999-12-31");</a:t>
            </a:r>
            <a:endParaRPr lang="en-US" altLang="en-US" sz="5400" dirty="0">
              <a:latin typeface="Arial" panose="020B0604020202020204" pitchFamily="34" charset="0"/>
            </a:endParaRPr>
          </a:p>
        </p:txBody>
      </p:sp>
      <p:sp>
        <p:nvSpPr>
          <p:cNvPr id="4" name="Callout: Bent Line with No Border 3">
            <a:extLst>
              <a:ext uri="{FF2B5EF4-FFF2-40B4-BE49-F238E27FC236}">
                <a16:creationId xmlns:a16="http://schemas.microsoft.com/office/drawing/2014/main" id="{77E8332C-AADD-4F2B-B0E2-AC0B43D6AE90}"/>
              </a:ext>
            </a:extLst>
          </p:cNvPr>
          <p:cNvSpPr/>
          <p:nvPr/>
        </p:nvSpPr>
        <p:spPr>
          <a:xfrm>
            <a:off x="6957888" y="2566358"/>
            <a:ext cx="4243512" cy="862642"/>
          </a:xfrm>
          <a:prstGeom prst="callout2">
            <a:avLst>
              <a:gd name="adj1" fmla="val 52750"/>
              <a:gd name="adj2" fmla="val -2245"/>
              <a:gd name="adj3" fmla="val 52979"/>
              <a:gd name="adj4" fmla="val -19306"/>
              <a:gd name="adj5" fmla="val -13845"/>
              <a:gd name="adj6" fmla="val -26272"/>
            </a:avLst>
          </a:prstGeom>
          <a:noFill/>
          <a:ln w="38100">
            <a:solidFill>
              <a:schemeClr val="accent6">
                <a:lumMod val="75000"/>
              </a:schemeClr>
            </a:solidFill>
            <a:headEnd type="none" w="med" len="med"/>
            <a:tailEnd type="triangle" w="lg" len="lg"/>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GB" sz="2800" b="1" dirty="0">
                <a:solidFill>
                  <a:srgbClr val="7030A0"/>
                </a:solidFill>
              </a:rPr>
              <a:t>Converts date to a number</a:t>
            </a:r>
          </a:p>
        </p:txBody>
      </p:sp>
    </p:spTree>
    <p:extLst>
      <p:ext uri="{BB962C8B-B14F-4D97-AF65-F5344CB8AC3E}">
        <p14:creationId xmlns:p14="http://schemas.microsoft.com/office/powerpoint/2010/main" val="4107584093"/>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animEffect transition="in" filter="wipe(left)">
                                      <p:cBhvr>
                                        <p:cTn id="7" dur="1000"/>
                                        <p:tgtEl>
                                          <p:spTgt spid="3">
                                            <p:txEl>
                                              <p:pRg st="0" end="0"/>
                                            </p:txEl>
                                          </p:spTgt>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grpId="0" nodeType="clickEffect">
                                  <p:stCondLst>
                                    <p:cond delay="0"/>
                                  </p:stCondLst>
                                  <p:childTnLst>
                                    <p:set>
                                      <p:cBhvr>
                                        <p:cTn id="11" dur="1" fill="hold">
                                          <p:stCondLst>
                                            <p:cond delay="0"/>
                                          </p:stCondLst>
                                        </p:cTn>
                                        <p:tgtEl>
                                          <p:spTgt spid="4"/>
                                        </p:tgtEl>
                                        <p:attrNameLst>
                                          <p:attrName>style.visibility</p:attrName>
                                        </p:attrNameLst>
                                      </p:cBhvr>
                                      <p:to>
                                        <p:strVal val="visible"/>
                                      </p:to>
                                    </p:set>
                                    <p:animEffect transition="in" filter="fade">
                                      <p:cBhvr>
                                        <p:cTn id="12" dur="1000"/>
                                        <p:tgtEl>
                                          <p:spTgt spid="4"/>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P spid="4" grpId="0" animBg="1"/>
    </p:bldLst>
  </p:timing>
</p:sld>
</file>

<file path=ppt/slides/slide31.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CE87805-17F2-4B70-B505-57FB17E1FEE3}"/>
              </a:ext>
            </a:extLst>
          </p:cNvPr>
          <p:cNvSpPr>
            <a:spLocks noGrp="1"/>
          </p:cNvSpPr>
          <p:nvPr>
            <p:ph type="title"/>
          </p:nvPr>
        </p:nvSpPr>
        <p:spPr/>
        <p:txBody>
          <a:bodyPr/>
          <a:lstStyle/>
          <a:p>
            <a:r>
              <a:rPr lang="en-GB" dirty="0"/>
              <a:t>Convert Date to a Number</a:t>
            </a:r>
          </a:p>
        </p:txBody>
      </p:sp>
      <p:sp>
        <p:nvSpPr>
          <p:cNvPr id="3" name="Content Placeholder 2">
            <a:extLst>
              <a:ext uri="{FF2B5EF4-FFF2-40B4-BE49-F238E27FC236}">
                <a16:creationId xmlns:a16="http://schemas.microsoft.com/office/drawing/2014/main" id="{E4EE7085-4C5B-409B-8843-A8A3D3CB6E90}"/>
              </a:ext>
            </a:extLst>
          </p:cNvPr>
          <p:cNvSpPr>
            <a:spLocks noGrp="1"/>
          </p:cNvSpPr>
          <p:nvPr>
            <p:ph idx="1"/>
          </p:nvPr>
        </p:nvSpPr>
        <p:spPr/>
        <p:txBody>
          <a:bodyPr>
            <a:normAutofit/>
          </a:bodyPr>
          <a:lstStyle/>
          <a:p>
            <a:pPr marL="0" lvl="0" indent="0" eaLnBrk="0" fontAlgn="base" hangingPunct="0">
              <a:lnSpc>
                <a:spcPct val="100000"/>
              </a:lnSpc>
              <a:spcBef>
                <a:spcPct val="0"/>
              </a:spcBef>
              <a:spcAft>
                <a:spcPct val="0"/>
              </a:spcAft>
              <a:buNone/>
            </a:pPr>
            <a:r>
              <a:rPr lang="en-US" altLang="en-US" sz="4000" dirty="0">
                <a:solidFill>
                  <a:srgbClr val="B2B2B2"/>
                </a:solidFill>
                <a:latin typeface="Consolas" panose="020B0609020204030204" pitchFamily="49" charset="0"/>
              </a:rPr>
              <a:t>1 </a:t>
            </a:r>
            <a:r>
              <a:rPr lang="en-US" altLang="en-US" sz="4000" dirty="0">
                <a:solidFill>
                  <a:srgbClr val="A71D5D"/>
                </a:solidFill>
                <a:latin typeface="Consolas" panose="020B0609020204030204" pitchFamily="49" charset="0"/>
              </a:rPr>
              <a:t>SELECT</a:t>
            </a:r>
            <a:r>
              <a:rPr lang="en-US" altLang="en-US" sz="4000" dirty="0">
                <a:solidFill>
                  <a:srgbClr val="000000"/>
                </a:solidFill>
                <a:latin typeface="Consolas" panose="020B0609020204030204" pitchFamily="49" charset="0"/>
              </a:rPr>
              <a:t> </a:t>
            </a:r>
            <a:r>
              <a:rPr lang="en-US" altLang="en-US" sz="4000" dirty="0" err="1">
                <a:solidFill>
                  <a:srgbClr val="0086B3"/>
                </a:solidFill>
                <a:latin typeface="Consolas" panose="020B0609020204030204" pitchFamily="49" charset="0"/>
              </a:rPr>
              <a:t>JULIANDAY</a:t>
            </a:r>
            <a:r>
              <a:rPr lang="en-US" altLang="en-US" sz="4000" dirty="0">
                <a:solidFill>
                  <a:srgbClr val="000000"/>
                </a:solidFill>
                <a:latin typeface="Consolas" panose="020B0609020204030204" pitchFamily="49" charset="0"/>
              </a:rPr>
              <a:t>("1999-12-31");</a:t>
            </a:r>
            <a:endParaRPr lang="en-US" altLang="en-US" sz="5400" dirty="0">
              <a:latin typeface="Arial" panose="020B0604020202020204" pitchFamily="34" charset="0"/>
            </a:endParaRPr>
          </a:p>
        </p:txBody>
      </p:sp>
    </p:spTree>
    <p:extLst>
      <p:ext uri="{BB962C8B-B14F-4D97-AF65-F5344CB8AC3E}">
        <p14:creationId xmlns:p14="http://schemas.microsoft.com/office/powerpoint/2010/main" val="2224595681"/>
      </p:ext>
    </p:extLst>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CE87805-17F2-4B70-B505-57FB17E1FEE3}"/>
              </a:ext>
            </a:extLst>
          </p:cNvPr>
          <p:cNvSpPr>
            <a:spLocks noGrp="1"/>
          </p:cNvSpPr>
          <p:nvPr>
            <p:ph type="title"/>
          </p:nvPr>
        </p:nvSpPr>
        <p:spPr/>
        <p:txBody>
          <a:bodyPr/>
          <a:lstStyle/>
          <a:p>
            <a:r>
              <a:rPr lang="en-GB" dirty="0"/>
              <a:t>Convert Number to a Date</a:t>
            </a:r>
          </a:p>
        </p:txBody>
      </p:sp>
      <p:sp>
        <p:nvSpPr>
          <p:cNvPr id="3" name="Content Placeholder 2">
            <a:extLst>
              <a:ext uri="{FF2B5EF4-FFF2-40B4-BE49-F238E27FC236}">
                <a16:creationId xmlns:a16="http://schemas.microsoft.com/office/drawing/2014/main" id="{E4EE7085-4C5B-409B-8843-A8A3D3CB6E90}"/>
              </a:ext>
            </a:extLst>
          </p:cNvPr>
          <p:cNvSpPr>
            <a:spLocks noGrp="1"/>
          </p:cNvSpPr>
          <p:nvPr>
            <p:ph idx="1"/>
          </p:nvPr>
        </p:nvSpPr>
        <p:spPr/>
        <p:txBody>
          <a:bodyPr>
            <a:normAutofit/>
          </a:bodyPr>
          <a:lstStyle/>
          <a:p>
            <a:pPr marL="0" lvl="0" indent="0" eaLnBrk="0" fontAlgn="base" hangingPunct="0">
              <a:lnSpc>
                <a:spcPct val="100000"/>
              </a:lnSpc>
              <a:spcBef>
                <a:spcPct val="0"/>
              </a:spcBef>
              <a:spcAft>
                <a:spcPct val="0"/>
              </a:spcAft>
              <a:buNone/>
            </a:pPr>
            <a:r>
              <a:rPr lang="en-US" altLang="en-US" sz="4000" dirty="0">
                <a:solidFill>
                  <a:srgbClr val="B2B2B2"/>
                </a:solidFill>
                <a:latin typeface="Consolas" panose="020B0609020204030204" pitchFamily="49" charset="0"/>
              </a:rPr>
              <a:t>1 </a:t>
            </a:r>
            <a:r>
              <a:rPr lang="en-US" altLang="en-US" sz="4000" dirty="0">
                <a:solidFill>
                  <a:srgbClr val="A71D5D"/>
                </a:solidFill>
                <a:latin typeface="Consolas" panose="020B0609020204030204" pitchFamily="49" charset="0"/>
              </a:rPr>
              <a:t>SELECT</a:t>
            </a:r>
            <a:r>
              <a:rPr lang="en-US" altLang="en-US" sz="4000" dirty="0">
                <a:solidFill>
                  <a:srgbClr val="000000"/>
                </a:solidFill>
                <a:latin typeface="Consolas" panose="020B0609020204030204" pitchFamily="49" charset="0"/>
              </a:rPr>
              <a:t> </a:t>
            </a:r>
            <a:r>
              <a:rPr lang="en-US" altLang="en-US" sz="4000" dirty="0">
                <a:solidFill>
                  <a:srgbClr val="0086B3"/>
                </a:solidFill>
                <a:latin typeface="Consolas" panose="020B0609020204030204" pitchFamily="49" charset="0"/>
              </a:rPr>
              <a:t>DATE</a:t>
            </a:r>
            <a:r>
              <a:rPr lang="en-US" altLang="en-US" sz="4000" dirty="0">
                <a:solidFill>
                  <a:srgbClr val="000000"/>
                </a:solidFill>
                <a:latin typeface="Consolas" panose="020B0609020204030204" pitchFamily="49" charset="0"/>
              </a:rPr>
              <a:t>(2451543.5);</a:t>
            </a:r>
            <a:endParaRPr lang="en-US" altLang="en-US" sz="5400" dirty="0">
              <a:latin typeface="Arial" panose="020B0604020202020204" pitchFamily="34" charset="0"/>
            </a:endParaRPr>
          </a:p>
        </p:txBody>
      </p:sp>
      <p:sp>
        <p:nvSpPr>
          <p:cNvPr id="4" name="Callout: Bent Line with No Border 3">
            <a:extLst>
              <a:ext uri="{FF2B5EF4-FFF2-40B4-BE49-F238E27FC236}">
                <a16:creationId xmlns:a16="http://schemas.microsoft.com/office/drawing/2014/main" id="{77E8332C-AADD-4F2B-B0E2-AC0B43D6AE90}"/>
              </a:ext>
            </a:extLst>
          </p:cNvPr>
          <p:cNvSpPr/>
          <p:nvPr/>
        </p:nvSpPr>
        <p:spPr>
          <a:xfrm>
            <a:off x="5586288" y="2566358"/>
            <a:ext cx="4163502" cy="862642"/>
          </a:xfrm>
          <a:prstGeom prst="callout2">
            <a:avLst>
              <a:gd name="adj1" fmla="val 52750"/>
              <a:gd name="adj2" fmla="val -2245"/>
              <a:gd name="adj3" fmla="val 52979"/>
              <a:gd name="adj4" fmla="val -19306"/>
              <a:gd name="adj5" fmla="val -13845"/>
              <a:gd name="adj6" fmla="val -26272"/>
            </a:avLst>
          </a:prstGeom>
          <a:noFill/>
          <a:ln w="38100">
            <a:solidFill>
              <a:schemeClr val="accent6">
                <a:lumMod val="75000"/>
              </a:schemeClr>
            </a:solidFill>
            <a:headEnd type="none" w="med" len="med"/>
            <a:tailEnd type="triangle" w="lg" len="lg"/>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GB" sz="2800" b="1" dirty="0">
                <a:solidFill>
                  <a:srgbClr val="7030A0"/>
                </a:solidFill>
              </a:rPr>
              <a:t>Converts number to a date</a:t>
            </a:r>
          </a:p>
        </p:txBody>
      </p:sp>
    </p:spTree>
    <p:extLst>
      <p:ext uri="{BB962C8B-B14F-4D97-AF65-F5344CB8AC3E}">
        <p14:creationId xmlns:p14="http://schemas.microsoft.com/office/powerpoint/2010/main" val="731722010"/>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animEffect transition="in" filter="wipe(left)">
                                      <p:cBhvr>
                                        <p:cTn id="7" dur="1000"/>
                                        <p:tgtEl>
                                          <p:spTgt spid="3">
                                            <p:txEl>
                                              <p:pRg st="0" end="0"/>
                                            </p:txEl>
                                          </p:spTgt>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grpId="0" nodeType="clickEffect">
                                  <p:stCondLst>
                                    <p:cond delay="0"/>
                                  </p:stCondLst>
                                  <p:childTnLst>
                                    <p:set>
                                      <p:cBhvr>
                                        <p:cTn id="11" dur="1" fill="hold">
                                          <p:stCondLst>
                                            <p:cond delay="0"/>
                                          </p:stCondLst>
                                        </p:cTn>
                                        <p:tgtEl>
                                          <p:spTgt spid="4"/>
                                        </p:tgtEl>
                                        <p:attrNameLst>
                                          <p:attrName>style.visibility</p:attrName>
                                        </p:attrNameLst>
                                      </p:cBhvr>
                                      <p:to>
                                        <p:strVal val="visible"/>
                                      </p:to>
                                    </p:set>
                                    <p:animEffect transition="in" filter="fade">
                                      <p:cBhvr>
                                        <p:cTn id="12" dur="1000"/>
                                        <p:tgtEl>
                                          <p:spTgt spid="4"/>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P spid="4" grpId="0" animBg="1"/>
    </p:bldLst>
  </p:timing>
</p:sld>
</file>

<file path=ppt/slides/slide33.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CE87805-17F2-4B70-B505-57FB17E1FEE3}"/>
              </a:ext>
            </a:extLst>
          </p:cNvPr>
          <p:cNvSpPr>
            <a:spLocks noGrp="1"/>
          </p:cNvSpPr>
          <p:nvPr>
            <p:ph type="title"/>
          </p:nvPr>
        </p:nvSpPr>
        <p:spPr/>
        <p:txBody>
          <a:bodyPr/>
          <a:lstStyle/>
          <a:p>
            <a:r>
              <a:rPr lang="en-GB" dirty="0"/>
              <a:t>Convert Number to a Date</a:t>
            </a:r>
          </a:p>
        </p:txBody>
      </p:sp>
      <p:sp>
        <p:nvSpPr>
          <p:cNvPr id="3" name="Content Placeholder 2">
            <a:extLst>
              <a:ext uri="{FF2B5EF4-FFF2-40B4-BE49-F238E27FC236}">
                <a16:creationId xmlns:a16="http://schemas.microsoft.com/office/drawing/2014/main" id="{E4EE7085-4C5B-409B-8843-A8A3D3CB6E90}"/>
              </a:ext>
            </a:extLst>
          </p:cNvPr>
          <p:cNvSpPr>
            <a:spLocks noGrp="1"/>
          </p:cNvSpPr>
          <p:nvPr>
            <p:ph idx="1"/>
          </p:nvPr>
        </p:nvSpPr>
        <p:spPr/>
        <p:txBody>
          <a:bodyPr>
            <a:normAutofit/>
          </a:bodyPr>
          <a:lstStyle/>
          <a:p>
            <a:pPr marL="0" lvl="0" indent="0" eaLnBrk="0" fontAlgn="base" hangingPunct="0">
              <a:lnSpc>
                <a:spcPct val="100000"/>
              </a:lnSpc>
              <a:spcBef>
                <a:spcPct val="0"/>
              </a:spcBef>
              <a:spcAft>
                <a:spcPct val="0"/>
              </a:spcAft>
              <a:buNone/>
            </a:pPr>
            <a:r>
              <a:rPr lang="en-US" altLang="en-US" sz="4000" dirty="0">
                <a:solidFill>
                  <a:srgbClr val="B2B2B2"/>
                </a:solidFill>
                <a:latin typeface="Consolas" panose="020B0609020204030204" pitchFamily="49" charset="0"/>
              </a:rPr>
              <a:t>1 </a:t>
            </a:r>
            <a:r>
              <a:rPr lang="en-US" altLang="en-US" sz="4000" dirty="0">
                <a:solidFill>
                  <a:srgbClr val="A71D5D"/>
                </a:solidFill>
                <a:latin typeface="Consolas" panose="020B0609020204030204" pitchFamily="49" charset="0"/>
              </a:rPr>
              <a:t>SELECT</a:t>
            </a:r>
            <a:r>
              <a:rPr lang="en-US" altLang="en-US" sz="4000" dirty="0">
                <a:solidFill>
                  <a:srgbClr val="000000"/>
                </a:solidFill>
                <a:latin typeface="Consolas" panose="020B0609020204030204" pitchFamily="49" charset="0"/>
              </a:rPr>
              <a:t> </a:t>
            </a:r>
            <a:r>
              <a:rPr lang="en-US" altLang="en-US" sz="4000" dirty="0">
                <a:solidFill>
                  <a:srgbClr val="0086B3"/>
                </a:solidFill>
                <a:latin typeface="Consolas" panose="020B0609020204030204" pitchFamily="49" charset="0"/>
              </a:rPr>
              <a:t>DATE</a:t>
            </a:r>
            <a:r>
              <a:rPr lang="en-US" altLang="en-US" sz="4000" dirty="0">
                <a:solidFill>
                  <a:srgbClr val="000000"/>
                </a:solidFill>
                <a:latin typeface="Consolas" panose="020B0609020204030204" pitchFamily="49" charset="0"/>
              </a:rPr>
              <a:t>(2451543.5);</a:t>
            </a:r>
            <a:endParaRPr lang="en-US" altLang="en-US" sz="5400" dirty="0">
              <a:latin typeface="Arial" panose="020B0604020202020204" pitchFamily="34" charset="0"/>
            </a:endParaRPr>
          </a:p>
        </p:txBody>
      </p:sp>
    </p:spTree>
    <p:extLst>
      <p:ext uri="{BB962C8B-B14F-4D97-AF65-F5344CB8AC3E}">
        <p14:creationId xmlns:p14="http://schemas.microsoft.com/office/powerpoint/2010/main" val="234386027"/>
      </p:ext>
    </p:extLst>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GB" dirty="0"/>
              <a:t>Learning Intentions</a:t>
            </a:r>
          </a:p>
        </p:txBody>
      </p:sp>
      <p:sp>
        <p:nvSpPr>
          <p:cNvPr id="3" name="Content Placeholder 2"/>
          <p:cNvSpPr>
            <a:spLocks noGrp="1"/>
          </p:cNvSpPr>
          <p:nvPr>
            <p:ph idx="1"/>
          </p:nvPr>
        </p:nvSpPr>
        <p:spPr/>
        <p:txBody>
          <a:bodyPr/>
          <a:lstStyle/>
          <a:p>
            <a:r>
              <a:rPr lang="en-GB" dirty="0"/>
              <a:t>Describe and use SQL operations with computed values</a:t>
            </a:r>
          </a:p>
        </p:txBody>
      </p:sp>
    </p:spTree>
    <p:extLst>
      <p:ext uri="{BB962C8B-B14F-4D97-AF65-F5344CB8AC3E}">
        <p14:creationId xmlns:p14="http://schemas.microsoft.com/office/powerpoint/2010/main" val="2338730230"/>
      </p:ext>
    </p:extLst>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CE87805-17F2-4B70-B505-57FB17E1FEE3}"/>
              </a:ext>
            </a:extLst>
          </p:cNvPr>
          <p:cNvSpPr>
            <a:spLocks noGrp="1"/>
          </p:cNvSpPr>
          <p:nvPr>
            <p:ph type="title"/>
          </p:nvPr>
        </p:nvSpPr>
        <p:spPr/>
        <p:txBody>
          <a:bodyPr/>
          <a:lstStyle/>
          <a:p>
            <a:r>
              <a:rPr lang="en-GB" dirty="0"/>
              <a:t>N5 Revision – SELECT</a:t>
            </a:r>
          </a:p>
        </p:txBody>
      </p:sp>
      <p:sp>
        <p:nvSpPr>
          <p:cNvPr id="3" name="Content Placeholder 2">
            <a:extLst>
              <a:ext uri="{FF2B5EF4-FFF2-40B4-BE49-F238E27FC236}">
                <a16:creationId xmlns:a16="http://schemas.microsoft.com/office/drawing/2014/main" id="{E4EE7085-4C5B-409B-8843-A8A3D3CB6E90}"/>
              </a:ext>
            </a:extLst>
          </p:cNvPr>
          <p:cNvSpPr>
            <a:spLocks noGrp="1"/>
          </p:cNvSpPr>
          <p:nvPr>
            <p:ph idx="1"/>
          </p:nvPr>
        </p:nvSpPr>
        <p:spPr/>
        <p:txBody>
          <a:bodyPr>
            <a:normAutofit/>
          </a:bodyPr>
          <a:lstStyle/>
          <a:p>
            <a:pPr marL="0" lvl="0" indent="0" eaLnBrk="0" fontAlgn="base" hangingPunct="0">
              <a:lnSpc>
                <a:spcPct val="100000"/>
              </a:lnSpc>
              <a:spcBef>
                <a:spcPct val="0"/>
              </a:spcBef>
              <a:spcAft>
                <a:spcPct val="0"/>
              </a:spcAft>
              <a:buNone/>
            </a:pPr>
            <a:r>
              <a:rPr lang="en-US" altLang="en-US" sz="4000" dirty="0">
                <a:solidFill>
                  <a:srgbClr val="B2B2B2"/>
                </a:solidFill>
                <a:latin typeface="Consolas" panose="020B0609020204030204" pitchFamily="49" charset="0"/>
              </a:rPr>
              <a:t>1 </a:t>
            </a:r>
            <a:r>
              <a:rPr lang="en-US" altLang="en-US" sz="4000" dirty="0">
                <a:solidFill>
                  <a:srgbClr val="A71D5D"/>
                </a:solidFill>
                <a:latin typeface="Consolas" panose="020B0609020204030204" pitchFamily="49" charset="0"/>
              </a:rPr>
              <a:t>SELECT</a:t>
            </a:r>
            <a:r>
              <a:rPr lang="en-US" altLang="en-US" sz="4000" dirty="0">
                <a:solidFill>
                  <a:srgbClr val="000000"/>
                </a:solidFill>
                <a:latin typeface="Consolas" panose="020B0609020204030204" pitchFamily="49" charset="0"/>
              </a:rPr>
              <a:t> </a:t>
            </a:r>
            <a:r>
              <a:rPr lang="en-US" altLang="en-US" sz="4000" dirty="0" err="1">
                <a:solidFill>
                  <a:srgbClr val="000000"/>
                </a:solidFill>
                <a:latin typeface="Consolas" panose="020B0609020204030204" pitchFamily="49" charset="0"/>
              </a:rPr>
              <a:t>firstName</a:t>
            </a:r>
            <a:r>
              <a:rPr lang="en-US" altLang="en-US" sz="4000" dirty="0">
                <a:solidFill>
                  <a:srgbClr val="000000"/>
                </a:solidFill>
                <a:latin typeface="Consolas" panose="020B0609020204030204" pitchFamily="49" charset="0"/>
              </a:rPr>
              <a:t>, age</a:t>
            </a:r>
          </a:p>
          <a:p>
            <a:pPr marL="0" lvl="0" indent="0" eaLnBrk="0" fontAlgn="base" hangingPunct="0">
              <a:lnSpc>
                <a:spcPct val="100000"/>
              </a:lnSpc>
              <a:spcBef>
                <a:spcPct val="0"/>
              </a:spcBef>
              <a:spcAft>
                <a:spcPct val="0"/>
              </a:spcAft>
              <a:buNone/>
            </a:pPr>
            <a:r>
              <a:rPr lang="en-US" altLang="en-US" sz="4000" dirty="0">
                <a:solidFill>
                  <a:srgbClr val="B2B2B2"/>
                </a:solidFill>
                <a:latin typeface="Consolas" panose="020B0609020204030204" pitchFamily="49" charset="0"/>
              </a:rPr>
              <a:t>2   </a:t>
            </a:r>
            <a:r>
              <a:rPr lang="en-US" altLang="en-US" sz="4000" dirty="0">
                <a:solidFill>
                  <a:srgbClr val="A71D5D"/>
                </a:solidFill>
                <a:latin typeface="Consolas" panose="020B0609020204030204" pitchFamily="49" charset="0"/>
              </a:rPr>
              <a:t>FROM</a:t>
            </a:r>
            <a:r>
              <a:rPr lang="en-US" altLang="en-US" sz="4000" dirty="0">
                <a:solidFill>
                  <a:srgbClr val="000000"/>
                </a:solidFill>
                <a:latin typeface="Consolas" panose="020B0609020204030204" pitchFamily="49" charset="0"/>
              </a:rPr>
              <a:t> Pupil;</a:t>
            </a:r>
            <a:endParaRPr lang="en-US" altLang="en-US" sz="5400" dirty="0">
              <a:latin typeface="Arial" panose="020B0604020202020204" pitchFamily="34" charset="0"/>
            </a:endParaRPr>
          </a:p>
        </p:txBody>
      </p:sp>
    </p:spTree>
    <p:extLst>
      <p:ext uri="{BB962C8B-B14F-4D97-AF65-F5344CB8AC3E}">
        <p14:creationId xmlns:p14="http://schemas.microsoft.com/office/powerpoint/2010/main" val="3097720531"/>
      </p:ext>
    </p:extLst>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22" presetClass="entr" presetSubtype="8" fill="hold" grpId="0" nodeType="after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animEffect transition="in" filter="wipe(left)">
                                      <p:cBhvr>
                                        <p:cTn id="7" dur="1000"/>
                                        <p:tgtEl>
                                          <p:spTgt spid="3">
                                            <p:txEl>
                                              <p:pRg st="0" end="0"/>
                                            </p:txEl>
                                          </p:spTgt>
                                        </p:tgtEl>
                                      </p:cBhvr>
                                    </p:animEffect>
                                  </p:childTnLst>
                                </p:cTn>
                              </p:par>
                            </p:childTnLst>
                          </p:cTn>
                        </p:par>
                        <p:par>
                          <p:cTn id="8" fill="hold">
                            <p:stCondLst>
                              <p:cond delay="1000"/>
                            </p:stCondLst>
                            <p:childTnLst>
                              <p:par>
                                <p:cTn id="9" presetID="22" presetClass="entr" presetSubtype="8" fill="hold" grpId="0" nodeType="afterEffect">
                                  <p:stCondLst>
                                    <p:cond delay="0"/>
                                  </p:stCondLst>
                                  <p:childTnLst>
                                    <p:set>
                                      <p:cBhvr>
                                        <p:cTn id="10" dur="1" fill="hold">
                                          <p:stCondLst>
                                            <p:cond delay="0"/>
                                          </p:stCondLst>
                                        </p:cTn>
                                        <p:tgtEl>
                                          <p:spTgt spid="3">
                                            <p:txEl>
                                              <p:pRg st="1" end="1"/>
                                            </p:txEl>
                                          </p:spTgt>
                                        </p:tgtEl>
                                        <p:attrNameLst>
                                          <p:attrName>style.visibility</p:attrName>
                                        </p:attrNameLst>
                                      </p:cBhvr>
                                      <p:to>
                                        <p:strVal val="visible"/>
                                      </p:to>
                                    </p:set>
                                    <p:animEffect transition="in" filter="wipe(left)">
                                      <p:cBhvr>
                                        <p:cTn id="11" dur="1000"/>
                                        <p:tgtEl>
                                          <p:spTgt spid="3">
                                            <p:txEl>
                                              <p:pRg st="1" end="1"/>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CE87805-17F2-4B70-B505-57FB17E1FEE3}"/>
              </a:ext>
            </a:extLst>
          </p:cNvPr>
          <p:cNvSpPr>
            <a:spLocks noGrp="1"/>
          </p:cNvSpPr>
          <p:nvPr>
            <p:ph type="title"/>
          </p:nvPr>
        </p:nvSpPr>
        <p:spPr/>
        <p:txBody>
          <a:bodyPr/>
          <a:lstStyle/>
          <a:p>
            <a:r>
              <a:rPr lang="en-GB" dirty="0"/>
              <a:t>Computed - SELECT</a:t>
            </a:r>
          </a:p>
        </p:txBody>
      </p:sp>
      <p:sp>
        <p:nvSpPr>
          <p:cNvPr id="3" name="Content Placeholder 2">
            <a:extLst>
              <a:ext uri="{FF2B5EF4-FFF2-40B4-BE49-F238E27FC236}">
                <a16:creationId xmlns:a16="http://schemas.microsoft.com/office/drawing/2014/main" id="{E4EE7085-4C5B-409B-8843-A8A3D3CB6E90}"/>
              </a:ext>
            </a:extLst>
          </p:cNvPr>
          <p:cNvSpPr>
            <a:spLocks noGrp="1"/>
          </p:cNvSpPr>
          <p:nvPr>
            <p:ph idx="1"/>
          </p:nvPr>
        </p:nvSpPr>
        <p:spPr/>
        <p:txBody>
          <a:bodyPr>
            <a:normAutofit/>
          </a:bodyPr>
          <a:lstStyle/>
          <a:p>
            <a:pPr marL="0" lvl="0" indent="0" eaLnBrk="0" fontAlgn="base" hangingPunct="0">
              <a:lnSpc>
                <a:spcPct val="100000"/>
              </a:lnSpc>
              <a:spcBef>
                <a:spcPct val="0"/>
              </a:spcBef>
              <a:spcAft>
                <a:spcPct val="0"/>
              </a:spcAft>
              <a:buNone/>
            </a:pPr>
            <a:r>
              <a:rPr lang="en-US" altLang="en-US" sz="4000" dirty="0">
                <a:solidFill>
                  <a:srgbClr val="B2B2B2"/>
                </a:solidFill>
                <a:latin typeface="Consolas" panose="020B0609020204030204" pitchFamily="49" charset="0"/>
              </a:rPr>
              <a:t>1 </a:t>
            </a:r>
            <a:r>
              <a:rPr lang="en-US" altLang="en-US" sz="4000" dirty="0">
                <a:solidFill>
                  <a:srgbClr val="A71D5D"/>
                </a:solidFill>
                <a:latin typeface="Consolas" panose="020B0609020204030204" pitchFamily="49" charset="0"/>
              </a:rPr>
              <a:t>SELECT</a:t>
            </a:r>
            <a:r>
              <a:rPr lang="en-US" altLang="en-US" sz="4000" dirty="0">
                <a:solidFill>
                  <a:srgbClr val="000000"/>
                </a:solidFill>
                <a:latin typeface="Consolas" panose="020B0609020204030204" pitchFamily="49" charset="0"/>
              </a:rPr>
              <a:t> </a:t>
            </a:r>
            <a:r>
              <a:rPr lang="en-US" altLang="en-US" sz="4000" dirty="0" err="1">
                <a:solidFill>
                  <a:srgbClr val="000000"/>
                </a:solidFill>
                <a:latin typeface="Consolas" panose="020B0609020204030204" pitchFamily="49" charset="0"/>
              </a:rPr>
              <a:t>firstName</a:t>
            </a:r>
            <a:r>
              <a:rPr lang="en-US" altLang="en-US" sz="4000" dirty="0">
                <a:solidFill>
                  <a:srgbClr val="000000"/>
                </a:solidFill>
                <a:latin typeface="Consolas" panose="020B0609020204030204" pitchFamily="49" charset="0"/>
              </a:rPr>
              <a:t>, age, age + </a:t>
            </a:r>
            <a:r>
              <a:rPr lang="en-US" altLang="en-US" sz="4000" dirty="0">
                <a:solidFill>
                  <a:srgbClr val="0086B3"/>
                </a:solidFill>
                <a:latin typeface="Consolas" panose="020B0609020204030204" pitchFamily="49" charset="0"/>
              </a:rPr>
              <a:t>1</a:t>
            </a:r>
            <a:endParaRPr lang="en-US" altLang="en-US" sz="4000" dirty="0">
              <a:solidFill>
                <a:srgbClr val="000000"/>
              </a:solidFill>
              <a:latin typeface="Consolas" panose="020B0609020204030204" pitchFamily="49" charset="0"/>
            </a:endParaRPr>
          </a:p>
          <a:p>
            <a:pPr marL="0" lvl="0" indent="0" eaLnBrk="0" fontAlgn="base" hangingPunct="0">
              <a:lnSpc>
                <a:spcPct val="100000"/>
              </a:lnSpc>
              <a:spcBef>
                <a:spcPct val="0"/>
              </a:spcBef>
              <a:spcAft>
                <a:spcPct val="0"/>
              </a:spcAft>
              <a:buNone/>
            </a:pPr>
            <a:r>
              <a:rPr lang="en-US" altLang="en-US" sz="4000" dirty="0">
                <a:solidFill>
                  <a:srgbClr val="B2B2B2"/>
                </a:solidFill>
                <a:latin typeface="Consolas" panose="020B0609020204030204" pitchFamily="49" charset="0"/>
              </a:rPr>
              <a:t>2   </a:t>
            </a:r>
            <a:r>
              <a:rPr lang="en-US" altLang="en-US" sz="4000" dirty="0">
                <a:solidFill>
                  <a:srgbClr val="A71D5D"/>
                </a:solidFill>
                <a:latin typeface="Consolas" panose="020B0609020204030204" pitchFamily="49" charset="0"/>
              </a:rPr>
              <a:t>FROM</a:t>
            </a:r>
            <a:r>
              <a:rPr lang="en-US" altLang="en-US" sz="4000" dirty="0">
                <a:solidFill>
                  <a:srgbClr val="000000"/>
                </a:solidFill>
                <a:latin typeface="Consolas" panose="020B0609020204030204" pitchFamily="49" charset="0"/>
              </a:rPr>
              <a:t> Pupil;</a:t>
            </a:r>
            <a:endParaRPr lang="en-US" altLang="en-US" sz="5400" dirty="0">
              <a:latin typeface="Arial" panose="020B0604020202020204" pitchFamily="34" charset="0"/>
            </a:endParaRPr>
          </a:p>
        </p:txBody>
      </p:sp>
      <p:sp>
        <p:nvSpPr>
          <p:cNvPr id="4" name="Rectangle 1">
            <a:extLst>
              <a:ext uri="{FF2B5EF4-FFF2-40B4-BE49-F238E27FC236}">
                <a16:creationId xmlns:a16="http://schemas.microsoft.com/office/drawing/2014/main" id="{63532475-0A57-F31D-A238-0DAD516A512B}"/>
              </a:ext>
            </a:extLst>
          </p:cNvPr>
          <p:cNvSpPr>
            <a:spLocks noChangeArrowheads="1"/>
          </p:cNvSpPr>
          <p:nvPr/>
        </p:nvSpPr>
        <p:spPr bwMode="auto">
          <a:xfrm>
            <a:off x="0" y="43934"/>
            <a:ext cx="184731" cy="3693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91440" tIns="45720" rIns="91440" bIns="45720" numCol="1" anchor="ctr" anchorCtr="0" compatLnSpc="1">
            <a:prstTxWarp prst="textNoShape">
              <a:avLst/>
            </a:prstTxWarp>
            <a:spAutoFit/>
          </a:bodyPr>
          <a:lstStyle/>
          <a:p>
            <a:pPr marL="0" marR="0" lvl="0" indent="0" algn="l" defTabSz="914400" rtl="0" eaLnBrk="0" fontAlgn="base" latinLnBrk="0" hangingPunct="0">
              <a:lnSpc>
                <a:spcPct val="100000"/>
              </a:lnSpc>
              <a:spcBef>
                <a:spcPct val="0"/>
              </a:spcBef>
              <a:spcAft>
                <a:spcPct val="0"/>
              </a:spcAft>
              <a:buClrTx/>
              <a:buSzTx/>
              <a:buFontTx/>
              <a:buNone/>
              <a:tabLst/>
            </a:pPr>
            <a:endParaRPr kumimoji="0" lang="en-US" altLang="en-US" sz="1800" b="0" i="0" u="none" strike="noStrike" cap="none" normalizeH="0" baseline="0" dirty="0">
              <a:ln>
                <a:noFill/>
              </a:ln>
              <a:solidFill>
                <a:schemeClr val="tx1"/>
              </a:solidFill>
              <a:effectLst/>
              <a:latin typeface="Arial" panose="020B0604020202020204" pitchFamily="34" charset="0"/>
            </a:endParaRPr>
          </a:p>
        </p:txBody>
      </p:sp>
      <p:sp>
        <p:nvSpPr>
          <p:cNvPr id="5" name="Callout: Bent Line with No Border 4">
            <a:extLst>
              <a:ext uri="{FF2B5EF4-FFF2-40B4-BE49-F238E27FC236}">
                <a16:creationId xmlns:a16="http://schemas.microsoft.com/office/drawing/2014/main" id="{C2FD1D64-4D71-ED86-33E1-18E0E0206C14}"/>
              </a:ext>
            </a:extLst>
          </p:cNvPr>
          <p:cNvSpPr/>
          <p:nvPr/>
        </p:nvSpPr>
        <p:spPr>
          <a:xfrm>
            <a:off x="9684393" y="2710844"/>
            <a:ext cx="1950239" cy="581682"/>
          </a:xfrm>
          <a:prstGeom prst="callout2">
            <a:avLst>
              <a:gd name="adj1" fmla="val 48750"/>
              <a:gd name="adj2" fmla="val -189"/>
              <a:gd name="adj3" fmla="val 49417"/>
              <a:gd name="adj4" fmla="val -16329"/>
              <a:gd name="adj5" fmla="val -32485"/>
              <a:gd name="adj6" fmla="val -22067"/>
            </a:avLst>
          </a:prstGeom>
          <a:noFill/>
          <a:ln w="38100">
            <a:solidFill>
              <a:schemeClr val="accent6">
                <a:lumMod val="75000"/>
              </a:schemeClr>
            </a:solidFill>
            <a:headEnd type="none" w="lg" len="lg"/>
            <a:tailEnd type="triangle" w="lg" len="lg"/>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GB" sz="2800" b="1" dirty="0">
                <a:solidFill>
                  <a:srgbClr val="7030A0"/>
                </a:solidFill>
              </a:rPr>
              <a:t>Calculation</a:t>
            </a:r>
          </a:p>
        </p:txBody>
      </p:sp>
      <p:sp>
        <p:nvSpPr>
          <p:cNvPr id="6" name="TextBox 5">
            <a:extLst>
              <a:ext uri="{FF2B5EF4-FFF2-40B4-BE49-F238E27FC236}">
                <a16:creationId xmlns:a16="http://schemas.microsoft.com/office/drawing/2014/main" id="{5366CDA6-6C94-40DA-8A51-D801FBC2F3F2}"/>
              </a:ext>
            </a:extLst>
          </p:cNvPr>
          <p:cNvSpPr txBox="1"/>
          <p:nvPr/>
        </p:nvSpPr>
        <p:spPr>
          <a:xfrm>
            <a:off x="3390025" y="4738549"/>
            <a:ext cx="5411951" cy="646331"/>
          </a:xfrm>
          <a:prstGeom prst="rect">
            <a:avLst/>
          </a:prstGeom>
          <a:noFill/>
        </p:spPr>
        <p:txBody>
          <a:bodyPr wrap="square">
            <a:spAutoFit/>
          </a:bodyPr>
          <a:lstStyle/>
          <a:p>
            <a:pPr algn="ctr"/>
            <a:r>
              <a:rPr lang="en-GB" sz="3600" dirty="0">
                <a:solidFill>
                  <a:srgbClr val="7030A0"/>
                </a:solidFill>
                <a:latin typeface="Arial" panose="020B0604020202020204" pitchFamily="34" charset="0"/>
              </a:rPr>
              <a:t>Data in table not changed</a:t>
            </a:r>
            <a:endParaRPr lang="en-GB" sz="3600" i="0" u="none" strike="noStrike" baseline="0" dirty="0">
              <a:solidFill>
                <a:srgbClr val="7030A0"/>
              </a:solidFill>
              <a:latin typeface="Arial" panose="020B0604020202020204" pitchFamily="34" charset="0"/>
            </a:endParaRPr>
          </a:p>
        </p:txBody>
      </p:sp>
    </p:spTree>
    <p:extLst>
      <p:ext uri="{BB962C8B-B14F-4D97-AF65-F5344CB8AC3E}">
        <p14:creationId xmlns:p14="http://schemas.microsoft.com/office/powerpoint/2010/main" val="1118836114"/>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animEffect transition="in" filter="wipe(left)">
                                      <p:cBhvr>
                                        <p:cTn id="7" dur="2500"/>
                                        <p:tgtEl>
                                          <p:spTgt spid="3">
                                            <p:txEl>
                                              <p:pRg st="0" end="0"/>
                                            </p:txEl>
                                          </p:spTgt>
                                        </p:tgtEl>
                                      </p:cBhvr>
                                    </p:animEffect>
                                  </p:childTnLst>
                                </p:cTn>
                              </p:par>
                            </p:childTnLst>
                          </p:cTn>
                        </p:par>
                        <p:par>
                          <p:cTn id="8" fill="hold">
                            <p:stCondLst>
                              <p:cond delay="2500"/>
                            </p:stCondLst>
                            <p:childTnLst>
                              <p:par>
                                <p:cTn id="9" presetID="22" presetClass="entr" presetSubtype="8" fill="hold" grpId="0" nodeType="afterEffect">
                                  <p:stCondLst>
                                    <p:cond delay="0"/>
                                  </p:stCondLst>
                                  <p:childTnLst>
                                    <p:set>
                                      <p:cBhvr>
                                        <p:cTn id="10" dur="1" fill="hold">
                                          <p:stCondLst>
                                            <p:cond delay="0"/>
                                          </p:stCondLst>
                                        </p:cTn>
                                        <p:tgtEl>
                                          <p:spTgt spid="3">
                                            <p:txEl>
                                              <p:pRg st="1" end="1"/>
                                            </p:txEl>
                                          </p:spTgt>
                                        </p:tgtEl>
                                        <p:attrNameLst>
                                          <p:attrName>style.visibility</p:attrName>
                                        </p:attrNameLst>
                                      </p:cBhvr>
                                      <p:to>
                                        <p:strVal val="visible"/>
                                      </p:to>
                                    </p:set>
                                    <p:animEffect transition="in" filter="wipe(left)">
                                      <p:cBhvr>
                                        <p:cTn id="11" dur="1250"/>
                                        <p:tgtEl>
                                          <p:spTgt spid="3">
                                            <p:txEl>
                                              <p:pRg st="1" end="1"/>
                                            </p:txEl>
                                          </p:spTgt>
                                        </p:tgtEl>
                                      </p:cBhvr>
                                    </p:animEffect>
                                  </p:childTnLst>
                                </p:cTn>
                              </p:par>
                            </p:childTnLst>
                          </p:cTn>
                        </p:par>
                      </p:childTnLst>
                    </p:cTn>
                  </p:par>
                  <p:par>
                    <p:cTn id="12" fill="hold">
                      <p:stCondLst>
                        <p:cond delay="indefinite"/>
                      </p:stCondLst>
                      <p:childTnLst>
                        <p:par>
                          <p:cTn id="13" fill="hold">
                            <p:stCondLst>
                              <p:cond delay="0"/>
                            </p:stCondLst>
                            <p:childTnLst>
                              <p:par>
                                <p:cTn id="14" presetID="10" presetClass="entr" presetSubtype="0" fill="hold" grpId="0" nodeType="clickEffect">
                                  <p:stCondLst>
                                    <p:cond delay="0"/>
                                  </p:stCondLst>
                                  <p:childTnLst>
                                    <p:set>
                                      <p:cBhvr>
                                        <p:cTn id="15" dur="1" fill="hold">
                                          <p:stCondLst>
                                            <p:cond delay="0"/>
                                          </p:stCondLst>
                                        </p:cTn>
                                        <p:tgtEl>
                                          <p:spTgt spid="5"/>
                                        </p:tgtEl>
                                        <p:attrNameLst>
                                          <p:attrName>style.visibility</p:attrName>
                                        </p:attrNameLst>
                                      </p:cBhvr>
                                      <p:to>
                                        <p:strVal val="visible"/>
                                      </p:to>
                                    </p:set>
                                    <p:animEffect transition="in" filter="fade">
                                      <p:cBhvr>
                                        <p:cTn id="16" dur="1000"/>
                                        <p:tgtEl>
                                          <p:spTgt spid="5"/>
                                        </p:tgtEl>
                                      </p:cBhvr>
                                    </p:animEffect>
                                  </p:childTnLst>
                                </p:cTn>
                              </p:par>
                            </p:childTnLst>
                          </p:cTn>
                        </p:par>
                      </p:childTnLst>
                    </p:cTn>
                  </p:par>
                  <p:par>
                    <p:cTn id="17" fill="hold">
                      <p:stCondLst>
                        <p:cond delay="indefinite"/>
                      </p:stCondLst>
                      <p:childTnLst>
                        <p:par>
                          <p:cTn id="18" fill="hold">
                            <p:stCondLst>
                              <p:cond delay="0"/>
                            </p:stCondLst>
                            <p:childTnLst>
                              <p:par>
                                <p:cTn id="19" presetID="10" presetClass="entr" presetSubtype="0" fill="hold" grpId="0" nodeType="clickEffect">
                                  <p:stCondLst>
                                    <p:cond delay="0"/>
                                  </p:stCondLst>
                                  <p:childTnLst>
                                    <p:set>
                                      <p:cBhvr>
                                        <p:cTn id="20" dur="1" fill="hold">
                                          <p:stCondLst>
                                            <p:cond delay="0"/>
                                          </p:stCondLst>
                                        </p:cTn>
                                        <p:tgtEl>
                                          <p:spTgt spid="6"/>
                                        </p:tgtEl>
                                        <p:attrNameLst>
                                          <p:attrName>style.visibility</p:attrName>
                                        </p:attrNameLst>
                                      </p:cBhvr>
                                      <p:to>
                                        <p:strVal val="visible"/>
                                      </p:to>
                                    </p:set>
                                    <p:animEffect transition="in" filter="fade">
                                      <p:cBhvr>
                                        <p:cTn id="21" dur="2000"/>
                                        <p:tgtEl>
                                          <p:spTgt spid="6"/>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P spid="5" grpId="0" animBg="1"/>
      <p:bldP spid="6" grpId="0"/>
    </p:bldLst>
  </p:timing>
</p:sld>
</file>

<file path=ppt/slides/slide37.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CE87805-17F2-4B70-B505-57FB17E1FEE3}"/>
              </a:ext>
            </a:extLst>
          </p:cNvPr>
          <p:cNvSpPr>
            <a:spLocks noGrp="1"/>
          </p:cNvSpPr>
          <p:nvPr>
            <p:ph type="title"/>
          </p:nvPr>
        </p:nvSpPr>
        <p:spPr/>
        <p:txBody>
          <a:bodyPr/>
          <a:lstStyle/>
          <a:p>
            <a:r>
              <a:rPr lang="en-GB" dirty="0"/>
              <a:t>Computed - SELECT</a:t>
            </a:r>
          </a:p>
        </p:txBody>
      </p:sp>
      <p:sp>
        <p:nvSpPr>
          <p:cNvPr id="3" name="Content Placeholder 2">
            <a:extLst>
              <a:ext uri="{FF2B5EF4-FFF2-40B4-BE49-F238E27FC236}">
                <a16:creationId xmlns:a16="http://schemas.microsoft.com/office/drawing/2014/main" id="{E4EE7085-4C5B-409B-8843-A8A3D3CB6E90}"/>
              </a:ext>
            </a:extLst>
          </p:cNvPr>
          <p:cNvSpPr>
            <a:spLocks noGrp="1"/>
          </p:cNvSpPr>
          <p:nvPr>
            <p:ph idx="1"/>
          </p:nvPr>
        </p:nvSpPr>
        <p:spPr/>
        <p:txBody>
          <a:bodyPr>
            <a:normAutofit/>
          </a:bodyPr>
          <a:lstStyle/>
          <a:p>
            <a:pPr marL="0" lvl="0" indent="0" eaLnBrk="0" fontAlgn="base" hangingPunct="0">
              <a:lnSpc>
                <a:spcPct val="100000"/>
              </a:lnSpc>
              <a:spcBef>
                <a:spcPct val="0"/>
              </a:spcBef>
              <a:spcAft>
                <a:spcPct val="0"/>
              </a:spcAft>
              <a:buNone/>
            </a:pPr>
            <a:r>
              <a:rPr lang="en-US" altLang="en-US" sz="4000" dirty="0">
                <a:solidFill>
                  <a:srgbClr val="B2B2B2"/>
                </a:solidFill>
                <a:latin typeface="Consolas" panose="020B0609020204030204" pitchFamily="49" charset="0"/>
              </a:rPr>
              <a:t>1 </a:t>
            </a:r>
            <a:r>
              <a:rPr lang="en-US" altLang="en-US" sz="4000" dirty="0">
                <a:solidFill>
                  <a:srgbClr val="A71D5D"/>
                </a:solidFill>
                <a:latin typeface="Consolas" panose="020B0609020204030204" pitchFamily="49" charset="0"/>
              </a:rPr>
              <a:t>SELECT</a:t>
            </a:r>
            <a:r>
              <a:rPr lang="en-US" altLang="en-US" sz="4000" dirty="0">
                <a:solidFill>
                  <a:srgbClr val="000000"/>
                </a:solidFill>
                <a:latin typeface="Consolas" panose="020B0609020204030204" pitchFamily="49" charset="0"/>
              </a:rPr>
              <a:t> </a:t>
            </a:r>
            <a:r>
              <a:rPr lang="en-US" altLang="en-US" sz="4000" dirty="0" err="1">
                <a:solidFill>
                  <a:srgbClr val="000000"/>
                </a:solidFill>
                <a:latin typeface="Consolas" panose="020B0609020204030204" pitchFamily="49" charset="0"/>
              </a:rPr>
              <a:t>firstName</a:t>
            </a:r>
            <a:r>
              <a:rPr lang="en-US" altLang="en-US" sz="4000" dirty="0">
                <a:solidFill>
                  <a:srgbClr val="000000"/>
                </a:solidFill>
                <a:latin typeface="Consolas" panose="020B0609020204030204" pitchFamily="49" charset="0"/>
              </a:rPr>
              <a:t>, age, age + </a:t>
            </a:r>
            <a:r>
              <a:rPr lang="en-US" altLang="en-US" sz="4000" dirty="0">
                <a:solidFill>
                  <a:srgbClr val="0086B3"/>
                </a:solidFill>
                <a:latin typeface="Consolas" panose="020B0609020204030204" pitchFamily="49" charset="0"/>
              </a:rPr>
              <a:t>1</a:t>
            </a:r>
            <a:endParaRPr lang="en-US" altLang="en-US" sz="4000" dirty="0">
              <a:solidFill>
                <a:srgbClr val="000000"/>
              </a:solidFill>
              <a:latin typeface="Consolas" panose="020B0609020204030204" pitchFamily="49" charset="0"/>
            </a:endParaRPr>
          </a:p>
          <a:p>
            <a:pPr marL="0" lvl="0" indent="0" eaLnBrk="0" fontAlgn="base" hangingPunct="0">
              <a:lnSpc>
                <a:spcPct val="100000"/>
              </a:lnSpc>
              <a:spcBef>
                <a:spcPct val="0"/>
              </a:spcBef>
              <a:spcAft>
                <a:spcPct val="0"/>
              </a:spcAft>
              <a:buNone/>
            </a:pPr>
            <a:r>
              <a:rPr lang="en-US" altLang="en-US" sz="4000" dirty="0">
                <a:solidFill>
                  <a:srgbClr val="B2B2B2"/>
                </a:solidFill>
                <a:latin typeface="Consolas" panose="020B0609020204030204" pitchFamily="49" charset="0"/>
              </a:rPr>
              <a:t>2   </a:t>
            </a:r>
            <a:r>
              <a:rPr lang="en-US" altLang="en-US" sz="4000" dirty="0">
                <a:solidFill>
                  <a:srgbClr val="A71D5D"/>
                </a:solidFill>
                <a:latin typeface="Consolas" panose="020B0609020204030204" pitchFamily="49" charset="0"/>
              </a:rPr>
              <a:t>FROM</a:t>
            </a:r>
            <a:r>
              <a:rPr lang="en-US" altLang="en-US" sz="4000" dirty="0">
                <a:solidFill>
                  <a:srgbClr val="000000"/>
                </a:solidFill>
                <a:latin typeface="Consolas" panose="020B0609020204030204" pitchFamily="49" charset="0"/>
              </a:rPr>
              <a:t> Pupil;</a:t>
            </a:r>
            <a:endParaRPr lang="en-US" altLang="en-US" sz="5400" dirty="0">
              <a:latin typeface="Arial" panose="020B0604020202020204" pitchFamily="34" charset="0"/>
            </a:endParaRPr>
          </a:p>
        </p:txBody>
      </p:sp>
      <p:sp>
        <p:nvSpPr>
          <p:cNvPr id="4" name="Rectangle 1">
            <a:extLst>
              <a:ext uri="{FF2B5EF4-FFF2-40B4-BE49-F238E27FC236}">
                <a16:creationId xmlns:a16="http://schemas.microsoft.com/office/drawing/2014/main" id="{63532475-0A57-F31D-A238-0DAD516A512B}"/>
              </a:ext>
            </a:extLst>
          </p:cNvPr>
          <p:cNvSpPr>
            <a:spLocks noChangeArrowheads="1"/>
          </p:cNvSpPr>
          <p:nvPr/>
        </p:nvSpPr>
        <p:spPr bwMode="auto">
          <a:xfrm>
            <a:off x="0" y="43934"/>
            <a:ext cx="184731" cy="3693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91440" tIns="45720" rIns="91440" bIns="45720" numCol="1" anchor="ctr" anchorCtr="0" compatLnSpc="1">
            <a:prstTxWarp prst="textNoShape">
              <a:avLst/>
            </a:prstTxWarp>
            <a:spAutoFit/>
          </a:bodyPr>
          <a:lstStyle/>
          <a:p>
            <a:pPr marL="0" marR="0" lvl="0" indent="0" algn="l" defTabSz="914400" rtl="0" eaLnBrk="0" fontAlgn="base" latinLnBrk="0" hangingPunct="0">
              <a:lnSpc>
                <a:spcPct val="100000"/>
              </a:lnSpc>
              <a:spcBef>
                <a:spcPct val="0"/>
              </a:spcBef>
              <a:spcAft>
                <a:spcPct val="0"/>
              </a:spcAft>
              <a:buClrTx/>
              <a:buSzTx/>
              <a:buFontTx/>
              <a:buNone/>
              <a:tabLst/>
            </a:pPr>
            <a:endParaRPr kumimoji="0" lang="en-US" altLang="en-US" sz="1800" b="0" i="0" u="none" strike="noStrike" cap="none" normalizeH="0" baseline="0" dirty="0">
              <a:ln>
                <a:noFill/>
              </a:ln>
              <a:solidFill>
                <a:schemeClr val="tx1"/>
              </a:solidFill>
              <a:effectLst/>
              <a:latin typeface="Arial" panose="020B0604020202020204" pitchFamily="34" charset="0"/>
            </a:endParaRPr>
          </a:p>
        </p:txBody>
      </p:sp>
    </p:spTree>
    <p:extLst>
      <p:ext uri="{BB962C8B-B14F-4D97-AF65-F5344CB8AC3E}">
        <p14:creationId xmlns:p14="http://schemas.microsoft.com/office/powerpoint/2010/main" val="1304874565"/>
      </p:ext>
    </p:extLst>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CE87805-17F2-4B70-B505-57FB17E1FEE3}"/>
              </a:ext>
            </a:extLst>
          </p:cNvPr>
          <p:cNvSpPr>
            <a:spLocks noGrp="1"/>
          </p:cNvSpPr>
          <p:nvPr>
            <p:ph type="title"/>
          </p:nvPr>
        </p:nvSpPr>
        <p:spPr/>
        <p:txBody>
          <a:bodyPr/>
          <a:lstStyle/>
          <a:p>
            <a:r>
              <a:rPr lang="en-GB" dirty="0"/>
              <a:t>Computed - UPDATE</a:t>
            </a:r>
          </a:p>
        </p:txBody>
      </p:sp>
      <p:sp>
        <p:nvSpPr>
          <p:cNvPr id="3" name="Content Placeholder 2">
            <a:extLst>
              <a:ext uri="{FF2B5EF4-FFF2-40B4-BE49-F238E27FC236}">
                <a16:creationId xmlns:a16="http://schemas.microsoft.com/office/drawing/2014/main" id="{E4EE7085-4C5B-409B-8843-A8A3D3CB6E90}"/>
              </a:ext>
            </a:extLst>
          </p:cNvPr>
          <p:cNvSpPr>
            <a:spLocks noGrp="1"/>
          </p:cNvSpPr>
          <p:nvPr>
            <p:ph idx="1"/>
          </p:nvPr>
        </p:nvSpPr>
        <p:spPr/>
        <p:txBody>
          <a:bodyPr>
            <a:noAutofit/>
          </a:bodyPr>
          <a:lstStyle/>
          <a:p>
            <a:pPr marL="0" indent="0" eaLnBrk="0" fontAlgn="base" hangingPunct="0">
              <a:lnSpc>
                <a:spcPct val="100000"/>
              </a:lnSpc>
              <a:spcBef>
                <a:spcPct val="0"/>
              </a:spcBef>
              <a:spcAft>
                <a:spcPct val="0"/>
              </a:spcAft>
              <a:buNone/>
            </a:pPr>
            <a:r>
              <a:rPr lang="en-US" altLang="en-US" sz="4000" dirty="0">
                <a:solidFill>
                  <a:srgbClr val="B2B2B2"/>
                </a:solidFill>
                <a:latin typeface="Consolas" panose="020B0609020204030204" pitchFamily="49" charset="0"/>
              </a:rPr>
              <a:t>1 </a:t>
            </a:r>
            <a:r>
              <a:rPr lang="en-US" altLang="en-US" sz="4000" dirty="0">
                <a:solidFill>
                  <a:srgbClr val="A71D5D"/>
                </a:solidFill>
                <a:latin typeface="Consolas" panose="020B0609020204030204" pitchFamily="49" charset="0"/>
              </a:rPr>
              <a:t>UPDATE</a:t>
            </a:r>
            <a:r>
              <a:rPr lang="en-US" altLang="en-US" sz="4000" dirty="0">
                <a:solidFill>
                  <a:srgbClr val="000000"/>
                </a:solidFill>
                <a:latin typeface="Consolas" panose="020B0609020204030204" pitchFamily="49" charset="0"/>
              </a:rPr>
              <a:t> Pupil</a:t>
            </a:r>
          </a:p>
          <a:p>
            <a:pPr marL="0" indent="0" eaLnBrk="0" fontAlgn="base" hangingPunct="0">
              <a:lnSpc>
                <a:spcPct val="100000"/>
              </a:lnSpc>
              <a:spcBef>
                <a:spcPct val="0"/>
              </a:spcBef>
              <a:spcAft>
                <a:spcPct val="0"/>
              </a:spcAft>
              <a:buNone/>
            </a:pPr>
            <a:r>
              <a:rPr lang="en-US" altLang="en-US" sz="4000" dirty="0">
                <a:solidFill>
                  <a:srgbClr val="B2B2B2"/>
                </a:solidFill>
                <a:latin typeface="Consolas" panose="020B0609020204030204" pitchFamily="49" charset="0"/>
              </a:rPr>
              <a:t>2   </a:t>
            </a:r>
            <a:r>
              <a:rPr lang="en-US" altLang="en-US" sz="4000" dirty="0">
                <a:solidFill>
                  <a:srgbClr val="A71D5D"/>
                </a:solidFill>
                <a:latin typeface="Consolas" panose="020B0609020204030204" pitchFamily="49" charset="0"/>
              </a:rPr>
              <a:t>SET</a:t>
            </a:r>
            <a:r>
              <a:rPr lang="en-US" altLang="en-US" sz="4000" dirty="0">
                <a:solidFill>
                  <a:srgbClr val="000000"/>
                </a:solidFill>
                <a:latin typeface="Consolas" panose="020B0609020204030204" pitchFamily="49" charset="0"/>
              </a:rPr>
              <a:t> age = age + </a:t>
            </a:r>
            <a:r>
              <a:rPr lang="en-US" altLang="en-US" sz="4000" dirty="0">
                <a:solidFill>
                  <a:srgbClr val="0086B3"/>
                </a:solidFill>
                <a:latin typeface="Consolas" panose="020B0609020204030204" pitchFamily="49" charset="0"/>
              </a:rPr>
              <a:t>1</a:t>
            </a:r>
            <a:endParaRPr lang="en-US" altLang="en-US" sz="4000" dirty="0">
              <a:solidFill>
                <a:srgbClr val="000000"/>
              </a:solidFill>
              <a:latin typeface="Consolas" panose="020B0609020204030204" pitchFamily="49" charset="0"/>
            </a:endParaRPr>
          </a:p>
          <a:p>
            <a:pPr marL="0" indent="0" eaLnBrk="0" fontAlgn="base" hangingPunct="0">
              <a:lnSpc>
                <a:spcPct val="100000"/>
              </a:lnSpc>
              <a:spcBef>
                <a:spcPct val="0"/>
              </a:spcBef>
              <a:spcAft>
                <a:spcPct val="0"/>
              </a:spcAft>
              <a:buNone/>
            </a:pPr>
            <a:r>
              <a:rPr lang="en-US" altLang="en-US" sz="4000" dirty="0">
                <a:solidFill>
                  <a:srgbClr val="B2B2B2"/>
                </a:solidFill>
                <a:latin typeface="Consolas" panose="020B0609020204030204" pitchFamily="49" charset="0"/>
              </a:rPr>
              <a:t>3   </a:t>
            </a:r>
            <a:r>
              <a:rPr lang="en-US" altLang="en-US" sz="4000" dirty="0">
                <a:solidFill>
                  <a:srgbClr val="A71D5D"/>
                </a:solidFill>
                <a:latin typeface="Consolas" panose="020B0609020204030204" pitchFamily="49" charset="0"/>
              </a:rPr>
              <a:t>WHERE</a:t>
            </a:r>
            <a:r>
              <a:rPr lang="en-US" altLang="en-US" sz="4000" dirty="0">
                <a:solidFill>
                  <a:srgbClr val="000000"/>
                </a:solidFill>
                <a:latin typeface="Consolas" panose="020B0609020204030204" pitchFamily="49" charset="0"/>
              </a:rPr>
              <a:t> age &gt;= </a:t>
            </a:r>
            <a:r>
              <a:rPr lang="en-US" altLang="en-US" sz="4000" dirty="0">
                <a:solidFill>
                  <a:srgbClr val="0086B3"/>
                </a:solidFill>
                <a:latin typeface="Consolas" panose="020B0609020204030204" pitchFamily="49" charset="0"/>
              </a:rPr>
              <a:t>11</a:t>
            </a:r>
            <a:r>
              <a:rPr lang="en-US" altLang="en-US" sz="4000" dirty="0">
                <a:solidFill>
                  <a:srgbClr val="000000"/>
                </a:solidFill>
                <a:latin typeface="Consolas" panose="020B0609020204030204" pitchFamily="49" charset="0"/>
              </a:rPr>
              <a:t>;</a:t>
            </a:r>
            <a:br>
              <a:rPr lang="en-US" altLang="en-US" sz="4000" dirty="0">
                <a:solidFill>
                  <a:srgbClr val="000000"/>
                </a:solidFill>
                <a:latin typeface="Consolas" panose="020B0609020204030204" pitchFamily="49" charset="0"/>
              </a:rPr>
            </a:br>
            <a:endParaRPr lang="en-US" altLang="en-US" sz="4000" dirty="0">
              <a:latin typeface="Arial" panose="020B0604020202020204" pitchFamily="34" charset="0"/>
            </a:endParaRPr>
          </a:p>
          <a:p>
            <a:pPr marL="0" lvl="0" indent="0" eaLnBrk="0" fontAlgn="base" hangingPunct="0">
              <a:lnSpc>
                <a:spcPct val="100000"/>
              </a:lnSpc>
              <a:spcBef>
                <a:spcPct val="0"/>
              </a:spcBef>
              <a:spcAft>
                <a:spcPct val="0"/>
              </a:spcAft>
              <a:buNone/>
            </a:pPr>
            <a:endParaRPr lang="en-US" altLang="en-US" sz="4000" dirty="0">
              <a:latin typeface="Arial" panose="020B0604020202020204" pitchFamily="34" charset="0"/>
            </a:endParaRPr>
          </a:p>
        </p:txBody>
      </p:sp>
      <p:sp>
        <p:nvSpPr>
          <p:cNvPr id="4" name="TextBox 3">
            <a:extLst>
              <a:ext uri="{FF2B5EF4-FFF2-40B4-BE49-F238E27FC236}">
                <a16:creationId xmlns:a16="http://schemas.microsoft.com/office/drawing/2014/main" id="{9AF3D93F-27AF-4E26-B57D-A94F67FC76D5}"/>
              </a:ext>
            </a:extLst>
          </p:cNvPr>
          <p:cNvSpPr txBox="1"/>
          <p:nvPr/>
        </p:nvSpPr>
        <p:spPr>
          <a:xfrm>
            <a:off x="1684504" y="5988734"/>
            <a:ext cx="8822993" cy="646331"/>
          </a:xfrm>
          <a:prstGeom prst="rect">
            <a:avLst/>
          </a:prstGeom>
          <a:noFill/>
        </p:spPr>
        <p:txBody>
          <a:bodyPr wrap="none" rtlCol="0">
            <a:spAutoFit/>
          </a:bodyPr>
          <a:lstStyle/>
          <a:p>
            <a:pPr algn="ctr"/>
            <a:r>
              <a:rPr lang="en-GB" sz="3600" dirty="0">
                <a:solidFill>
                  <a:srgbClr val="7030A0"/>
                </a:solidFill>
              </a:rPr>
              <a:t>Updates</a:t>
            </a:r>
            <a:r>
              <a:rPr lang="en-GB" sz="3600" dirty="0"/>
              <a:t> </a:t>
            </a:r>
            <a:r>
              <a:rPr lang="en-GB" sz="3600" b="1" i="1" dirty="0">
                <a:solidFill>
                  <a:srgbClr val="FF0000"/>
                </a:solidFill>
              </a:rPr>
              <a:t>all</a:t>
            </a:r>
            <a:r>
              <a:rPr lang="en-GB" sz="3600" dirty="0"/>
              <a:t> </a:t>
            </a:r>
            <a:r>
              <a:rPr lang="en-GB" sz="3600" dirty="0">
                <a:solidFill>
                  <a:srgbClr val="7030A0"/>
                </a:solidFill>
              </a:rPr>
              <a:t>records that match the condition!</a:t>
            </a:r>
            <a:endParaRPr lang="en-GB" sz="3600" dirty="0">
              <a:solidFill>
                <a:srgbClr val="7030A0"/>
              </a:solidFill>
              <a:latin typeface="Consolas" panose="020B0609020204030204" pitchFamily="49" charset="0"/>
            </a:endParaRPr>
          </a:p>
        </p:txBody>
      </p:sp>
      <p:sp>
        <p:nvSpPr>
          <p:cNvPr id="5" name="TextBox 4">
            <a:extLst>
              <a:ext uri="{FF2B5EF4-FFF2-40B4-BE49-F238E27FC236}">
                <a16:creationId xmlns:a16="http://schemas.microsoft.com/office/drawing/2014/main" id="{8C17C8F4-D7F0-4792-93E0-F3082C486757}"/>
              </a:ext>
            </a:extLst>
          </p:cNvPr>
          <p:cNvSpPr txBox="1"/>
          <p:nvPr/>
        </p:nvSpPr>
        <p:spPr>
          <a:xfrm>
            <a:off x="3390025" y="4738549"/>
            <a:ext cx="5411951" cy="646331"/>
          </a:xfrm>
          <a:prstGeom prst="rect">
            <a:avLst/>
          </a:prstGeom>
          <a:noFill/>
        </p:spPr>
        <p:txBody>
          <a:bodyPr wrap="square">
            <a:spAutoFit/>
          </a:bodyPr>
          <a:lstStyle/>
          <a:p>
            <a:pPr algn="ctr"/>
            <a:r>
              <a:rPr lang="en-GB" sz="3600" dirty="0">
                <a:solidFill>
                  <a:srgbClr val="7030A0"/>
                </a:solidFill>
                <a:latin typeface="Arial" panose="020B0604020202020204" pitchFamily="34" charset="0"/>
              </a:rPr>
              <a:t>Data in table changed</a:t>
            </a:r>
            <a:endParaRPr lang="en-GB" sz="3600" i="0" u="none" strike="noStrike" baseline="0" dirty="0">
              <a:solidFill>
                <a:srgbClr val="7030A0"/>
              </a:solidFill>
              <a:latin typeface="Arial" panose="020B0604020202020204" pitchFamily="34" charset="0"/>
            </a:endParaRPr>
          </a:p>
        </p:txBody>
      </p:sp>
    </p:spTree>
    <p:extLst>
      <p:ext uri="{BB962C8B-B14F-4D97-AF65-F5344CB8AC3E}">
        <p14:creationId xmlns:p14="http://schemas.microsoft.com/office/powerpoint/2010/main" val="1902124579"/>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animEffect transition="in" filter="wipe(left)">
                                      <p:cBhvr>
                                        <p:cTn id="7" dur="1000"/>
                                        <p:tgtEl>
                                          <p:spTgt spid="3">
                                            <p:txEl>
                                              <p:pRg st="0" end="0"/>
                                            </p:txEl>
                                          </p:spTgt>
                                        </p:tgtEl>
                                      </p:cBhvr>
                                    </p:animEffect>
                                  </p:childTnLst>
                                </p:cTn>
                              </p:par>
                            </p:childTnLst>
                          </p:cTn>
                        </p:par>
                      </p:childTnLst>
                    </p:cTn>
                  </p:par>
                  <p:par>
                    <p:cTn id="8" fill="hold">
                      <p:stCondLst>
                        <p:cond delay="indefinite"/>
                      </p:stCondLst>
                      <p:childTnLst>
                        <p:par>
                          <p:cTn id="9" fill="hold">
                            <p:stCondLst>
                              <p:cond delay="0"/>
                            </p:stCondLst>
                            <p:childTnLst>
                              <p:par>
                                <p:cTn id="10" presetID="22" presetClass="entr" presetSubtype="8" fill="hold" grpId="0" nodeType="clickEffect">
                                  <p:stCondLst>
                                    <p:cond delay="0"/>
                                  </p:stCondLst>
                                  <p:childTnLst>
                                    <p:set>
                                      <p:cBhvr>
                                        <p:cTn id="11" dur="1" fill="hold">
                                          <p:stCondLst>
                                            <p:cond delay="0"/>
                                          </p:stCondLst>
                                        </p:cTn>
                                        <p:tgtEl>
                                          <p:spTgt spid="3">
                                            <p:txEl>
                                              <p:pRg st="1" end="1"/>
                                            </p:txEl>
                                          </p:spTgt>
                                        </p:tgtEl>
                                        <p:attrNameLst>
                                          <p:attrName>style.visibility</p:attrName>
                                        </p:attrNameLst>
                                      </p:cBhvr>
                                      <p:to>
                                        <p:strVal val="visible"/>
                                      </p:to>
                                    </p:set>
                                    <p:animEffect transition="in" filter="wipe(left)">
                                      <p:cBhvr>
                                        <p:cTn id="12" dur="1500"/>
                                        <p:tgtEl>
                                          <p:spTgt spid="3">
                                            <p:txEl>
                                              <p:pRg st="1" end="1"/>
                                            </p:txEl>
                                          </p:spTgt>
                                        </p:tgtEl>
                                      </p:cBhvr>
                                    </p:animEffect>
                                  </p:childTnLst>
                                </p:cTn>
                              </p:par>
                            </p:childTnLst>
                          </p:cTn>
                        </p:par>
                      </p:childTnLst>
                    </p:cTn>
                  </p:par>
                  <p:par>
                    <p:cTn id="13" fill="hold">
                      <p:stCondLst>
                        <p:cond delay="indefinite"/>
                      </p:stCondLst>
                      <p:childTnLst>
                        <p:par>
                          <p:cTn id="14" fill="hold">
                            <p:stCondLst>
                              <p:cond delay="0"/>
                            </p:stCondLst>
                            <p:childTnLst>
                              <p:par>
                                <p:cTn id="15" presetID="22" presetClass="entr" presetSubtype="8" fill="hold" grpId="0" nodeType="clickEffect">
                                  <p:stCondLst>
                                    <p:cond delay="0"/>
                                  </p:stCondLst>
                                  <p:childTnLst>
                                    <p:set>
                                      <p:cBhvr>
                                        <p:cTn id="16" dur="1" fill="hold">
                                          <p:stCondLst>
                                            <p:cond delay="0"/>
                                          </p:stCondLst>
                                        </p:cTn>
                                        <p:tgtEl>
                                          <p:spTgt spid="3">
                                            <p:txEl>
                                              <p:pRg st="2" end="2"/>
                                            </p:txEl>
                                          </p:spTgt>
                                        </p:tgtEl>
                                        <p:attrNameLst>
                                          <p:attrName>style.visibility</p:attrName>
                                        </p:attrNameLst>
                                      </p:cBhvr>
                                      <p:to>
                                        <p:strVal val="visible"/>
                                      </p:to>
                                    </p:set>
                                    <p:animEffect transition="in" filter="wipe(left)">
                                      <p:cBhvr>
                                        <p:cTn id="17" dur="1500"/>
                                        <p:tgtEl>
                                          <p:spTgt spid="3">
                                            <p:txEl>
                                              <p:pRg st="2" end="2"/>
                                            </p:txEl>
                                          </p:spTgt>
                                        </p:tgtEl>
                                      </p:cBhvr>
                                    </p:animEffect>
                                  </p:childTnLst>
                                </p:cTn>
                              </p:par>
                            </p:childTnLst>
                          </p:cTn>
                        </p:par>
                      </p:childTnLst>
                    </p:cTn>
                  </p:par>
                  <p:par>
                    <p:cTn id="18" fill="hold">
                      <p:stCondLst>
                        <p:cond delay="indefinite"/>
                      </p:stCondLst>
                      <p:childTnLst>
                        <p:par>
                          <p:cTn id="19" fill="hold">
                            <p:stCondLst>
                              <p:cond delay="0"/>
                            </p:stCondLst>
                            <p:childTnLst>
                              <p:par>
                                <p:cTn id="20" presetID="10" presetClass="entr" presetSubtype="0" fill="hold" grpId="0" nodeType="clickEffect">
                                  <p:stCondLst>
                                    <p:cond delay="0"/>
                                  </p:stCondLst>
                                  <p:childTnLst>
                                    <p:set>
                                      <p:cBhvr>
                                        <p:cTn id="21" dur="1" fill="hold">
                                          <p:stCondLst>
                                            <p:cond delay="0"/>
                                          </p:stCondLst>
                                        </p:cTn>
                                        <p:tgtEl>
                                          <p:spTgt spid="5"/>
                                        </p:tgtEl>
                                        <p:attrNameLst>
                                          <p:attrName>style.visibility</p:attrName>
                                        </p:attrNameLst>
                                      </p:cBhvr>
                                      <p:to>
                                        <p:strVal val="visible"/>
                                      </p:to>
                                    </p:set>
                                    <p:animEffect transition="in" filter="fade">
                                      <p:cBhvr>
                                        <p:cTn id="22" dur="2000"/>
                                        <p:tgtEl>
                                          <p:spTgt spid="5"/>
                                        </p:tgtEl>
                                      </p:cBhvr>
                                    </p:animEffect>
                                  </p:childTnLst>
                                </p:cTn>
                              </p:par>
                            </p:childTnLst>
                          </p:cTn>
                        </p:par>
                      </p:childTnLst>
                    </p:cTn>
                  </p:par>
                  <p:par>
                    <p:cTn id="23" fill="hold">
                      <p:stCondLst>
                        <p:cond delay="indefinite"/>
                      </p:stCondLst>
                      <p:childTnLst>
                        <p:par>
                          <p:cTn id="24" fill="hold">
                            <p:stCondLst>
                              <p:cond delay="0"/>
                            </p:stCondLst>
                            <p:childTnLst>
                              <p:par>
                                <p:cTn id="25" presetID="22" presetClass="entr" presetSubtype="8" fill="hold" grpId="0" nodeType="clickEffect">
                                  <p:stCondLst>
                                    <p:cond delay="0"/>
                                  </p:stCondLst>
                                  <p:childTnLst>
                                    <p:set>
                                      <p:cBhvr>
                                        <p:cTn id="26" dur="1" fill="hold">
                                          <p:stCondLst>
                                            <p:cond delay="0"/>
                                          </p:stCondLst>
                                        </p:cTn>
                                        <p:tgtEl>
                                          <p:spTgt spid="4">
                                            <p:txEl>
                                              <p:pRg st="0" end="0"/>
                                            </p:txEl>
                                          </p:spTgt>
                                        </p:tgtEl>
                                        <p:attrNameLst>
                                          <p:attrName>style.visibility</p:attrName>
                                        </p:attrNameLst>
                                      </p:cBhvr>
                                      <p:to>
                                        <p:strVal val="visible"/>
                                      </p:to>
                                    </p:set>
                                    <p:animEffect transition="in" filter="wipe(left)">
                                      <p:cBhvr>
                                        <p:cTn id="27" dur="2000"/>
                                        <p:tgtEl>
                                          <p:spTgt spid="4">
                                            <p:txEl>
                                              <p:pRg st="0" end="0"/>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P spid="4" grpId="0" build="p"/>
      <p:bldP spid="5" grpId="0"/>
    </p:bldLst>
  </p:timing>
</p:sld>
</file>

<file path=ppt/slides/slide39.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CE87805-17F2-4B70-B505-57FB17E1FEE3}"/>
              </a:ext>
            </a:extLst>
          </p:cNvPr>
          <p:cNvSpPr>
            <a:spLocks noGrp="1"/>
          </p:cNvSpPr>
          <p:nvPr>
            <p:ph type="title"/>
          </p:nvPr>
        </p:nvSpPr>
        <p:spPr/>
        <p:txBody>
          <a:bodyPr/>
          <a:lstStyle/>
          <a:p>
            <a:r>
              <a:rPr lang="en-GB" dirty="0"/>
              <a:t>Computed - UPDATE</a:t>
            </a:r>
          </a:p>
        </p:txBody>
      </p:sp>
      <p:sp>
        <p:nvSpPr>
          <p:cNvPr id="3" name="Content Placeholder 2">
            <a:extLst>
              <a:ext uri="{FF2B5EF4-FFF2-40B4-BE49-F238E27FC236}">
                <a16:creationId xmlns:a16="http://schemas.microsoft.com/office/drawing/2014/main" id="{E4EE7085-4C5B-409B-8843-A8A3D3CB6E90}"/>
              </a:ext>
            </a:extLst>
          </p:cNvPr>
          <p:cNvSpPr>
            <a:spLocks noGrp="1"/>
          </p:cNvSpPr>
          <p:nvPr>
            <p:ph idx="1"/>
          </p:nvPr>
        </p:nvSpPr>
        <p:spPr/>
        <p:txBody>
          <a:bodyPr>
            <a:normAutofit/>
          </a:bodyPr>
          <a:lstStyle/>
          <a:p>
            <a:pPr marL="0" lvl="0" indent="0" eaLnBrk="0" fontAlgn="base" hangingPunct="0">
              <a:lnSpc>
                <a:spcPct val="100000"/>
              </a:lnSpc>
              <a:spcBef>
                <a:spcPct val="0"/>
              </a:spcBef>
              <a:spcAft>
                <a:spcPct val="0"/>
              </a:spcAft>
              <a:buNone/>
            </a:pPr>
            <a:r>
              <a:rPr lang="en-US" altLang="en-US" sz="4000" dirty="0">
                <a:solidFill>
                  <a:srgbClr val="B2B2B2"/>
                </a:solidFill>
                <a:latin typeface="Consolas" panose="020B0609020204030204" pitchFamily="49" charset="0"/>
              </a:rPr>
              <a:t>1 </a:t>
            </a:r>
            <a:r>
              <a:rPr lang="en-US" altLang="en-US" sz="4000" dirty="0">
                <a:solidFill>
                  <a:srgbClr val="A71D5D"/>
                </a:solidFill>
                <a:latin typeface="Consolas" panose="020B0609020204030204" pitchFamily="49" charset="0"/>
              </a:rPr>
              <a:t>UPDATE</a:t>
            </a:r>
            <a:r>
              <a:rPr lang="en-US" altLang="en-US" sz="4000" dirty="0">
                <a:solidFill>
                  <a:srgbClr val="000000"/>
                </a:solidFill>
                <a:latin typeface="Consolas" panose="020B0609020204030204" pitchFamily="49" charset="0"/>
              </a:rPr>
              <a:t> Pupil</a:t>
            </a:r>
          </a:p>
          <a:p>
            <a:pPr marL="0" lvl="0" indent="0" eaLnBrk="0" fontAlgn="base" hangingPunct="0">
              <a:lnSpc>
                <a:spcPct val="100000"/>
              </a:lnSpc>
              <a:spcBef>
                <a:spcPct val="0"/>
              </a:spcBef>
              <a:spcAft>
                <a:spcPct val="0"/>
              </a:spcAft>
              <a:buNone/>
            </a:pPr>
            <a:r>
              <a:rPr lang="en-US" altLang="en-US" sz="4000" dirty="0">
                <a:solidFill>
                  <a:srgbClr val="B2B2B2"/>
                </a:solidFill>
                <a:latin typeface="Consolas" panose="020B0609020204030204" pitchFamily="49" charset="0"/>
              </a:rPr>
              <a:t>2   </a:t>
            </a:r>
            <a:r>
              <a:rPr lang="en-US" altLang="en-US" sz="4000" dirty="0">
                <a:solidFill>
                  <a:srgbClr val="A71D5D"/>
                </a:solidFill>
                <a:latin typeface="Consolas" panose="020B0609020204030204" pitchFamily="49" charset="0"/>
              </a:rPr>
              <a:t>SET</a:t>
            </a:r>
            <a:r>
              <a:rPr lang="en-US" altLang="en-US" sz="4000" dirty="0">
                <a:solidFill>
                  <a:srgbClr val="000000"/>
                </a:solidFill>
                <a:latin typeface="Consolas" panose="020B0609020204030204" pitchFamily="49" charset="0"/>
              </a:rPr>
              <a:t> age = age + </a:t>
            </a:r>
            <a:r>
              <a:rPr lang="en-US" altLang="en-US" sz="4000" dirty="0">
                <a:solidFill>
                  <a:srgbClr val="0086B3"/>
                </a:solidFill>
                <a:latin typeface="Consolas" panose="020B0609020204030204" pitchFamily="49" charset="0"/>
              </a:rPr>
              <a:t>1</a:t>
            </a:r>
            <a:endParaRPr lang="en-US" altLang="en-US" sz="4000" dirty="0">
              <a:solidFill>
                <a:srgbClr val="000000"/>
              </a:solidFill>
              <a:latin typeface="Consolas" panose="020B0609020204030204" pitchFamily="49" charset="0"/>
            </a:endParaRPr>
          </a:p>
          <a:p>
            <a:pPr marL="0" lvl="0" indent="0" eaLnBrk="0" fontAlgn="base" hangingPunct="0">
              <a:lnSpc>
                <a:spcPct val="100000"/>
              </a:lnSpc>
              <a:spcBef>
                <a:spcPct val="0"/>
              </a:spcBef>
              <a:spcAft>
                <a:spcPct val="0"/>
              </a:spcAft>
              <a:buNone/>
            </a:pPr>
            <a:r>
              <a:rPr lang="en-US" altLang="en-US" sz="4000" dirty="0">
                <a:solidFill>
                  <a:srgbClr val="B2B2B2"/>
                </a:solidFill>
                <a:latin typeface="Consolas" panose="020B0609020204030204" pitchFamily="49" charset="0"/>
              </a:rPr>
              <a:t>3   </a:t>
            </a:r>
            <a:r>
              <a:rPr lang="en-US" altLang="en-US" sz="4000" dirty="0">
                <a:solidFill>
                  <a:srgbClr val="A71D5D"/>
                </a:solidFill>
                <a:latin typeface="Consolas" panose="020B0609020204030204" pitchFamily="49" charset="0"/>
              </a:rPr>
              <a:t>WHERE</a:t>
            </a:r>
            <a:r>
              <a:rPr lang="en-US" altLang="en-US" sz="4000" dirty="0">
                <a:solidFill>
                  <a:srgbClr val="000000"/>
                </a:solidFill>
                <a:latin typeface="Consolas" panose="020B0609020204030204" pitchFamily="49" charset="0"/>
              </a:rPr>
              <a:t> age &gt;= </a:t>
            </a:r>
            <a:r>
              <a:rPr lang="en-US" altLang="en-US" sz="4000" dirty="0">
                <a:solidFill>
                  <a:srgbClr val="0086B3"/>
                </a:solidFill>
                <a:latin typeface="Consolas" panose="020B0609020204030204" pitchFamily="49" charset="0"/>
              </a:rPr>
              <a:t>11</a:t>
            </a:r>
            <a:r>
              <a:rPr lang="en-US" altLang="en-US" sz="4000" dirty="0">
                <a:solidFill>
                  <a:srgbClr val="000000"/>
                </a:solidFill>
                <a:latin typeface="Consolas" panose="020B0609020204030204" pitchFamily="49" charset="0"/>
              </a:rPr>
              <a:t>;</a:t>
            </a:r>
            <a:endParaRPr lang="en-US" altLang="en-US" sz="4000" dirty="0">
              <a:latin typeface="Arial" panose="020B0604020202020204" pitchFamily="34" charset="0"/>
            </a:endParaRPr>
          </a:p>
        </p:txBody>
      </p:sp>
    </p:spTree>
    <p:extLst>
      <p:ext uri="{BB962C8B-B14F-4D97-AF65-F5344CB8AC3E}">
        <p14:creationId xmlns:p14="http://schemas.microsoft.com/office/powerpoint/2010/main" val="4250534393"/>
      </p:ext>
    </p:extLst>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GB" dirty="0"/>
              <a:t>Learning Intentions</a:t>
            </a:r>
          </a:p>
        </p:txBody>
      </p:sp>
      <p:sp>
        <p:nvSpPr>
          <p:cNvPr id="3" name="Content Placeholder 2"/>
          <p:cNvSpPr>
            <a:spLocks noGrp="1"/>
          </p:cNvSpPr>
          <p:nvPr>
            <p:ph idx="1"/>
          </p:nvPr>
        </p:nvSpPr>
        <p:spPr/>
        <p:txBody>
          <a:bodyPr/>
          <a:lstStyle/>
          <a:p>
            <a:r>
              <a:rPr lang="en-GB" dirty="0"/>
              <a:t>Describe and use SQL aggregate functions</a:t>
            </a:r>
          </a:p>
        </p:txBody>
      </p:sp>
    </p:spTree>
    <p:extLst>
      <p:ext uri="{BB962C8B-B14F-4D97-AF65-F5344CB8AC3E}">
        <p14:creationId xmlns:p14="http://schemas.microsoft.com/office/powerpoint/2010/main" val="391405217"/>
      </p:ext>
    </p:extLst>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CE87805-17F2-4B70-B505-57FB17E1FEE3}"/>
              </a:ext>
            </a:extLst>
          </p:cNvPr>
          <p:cNvSpPr>
            <a:spLocks noGrp="1"/>
          </p:cNvSpPr>
          <p:nvPr>
            <p:ph type="title"/>
          </p:nvPr>
        </p:nvSpPr>
        <p:spPr/>
        <p:txBody>
          <a:bodyPr/>
          <a:lstStyle/>
          <a:p>
            <a:r>
              <a:rPr lang="en-GB" dirty="0"/>
              <a:t>N5 Revision – SELECT</a:t>
            </a:r>
          </a:p>
        </p:txBody>
      </p:sp>
      <p:sp>
        <p:nvSpPr>
          <p:cNvPr id="3" name="Content Placeholder 2">
            <a:extLst>
              <a:ext uri="{FF2B5EF4-FFF2-40B4-BE49-F238E27FC236}">
                <a16:creationId xmlns:a16="http://schemas.microsoft.com/office/drawing/2014/main" id="{E4EE7085-4C5B-409B-8843-A8A3D3CB6E90}"/>
              </a:ext>
            </a:extLst>
          </p:cNvPr>
          <p:cNvSpPr>
            <a:spLocks noGrp="1"/>
          </p:cNvSpPr>
          <p:nvPr>
            <p:ph idx="1"/>
          </p:nvPr>
        </p:nvSpPr>
        <p:spPr/>
        <p:txBody>
          <a:bodyPr>
            <a:normAutofit/>
          </a:bodyPr>
          <a:lstStyle/>
          <a:p>
            <a:pPr marL="0" lvl="0" indent="0" eaLnBrk="0" fontAlgn="base" hangingPunct="0">
              <a:lnSpc>
                <a:spcPct val="100000"/>
              </a:lnSpc>
              <a:spcBef>
                <a:spcPct val="0"/>
              </a:spcBef>
              <a:spcAft>
                <a:spcPct val="0"/>
              </a:spcAft>
              <a:buNone/>
            </a:pPr>
            <a:r>
              <a:rPr lang="en-US" altLang="en-US" sz="4000" dirty="0">
                <a:solidFill>
                  <a:srgbClr val="B2B2B2"/>
                </a:solidFill>
                <a:latin typeface="Consolas" panose="020B0609020204030204" pitchFamily="49" charset="0"/>
              </a:rPr>
              <a:t>1 </a:t>
            </a:r>
            <a:r>
              <a:rPr lang="en-US" altLang="en-US" sz="4000" dirty="0">
                <a:solidFill>
                  <a:srgbClr val="A71D5D"/>
                </a:solidFill>
                <a:latin typeface="Consolas" panose="020B0609020204030204" pitchFamily="49" charset="0"/>
              </a:rPr>
              <a:t>SELECT</a:t>
            </a:r>
            <a:r>
              <a:rPr lang="en-US" altLang="en-US" sz="4000" dirty="0">
                <a:solidFill>
                  <a:srgbClr val="000000"/>
                </a:solidFill>
                <a:latin typeface="Consolas" panose="020B0609020204030204" pitchFamily="49" charset="0"/>
              </a:rPr>
              <a:t> *</a:t>
            </a:r>
          </a:p>
          <a:p>
            <a:pPr marL="0" lvl="0" indent="0" eaLnBrk="0" fontAlgn="base" hangingPunct="0">
              <a:lnSpc>
                <a:spcPct val="100000"/>
              </a:lnSpc>
              <a:spcBef>
                <a:spcPct val="0"/>
              </a:spcBef>
              <a:spcAft>
                <a:spcPct val="0"/>
              </a:spcAft>
              <a:buNone/>
            </a:pPr>
            <a:r>
              <a:rPr lang="en-US" altLang="en-US" sz="4000" dirty="0">
                <a:solidFill>
                  <a:srgbClr val="B2B2B2"/>
                </a:solidFill>
                <a:latin typeface="Consolas" panose="020B0609020204030204" pitchFamily="49" charset="0"/>
              </a:rPr>
              <a:t>2   </a:t>
            </a:r>
            <a:r>
              <a:rPr lang="en-US" altLang="en-US" sz="4000" dirty="0">
                <a:solidFill>
                  <a:srgbClr val="A71D5D"/>
                </a:solidFill>
                <a:latin typeface="Consolas" panose="020B0609020204030204" pitchFamily="49" charset="0"/>
              </a:rPr>
              <a:t>FROM</a:t>
            </a:r>
            <a:r>
              <a:rPr lang="en-US" altLang="en-US" sz="4000" dirty="0">
                <a:solidFill>
                  <a:srgbClr val="000000"/>
                </a:solidFill>
                <a:latin typeface="Consolas" panose="020B0609020204030204" pitchFamily="49" charset="0"/>
              </a:rPr>
              <a:t> Pupil</a:t>
            </a:r>
          </a:p>
          <a:p>
            <a:pPr marL="0" lvl="0" indent="0" eaLnBrk="0" fontAlgn="base" hangingPunct="0">
              <a:lnSpc>
                <a:spcPct val="100000"/>
              </a:lnSpc>
              <a:spcBef>
                <a:spcPct val="0"/>
              </a:spcBef>
              <a:spcAft>
                <a:spcPct val="0"/>
              </a:spcAft>
              <a:buNone/>
            </a:pPr>
            <a:r>
              <a:rPr lang="en-US" altLang="en-US" sz="4000" dirty="0">
                <a:solidFill>
                  <a:srgbClr val="B2B2B2"/>
                </a:solidFill>
                <a:latin typeface="Consolas" panose="020B0609020204030204" pitchFamily="49" charset="0"/>
              </a:rPr>
              <a:t>3   </a:t>
            </a:r>
            <a:r>
              <a:rPr lang="en-US" altLang="en-US" sz="4000" dirty="0">
                <a:solidFill>
                  <a:srgbClr val="A71D5D"/>
                </a:solidFill>
                <a:latin typeface="Consolas" panose="020B0609020204030204" pitchFamily="49" charset="0"/>
              </a:rPr>
              <a:t>WHERE</a:t>
            </a:r>
            <a:r>
              <a:rPr lang="en-US" altLang="en-US" sz="4000" dirty="0">
                <a:solidFill>
                  <a:srgbClr val="000000"/>
                </a:solidFill>
                <a:latin typeface="Consolas" panose="020B0609020204030204" pitchFamily="49" charset="0"/>
              </a:rPr>
              <a:t> </a:t>
            </a:r>
            <a:r>
              <a:rPr lang="en-US" altLang="en-US" sz="4000" dirty="0" err="1">
                <a:solidFill>
                  <a:srgbClr val="000000"/>
                </a:solidFill>
                <a:latin typeface="Consolas" panose="020B0609020204030204" pitchFamily="49" charset="0"/>
              </a:rPr>
              <a:t>lastName</a:t>
            </a:r>
            <a:r>
              <a:rPr lang="en-US" altLang="en-US" sz="4000" dirty="0">
                <a:solidFill>
                  <a:srgbClr val="000000"/>
                </a:solidFill>
                <a:latin typeface="Consolas" panose="020B0609020204030204" pitchFamily="49" charset="0"/>
              </a:rPr>
              <a:t> = </a:t>
            </a:r>
            <a:r>
              <a:rPr lang="en-US" altLang="en-US" sz="4000" dirty="0">
                <a:solidFill>
                  <a:srgbClr val="183691"/>
                </a:solidFill>
                <a:latin typeface="Consolas" panose="020B0609020204030204" pitchFamily="49" charset="0"/>
              </a:rPr>
              <a:t>"Smith"</a:t>
            </a:r>
            <a:r>
              <a:rPr lang="en-US" altLang="en-US" sz="4000" dirty="0">
                <a:solidFill>
                  <a:srgbClr val="000000"/>
                </a:solidFill>
                <a:latin typeface="Consolas" panose="020B0609020204030204" pitchFamily="49" charset="0"/>
              </a:rPr>
              <a:t>;</a:t>
            </a:r>
            <a:endParaRPr lang="en-US" altLang="en-US" sz="5400" dirty="0">
              <a:latin typeface="Arial" panose="020B0604020202020204" pitchFamily="34" charset="0"/>
            </a:endParaRPr>
          </a:p>
        </p:txBody>
      </p:sp>
    </p:spTree>
    <p:extLst>
      <p:ext uri="{BB962C8B-B14F-4D97-AF65-F5344CB8AC3E}">
        <p14:creationId xmlns:p14="http://schemas.microsoft.com/office/powerpoint/2010/main" val="783260934"/>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animEffect transition="in" filter="wipe(left)">
                                      <p:cBhvr>
                                        <p:cTn id="7" dur="1000"/>
                                        <p:tgtEl>
                                          <p:spTgt spid="3">
                                            <p:txEl>
                                              <p:pRg st="0" end="0"/>
                                            </p:txEl>
                                          </p:spTgt>
                                        </p:tgtEl>
                                      </p:cBhvr>
                                    </p:animEffect>
                                  </p:childTnLst>
                                </p:cTn>
                              </p:par>
                            </p:childTnLst>
                          </p:cTn>
                        </p:par>
                      </p:childTnLst>
                    </p:cTn>
                  </p:par>
                  <p:par>
                    <p:cTn id="8" fill="hold">
                      <p:stCondLst>
                        <p:cond delay="indefinite"/>
                      </p:stCondLst>
                      <p:childTnLst>
                        <p:par>
                          <p:cTn id="9" fill="hold">
                            <p:stCondLst>
                              <p:cond delay="0"/>
                            </p:stCondLst>
                            <p:childTnLst>
                              <p:par>
                                <p:cTn id="10" presetID="22" presetClass="entr" presetSubtype="8" fill="hold" grpId="0" nodeType="clickEffect">
                                  <p:stCondLst>
                                    <p:cond delay="0"/>
                                  </p:stCondLst>
                                  <p:childTnLst>
                                    <p:set>
                                      <p:cBhvr>
                                        <p:cTn id="11" dur="1" fill="hold">
                                          <p:stCondLst>
                                            <p:cond delay="0"/>
                                          </p:stCondLst>
                                        </p:cTn>
                                        <p:tgtEl>
                                          <p:spTgt spid="3">
                                            <p:txEl>
                                              <p:pRg st="1" end="1"/>
                                            </p:txEl>
                                          </p:spTgt>
                                        </p:tgtEl>
                                        <p:attrNameLst>
                                          <p:attrName>style.visibility</p:attrName>
                                        </p:attrNameLst>
                                      </p:cBhvr>
                                      <p:to>
                                        <p:strVal val="visible"/>
                                      </p:to>
                                    </p:set>
                                    <p:animEffect transition="in" filter="wipe(left)">
                                      <p:cBhvr>
                                        <p:cTn id="12" dur="1000"/>
                                        <p:tgtEl>
                                          <p:spTgt spid="3">
                                            <p:txEl>
                                              <p:pRg st="1" end="1"/>
                                            </p:txEl>
                                          </p:spTgt>
                                        </p:tgtEl>
                                      </p:cBhvr>
                                    </p:animEffect>
                                  </p:childTnLst>
                                </p:cTn>
                              </p:par>
                            </p:childTnLst>
                          </p:cTn>
                        </p:par>
                      </p:childTnLst>
                    </p:cTn>
                  </p:par>
                  <p:par>
                    <p:cTn id="13" fill="hold">
                      <p:stCondLst>
                        <p:cond delay="indefinite"/>
                      </p:stCondLst>
                      <p:childTnLst>
                        <p:par>
                          <p:cTn id="14" fill="hold">
                            <p:stCondLst>
                              <p:cond delay="0"/>
                            </p:stCondLst>
                            <p:childTnLst>
                              <p:par>
                                <p:cTn id="15" presetID="22" presetClass="entr" presetSubtype="8" fill="hold" grpId="0" nodeType="clickEffect">
                                  <p:stCondLst>
                                    <p:cond delay="0"/>
                                  </p:stCondLst>
                                  <p:childTnLst>
                                    <p:set>
                                      <p:cBhvr>
                                        <p:cTn id="16" dur="1" fill="hold">
                                          <p:stCondLst>
                                            <p:cond delay="0"/>
                                          </p:stCondLst>
                                        </p:cTn>
                                        <p:tgtEl>
                                          <p:spTgt spid="3">
                                            <p:txEl>
                                              <p:pRg st="2" end="2"/>
                                            </p:txEl>
                                          </p:spTgt>
                                        </p:tgtEl>
                                        <p:attrNameLst>
                                          <p:attrName>style.visibility</p:attrName>
                                        </p:attrNameLst>
                                      </p:cBhvr>
                                      <p:to>
                                        <p:strVal val="visible"/>
                                      </p:to>
                                    </p:set>
                                    <p:animEffect transition="in" filter="wipe(left)">
                                      <p:cBhvr>
                                        <p:cTn id="17" dur="1000"/>
                                        <p:tgtEl>
                                          <p:spTgt spid="3">
                                            <p:txEl>
                                              <p:pRg st="2" end="2"/>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CE87805-17F2-4B70-B505-57FB17E1FEE3}"/>
              </a:ext>
            </a:extLst>
          </p:cNvPr>
          <p:cNvSpPr>
            <a:spLocks noGrp="1"/>
          </p:cNvSpPr>
          <p:nvPr>
            <p:ph type="title"/>
          </p:nvPr>
        </p:nvSpPr>
        <p:spPr/>
        <p:txBody>
          <a:bodyPr/>
          <a:lstStyle/>
          <a:p>
            <a:r>
              <a:rPr lang="en-GB" dirty="0"/>
              <a:t>COUNT</a:t>
            </a:r>
          </a:p>
        </p:txBody>
      </p:sp>
      <p:sp>
        <p:nvSpPr>
          <p:cNvPr id="3" name="Content Placeholder 2">
            <a:extLst>
              <a:ext uri="{FF2B5EF4-FFF2-40B4-BE49-F238E27FC236}">
                <a16:creationId xmlns:a16="http://schemas.microsoft.com/office/drawing/2014/main" id="{E4EE7085-4C5B-409B-8843-A8A3D3CB6E90}"/>
              </a:ext>
            </a:extLst>
          </p:cNvPr>
          <p:cNvSpPr>
            <a:spLocks noGrp="1"/>
          </p:cNvSpPr>
          <p:nvPr>
            <p:ph idx="1"/>
          </p:nvPr>
        </p:nvSpPr>
        <p:spPr/>
        <p:txBody>
          <a:bodyPr>
            <a:normAutofit/>
          </a:bodyPr>
          <a:lstStyle/>
          <a:p>
            <a:pPr marL="0" lvl="0" indent="0" eaLnBrk="0" fontAlgn="base" hangingPunct="0">
              <a:lnSpc>
                <a:spcPct val="100000"/>
              </a:lnSpc>
              <a:spcBef>
                <a:spcPct val="0"/>
              </a:spcBef>
              <a:spcAft>
                <a:spcPct val="0"/>
              </a:spcAft>
              <a:buNone/>
            </a:pPr>
            <a:r>
              <a:rPr lang="en-US" altLang="en-US" sz="4000" dirty="0">
                <a:solidFill>
                  <a:srgbClr val="B2B2B2"/>
                </a:solidFill>
                <a:latin typeface="Consolas" panose="020B0609020204030204" pitchFamily="49" charset="0"/>
              </a:rPr>
              <a:t>1 </a:t>
            </a:r>
            <a:r>
              <a:rPr lang="en-US" altLang="en-US" sz="4000" dirty="0">
                <a:solidFill>
                  <a:srgbClr val="A71D5D"/>
                </a:solidFill>
                <a:latin typeface="Consolas" panose="020B0609020204030204" pitchFamily="49" charset="0"/>
              </a:rPr>
              <a:t>SELECT COUNT</a:t>
            </a:r>
            <a:r>
              <a:rPr lang="en-US" altLang="en-US" sz="4000" dirty="0">
                <a:solidFill>
                  <a:srgbClr val="000000"/>
                </a:solidFill>
                <a:latin typeface="Consolas" panose="020B0609020204030204" pitchFamily="49" charset="0"/>
              </a:rPr>
              <a:t>(*)</a:t>
            </a:r>
          </a:p>
          <a:p>
            <a:pPr marL="0" lvl="0" indent="0" eaLnBrk="0" fontAlgn="base" hangingPunct="0">
              <a:lnSpc>
                <a:spcPct val="100000"/>
              </a:lnSpc>
              <a:spcBef>
                <a:spcPct val="0"/>
              </a:spcBef>
              <a:spcAft>
                <a:spcPct val="0"/>
              </a:spcAft>
              <a:buNone/>
            </a:pPr>
            <a:r>
              <a:rPr lang="en-US" altLang="en-US" sz="4000" dirty="0">
                <a:solidFill>
                  <a:srgbClr val="B2B2B2"/>
                </a:solidFill>
                <a:latin typeface="Consolas" panose="020B0609020204030204" pitchFamily="49" charset="0"/>
              </a:rPr>
              <a:t>2   </a:t>
            </a:r>
            <a:r>
              <a:rPr lang="en-US" altLang="en-US" sz="4000" dirty="0">
                <a:solidFill>
                  <a:srgbClr val="A71D5D"/>
                </a:solidFill>
                <a:latin typeface="Consolas" panose="020B0609020204030204" pitchFamily="49" charset="0"/>
              </a:rPr>
              <a:t>FROM</a:t>
            </a:r>
            <a:r>
              <a:rPr lang="en-US" altLang="en-US" sz="4000" dirty="0">
                <a:solidFill>
                  <a:srgbClr val="000000"/>
                </a:solidFill>
                <a:latin typeface="Consolas" panose="020B0609020204030204" pitchFamily="49" charset="0"/>
              </a:rPr>
              <a:t> Pupil</a:t>
            </a:r>
          </a:p>
          <a:p>
            <a:pPr marL="0" lvl="0" indent="0" eaLnBrk="0" fontAlgn="base" hangingPunct="0">
              <a:lnSpc>
                <a:spcPct val="100000"/>
              </a:lnSpc>
              <a:spcBef>
                <a:spcPct val="0"/>
              </a:spcBef>
              <a:spcAft>
                <a:spcPct val="0"/>
              </a:spcAft>
              <a:buNone/>
            </a:pPr>
            <a:r>
              <a:rPr lang="en-US" altLang="en-US" sz="4000" dirty="0">
                <a:solidFill>
                  <a:srgbClr val="B2B2B2"/>
                </a:solidFill>
                <a:latin typeface="Consolas" panose="020B0609020204030204" pitchFamily="49" charset="0"/>
              </a:rPr>
              <a:t>3   </a:t>
            </a:r>
            <a:r>
              <a:rPr lang="en-US" altLang="en-US" sz="4000" dirty="0">
                <a:solidFill>
                  <a:srgbClr val="A71D5D"/>
                </a:solidFill>
                <a:latin typeface="Consolas" panose="020B0609020204030204" pitchFamily="49" charset="0"/>
              </a:rPr>
              <a:t>WHERE</a:t>
            </a:r>
            <a:r>
              <a:rPr lang="en-US" altLang="en-US" sz="4000" dirty="0">
                <a:solidFill>
                  <a:srgbClr val="000000"/>
                </a:solidFill>
                <a:latin typeface="Consolas" panose="020B0609020204030204" pitchFamily="49" charset="0"/>
              </a:rPr>
              <a:t> </a:t>
            </a:r>
            <a:r>
              <a:rPr lang="en-US" altLang="en-US" sz="4000" dirty="0" err="1">
                <a:solidFill>
                  <a:srgbClr val="000000"/>
                </a:solidFill>
                <a:latin typeface="Consolas" panose="020B0609020204030204" pitchFamily="49" charset="0"/>
              </a:rPr>
              <a:t>lastName</a:t>
            </a:r>
            <a:r>
              <a:rPr lang="en-US" altLang="en-US" sz="4000" dirty="0">
                <a:solidFill>
                  <a:srgbClr val="000000"/>
                </a:solidFill>
                <a:latin typeface="Consolas" panose="020B0609020204030204" pitchFamily="49" charset="0"/>
              </a:rPr>
              <a:t> = </a:t>
            </a:r>
            <a:r>
              <a:rPr lang="en-US" altLang="en-US" sz="4000" dirty="0">
                <a:solidFill>
                  <a:srgbClr val="183691"/>
                </a:solidFill>
                <a:latin typeface="Consolas" panose="020B0609020204030204" pitchFamily="49" charset="0"/>
              </a:rPr>
              <a:t>"Smith"</a:t>
            </a:r>
            <a:r>
              <a:rPr lang="en-US" altLang="en-US" sz="4000" dirty="0">
                <a:solidFill>
                  <a:srgbClr val="000000"/>
                </a:solidFill>
                <a:latin typeface="Consolas" panose="020B0609020204030204" pitchFamily="49" charset="0"/>
              </a:rPr>
              <a:t>;</a:t>
            </a:r>
            <a:endParaRPr lang="en-US" altLang="en-US" sz="5400" dirty="0">
              <a:latin typeface="Arial" panose="020B0604020202020204" pitchFamily="34" charset="0"/>
            </a:endParaRPr>
          </a:p>
        </p:txBody>
      </p:sp>
      <p:sp>
        <p:nvSpPr>
          <p:cNvPr id="5" name="TextBox 4">
            <a:extLst>
              <a:ext uri="{FF2B5EF4-FFF2-40B4-BE49-F238E27FC236}">
                <a16:creationId xmlns:a16="http://schemas.microsoft.com/office/drawing/2014/main" id="{C5786D92-2AB0-D36B-A2BC-31B1C89FF7DD}"/>
              </a:ext>
            </a:extLst>
          </p:cNvPr>
          <p:cNvSpPr txBox="1"/>
          <p:nvPr/>
        </p:nvSpPr>
        <p:spPr>
          <a:xfrm>
            <a:off x="1709401" y="4761965"/>
            <a:ext cx="8001000" cy="1200329"/>
          </a:xfrm>
          <a:prstGeom prst="rect">
            <a:avLst/>
          </a:prstGeom>
          <a:noFill/>
        </p:spPr>
        <p:txBody>
          <a:bodyPr wrap="square">
            <a:spAutoFit/>
          </a:bodyPr>
          <a:lstStyle/>
          <a:p>
            <a:r>
              <a:rPr lang="en-GB" sz="3600" dirty="0">
                <a:solidFill>
                  <a:srgbClr val="7030A0"/>
                </a:solidFill>
                <a:latin typeface="Arial" panose="020B0604020202020204" pitchFamily="34" charset="0"/>
              </a:rPr>
              <a:t>R</a:t>
            </a:r>
            <a:r>
              <a:rPr lang="en-GB" sz="3600" i="0" u="none" strike="noStrike" baseline="0" dirty="0">
                <a:solidFill>
                  <a:srgbClr val="7030A0"/>
                </a:solidFill>
                <a:latin typeface="Arial" panose="020B0604020202020204" pitchFamily="34" charset="0"/>
              </a:rPr>
              <a:t>eturns the number of rows that match the criteria in the </a:t>
            </a:r>
            <a:r>
              <a:rPr lang="en-GB" sz="3600" i="0" u="none" strike="noStrike" baseline="0" dirty="0">
                <a:solidFill>
                  <a:srgbClr val="7030A0"/>
                </a:solidFill>
                <a:latin typeface="Courier New" panose="02070309020205020404" pitchFamily="49" charset="0"/>
              </a:rPr>
              <a:t>WHERE</a:t>
            </a:r>
            <a:r>
              <a:rPr lang="en-GB" sz="3600" i="0" u="none" strike="noStrike" baseline="0" dirty="0">
                <a:solidFill>
                  <a:srgbClr val="7030A0"/>
                </a:solidFill>
                <a:latin typeface="Arial" panose="020B0604020202020204" pitchFamily="34" charset="0"/>
              </a:rPr>
              <a:t> clause </a:t>
            </a:r>
          </a:p>
        </p:txBody>
      </p:sp>
      <p:sp>
        <p:nvSpPr>
          <p:cNvPr id="6" name="Callout: Bent Line with No Border 5">
            <a:extLst>
              <a:ext uri="{FF2B5EF4-FFF2-40B4-BE49-F238E27FC236}">
                <a16:creationId xmlns:a16="http://schemas.microsoft.com/office/drawing/2014/main" id="{9BD5C449-CB7A-4B99-8B0B-F56FF5209393}"/>
              </a:ext>
            </a:extLst>
          </p:cNvPr>
          <p:cNvSpPr/>
          <p:nvPr/>
        </p:nvSpPr>
        <p:spPr>
          <a:xfrm>
            <a:off x="5709901" y="1218872"/>
            <a:ext cx="3230393" cy="581682"/>
          </a:xfrm>
          <a:prstGeom prst="callout2">
            <a:avLst>
              <a:gd name="adj1" fmla="val 48750"/>
              <a:gd name="adj2" fmla="val -189"/>
              <a:gd name="adj3" fmla="val 49417"/>
              <a:gd name="adj4" fmla="val -16329"/>
              <a:gd name="adj5" fmla="val 120926"/>
              <a:gd name="adj6" fmla="val -25477"/>
            </a:avLst>
          </a:prstGeom>
          <a:noFill/>
          <a:ln w="38100">
            <a:solidFill>
              <a:schemeClr val="accent6">
                <a:lumMod val="75000"/>
              </a:schemeClr>
            </a:solidFill>
            <a:headEnd type="none" w="lg" len="lg"/>
            <a:tailEnd type="triangle" w="lg" len="lg"/>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GB" sz="2800" b="1" dirty="0">
                <a:solidFill>
                  <a:srgbClr val="7030A0"/>
                </a:solidFill>
              </a:rPr>
              <a:t>Aggregate function</a:t>
            </a:r>
          </a:p>
        </p:txBody>
      </p:sp>
    </p:spTree>
    <p:extLst>
      <p:ext uri="{BB962C8B-B14F-4D97-AF65-F5344CB8AC3E}">
        <p14:creationId xmlns:p14="http://schemas.microsoft.com/office/powerpoint/2010/main" val="40042554"/>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animEffect transition="in" filter="wipe(left)">
                                      <p:cBhvr>
                                        <p:cTn id="7" dur="1250"/>
                                        <p:tgtEl>
                                          <p:spTgt spid="3">
                                            <p:txEl>
                                              <p:pRg st="0" end="0"/>
                                            </p:txEl>
                                          </p:spTgt>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grpId="0" nodeType="clickEffect">
                                  <p:stCondLst>
                                    <p:cond delay="0"/>
                                  </p:stCondLst>
                                  <p:childTnLst>
                                    <p:set>
                                      <p:cBhvr>
                                        <p:cTn id="11" dur="1" fill="hold">
                                          <p:stCondLst>
                                            <p:cond delay="0"/>
                                          </p:stCondLst>
                                        </p:cTn>
                                        <p:tgtEl>
                                          <p:spTgt spid="6"/>
                                        </p:tgtEl>
                                        <p:attrNameLst>
                                          <p:attrName>style.visibility</p:attrName>
                                        </p:attrNameLst>
                                      </p:cBhvr>
                                      <p:to>
                                        <p:strVal val="visible"/>
                                      </p:to>
                                    </p:set>
                                    <p:animEffect transition="in" filter="fade">
                                      <p:cBhvr>
                                        <p:cTn id="12" dur="1000"/>
                                        <p:tgtEl>
                                          <p:spTgt spid="6"/>
                                        </p:tgtEl>
                                      </p:cBhvr>
                                    </p:animEffect>
                                  </p:childTnLst>
                                </p:cTn>
                              </p:par>
                            </p:childTnLst>
                          </p:cTn>
                        </p:par>
                      </p:childTnLst>
                    </p:cTn>
                  </p:par>
                  <p:par>
                    <p:cTn id="13" fill="hold">
                      <p:stCondLst>
                        <p:cond delay="indefinite"/>
                      </p:stCondLst>
                      <p:childTnLst>
                        <p:par>
                          <p:cTn id="14" fill="hold">
                            <p:stCondLst>
                              <p:cond delay="0"/>
                            </p:stCondLst>
                            <p:childTnLst>
                              <p:par>
                                <p:cTn id="15" presetID="22" presetClass="entr" presetSubtype="8" fill="hold" grpId="0" nodeType="clickEffect">
                                  <p:stCondLst>
                                    <p:cond delay="0"/>
                                  </p:stCondLst>
                                  <p:childTnLst>
                                    <p:set>
                                      <p:cBhvr>
                                        <p:cTn id="16" dur="1" fill="hold">
                                          <p:stCondLst>
                                            <p:cond delay="0"/>
                                          </p:stCondLst>
                                        </p:cTn>
                                        <p:tgtEl>
                                          <p:spTgt spid="3">
                                            <p:txEl>
                                              <p:pRg st="1" end="1"/>
                                            </p:txEl>
                                          </p:spTgt>
                                        </p:tgtEl>
                                        <p:attrNameLst>
                                          <p:attrName>style.visibility</p:attrName>
                                        </p:attrNameLst>
                                      </p:cBhvr>
                                      <p:to>
                                        <p:strVal val="visible"/>
                                      </p:to>
                                    </p:set>
                                    <p:animEffect transition="in" filter="wipe(left)">
                                      <p:cBhvr>
                                        <p:cTn id="17" dur="1000"/>
                                        <p:tgtEl>
                                          <p:spTgt spid="3">
                                            <p:txEl>
                                              <p:pRg st="1" end="1"/>
                                            </p:txEl>
                                          </p:spTgt>
                                        </p:tgtEl>
                                      </p:cBhvr>
                                    </p:animEffect>
                                  </p:childTnLst>
                                </p:cTn>
                              </p:par>
                            </p:childTnLst>
                          </p:cTn>
                        </p:par>
                        <p:par>
                          <p:cTn id="18" fill="hold">
                            <p:stCondLst>
                              <p:cond delay="1000"/>
                            </p:stCondLst>
                            <p:childTnLst>
                              <p:par>
                                <p:cTn id="19" presetID="22" presetClass="entr" presetSubtype="8" fill="hold" grpId="0" nodeType="afterEffect">
                                  <p:stCondLst>
                                    <p:cond delay="0"/>
                                  </p:stCondLst>
                                  <p:childTnLst>
                                    <p:set>
                                      <p:cBhvr>
                                        <p:cTn id="20" dur="1" fill="hold">
                                          <p:stCondLst>
                                            <p:cond delay="0"/>
                                          </p:stCondLst>
                                        </p:cTn>
                                        <p:tgtEl>
                                          <p:spTgt spid="3">
                                            <p:txEl>
                                              <p:pRg st="2" end="2"/>
                                            </p:txEl>
                                          </p:spTgt>
                                        </p:tgtEl>
                                        <p:attrNameLst>
                                          <p:attrName>style.visibility</p:attrName>
                                        </p:attrNameLst>
                                      </p:cBhvr>
                                      <p:to>
                                        <p:strVal val="visible"/>
                                      </p:to>
                                    </p:set>
                                    <p:animEffect transition="in" filter="wipe(left)">
                                      <p:cBhvr>
                                        <p:cTn id="21" dur="2000"/>
                                        <p:tgtEl>
                                          <p:spTgt spid="3">
                                            <p:txEl>
                                              <p:pRg st="2" end="2"/>
                                            </p:txEl>
                                          </p:spTgt>
                                        </p:tgtEl>
                                      </p:cBhvr>
                                    </p:animEffect>
                                  </p:childTnLst>
                                </p:cTn>
                              </p:par>
                            </p:childTnLst>
                          </p:cTn>
                        </p:par>
                      </p:childTnLst>
                    </p:cTn>
                  </p:par>
                  <p:par>
                    <p:cTn id="22" fill="hold">
                      <p:stCondLst>
                        <p:cond delay="indefinite"/>
                      </p:stCondLst>
                      <p:childTnLst>
                        <p:par>
                          <p:cTn id="23" fill="hold">
                            <p:stCondLst>
                              <p:cond delay="0"/>
                            </p:stCondLst>
                            <p:childTnLst>
                              <p:par>
                                <p:cTn id="24" presetID="10" presetClass="entr" presetSubtype="0" fill="hold" grpId="0" nodeType="clickEffect">
                                  <p:stCondLst>
                                    <p:cond delay="0"/>
                                  </p:stCondLst>
                                  <p:childTnLst>
                                    <p:set>
                                      <p:cBhvr>
                                        <p:cTn id="25" dur="1" fill="hold">
                                          <p:stCondLst>
                                            <p:cond delay="0"/>
                                          </p:stCondLst>
                                        </p:cTn>
                                        <p:tgtEl>
                                          <p:spTgt spid="5"/>
                                        </p:tgtEl>
                                        <p:attrNameLst>
                                          <p:attrName>style.visibility</p:attrName>
                                        </p:attrNameLst>
                                      </p:cBhvr>
                                      <p:to>
                                        <p:strVal val="visible"/>
                                      </p:to>
                                    </p:set>
                                    <p:animEffect transition="in" filter="fade">
                                      <p:cBhvr>
                                        <p:cTn id="26" dur="2000"/>
                                        <p:tgtEl>
                                          <p:spTgt spid="5"/>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P spid="5" grpId="0"/>
      <p:bldP spid="6" grpId="0" animBg="1"/>
    </p:bldLst>
  </p:timing>
</p:sld>
</file>

<file path=ppt/slides/slide43.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CE87805-17F2-4B70-B505-57FB17E1FEE3}"/>
              </a:ext>
            </a:extLst>
          </p:cNvPr>
          <p:cNvSpPr>
            <a:spLocks noGrp="1"/>
          </p:cNvSpPr>
          <p:nvPr>
            <p:ph type="title"/>
          </p:nvPr>
        </p:nvSpPr>
        <p:spPr/>
        <p:txBody>
          <a:bodyPr/>
          <a:lstStyle/>
          <a:p>
            <a:r>
              <a:rPr lang="en-GB" dirty="0"/>
              <a:t>COUNT</a:t>
            </a:r>
          </a:p>
        </p:txBody>
      </p:sp>
      <p:sp>
        <p:nvSpPr>
          <p:cNvPr id="3" name="Content Placeholder 2">
            <a:extLst>
              <a:ext uri="{FF2B5EF4-FFF2-40B4-BE49-F238E27FC236}">
                <a16:creationId xmlns:a16="http://schemas.microsoft.com/office/drawing/2014/main" id="{E4EE7085-4C5B-409B-8843-A8A3D3CB6E90}"/>
              </a:ext>
            </a:extLst>
          </p:cNvPr>
          <p:cNvSpPr>
            <a:spLocks noGrp="1"/>
          </p:cNvSpPr>
          <p:nvPr>
            <p:ph idx="1"/>
          </p:nvPr>
        </p:nvSpPr>
        <p:spPr/>
        <p:txBody>
          <a:bodyPr>
            <a:normAutofit/>
          </a:bodyPr>
          <a:lstStyle/>
          <a:p>
            <a:pPr marL="0" lvl="0" indent="0" eaLnBrk="0" fontAlgn="base" hangingPunct="0">
              <a:lnSpc>
                <a:spcPct val="100000"/>
              </a:lnSpc>
              <a:spcBef>
                <a:spcPct val="0"/>
              </a:spcBef>
              <a:spcAft>
                <a:spcPct val="0"/>
              </a:spcAft>
              <a:buNone/>
            </a:pPr>
            <a:r>
              <a:rPr lang="en-US" altLang="en-US" sz="4000" dirty="0">
                <a:solidFill>
                  <a:srgbClr val="B2B2B2"/>
                </a:solidFill>
                <a:latin typeface="Consolas" panose="020B0609020204030204" pitchFamily="49" charset="0"/>
              </a:rPr>
              <a:t>1 </a:t>
            </a:r>
            <a:r>
              <a:rPr lang="en-US" altLang="en-US" sz="4000" dirty="0">
                <a:solidFill>
                  <a:srgbClr val="A71D5D"/>
                </a:solidFill>
                <a:latin typeface="Consolas" panose="020B0609020204030204" pitchFamily="49" charset="0"/>
              </a:rPr>
              <a:t>SELECT COUNT</a:t>
            </a:r>
            <a:r>
              <a:rPr lang="en-US" altLang="en-US" sz="4000" dirty="0">
                <a:solidFill>
                  <a:srgbClr val="000000"/>
                </a:solidFill>
                <a:latin typeface="Consolas" panose="020B0609020204030204" pitchFamily="49" charset="0"/>
              </a:rPr>
              <a:t>(*)</a:t>
            </a:r>
          </a:p>
          <a:p>
            <a:pPr marL="0" lvl="0" indent="0" eaLnBrk="0" fontAlgn="base" hangingPunct="0">
              <a:lnSpc>
                <a:spcPct val="100000"/>
              </a:lnSpc>
              <a:spcBef>
                <a:spcPct val="0"/>
              </a:spcBef>
              <a:spcAft>
                <a:spcPct val="0"/>
              </a:spcAft>
              <a:buNone/>
            </a:pPr>
            <a:r>
              <a:rPr lang="en-US" altLang="en-US" sz="4000" dirty="0">
                <a:solidFill>
                  <a:srgbClr val="B2B2B2"/>
                </a:solidFill>
                <a:latin typeface="Consolas" panose="020B0609020204030204" pitchFamily="49" charset="0"/>
              </a:rPr>
              <a:t>2   </a:t>
            </a:r>
            <a:r>
              <a:rPr lang="en-US" altLang="en-US" sz="4000" dirty="0">
                <a:solidFill>
                  <a:srgbClr val="A71D5D"/>
                </a:solidFill>
                <a:latin typeface="Consolas" panose="020B0609020204030204" pitchFamily="49" charset="0"/>
              </a:rPr>
              <a:t>FROM</a:t>
            </a:r>
            <a:r>
              <a:rPr lang="en-US" altLang="en-US" sz="4000" dirty="0">
                <a:solidFill>
                  <a:srgbClr val="000000"/>
                </a:solidFill>
                <a:latin typeface="Consolas" panose="020B0609020204030204" pitchFamily="49" charset="0"/>
              </a:rPr>
              <a:t> Pupil</a:t>
            </a:r>
          </a:p>
          <a:p>
            <a:pPr marL="0" lvl="0" indent="0" eaLnBrk="0" fontAlgn="base" hangingPunct="0">
              <a:lnSpc>
                <a:spcPct val="100000"/>
              </a:lnSpc>
              <a:spcBef>
                <a:spcPct val="0"/>
              </a:spcBef>
              <a:spcAft>
                <a:spcPct val="0"/>
              </a:spcAft>
              <a:buNone/>
            </a:pPr>
            <a:r>
              <a:rPr lang="en-US" altLang="en-US" sz="4000" dirty="0">
                <a:solidFill>
                  <a:srgbClr val="B2B2B2"/>
                </a:solidFill>
                <a:latin typeface="Consolas" panose="020B0609020204030204" pitchFamily="49" charset="0"/>
              </a:rPr>
              <a:t>3   </a:t>
            </a:r>
            <a:r>
              <a:rPr lang="en-US" altLang="en-US" sz="4000" dirty="0">
                <a:solidFill>
                  <a:srgbClr val="A71D5D"/>
                </a:solidFill>
                <a:latin typeface="Consolas" panose="020B0609020204030204" pitchFamily="49" charset="0"/>
              </a:rPr>
              <a:t>WHERE</a:t>
            </a:r>
            <a:r>
              <a:rPr lang="en-US" altLang="en-US" sz="4000" dirty="0">
                <a:solidFill>
                  <a:srgbClr val="000000"/>
                </a:solidFill>
                <a:latin typeface="Consolas" panose="020B0609020204030204" pitchFamily="49" charset="0"/>
              </a:rPr>
              <a:t> </a:t>
            </a:r>
            <a:r>
              <a:rPr lang="en-US" altLang="en-US" sz="4000" dirty="0" err="1">
                <a:solidFill>
                  <a:srgbClr val="000000"/>
                </a:solidFill>
                <a:latin typeface="Consolas" panose="020B0609020204030204" pitchFamily="49" charset="0"/>
              </a:rPr>
              <a:t>lastName</a:t>
            </a:r>
            <a:r>
              <a:rPr lang="en-US" altLang="en-US" sz="4000" dirty="0">
                <a:solidFill>
                  <a:srgbClr val="000000"/>
                </a:solidFill>
                <a:latin typeface="Consolas" panose="020B0609020204030204" pitchFamily="49" charset="0"/>
              </a:rPr>
              <a:t> = </a:t>
            </a:r>
            <a:r>
              <a:rPr lang="en-US" altLang="en-US" sz="4000" dirty="0">
                <a:solidFill>
                  <a:srgbClr val="183691"/>
                </a:solidFill>
                <a:latin typeface="Consolas" panose="020B0609020204030204" pitchFamily="49" charset="0"/>
              </a:rPr>
              <a:t>"Smith"</a:t>
            </a:r>
            <a:r>
              <a:rPr lang="en-US" altLang="en-US" sz="4000" dirty="0">
                <a:solidFill>
                  <a:srgbClr val="000000"/>
                </a:solidFill>
                <a:latin typeface="Consolas" panose="020B0609020204030204" pitchFamily="49" charset="0"/>
              </a:rPr>
              <a:t>;</a:t>
            </a:r>
            <a:endParaRPr lang="en-US" altLang="en-US" sz="5400" dirty="0">
              <a:latin typeface="Arial" panose="020B0604020202020204" pitchFamily="34" charset="0"/>
            </a:endParaRPr>
          </a:p>
        </p:txBody>
      </p:sp>
    </p:spTree>
    <p:extLst>
      <p:ext uri="{BB962C8B-B14F-4D97-AF65-F5344CB8AC3E}">
        <p14:creationId xmlns:p14="http://schemas.microsoft.com/office/powerpoint/2010/main" val="798895982"/>
      </p:ext>
    </p:extLst>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CE87805-17F2-4B70-B505-57FB17E1FEE3}"/>
              </a:ext>
            </a:extLst>
          </p:cNvPr>
          <p:cNvSpPr>
            <a:spLocks noGrp="1"/>
          </p:cNvSpPr>
          <p:nvPr>
            <p:ph type="title"/>
          </p:nvPr>
        </p:nvSpPr>
        <p:spPr/>
        <p:txBody>
          <a:bodyPr/>
          <a:lstStyle/>
          <a:p>
            <a:r>
              <a:rPr lang="en-GB" dirty="0"/>
              <a:t>MAX / MIN</a:t>
            </a:r>
          </a:p>
        </p:txBody>
      </p:sp>
      <p:sp>
        <p:nvSpPr>
          <p:cNvPr id="3" name="Content Placeholder 2">
            <a:extLst>
              <a:ext uri="{FF2B5EF4-FFF2-40B4-BE49-F238E27FC236}">
                <a16:creationId xmlns:a16="http://schemas.microsoft.com/office/drawing/2014/main" id="{E4EE7085-4C5B-409B-8843-A8A3D3CB6E90}"/>
              </a:ext>
            </a:extLst>
          </p:cNvPr>
          <p:cNvSpPr>
            <a:spLocks noGrp="1"/>
          </p:cNvSpPr>
          <p:nvPr>
            <p:ph idx="1"/>
          </p:nvPr>
        </p:nvSpPr>
        <p:spPr/>
        <p:txBody>
          <a:bodyPr>
            <a:normAutofit/>
          </a:bodyPr>
          <a:lstStyle/>
          <a:p>
            <a:pPr marL="0" lvl="0" indent="0" eaLnBrk="0" fontAlgn="base" hangingPunct="0">
              <a:lnSpc>
                <a:spcPct val="100000"/>
              </a:lnSpc>
              <a:spcBef>
                <a:spcPct val="0"/>
              </a:spcBef>
              <a:spcAft>
                <a:spcPct val="0"/>
              </a:spcAft>
              <a:buNone/>
            </a:pPr>
            <a:r>
              <a:rPr lang="en-US" altLang="en-US" sz="4000" dirty="0">
                <a:solidFill>
                  <a:srgbClr val="B2B2B2"/>
                </a:solidFill>
                <a:latin typeface="Consolas" panose="020B0609020204030204" pitchFamily="49" charset="0"/>
              </a:rPr>
              <a:t>1 </a:t>
            </a:r>
            <a:r>
              <a:rPr lang="en-US" altLang="en-US" sz="4000" dirty="0">
                <a:solidFill>
                  <a:srgbClr val="A71D5D"/>
                </a:solidFill>
                <a:latin typeface="Consolas" panose="020B0609020204030204" pitchFamily="49" charset="0"/>
              </a:rPr>
              <a:t>SELECT MAX</a:t>
            </a:r>
            <a:r>
              <a:rPr lang="en-US" altLang="en-US" sz="4000" dirty="0">
                <a:solidFill>
                  <a:srgbClr val="000000"/>
                </a:solidFill>
                <a:latin typeface="Consolas" panose="020B0609020204030204" pitchFamily="49" charset="0"/>
              </a:rPr>
              <a:t>(age)</a:t>
            </a:r>
          </a:p>
          <a:p>
            <a:pPr marL="0" lvl="0" indent="0" eaLnBrk="0" fontAlgn="base" hangingPunct="0">
              <a:lnSpc>
                <a:spcPct val="100000"/>
              </a:lnSpc>
              <a:spcBef>
                <a:spcPct val="0"/>
              </a:spcBef>
              <a:spcAft>
                <a:spcPct val="0"/>
              </a:spcAft>
              <a:buNone/>
            </a:pPr>
            <a:r>
              <a:rPr lang="en-US" altLang="en-US" sz="4000" dirty="0">
                <a:solidFill>
                  <a:srgbClr val="B2B2B2"/>
                </a:solidFill>
                <a:latin typeface="Consolas" panose="020B0609020204030204" pitchFamily="49" charset="0"/>
              </a:rPr>
              <a:t>2   </a:t>
            </a:r>
            <a:r>
              <a:rPr lang="en-US" altLang="en-US" sz="4000" dirty="0">
                <a:solidFill>
                  <a:srgbClr val="A71D5D"/>
                </a:solidFill>
                <a:latin typeface="Consolas" panose="020B0609020204030204" pitchFamily="49" charset="0"/>
              </a:rPr>
              <a:t>FROM</a:t>
            </a:r>
            <a:r>
              <a:rPr lang="en-US" altLang="en-US" sz="4000" dirty="0">
                <a:solidFill>
                  <a:srgbClr val="000000"/>
                </a:solidFill>
                <a:latin typeface="Consolas" panose="020B0609020204030204" pitchFamily="49" charset="0"/>
              </a:rPr>
              <a:t> Pupil</a:t>
            </a:r>
          </a:p>
          <a:p>
            <a:pPr marL="0" lvl="0" indent="0" eaLnBrk="0" fontAlgn="base" hangingPunct="0">
              <a:lnSpc>
                <a:spcPct val="100000"/>
              </a:lnSpc>
              <a:spcBef>
                <a:spcPct val="0"/>
              </a:spcBef>
              <a:spcAft>
                <a:spcPct val="0"/>
              </a:spcAft>
              <a:buNone/>
            </a:pPr>
            <a:r>
              <a:rPr lang="en-US" altLang="en-US" sz="4000" dirty="0">
                <a:solidFill>
                  <a:srgbClr val="B2B2B2"/>
                </a:solidFill>
                <a:latin typeface="Consolas" panose="020B0609020204030204" pitchFamily="49" charset="0"/>
              </a:rPr>
              <a:t>3   </a:t>
            </a:r>
            <a:r>
              <a:rPr lang="en-US" altLang="en-US" sz="4000" dirty="0">
                <a:solidFill>
                  <a:srgbClr val="A71D5D"/>
                </a:solidFill>
                <a:latin typeface="Consolas" panose="020B0609020204030204" pitchFamily="49" charset="0"/>
              </a:rPr>
              <a:t>WHERE</a:t>
            </a:r>
            <a:r>
              <a:rPr lang="en-US" altLang="en-US" sz="4000" dirty="0">
                <a:solidFill>
                  <a:srgbClr val="000000"/>
                </a:solidFill>
                <a:latin typeface="Consolas" panose="020B0609020204030204" pitchFamily="49" charset="0"/>
              </a:rPr>
              <a:t> </a:t>
            </a:r>
            <a:r>
              <a:rPr lang="en-US" altLang="en-US" sz="4000" dirty="0" err="1">
                <a:solidFill>
                  <a:srgbClr val="000000"/>
                </a:solidFill>
                <a:latin typeface="Consolas" panose="020B0609020204030204" pitchFamily="49" charset="0"/>
              </a:rPr>
              <a:t>lastName</a:t>
            </a:r>
            <a:r>
              <a:rPr lang="en-US" altLang="en-US" sz="4000" dirty="0">
                <a:solidFill>
                  <a:srgbClr val="000000"/>
                </a:solidFill>
                <a:latin typeface="Consolas" panose="020B0609020204030204" pitchFamily="49" charset="0"/>
              </a:rPr>
              <a:t> = </a:t>
            </a:r>
            <a:r>
              <a:rPr lang="en-US" altLang="en-US" sz="4000" dirty="0">
                <a:solidFill>
                  <a:srgbClr val="183691"/>
                </a:solidFill>
                <a:latin typeface="Consolas" panose="020B0609020204030204" pitchFamily="49" charset="0"/>
              </a:rPr>
              <a:t>"Smith"</a:t>
            </a:r>
            <a:r>
              <a:rPr lang="en-US" altLang="en-US" sz="4000" dirty="0">
                <a:solidFill>
                  <a:srgbClr val="000000"/>
                </a:solidFill>
                <a:latin typeface="Consolas" panose="020B0609020204030204" pitchFamily="49" charset="0"/>
              </a:rPr>
              <a:t>;</a:t>
            </a:r>
            <a:endParaRPr lang="en-US" altLang="en-US" sz="5400" dirty="0">
              <a:latin typeface="Arial" panose="020B0604020202020204" pitchFamily="34" charset="0"/>
            </a:endParaRPr>
          </a:p>
        </p:txBody>
      </p:sp>
      <p:sp>
        <p:nvSpPr>
          <p:cNvPr id="4" name="TextBox 3">
            <a:extLst>
              <a:ext uri="{FF2B5EF4-FFF2-40B4-BE49-F238E27FC236}">
                <a16:creationId xmlns:a16="http://schemas.microsoft.com/office/drawing/2014/main" id="{0C75A64C-164B-E364-54A7-D8C9A5479CB1}"/>
              </a:ext>
            </a:extLst>
          </p:cNvPr>
          <p:cNvSpPr txBox="1"/>
          <p:nvPr/>
        </p:nvSpPr>
        <p:spPr>
          <a:xfrm>
            <a:off x="2239286" y="4751086"/>
            <a:ext cx="7713428" cy="1200329"/>
          </a:xfrm>
          <a:prstGeom prst="rect">
            <a:avLst/>
          </a:prstGeom>
          <a:noFill/>
        </p:spPr>
        <p:txBody>
          <a:bodyPr wrap="square">
            <a:spAutoFit/>
          </a:bodyPr>
          <a:lstStyle/>
          <a:p>
            <a:r>
              <a:rPr lang="en-GB" sz="3600" dirty="0">
                <a:solidFill>
                  <a:srgbClr val="7030A0"/>
                </a:solidFill>
                <a:latin typeface="Arial" panose="020B0604020202020204" pitchFamily="34" charset="0"/>
              </a:rPr>
              <a:t>Returns the largest / smallest value of the selected column or expression</a:t>
            </a:r>
            <a:endParaRPr lang="en-GB" sz="3600" i="0" u="none" strike="noStrike" baseline="0" dirty="0">
              <a:solidFill>
                <a:srgbClr val="7030A0"/>
              </a:solidFill>
              <a:latin typeface="Arial" panose="020B0604020202020204" pitchFamily="34" charset="0"/>
            </a:endParaRPr>
          </a:p>
        </p:txBody>
      </p:sp>
      <p:sp>
        <p:nvSpPr>
          <p:cNvPr id="5" name="Callout: Bent Line with No Border 4">
            <a:extLst>
              <a:ext uri="{FF2B5EF4-FFF2-40B4-BE49-F238E27FC236}">
                <a16:creationId xmlns:a16="http://schemas.microsoft.com/office/drawing/2014/main" id="{CF730BCB-EF3B-43D1-9B9E-0145BEB2219E}"/>
              </a:ext>
            </a:extLst>
          </p:cNvPr>
          <p:cNvSpPr/>
          <p:nvPr/>
        </p:nvSpPr>
        <p:spPr>
          <a:xfrm>
            <a:off x="5054291" y="1229751"/>
            <a:ext cx="3230393" cy="581682"/>
          </a:xfrm>
          <a:prstGeom prst="callout2">
            <a:avLst>
              <a:gd name="adj1" fmla="val 48750"/>
              <a:gd name="adj2" fmla="val -189"/>
              <a:gd name="adj3" fmla="val 49417"/>
              <a:gd name="adj4" fmla="val -16329"/>
              <a:gd name="adj5" fmla="val 120926"/>
              <a:gd name="adj6" fmla="val -25477"/>
            </a:avLst>
          </a:prstGeom>
          <a:noFill/>
          <a:ln w="38100">
            <a:solidFill>
              <a:schemeClr val="accent6">
                <a:lumMod val="75000"/>
              </a:schemeClr>
            </a:solidFill>
            <a:headEnd type="none" w="lg" len="lg"/>
            <a:tailEnd type="triangle" w="lg" len="lg"/>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GB" sz="2800" b="1" dirty="0">
                <a:solidFill>
                  <a:srgbClr val="7030A0"/>
                </a:solidFill>
              </a:rPr>
              <a:t>Aggregate function</a:t>
            </a:r>
          </a:p>
        </p:txBody>
      </p:sp>
    </p:spTree>
    <p:extLst>
      <p:ext uri="{BB962C8B-B14F-4D97-AF65-F5344CB8AC3E}">
        <p14:creationId xmlns:p14="http://schemas.microsoft.com/office/powerpoint/2010/main" val="1314343701"/>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animEffect transition="in" filter="wipe(left)">
                                      <p:cBhvr>
                                        <p:cTn id="7" dur="1250"/>
                                        <p:tgtEl>
                                          <p:spTgt spid="3">
                                            <p:txEl>
                                              <p:pRg st="0" end="0"/>
                                            </p:txEl>
                                          </p:spTgt>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grpId="0" nodeType="clickEffect">
                                  <p:stCondLst>
                                    <p:cond delay="0"/>
                                  </p:stCondLst>
                                  <p:childTnLst>
                                    <p:set>
                                      <p:cBhvr>
                                        <p:cTn id="11" dur="1" fill="hold">
                                          <p:stCondLst>
                                            <p:cond delay="0"/>
                                          </p:stCondLst>
                                        </p:cTn>
                                        <p:tgtEl>
                                          <p:spTgt spid="5"/>
                                        </p:tgtEl>
                                        <p:attrNameLst>
                                          <p:attrName>style.visibility</p:attrName>
                                        </p:attrNameLst>
                                      </p:cBhvr>
                                      <p:to>
                                        <p:strVal val="visible"/>
                                      </p:to>
                                    </p:set>
                                    <p:animEffect transition="in" filter="fade">
                                      <p:cBhvr>
                                        <p:cTn id="12" dur="1000"/>
                                        <p:tgtEl>
                                          <p:spTgt spid="5"/>
                                        </p:tgtEl>
                                      </p:cBhvr>
                                    </p:animEffect>
                                  </p:childTnLst>
                                </p:cTn>
                              </p:par>
                            </p:childTnLst>
                          </p:cTn>
                        </p:par>
                      </p:childTnLst>
                    </p:cTn>
                  </p:par>
                  <p:par>
                    <p:cTn id="13" fill="hold">
                      <p:stCondLst>
                        <p:cond delay="indefinite"/>
                      </p:stCondLst>
                      <p:childTnLst>
                        <p:par>
                          <p:cTn id="14" fill="hold">
                            <p:stCondLst>
                              <p:cond delay="0"/>
                            </p:stCondLst>
                            <p:childTnLst>
                              <p:par>
                                <p:cTn id="15" presetID="22" presetClass="entr" presetSubtype="8" fill="hold" grpId="0" nodeType="clickEffect">
                                  <p:stCondLst>
                                    <p:cond delay="0"/>
                                  </p:stCondLst>
                                  <p:childTnLst>
                                    <p:set>
                                      <p:cBhvr>
                                        <p:cTn id="16" dur="1" fill="hold">
                                          <p:stCondLst>
                                            <p:cond delay="0"/>
                                          </p:stCondLst>
                                        </p:cTn>
                                        <p:tgtEl>
                                          <p:spTgt spid="3">
                                            <p:txEl>
                                              <p:pRg st="1" end="1"/>
                                            </p:txEl>
                                          </p:spTgt>
                                        </p:tgtEl>
                                        <p:attrNameLst>
                                          <p:attrName>style.visibility</p:attrName>
                                        </p:attrNameLst>
                                      </p:cBhvr>
                                      <p:to>
                                        <p:strVal val="visible"/>
                                      </p:to>
                                    </p:set>
                                    <p:animEffect transition="in" filter="wipe(left)">
                                      <p:cBhvr>
                                        <p:cTn id="17" dur="1000"/>
                                        <p:tgtEl>
                                          <p:spTgt spid="3">
                                            <p:txEl>
                                              <p:pRg st="1" end="1"/>
                                            </p:txEl>
                                          </p:spTgt>
                                        </p:tgtEl>
                                      </p:cBhvr>
                                    </p:animEffect>
                                  </p:childTnLst>
                                </p:cTn>
                              </p:par>
                            </p:childTnLst>
                          </p:cTn>
                        </p:par>
                        <p:par>
                          <p:cTn id="18" fill="hold">
                            <p:stCondLst>
                              <p:cond delay="1000"/>
                            </p:stCondLst>
                            <p:childTnLst>
                              <p:par>
                                <p:cTn id="19" presetID="22" presetClass="entr" presetSubtype="8" fill="hold" grpId="0" nodeType="afterEffect">
                                  <p:stCondLst>
                                    <p:cond delay="0"/>
                                  </p:stCondLst>
                                  <p:childTnLst>
                                    <p:set>
                                      <p:cBhvr>
                                        <p:cTn id="20" dur="1" fill="hold">
                                          <p:stCondLst>
                                            <p:cond delay="0"/>
                                          </p:stCondLst>
                                        </p:cTn>
                                        <p:tgtEl>
                                          <p:spTgt spid="3">
                                            <p:txEl>
                                              <p:pRg st="2" end="2"/>
                                            </p:txEl>
                                          </p:spTgt>
                                        </p:tgtEl>
                                        <p:attrNameLst>
                                          <p:attrName>style.visibility</p:attrName>
                                        </p:attrNameLst>
                                      </p:cBhvr>
                                      <p:to>
                                        <p:strVal val="visible"/>
                                      </p:to>
                                    </p:set>
                                    <p:animEffect transition="in" filter="wipe(left)">
                                      <p:cBhvr>
                                        <p:cTn id="21" dur="2000"/>
                                        <p:tgtEl>
                                          <p:spTgt spid="3">
                                            <p:txEl>
                                              <p:pRg st="2" end="2"/>
                                            </p:txEl>
                                          </p:spTgt>
                                        </p:tgtEl>
                                      </p:cBhvr>
                                    </p:animEffect>
                                  </p:childTnLst>
                                </p:cTn>
                              </p:par>
                            </p:childTnLst>
                          </p:cTn>
                        </p:par>
                      </p:childTnLst>
                    </p:cTn>
                  </p:par>
                  <p:par>
                    <p:cTn id="22" fill="hold">
                      <p:stCondLst>
                        <p:cond delay="indefinite"/>
                      </p:stCondLst>
                      <p:childTnLst>
                        <p:par>
                          <p:cTn id="23" fill="hold">
                            <p:stCondLst>
                              <p:cond delay="0"/>
                            </p:stCondLst>
                            <p:childTnLst>
                              <p:par>
                                <p:cTn id="24" presetID="10" presetClass="entr" presetSubtype="0" fill="hold" grpId="0" nodeType="clickEffect">
                                  <p:stCondLst>
                                    <p:cond delay="0"/>
                                  </p:stCondLst>
                                  <p:childTnLst>
                                    <p:set>
                                      <p:cBhvr>
                                        <p:cTn id="25" dur="1" fill="hold">
                                          <p:stCondLst>
                                            <p:cond delay="0"/>
                                          </p:stCondLst>
                                        </p:cTn>
                                        <p:tgtEl>
                                          <p:spTgt spid="4"/>
                                        </p:tgtEl>
                                        <p:attrNameLst>
                                          <p:attrName>style.visibility</p:attrName>
                                        </p:attrNameLst>
                                      </p:cBhvr>
                                      <p:to>
                                        <p:strVal val="visible"/>
                                      </p:to>
                                    </p:set>
                                    <p:animEffect transition="in" filter="fade">
                                      <p:cBhvr>
                                        <p:cTn id="26" dur="2000"/>
                                        <p:tgtEl>
                                          <p:spTgt spid="4"/>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P spid="4" grpId="0"/>
      <p:bldP spid="5" grpId="0" animBg="1"/>
    </p:bldLst>
  </p:timing>
</p:sld>
</file>

<file path=ppt/slides/slide45.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CE87805-17F2-4B70-B505-57FB17E1FEE3}"/>
              </a:ext>
            </a:extLst>
          </p:cNvPr>
          <p:cNvSpPr>
            <a:spLocks noGrp="1"/>
          </p:cNvSpPr>
          <p:nvPr>
            <p:ph type="title"/>
          </p:nvPr>
        </p:nvSpPr>
        <p:spPr/>
        <p:txBody>
          <a:bodyPr/>
          <a:lstStyle/>
          <a:p>
            <a:r>
              <a:rPr lang="en-GB" dirty="0"/>
              <a:t>MAX / MIN</a:t>
            </a:r>
          </a:p>
        </p:txBody>
      </p:sp>
      <p:sp>
        <p:nvSpPr>
          <p:cNvPr id="3" name="Content Placeholder 2">
            <a:extLst>
              <a:ext uri="{FF2B5EF4-FFF2-40B4-BE49-F238E27FC236}">
                <a16:creationId xmlns:a16="http://schemas.microsoft.com/office/drawing/2014/main" id="{E4EE7085-4C5B-409B-8843-A8A3D3CB6E90}"/>
              </a:ext>
            </a:extLst>
          </p:cNvPr>
          <p:cNvSpPr>
            <a:spLocks noGrp="1"/>
          </p:cNvSpPr>
          <p:nvPr>
            <p:ph idx="1"/>
          </p:nvPr>
        </p:nvSpPr>
        <p:spPr/>
        <p:txBody>
          <a:bodyPr>
            <a:normAutofit/>
          </a:bodyPr>
          <a:lstStyle/>
          <a:p>
            <a:pPr marL="0" lvl="0" indent="0" eaLnBrk="0" fontAlgn="base" hangingPunct="0">
              <a:lnSpc>
                <a:spcPct val="100000"/>
              </a:lnSpc>
              <a:spcBef>
                <a:spcPct val="0"/>
              </a:spcBef>
              <a:spcAft>
                <a:spcPct val="0"/>
              </a:spcAft>
              <a:buNone/>
            </a:pPr>
            <a:r>
              <a:rPr lang="en-US" altLang="en-US" sz="4000" dirty="0">
                <a:solidFill>
                  <a:srgbClr val="B2B2B2"/>
                </a:solidFill>
                <a:latin typeface="Consolas" panose="020B0609020204030204" pitchFamily="49" charset="0"/>
              </a:rPr>
              <a:t>1 </a:t>
            </a:r>
            <a:r>
              <a:rPr lang="en-US" altLang="en-US" sz="4000" dirty="0">
                <a:solidFill>
                  <a:srgbClr val="A71D5D"/>
                </a:solidFill>
                <a:latin typeface="Consolas" panose="020B0609020204030204" pitchFamily="49" charset="0"/>
              </a:rPr>
              <a:t>SELECT MAX</a:t>
            </a:r>
            <a:r>
              <a:rPr lang="en-US" altLang="en-US" sz="4000" dirty="0">
                <a:solidFill>
                  <a:srgbClr val="000000"/>
                </a:solidFill>
                <a:latin typeface="Consolas" panose="020B0609020204030204" pitchFamily="49" charset="0"/>
              </a:rPr>
              <a:t>(age)</a:t>
            </a:r>
          </a:p>
          <a:p>
            <a:pPr marL="0" lvl="0" indent="0" eaLnBrk="0" fontAlgn="base" hangingPunct="0">
              <a:lnSpc>
                <a:spcPct val="100000"/>
              </a:lnSpc>
              <a:spcBef>
                <a:spcPct val="0"/>
              </a:spcBef>
              <a:spcAft>
                <a:spcPct val="0"/>
              </a:spcAft>
              <a:buNone/>
            </a:pPr>
            <a:r>
              <a:rPr lang="en-US" altLang="en-US" sz="4000" dirty="0">
                <a:solidFill>
                  <a:srgbClr val="B2B2B2"/>
                </a:solidFill>
                <a:latin typeface="Consolas" panose="020B0609020204030204" pitchFamily="49" charset="0"/>
              </a:rPr>
              <a:t>2   </a:t>
            </a:r>
            <a:r>
              <a:rPr lang="en-US" altLang="en-US" sz="4000" dirty="0">
                <a:solidFill>
                  <a:srgbClr val="A71D5D"/>
                </a:solidFill>
                <a:latin typeface="Consolas" panose="020B0609020204030204" pitchFamily="49" charset="0"/>
              </a:rPr>
              <a:t>FROM</a:t>
            </a:r>
            <a:r>
              <a:rPr lang="en-US" altLang="en-US" sz="4000" dirty="0">
                <a:solidFill>
                  <a:srgbClr val="000000"/>
                </a:solidFill>
                <a:latin typeface="Consolas" panose="020B0609020204030204" pitchFamily="49" charset="0"/>
              </a:rPr>
              <a:t> Pupil</a:t>
            </a:r>
          </a:p>
          <a:p>
            <a:pPr marL="0" lvl="0" indent="0" eaLnBrk="0" fontAlgn="base" hangingPunct="0">
              <a:lnSpc>
                <a:spcPct val="100000"/>
              </a:lnSpc>
              <a:spcBef>
                <a:spcPct val="0"/>
              </a:spcBef>
              <a:spcAft>
                <a:spcPct val="0"/>
              </a:spcAft>
              <a:buNone/>
            </a:pPr>
            <a:r>
              <a:rPr lang="en-US" altLang="en-US" sz="4000" dirty="0">
                <a:solidFill>
                  <a:srgbClr val="B2B2B2"/>
                </a:solidFill>
                <a:latin typeface="Consolas" panose="020B0609020204030204" pitchFamily="49" charset="0"/>
              </a:rPr>
              <a:t>3   </a:t>
            </a:r>
            <a:r>
              <a:rPr lang="en-US" altLang="en-US" sz="4000" dirty="0">
                <a:solidFill>
                  <a:srgbClr val="A71D5D"/>
                </a:solidFill>
                <a:latin typeface="Consolas" panose="020B0609020204030204" pitchFamily="49" charset="0"/>
              </a:rPr>
              <a:t>WHERE</a:t>
            </a:r>
            <a:r>
              <a:rPr lang="en-US" altLang="en-US" sz="4000" dirty="0">
                <a:solidFill>
                  <a:srgbClr val="000000"/>
                </a:solidFill>
                <a:latin typeface="Consolas" panose="020B0609020204030204" pitchFamily="49" charset="0"/>
              </a:rPr>
              <a:t> </a:t>
            </a:r>
            <a:r>
              <a:rPr lang="en-US" altLang="en-US" sz="4000" dirty="0" err="1">
                <a:solidFill>
                  <a:srgbClr val="000000"/>
                </a:solidFill>
                <a:latin typeface="Consolas" panose="020B0609020204030204" pitchFamily="49" charset="0"/>
              </a:rPr>
              <a:t>lastName</a:t>
            </a:r>
            <a:r>
              <a:rPr lang="en-US" altLang="en-US" sz="4000" dirty="0">
                <a:solidFill>
                  <a:srgbClr val="000000"/>
                </a:solidFill>
                <a:latin typeface="Consolas" panose="020B0609020204030204" pitchFamily="49" charset="0"/>
              </a:rPr>
              <a:t> = </a:t>
            </a:r>
            <a:r>
              <a:rPr lang="en-US" altLang="en-US" sz="4000" dirty="0">
                <a:solidFill>
                  <a:srgbClr val="183691"/>
                </a:solidFill>
                <a:latin typeface="Consolas" panose="020B0609020204030204" pitchFamily="49" charset="0"/>
              </a:rPr>
              <a:t>"Smith"</a:t>
            </a:r>
            <a:r>
              <a:rPr lang="en-US" altLang="en-US" sz="4000" dirty="0">
                <a:solidFill>
                  <a:srgbClr val="000000"/>
                </a:solidFill>
                <a:latin typeface="Consolas" panose="020B0609020204030204" pitchFamily="49" charset="0"/>
              </a:rPr>
              <a:t>;</a:t>
            </a:r>
            <a:endParaRPr lang="en-US" altLang="en-US" sz="5400" dirty="0">
              <a:latin typeface="Arial" panose="020B0604020202020204" pitchFamily="34" charset="0"/>
            </a:endParaRPr>
          </a:p>
        </p:txBody>
      </p:sp>
    </p:spTree>
    <p:extLst>
      <p:ext uri="{BB962C8B-B14F-4D97-AF65-F5344CB8AC3E}">
        <p14:creationId xmlns:p14="http://schemas.microsoft.com/office/powerpoint/2010/main" val="3621025628"/>
      </p:ext>
    </p:extLst>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CE87805-17F2-4B70-B505-57FB17E1FEE3}"/>
              </a:ext>
            </a:extLst>
          </p:cNvPr>
          <p:cNvSpPr>
            <a:spLocks noGrp="1"/>
          </p:cNvSpPr>
          <p:nvPr>
            <p:ph type="title"/>
          </p:nvPr>
        </p:nvSpPr>
        <p:spPr/>
        <p:txBody>
          <a:bodyPr/>
          <a:lstStyle/>
          <a:p>
            <a:r>
              <a:rPr lang="en-GB" dirty="0"/>
              <a:t>SUM</a:t>
            </a:r>
          </a:p>
        </p:txBody>
      </p:sp>
      <p:sp>
        <p:nvSpPr>
          <p:cNvPr id="3" name="Content Placeholder 2">
            <a:extLst>
              <a:ext uri="{FF2B5EF4-FFF2-40B4-BE49-F238E27FC236}">
                <a16:creationId xmlns:a16="http://schemas.microsoft.com/office/drawing/2014/main" id="{E4EE7085-4C5B-409B-8843-A8A3D3CB6E90}"/>
              </a:ext>
            </a:extLst>
          </p:cNvPr>
          <p:cNvSpPr>
            <a:spLocks noGrp="1"/>
          </p:cNvSpPr>
          <p:nvPr>
            <p:ph idx="1"/>
          </p:nvPr>
        </p:nvSpPr>
        <p:spPr/>
        <p:txBody>
          <a:bodyPr>
            <a:normAutofit/>
          </a:bodyPr>
          <a:lstStyle/>
          <a:p>
            <a:pPr marL="0" lvl="0" indent="0" eaLnBrk="0" fontAlgn="base" hangingPunct="0">
              <a:lnSpc>
                <a:spcPct val="100000"/>
              </a:lnSpc>
              <a:spcBef>
                <a:spcPct val="0"/>
              </a:spcBef>
              <a:spcAft>
                <a:spcPct val="0"/>
              </a:spcAft>
              <a:buNone/>
            </a:pPr>
            <a:r>
              <a:rPr lang="en-US" altLang="en-US" sz="4000" dirty="0">
                <a:solidFill>
                  <a:srgbClr val="B2B2B2"/>
                </a:solidFill>
                <a:latin typeface="Consolas" panose="020B0609020204030204" pitchFamily="49" charset="0"/>
              </a:rPr>
              <a:t>1 </a:t>
            </a:r>
            <a:r>
              <a:rPr lang="en-US" altLang="en-US" sz="4000" dirty="0">
                <a:solidFill>
                  <a:srgbClr val="A71D5D"/>
                </a:solidFill>
                <a:latin typeface="Consolas" panose="020B0609020204030204" pitchFamily="49" charset="0"/>
              </a:rPr>
              <a:t>SELECT SUM</a:t>
            </a:r>
            <a:r>
              <a:rPr lang="en-US" altLang="en-US" sz="4000" dirty="0">
                <a:solidFill>
                  <a:srgbClr val="000000"/>
                </a:solidFill>
                <a:latin typeface="Consolas" panose="020B0609020204030204" pitchFamily="49" charset="0"/>
              </a:rPr>
              <a:t>(age)</a:t>
            </a:r>
          </a:p>
          <a:p>
            <a:pPr marL="0" lvl="0" indent="0" eaLnBrk="0" fontAlgn="base" hangingPunct="0">
              <a:lnSpc>
                <a:spcPct val="100000"/>
              </a:lnSpc>
              <a:spcBef>
                <a:spcPct val="0"/>
              </a:spcBef>
              <a:spcAft>
                <a:spcPct val="0"/>
              </a:spcAft>
              <a:buNone/>
            </a:pPr>
            <a:r>
              <a:rPr lang="en-US" altLang="en-US" sz="4000" dirty="0">
                <a:solidFill>
                  <a:srgbClr val="B2B2B2"/>
                </a:solidFill>
                <a:latin typeface="Consolas" panose="020B0609020204030204" pitchFamily="49" charset="0"/>
              </a:rPr>
              <a:t>2   </a:t>
            </a:r>
            <a:r>
              <a:rPr lang="en-US" altLang="en-US" sz="4000" dirty="0">
                <a:solidFill>
                  <a:srgbClr val="A71D5D"/>
                </a:solidFill>
                <a:latin typeface="Consolas" panose="020B0609020204030204" pitchFamily="49" charset="0"/>
              </a:rPr>
              <a:t>FROM</a:t>
            </a:r>
            <a:r>
              <a:rPr lang="en-US" altLang="en-US" sz="4000" dirty="0">
                <a:solidFill>
                  <a:srgbClr val="000000"/>
                </a:solidFill>
                <a:latin typeface="Consolas" panose="020B0609020204030204" pitchFamily="49" charset="0"/>
              </a:rPr>
              <a:t> Pupil</a:t>
            </a:r>
          </a:p>
          <a:p>
            <a:pPr marL="0" lvl="0" indent="0" eaLnBrk="0" fontAlgn="base" hangingPunct="0">
              <a:lnSpc>
                <a:spcPct val="100000"/>
              </a:lnSpc>
              <a:spcBef>
                <a:spcPct val="0"/>
              </a:spcBef>
              <a:spcAft>
                <a:spcPct val="0"/>
              </a:spcAft>
              <a:buNone/>
            </a:pPr>
            <a:r>
              <a:rPr lang="en-US" altLang="en-US" sz="4000" dirty="0">
                <a:solidFill>
                  <a:srgbClr val="B2B2B2"/>
                </a:solidFill>
                <a:latin typeface="Consolas" panose="020B0609020204030204" pitchFamily="49" charset="0"/>
              </a:rPr>
              <a:t>3   </a:t>
            </a:r>
            <a:r>
              <a:rPr lang="en-US" altLang="en-US" sz="4000" dirty="0">
                <a:solidFill>
                  <a:srgbClr val="A71D5D"/>
                </a:solidFill>
                <a:latin typeface="Consolas" panose="020B0609020204030204" pitchFamily="49" charset="0"/>
              </a:rPr>
              <a:t>WHERE</a:t>
            </a:r>
            <a:r>
              <a:rPr lang="en-US" altLang="en-US" sz="4000" dirty="0">
                <a:solidFill>
                  <a:srgbClr val="000000"/>
                </a:solidFill>
                <a:latin typeface="Consolas" panose="020B0609020204030204" pitchFamily="49" charset="0"/>
              </a:rPr>
              <a:t> </a:t>
            </a:r>
            <a:r>
              <a:rPr lang="en-US" altLang="en-US" sz="4000" dirty="0" err="1">
                <a:solidFill>
                  <a:srgbClr val="000000"/>
                </a:solidFill>
                <a:latin typeface="Consolas" panose="020B0609020204030204" pitchFamily="49" charset="0"/>
              </a:rPr>
              <a:t>lastName</a:t>
            </a:r>
            <a:r>
              <a:rPr lang="en-US" altLang="en-US" sz="4000" dirty="0">
                <a:solidFill>
                  <a:srgbClr val="000000"/>
                </a:solidFill>
                <a:latin typeface="Consolas" panose="020B0609020204030204" pitchFamily="49" charset="0"/>
              </a:rPr>
              <a:t> = </a:t>
            </a:r>
            <a:r>
              <a:rPr lang="en-US" altLang="en-US" sz="4000" dirty="0">
                <a:solidFill>
                  <a:srgbClr val="183691"/>
                </a:solidFill>
                <a:latin typeface="Consolas" panose="020B0609020204030204" pitchFamily="49" charset="0"/>
              </a:rPr>
              <a:t>"Smith"</a:t>
            </a:r>
            <a:r>
              <a:rPr lang="en-US" altLang="en-US" sz="4000" dirty="0">
                <a:solidFill>
                  <a:srgbClr val="000000"/>
                </a:solidFill>
                <a:latin typeface="Consolas" panose="020B0609020204030204" pitchFamily="49" charset="0"/>
              </a:rPr>
              <a:t>;</a:t>
            </a:r>
            <a:endParaRPr lang="en-US" altLang="en-US" sz="5400" dirty="0">
              <a:latin typeface="Arial" panose="020B0604020202020204" pitchFamily="34" charset="0"/>
            </a:endParaRPr>
          </a:p>
        </p:txBody>
      </p:sp>
      <p:sp>
        <p:nvSpPr>
          <p:cNvPr id="4" name="TextBox 3">
            <a:extLst>
              <a:ext uri="{FF2B5EF4-FFF2-40B4-BE49-F238E27FC236}">
                <a16:creationId xmlns:a16="http://schemas.microsoft.com/office/drawing/2014/main" id="{01FC222F-8775-0B23-F845-1CE3CE282EB7}"/>
              </a:ext>
            </a:extLst>
          </p:cNvPr>
          <p:cNvSpPr txBox="1"/>
          <p:nvPr/>
        </p:nvSpPr>
        <p:spPr>
          <a:xfrm>
            <a:off x="2938145" y="4718229"/>
            <a:ext cx="6315710" cy="1200329"/>
          </a:xfrm>
          <a:prstGeom prst="rect">
            <a:avLst/>
          </a:prstGeom>
          <a:noFill/>
        </p:spPr>
        <p:txBody>
          <a:bodyPr wrap="square">
            <a:spAutoFit/>
          </a:bodyPr>
          <a:lstStyle/>
          <a:p>
            <a:r>
              <a:rPr lang="en-GB" sz="3600" dirty="0">
                <a:solidFill>
                  <a:srgbClr val="7030A0"/>
                </a:solidFill>
                <a:latin typeface="Arial" panose="020B0604020202020204" pitchFamily="34" charset="0"/>
              </a:rPr>
              <a:t>Returns the total sum of a numeric column or expression</a:t>
            </a:r>
            <a:endParaRPr lang="en-GB" sz="3600" i="0" u="none" strike="noStrike" baseline="0" dirty="0">
              <a:solidFill>
                <a:srgbClr val="7030A0"/>
              </a:solidFill>
              <a:latin typeface="Arial" panose="020B0604020202020204" pitchFamily="34" charset="0"/>
            </a:endParaRPr>
          </a:p>
        </p:txBody>
      </p:sp>
      <p:sp>
        <p:nvSpPr>
          <p:cNvPr id="5" name="Callout: Bent Line with No Border 4">
            <a:extLst>
              <a:ext uri="{FF2B5EF4-FFF2-40B4-BE49-F238E27FC236}">
                <a16:creationId xmlns:a16="http://schemas.microsoft.com/office/drawing/2014/main" id="{0498D390-1187-4C24-AA9B-1F43B977BF78}"/>
              </a:ext>
            </a:extLst>
          </p:cNvPr>
          <p:cNvSpPr/>
          <p:nvPr/>
        </p:nvSpPr>
        <p:spPr>
          <a:xfrm>
            <a:off x="5087342" y="1243943"/>
            <a:ext cx="3230393" cy="581682"/>
          </a:xfrm>
          <a:prstGeom prst="callout2">
            <a:avLst>
              <a:gd name="adj1" fmla="val 48750"/>
              <a:gd name="adj2" fmla="val -189"/>
              <a:gd name="adj3" fmla="val 49417"/>
              <a:gd name="adj4" fmla="val -16329"/>
              <a:gd name="adj5" fmla="val 120926"/>
              <a:gd name="adj6" fmla="val -25477"/>
            </a:avLst>
          </a:prstGeom>
          <a:noFill/>
          <a:ln w="38100">
            <a:solidFill>
              <a:schemeClr val="accent6">
                <a:lumMod val="75000"/>
              </a:schemeClr>
            </a:solidFill>
            <a:headEnd type="none" w="lg" len="lg"/>
            <a:tailEnd type="triangle" w="lg" len="lg"/>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GB" sz="2800" b="1" dirty="0">
                <a:solidFill>
                  <a:srgbClr val="7030A0"/>
                </a:solidFill>
              </a:rPr>
              <a:t>Aggregate function</a:t>
            </a:r>
          </a:p>
        </p:txBody>
      </p:sp>
    </p:spTree>
    <p:extLst>
      <p:ext uri="{BB962C8B-B14F-4D97-AF65-F5344CB8AC3E}">
        <p14:creationId xmlns:p14="http://schemas.microsoft.com/office/powerpoint/2010/main" val="782162594"/>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animEffect transition="in" filter="wipe(left)">
                                      <p:cBhvr>
                                        <p:cTn id="7" dur="1250"/>
                                        <p:tgtEl>
                                          <p:spTgt spid="3">
                                            <p:txEl>
                                              <p:pRg st="0" end="0"/>
                                            </p:txEl>
                                          </p:spTgt>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grpId="0" nodeType="clickEffect">
                                  <p:stCondLst>
                                    <p:cond delay="0"/>
                                  </p:stCondLst>
                                  <p:childTnLst>
                                    <p:set>
                                      <p:cBhvr>
                                        <p:cTn id="11" dur="1" fill="hold">
                                          <p:stCondLst>
                                            <p:cond delay="0"/>
                                          </p:stCondLst>
                                        </p:cTn>
                                        <p:tgtEl>
                                          <p:spTgt spid="5"/>
                                        </p:tgtEl>
                                        <p:attrNameLst>
                                          <p:attrName>style.visibility</p:attrName>
                                        </p:attrNameLst>
                                      </p:cBhvr>
                                      <p:to>
                                        <p:strVal val="visible"/>
                                      </p:to>
                                    </p:set>
                                    <p:animEffect transition="in" filter="fade">
                                      <p:cBhvr>
                                        <p:cTn id="12" dur="1000"/>
                                        <p:tgtEl>
                                          <p:spTgt spid="5"/>
                                        </p:tgtEl>
                                      </p:cBhvr>
                                    </p:animEffect>
                                  </p:childTnLst>
                                </p:cTn>
                              </p:par>
                            </p:childTnLst>
                          </p:cTn>
                        </p:par>
                      </p:childTnLst>
                    </p:cTn>
                  </p:par>
                  <p:par>
                    <p:cTn id="13" fill="hold">
                      <p:stCondLst>
                        <p:cond delay="indefinite"/>
                      </p:stCondLst>
                      <p:childTnLst>
                        <p:par>
                          <p:cTn id="14" fill="hold">
                            <p:stCondLst>
                              <p:cond delay="0"/>
                            </p:stCondLst>
                            <p:childTnLst>
                              <p:par>
                                <p:cTn id="15" presetID="22" presetClass="entr" presetSubtype="8" fill="hold" grpId="0" nodeType="clickEffect">
                                  <p:stCondLst>
                                    <p:cond delay="0"/>
                                  </p:stCondLst>
                                  <p:childTnLst>
                                    <p:set>
                                      <p:cBhvr>
                                        <p:cTn id="16" dur="1" fill="hold">
                                          <p:stCondLst>
                                            <p:cond delay="0"/>
                                          </p:stCondLst>
                                        </p:cTn>
                                        <p:tgtEl>
                                          <p:spTgt spid="3">
                                            <p:txEl>
                                              <p:pRg st="1" end="1"/>
                                            </p:txEl>
                                          </p:spTgt>
                                        </p:tgtEl>
                                        <p:attrNameLst>
                                          <p:attrName>style.visibility</p:attrName>
                                        </p:attrNameLst>
                                      </p:cBhvr>
                                      <p:to>
                                        <p:strVal val="visible"/>
                                      </p:to>
                                    </p:set>
                                    <p:animEffect transition="in" filter="wipe(left)">
                                      <p:cBhvr>
                                        <p:cTn id="17" dur="1000"/>
                                        <p:tgtEl>
                                          <p:spTgt spid="3">
                                            <p:txEl>
                                              <p:pRg st="1" end="1"/>
                                            </p:txEl>
                                          </p:spTgt>
                                        </p:tgtEl>
                                      </p:cBhvr>
                                    </p:animEffect>
                                  </p:childTnLst>
                                </p:cTn>
                              </p:par>
                            </p:childTnLst>
                          </p:cTn>
                        </p:par>
                        <p:par>
                          <p:cTn id="18" fill="hold">
                            <p:stCondLst>
                              <p:cond delay="1000"/>
                            </p:stCondLst>
                            <p:childTnLst>
                              <p:par>
                                <p:cTn id="19" presetID="22" presetClass="entr" presetSubtype="8" fill="hold" grpId="0" nodeType="afterEffect">
                                  <p:stCondLst>
                                    <p:cond delay="0"/>
                                  </p:stCondLst>
                                  <p:childTnLst>
                                    <p:set>
                                      <p:cBhvr>
                                        <p:cTn id="20" dur="1" fill="hold">
                                          <p:stCondLst>
                                            <p:cond delay="0"/>
                                          </p:stCondLst>
                                        </p:cTn>
                                        <p:tgtEl>
                                          <p:spTgt spid="3">
                                            <p:txEl>
                                              <p:pRg st="2" end="2"/>
                                            </p:txEl>
                                          </p:spTgt>
                                        </p:tgtEl>
                                        <p:attrNameLst>
                                          <p:attrName>style.visibility</p:attrName>
                                        </p:attrNameLst>
                                      </p:cBhvr>
                                      <p:to>
                                        <p:strVal val="visible"/>
                                      </p:to>
                                    </p:set>
                                    <p:animEffect transition="in" filter="wipe(left)">
                                      <p:cBhvr>
                                        <p:cTn id="21" dur="2000"/>
                                        <p:tgtEl>
                                          <p:spTgt spid="3">
                                            <p:txEl>
                                              <p:pRg st="2" end="2"/>
                                            </p:txEl>
                                          </p:spTgt>
                                        </p:tgtEl>
                                      </p:cBhvr>
                                    </p:animEffect>
                                  </p:childTnLst>
                                </p:cTn>
                              </p:par>
                            </p:childTnLst>
                          </p:cTn>
                        </p:par>
                      </p:childTnLst>
                    </p:cTn>
                  </p:par>
                  <p:par>
                    <p:cTn id="22" fill="hold">
                      <p:stCondLst>
                        <p:cond delay="indefinite"/>
                      </p:stCondLst>
                      <p:childTnLst>
                        <p:par>
                          <p:cTn id="23" fill="hold">
                            <p:stCondLst>
                              <p:cond delay="0"/>
                            </p:stCondLst>
                            <p:childTnLst>
                              <p:par>
                                <p:cTn id="24" presetID="10" presetClass="entr" presetSubtype="0" fill="hold" grpId="0" nodeType="clickEffect">
                                  <p:stCondLst>
                                    <p:cond delay="0"/>
                                  </p:stCondLst>
                                  <p:childTnLst>
                                    <p:set>
                                      <p:cBhvr>
                                        <p:cTn id="25" dur="1" fill="hold">
                                          <p:stCondLst>
                                            <p:cond delay="0"/>
                                          </p:stCondLst>
                                        </p:cTn>
                                        <p:tgtEl>
                                          <p:spTgt spid="4"/>
                                        </p:tgtEl>
                                        <p:attrNameLst>
                                          <p:attrName>style.visibility</p:attrName>
                                        </p:attrNameLst>
                                      </p:cBhvr>
                                      <p:to>
                                        <p:strVal val="visible"/>
                                      </p:to>
                                    </p:set>
                                    <p:animEffect transition="in" filter="fade">
                                      <p:cBhvr>
                                        <p:cTn id="26" dur="2000"/>
                                        <p:tgtEl>
                                          <p:spTgt spid="4"/>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P spid="4" grpId="0"/>
      <p:bldP spid="5" grpId="0" animBg="1"/>
    </p:bldLst>
  </p:timing>
</p:sld>
</file>

<file path=ppt/slides/slide47.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CE87805-17F2-4B70-B505-57FB17E1FEE3}"/>
              </a:ext>
            </a:extLst>
          </p:cNvPr>
          <p:cNvSpPr>
            <a:spLocks noGrp="1"/>
          </p:cNvSpPr>
          <p:nvPr>
            <p:ph type="title"/>
          </p:nvPr>
        </p:nvSpPr>
        <p:spPr/>
        <p:txBody>
          <a:bodyPr/>
          <a:lstStyle/>
          <a:p>
            <a:r>
              <a:rPr lang="en-GB" dirty="0"/>
              <a:t>SUM</a:t>
            </a:r>
          </a:p>
        </p:txBody>
      </p:sp>
      <p:sp>
        <p:nvSpPr>
          <p:cNvPr id="3" name="Content Placeholder 2">
            <a:extLst>
              <a:ext uri="{FF2B5EF4-FFF2-40B4-BE49-F238E27FC236}">
                <a16:creationId xmlns:a16="http://schemas.microsoft.com/office/drawing/2014/main" id="{E4EE7085-4C5B-409B-8843-A8A3D3CB6E90}"/>
              </a:ext>
            </a:extLst>
          </p:cNvPr>
          <p:cNvSpPr>
            <a:spLocks noGrp="1"/>
          </p:cNvSpPr>
          <p:nvPr>
            <p:ph idx="1"/>
          </p:nvPr>
        </p:nvSpPr>
        <p:spPr/>
        <p:txBody>
          <a:bodyPr>
            <a:normAutofit/>
          </a:bodyPr>
          <a:lstStyle/>
          <a:p>
            <a:pPr marL="0" lvl="0" indent="0" eaLnBrk="0" fontAlgn="base" hangingPunct="0">
              <a:lnSpc>
                <a:spcPct val="100000"/>
              </a:lnSpc>
              <a:spcBef>
                <a:spcPct val="0"/>
              </a:spcBef>
              <a:spcAft>
                <a:spcPct val="0"/>
              </a:spcAft>
              <a:buNone/>
            </a:pPr>
            <a:r>
              <a:rPr lang="en-US" altLang="en-US" sz="4000" dirty="0">
                <a:solidFill>
                  <a:srgbClr val="B2B2B2"/>
                </a:solidFill>
                <a:latin typeface="Consolas" panose="020B0609020204030204" pitchFamily="49" charset="0"/>
              </a:rPr>
              <a:t>1 </a:t>
            </a:r>
            <a:r>
              <a:rPr lang="en-US" altLang="en-US" sz="4000" dirty="0">
                <a:solidFill>
                  <a:srgbClr val="A71D5D"/>
                </a:solidFill>
                <a:latin typeface="Consolas" panose="020B0609020204030204" pitchFamily="49" charset="0"/>
              </a:rPr>
              <a:t>SELECT SUM</a:t>
            </a:r>
            <a:r>
              <a:rPr lang="en-US" altLang="en-US" sz="4000" dirty="0">
                <a:solidFill>
                  <a:srgbClr val="000000"/>
                </a:solidFill>
                <a:latin typeface="Consolas" panose="020B0609020204030204" pitchFamily="49" charset="0"/>
              </a:rPr>
              <a:t>(age)</a:t>
            </a:r>
          </a:p>
          <a:p>
            <a:pPr marL="0" lvl="0" indent="0" eaLnBrk="0" fontAlgn="base" hangingPunct="0">
              <a:lnSpc>
                <a:spcPct val="100000"/>
              </a:lnSpc>
              <a:spcBef>
                <a:spcPct val="0"/>
              </a:spcBef>
              <a:spcAft>
                <a:spcPct val="0"/>
              </a:spcAft>
              <a:buNone/>
            </a:pPr>
            <a:r>
              <a:rPr lang="en-US" altLang="en-US" sz="4000" dirty="0">
                <a:solidFill>
                  <a:srgbClr val="B2B2B2"/>
                </a:solidFill>
                <a:latin typeface="Consolas" panose="020B0609020204030204" pitchFamily="49" charset="0"/>
              </a:rPr>
              <a:t>2   </a:t>
            </a:r>
            <a:r>
              <a:rPr lang="en-US" altLang="en-US" sz="4000" dirty="0">
                <a:solidFill>
                  <a:srgbClr val="A71D5D"/>
                </a:solidFill>
                <a:latin typeface="Consolas" panose="020B0609020204030204" pitchFamily="49" charset="0"/>
              </a:rPr>
              <a:t>FROM</a:t>
            </a:r>
            <a:r>
              <a:rPr lang="en-US" altLang="en-US" sz="4000" dirty="0">
                <a:solidFill>
                  <a:srgbClr val="000000"/>
                </a:solidFill>
                <a:latin typeface="Consolas" panose="020B0609020204030204" pitchFamily="49" charset="0"/>
              </a:rPr>
              <a:t> Pupil</a:t>
            </a:r>
          </a:p>
          <a:p>
            <a:pPr marL="0" lvl="0" indent="0" eaLnBrk="0" fontAlgn="base" hangingPunct="0">
              <a:lnSpc>
                <a:spcPct val="100000"/>
              </a:lnSpc>
              <a:spcBef>
                <a:spcPct val="0"/>
              </a:spcBef>
              <a:spcAft>
                <a:spcPct val="0"/>
              </a:spcAft>
              <a:buNone/>
            </a:pPr>
            <a:r>
              <a:rPr lang="en-US" altLang="en-US" sz="4000" dirty="0">
                <a:solidFill>
                  <a:srgbClr val="B2B2B2"/>
                </a:solidFill>
                <a:latin typeface="Consolas" panose="020B0609020204030204" pitchFamily="49" charset="0"/>
              </a:rPr>
              <a:t>3   </a:t>
            </a:r>
            <a:r>
              <a:rPr lang="en-US" altLang="en-US" sz="4000" dirty="0">
                <a:solidFill>
                  <a:srgbClr val="A71D5D"/>
                </a:solidFill>
                <a:latin typeface="Consolas" panose="020B0609020204030204" pitchFamily="49" charset="0"/>
              </a:rPr>
              <a:t>WHERE</a:t>
            </a:r>
            <a:r>
              <a:rPr lang="en-US" altLang="en-US" sz="4000" dirty="0">
                <a:solidFill>
                  <a:srgbClr val="000000"/>
                </a:solidFill>
                <a:latin typeface="Consolas" panose="020B0609020204030204" pitchFamily="49" charset="0"/>
              </a:rPr>
              <a:t> </a:t>
            </a:r>
            <a:r>
              <a:rPr lang="en-US" altLang="en-US" sz="4000" dirty="0" err="1">
                <a:solidFill>
                  <a:srgbClr val="000000"/>
                </a:solidFill>
                <a:latin typeface="Consolas" panose="020B0609020204030204" pitchFamily="49" charset="0"/>
              </a:rPr>
              <a:t>lastName</a:t>
            </a:r>
            <a:r>
              <a:rPr lang="en-US" altLang="en-US" sz="4000" dirty="0">
                <a:solidFill>
                  <a:srgbClr val="000000"/>
                </a:solidFill>
                <a:latin typeface="Consolas" panose="020B0609020204030204" pitchFamily="49" charset="0"/>
              </a:rPr>
              <a:t> = </a:t>
            </a:r>
            <a:r>
              <a:rPr lang="en-US" altLang="en-US" sz="4000" dirty="0">
                <a:solidFill>
                  <a:srgbClr val="183691"/>
                </a:solidFill>
                <a:latin typeface="Consolas" panose="020B0609020204030204" pitchFamily="49" charset="0"/>
              </a:rPr>
              <a:t>"Smith"</a:t>
            </a:r>
            <a:r>
              <a:rPr lang="en-US" altLang="en-US" sz="4000" dirty="0">
                <a:solidFill>
                  <a:srgbClr val="000000"/>
                </a:solidFill>
                <a:latin typeface="Consolas" panose="020B0609020204030204" pitchFamily="49" charset="0"/>
              </a:rPr>
              <a:t>;</a:t>
            </a:r>
            <a:endParaRPr lang="en-US" altLang="en-US" sz="5400" dirty="0">
              <a:latin typeface="Arial" panose="020B0604020202020204" pitchFamily="34" charset="0"/>
            </a:endParaRPr>
          </a:p>
        </p:txBody>
      </p:sp>
    </p:spTree>
    <p:extLst>
      <p:ext uri="{BB962C8B-B14F-4D97-AF65-F5344CB8AC3E}">
        <p14:creationId xmlns:p14="http://schemas.microsoft.com/office/powerpoint/2010/main" val="1369262091"/>
      </p:ext>
    </p:extLst>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CE87805-17F2-4B70-B505-57FB17E1FEE3}"/>
              </a:ext>
            </a:extLst>
          </p:cNvPr>
          <p:cNvSpPr>
            <a:spLocks noGrp="1"/>
          </p:cNvSpPr>
          <p:nvPr>
            <p:ph type="title"/>
          </p:nvPr>
        </p:nvSpPr>
        <p:spPr/>
        <p:txBody>
          <a:bodyPr/>
          <a:lstStyle/>
          <a:p>
            <a:r>
              <a:rPr lang="en-GB" dirty="0"/>
              <a:t>AVG</a:t>
            </a:r>
          </a:p>
        </p:txBody>
      </p:sp>
      <p:sp>
        <p:nvSpPr>
          <p:cNvPr id="3" name="Content Placeholder 2">
            <a:extLst>
              <a:ext uri="{FF2B5EF4-FFF2-40B4-BE49-F238E27FC236}">
                <a16:creationId xmlns:a16="http://schemas.microsoft.com/office/drawing/2014/main" id="{E4EE7085-4C5B-409B-8843-A8A3D3CB6E90}"/>
              </a:ext>
            </a:extLst>
          </p:cNvPr>
          <p:cNvSpPr>
            <a:spLocks noGrp="1"/>
          </p:cNvSpPr>
          <p:nvPr>
            <p:ph idx="1"/>
          </p:nvPr>
        </p:nvSpPr>
        <p:spPr/>
        <p:txBody>
          <a:bodyPr>
            <a:normAutofit/>
          </a:bodyPr>
          <a:lstStyle/>
          <a:p>
            <a:pPr marL="0" lvl="0" indent="0" eaLnBrk="0" fontAlgn="base" hangingPunct="0">
              <a:lnSpc>
                <a:spcPct val="100000"/>
              </a:lnSpc>
              <a:spcBef>
                <a:spcPct val="0"/>
              </a:spcBef>
              <a:spcAft>
                <a:spcPct val="0"/>
              </a:spcAft>
              <a:buNone/>
            </a:pPr>
            <a:r>
              <a:rPr lang="en-US" altLang="en-US" sz="4000" dirty="0">
                <a:solidFill>
                  <a:srgbClr val="B2B2B2"/>
                </a:solidFill>
                <a:latin typeface="Consolas" panose="020B0609020204030204" pitchFamily="49" charset="0"/>
              </a:rPr>
              <a:t>1 </a:t>
            </a:r>
            <a:r>
              <a:rPr lang="en-US" altLang="en-US" sz="4000" dirty="0">
                <a:solidFill>
                  <a:srgbClr val="A71D5D"/>
                </a:solidFill>
                <a:latin typeface="Consolas" panose="020B0609020204030204" pitchFamily="49" charset="0"/>
              </a:rPr>
              <a:t>SELECT AVG</a:t>
            </a:r>
            <a:r>
              <a:rPr lang="en-US" altLang="en-US" sz="4000" dirty="0">
                <a:solidFill>
                  <a:srgbClr val="000000"/>
                </a:solidFill>
                <a:latin typeface="Consolas" panose="020B0609020204030204" pitchFamily="49" charset="0"/>
              </a:rPr>
              <a:t>(age)</a:t>
            </a:r>
          </a:p>
          <a:p>
            <a:pPr marL="0" lvl="0" indent="0" eaLnBrk="0" fontAlgn="base" hangingPunct="0">
              <a:lnSpc>
                <a:spcPct val="100000"/>
              </a:lnSpc>
              <a:spcBef>
                <a:spcPct val="0"/>
              </a:spcBef>
              <a:spcAft>
                <a:spcPct val="0"/>
              </a:spcAft>
              <a:buNone/>
            </a:pPr>
            <a:r>
              <a:rPr lang="en-US" altLang="en-US" sz="4000" dirty="0">
                <a:solidFill>
                  <a:srgbClr val="B2B2B2"/>
                </a:solidFill>
                <a:latin typeface="Consolas" panose="020B0609020204030204" pitchFamily="49" charset="0"/>
              </a:rPr>
              <a:t>2   </a:t>
            </a:r>
            <a:r>
              <a:rPr lang="en-US" altLang="en-US" sz="4000" dirty="0">
                <a:solidFill>
                  <a:srgbClr val="A71D5D"/>
                </a:solidFill>
                <a:latin typeface="Consolas" panose="020B0609020204030204" pitchFamily="49" charset="0"/>
              </a:rPr>
              <a:t>FROM</a:t>
            </a:r>
            <a:r>
              <a:rPr lang="en-US" altLang="en-US" sz="4000" dirty="0">
                <a:solidFill>
                  <a:srgbClr val="000000"/>
                </a:solidFill>
                <a:latin typeface="Consolas" panose="020B0609020204030204" pitchFamily="49" charset="0"/>
              </a:rPr>
              <a:t> Pupil</a:t>
            </a:r>
          </a:p>
          <a:p>
            <a:pPr marL="0" lvl="0" indent="0" eaLnBrk="0" fontAlgn="base" hangingPunct="0">
              <a:lnSpc>
                <a:spcPct val="100000"/>
              </a:lnSpc>
              <a:spcBef>
                <a:spcPct val="0"/>
              </a:spcBef>
              <a:spcAft>
                <a:spcPct val="0"/>
              </a:spcAft>
              <a:buNone/>
            </a:pPr>
            <a:r>
              <a:rPr lang="en-US" altLang="en-US" sz="4000" dirty="0">
                <a:solidFill>
                  <a:srgbClr val="B2B2B2"/>
                </a:solidFill>
                <a:latin typeface="Consolas" panose="020B0609020204030204" pitchFamily="49" charset="0"/>
              </a:rPr>
              <a:t>3   </a:t>
            </a:r>
            <a:r>
              <a:rPr lang="en-US" altLang="en-US" sz="4000" dirty="0">
                <a:solidFill>
                  <a:srgbClr val="A71D5D"/>
                </a:solidFill>
                <a:latin typeface="Consolas" panose="020B0609020204030204" pitchFamily="49" charset="0"/>
              </a:rPr>
              <a:t>WHERE</a:t>
            </a:r>
            <a:r>
              <a:rPr lang="en-US" altLang="en-US" sz="4000" dirty="0">
                <a:solidFill>
                  <a:srgbClr val="000000"/>
                </a:solidFill>
                <a:latin typeface="Consolas" panose="020B0609020204030204" pitchFamily="49" charset="0"/>
              </a:rPr>
              <a:t> </a:t>
            </a:r>
            <a:r>
              <a:rPr lang="en-US" altLang="en-US" sz="4000" dirty="0" err="1">
                <a:solidFill>
                  <a:srgbClr val="000000"/>
                </a:solidFill>
                <a:latin typeface="Consolas" panose="020B0609020204030204" pitchFamily="49" charset="0"/>
              </a:rPr>
              <a:t>lastName</a:t>
            </a:r>
            <a:r>
              <a:rPr lang="en-US" altLang="en-US" sz="4000" dirty="0">
                <a:solidFill>
                  <a:srgbClr val="000000"/>
                </a:solidFill>
                <a:latin typeface="Consolas" panose="020B0609020204030204" pitchFamily="49" charset="0"/>
              </a:rPr>
              <a:t> = </a:t>
            </a:r>
            <a:r>
              <a:rPr lang="en-US" altLang="en-US" sz="4000" dirty="0">
                <a:solidFill>
                  <a:srgbClr val="183691"/>
                </a:solidFill>
                <a:latin typeface="Consolas" panose="020B0609020204030204" pitchFamily="49" charset="0"/>
              </a:rPr>
              <a:t>"Smith"</a:t>
            </a:r>
            <a:r>
              <a:rPr lang="en-US" altLang="en-US" sz="4000" dirty="0">
                <a:solidFill>
                  <a:srgbClr val="000000"/>
                </a:solidFill>
                <a:latin typeface="Consolas" panose="020B0609020204030204" pitchFamily="49" charset="0"/>
              </a:rPr>
              <a:t>;</a:t>
            </a:r>
            <a:endParaRPr lang="en-US" altLang="en-US" sz="5400" dirty="0">
              <a:latin typeface="Arial" panose="020B0604020202020204" pitchFamily="34" charset="0"/>
            </a:endParaRPr>
          </a:p>
        </p:txBody>
      </p:sp>
      <p:sp>
        <p:nvSpPr>
          <p:cNvPr id="4" name="TextBox 3">
            <a:extLst>
              <a:ext uri="{FF2B5EF4-FFF2-40B4-BE49-F238E27FC236}">
                <a16:creationId xmlns:a16="http://schemas.microsoft.com/office/drawing/2014/main" id="{7B8C0501-8641-F1BB-034C-41D49A9FFA27}"/>
              </a:ext>
            </a:extLst>
          </p:cNvPr>
          <p:cNvSpPr txBox="1"/>
          <p:nvPr/>
        </p:nvSpPr>
        <p:spPr>
          <a:xfrm>
            <a:off x="2879734" y="4728389"/>
            <a:ext cx="6432533" cy="1200329"/>
          </a:xfrm>
          <a:prstGeom prst="rect">
            <a:avLst/>
          </a:prstGeom>
          <a:noFill/>
        </p:spPr>
        <p:txBody>
          <a:bodyPr wrap="square">
            <a:spAutoFit/>
          </a:bodyPr>
          <a:lstStyle/>
          <a:p>
            <a:r>
              <a:rPr lang="en-GB" sz="3600" dirty="0">
                <a:solidFill>
                  <a:srgbClr val="7030A0"/>
                </a:solidFill>
                <a:latin typeface="Arial" panose="020B0604020202020204" pitchFamily="34" charset="0"/>
              </a:rPr>
              <a:t>Returns the average value of a numeric column or expression</a:t>
            </a:r>
            <a:endParaRPr lang="en-GB" sz="3600" i="0" u="none" strike="noStrike" baseline="0" dirty="0">
              <a:solidFill>
                <a:srgbClr val="7030A0"/>
              </a:solidFill>
              <a:latin typeface="Arial" panose="020B0604020202020204" pitchFamily="34" charset="0"/>
            </a:endParaRPr>
          </a:p>
        </p:txBody>
      </p:sp>
      <p:sp>
        <p:nvSpPr>
          <p:cNvPr id="5" name="Callout: Bent Line with No Border 4">
            <a:extLst>
              <a:ext uri="{FF2B5EF4-FFF2-40B4-BE49-F238E27FC236}">
                <a16:creationId xmlns:a16="http://schemas.microsoft.com/office/drawing/2014/main" id="{E5AC33D0-2627-4CDD-9847-0B1415F26097}"/>
              </a:ext>
            </a:extLst>
          </p:cNvPr>
          <p:cNvSpPr/>
          <p:nvPr/>
        </p:nvSpPr>
        <p:spPr>
          <a:xfrm>
            <a:off x="5087342" y="1243943"/>
            <a:ext cx="3230393" cy="581682"/>
          </a:xfrm>
          <a:prstGeom prst="callout2">
            <a:avLst>
              <a:gd name="adj1" fmla="val 48750"/>
              <a:gd name="adj2" fmla="val -189"/>
              <a:gd name="adj3" fmla="val 49417"/>
              <a:gd name="adj4" fmla="val -16329"/>
              <a:gd name="adj5" fmla="val 120926"/>
              <a:gd name="adj6" fmla="val -25477"/>
            </a:avLst>
          </a:prstGeom>
          <a:noFill/>
          <a:ln w="38100">
            <a:solidFill>
              <a:schemeClr val="accent6">
                <a:lumMod val="75000"/>
              </a:schemeClr>
            </a:solidFill>
            <a:headEnd type="none" w="lg" len="lg"/>
            <a:tailEnd type="triangle" w="lg" len="lg"/>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GB" sz="2800" b="1" dirty="0">
                <a:solidFill>
                  <a:srgbClr val="7030A0"/>
                </a:solidFill>
              </a:rPr>
              <a:t>Aggregate function</a:t>
            </a:r>
          </a:p>
        </p:txBody>
      </p:sp>
    </p:spTree>
    <p:extLst>
      <p:ext uri="{BB962C8B-B14F-4D97-AF65-F5344CB8AC3E}">
        <p14:creationId xmlns:p14="http://schemas.microsoft.com/office/powerpoint/2010/main" val="2840772432"/>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animEffect transition="in" filter="wipe(left)">
                                      <p:cBhvr>
                                        <p:cTn id="7" dur="1250"/>
                                        <p:tgtEl>
                                          <p:spTgt spid="3">
                                            <p:txEl>
                                              <p:pRg st="0" end="0"/>
                                            </p:txEl>
                                          </p:spTgt>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grpId="0" nodeType="clickEffect">
                                  <p:stCondLst>
                                    <p:cond delay="0"/>
                                  </p:stCondLst>
                                  <p:childTnLst>
                                    <p:set>
                                      <p:cBhvr>
                                        <p:cTn id="11" dur="1" fill="hold">
                                          <p:stCondLst>
                                            <p:cond delay="0"/>
                                          </p:stCondLst>
                                        </p:cTn>
                                        <p:tgtEl>
                                          <p:spTgt spid="5"/>
                                        </p:tgtEl>
                                        <p:attrNameLst>
                                          <p:attrName>style.visibility</p:attrName>
                                        </p:attrNameLst>
                                      </p:cBhvr>
                                      <p:to>
                                        <p:strVal val="visible"/>
                                      </p:to>
                                    </p:set>
                                    <p:animEffect transition="in" filter="fade">
                                      <p:cBhvr>
                                        <p:cTn id="12" dur="1000"/>
                                        <p:tgtEl>
                                          <p:spTgt spid="5"/>
                                        </p:tgtEl>
                                      </p:cBhvr>
                                    </p:animEffect>
                                  </p:childTnLst>
                                </p:cTn>
                              </p:par>
                            </p:childTnLst>
                          </p:cTn>
                        </p:par>
                      </p:childTnLst>
                    </p:cTn>
                  </p:par>
                  <p:par>
                    <p:cTn id="13" fill="hold">
                      <p:stCondLst>
                        <p:cond delay="indefinite"/>
                      </p:stCondLst>
                      <p:childTnLst>
                        <p:par>
                          <p:cTn id="14" fill="hold">
                            <p:stCondLst>
                              <p:cond delay="0"/>
                            </p:stCondLst>
                            <p:childTnLst>
                              <p:par>
                                <p:cTn id="15" presetID="22" presetClass="entr" presetSubtype="8" fill="hold" grpId="0" nodeType="clickEffect">
                                  <p:stCondLst>
                                    <p:cond delay="0"/>
                                  </p:stCondLst>
                                  <p:childTnLst>
                                    <p:set>
                                      <p:cBhvr>
                                        <p:cTn id="16" dur="1" fill="hold">
                                          <p:stCondLst>
                                            <p:cond delay="0"/>
                                          </p:stCondLst>
                                        </p:cTn>
                                        <p:tgtEl>
                                          <p:spTgt spid="3">
                                            <p:txEl>
                                              <p:pRg st="1" end="1"/>
                                            </p:txEl>
                                          </p:spTgt>
                                        </p:tgtEl>
                                        <p:attrNameLst>
                                          <p:attrName>style.visibility</p:attrName>
                                        </p:attrNameLst>
                                      </p:cBhvr>
                                      <p:to>
                                        <p:strVal val="visible"/>
                                      </p:to>
                                    </p:set>
                                    <p:animEffect transition="in" filter="wipe(left)">
                                      <p:cBhvr>
                                        <p:cTn id="17" dur="1000"/>
                                        <p:tgtEl>
                                          <p:spTgt spid="3">
                                            <p:txEl>
                                              <p:pRg st="1" end="1"/>
                                            </p:txEl>
                                          </p:spTgt>
                                        </p:tgtEl>
                                      </p:cBhvr>
                                    </p:animEffect>
                                  </p:childTnLst>
                                </p:cTn>
                              </p:par>
                            </p:childTnLst>
                          </p:cTn>
                        </p:par>
                        <p:par>
                          <p:cTn id="18" fill="hold">
                            <p:stCondLst>
                              <p:cond delay="1000"/>
                            </p:stCondLst>
                            <p:childTnLst>
                              <p:par>
                                <p:cTn id="19" presetID="22" presetClass="entr" presetSubtype="8" fill="hold" grpId="0" nodeType="afterEffect">
                                  <p:stCondLst>
                                    <p:cond delay="0"/>
                                  </p:stCondLst>
                                  <p:childTnLst>
                                    <p:set>
                                      <p:cBhvr>
                                        <p:cTn id="20" dur="1" fill="hold">
                                          <p:stCondLst>
                                            <p:cond delay="0"/>
                                          </p:stCondLst>
                                        </p:cTn>
                                        <p:tgtEl>
                                          <p:spTgt spid="3">
                                            <p:txEl>
                                              <p:pRg st="2" end="2"/>
                                            </p:txEl>
                                          </p:spTgt>
                                        </p:tgtEl>
                                        <p:attrNameLst>
                                          <p:attrName>style.visibility</p:attrName>
                                        </p:attrNameLst>
                                      </p:cBhvr>
                                      <p:to>
                                        <p:strVal val="visible"/>
                                      </p:to>
                                    </p:set>
                                    <p:animEffect transition="in" filter="wipe(left)">
                                      <p:cBhvr>
                                        <p:cTn id="21" dur="2000"/>
                                        <p:tgtEl>
                                          <p:spTgt spid="3">
                                            <p:txEl>
                                              <p:pRg st="2" end="2"/>
                                            </p:txEl>
                                          </p:spTgt>
                                        </p:tgtEl>
                                      </p:cBhvr>
                                    </p:animEffect>
                                  </p:childTnLst>
                                </p:cTn>
                              </p:par>
                            </p:childTnLst>
                          </p:cTn>
                        </p:par>
                      </p:childTnLst>
                    </p:cTn>
                  </p:par>
                  <p:par>
                    <p:cTn id="22" fill="hold">
                      <p:stCondLst>
                        <p:cond delay="indefinite"/>
                      </p:stCondLst>
                      <p:childTnLst>
                        <p:par>
                          <p:cTn id="23" fill="hold">
                            <p:stCondLst>
                              <p:cond delay="0"/>
                            </p:stCondLst>
                            <p:childTnLst>
                              <p:par>
                                <p:cTn id="24" presetID="10" presetClass="entr" presetSubtype="0" fill="hold" grpId="0" nodeType="clickEffect">
                                  <p:stCondLst>
                                    <p:cond delay="0"/>
                                  </p:stCondLst>
                                  <p:childTnLst>
                                    <p:set>
                                      <p:cBhvr>
                                        <p:cTn id="25" dur="1" fill="hold">
                                          <p:stCondLst>
                                            <p:cond delay="0"/>
                                          </p:stCondLst>
                                        </p:cTn>
                                        <p:tgtEl>
                                          <p:spTgt spid="4"/>
                                        </p:tgtEl>
                                        <p:attrNameLst>
                                          <p:attrName>style.visibility</p:attrName>
                                        </p:attrNameLst>
                                      </p:cBhvr>
                                      <p:to>
                                        <p:strVal val="visible"/>
                                      </p:to>
                                    </p:set>
                                    <p:animEffect transition="in" filter="fade">
                                      <p:cBhvr>
                                        <p:cTn id="26" dur="2000"/>
                                        <p:tgtEl>
                                          <p:spTgt spid="4"/>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P spid="4" grpId="0"/>
      <p:bldP spid="5" grpId="0" animBg="1"/>
    </p:bldLst>
  </p:timing>
</p:sld>
</file>

<file path=ppt/slides/slide49.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CE87805-17F2-4B70-B505-57FB17E1FEE3}"/>
              </a:ext>
            </a:extLst>
          </p:cNvPr>
          <p:cNvSpPr>
            <a:spLocks noGrp="1"/>
          </p:cNvSpPr>
          <p:nvPr>
            <p:ph type="title"/>
          </p:nvPr>
        </p:nvSpPr>
        <p:spPr/>
        <p:txBody>
          <a:bodyPr/>
          <a:lstStyle/>
          <a:p>
            <a:r>
              <a:rPr lang="en-GB" dirty="0"/>
              <a:t>AVG</a:t>
            </a:r>
          </a:p>
        </p:txBody>
      </p:sp>
      <p:sp>
        <p:nvSpPr>
          <p:cNvPr id="3" name="Content Placeholder 2">
            <a:extLst>
              <a:ext uri="{FF2B5EF4-FFF2-40B4-BE49-F238E27FC236}">
                <a16:creationId xmlns:a16="http://schemas.microsoft.com/office/drawing/2014/main" id="{E4EE7085-4C5B-409B-8843-A8A3D3CB6E90}"/>
              </a:ext>
            </a:extLst>
          </p:cNvPr>
          <p:cNvSpPr>
            <a:spLocks noGrp="1"/>
          </p:cNvSpPr>
          <p:nvPr>
            <p:ph idx="1"/>
          </p:nvPr>
        </p:nvSpPr>
        <p:spPr/>
        <p:txBody>
          <a:bodyPr>
            <a:normAutofit/>
          </a:bodyPr>
          <a:lstStyle/>
          <a:p>
            <a:pPr marL="0" lvl="0" indent="0" eaLnBrk="0" fontAlgn="base" hangingPunct="0">
              <a:lnSpc>
                <a:spcPct val="100000"/>
              </a:lnSpc>
              <a:spcBef>
                <a:spcPct val="0"/>
              </a:spcBef>
              <a:spcAft>
                <a:spcPct val="0"/>
              </a:spcAft>
              <a:buNone/>
            </a:pPr>
            <a:r>
              <a:rPr lang="en-US" altLang="en-US" sz="4000" dirty="0">
                <a:solidFill>
                  <a:srgbClr val="B2B2B2"/>
                </a:solidFill>
                <a:latin typeface="Consolas" panose="020B0609020204030204" pitchFamily="49" charset="0"/>
              </a:rPr>
              <a:t>1 </a:t>
            </a:r>
            <a:r>
              <a:rPr lang="en-US" altLang="en-US" sz="4000" dirty="0">
                <a:solidFill>
                  <a:srgbClr val="A71D5D"/>
                </a:solidFill>
                <a:latin typeface="Consolas" panose="020B0609020204030204" pitchFamily="49" charset="0"/>
              </a:rPr>
              <a:t>SELECT AVG</a:t>
            </a:r>
            <a:r>
              <a:rPr lang="en-US" altLang="en-US" sz="4000" dirty="0">
                <a:solidFill>
                  <a:srgbClr val="000000"/>
                </a:solidFill>
                <a:latin typeface="Consolas" panose="020B0609020204030204" pitchFamily="49" charset="0"/>
              </a:rPr>
              <a:t>(age)</a:t>
            </a:r>
          </a:p>
          <a:p>
            <a:pPr marL="0" lvl="0" indent="0" eaLnBrk="0" fontAlgn="base" hangingPunct="0">
              <a:lnSpc>
                <a:spcPct val="100000"/>
              </a:lnSpc>
              <a:spcBef>
                <a:spcPct val="0"/>
              </a:spcBef>
              <a:spcAft>
                <a:spcPct val="0"/>
              </a:spcAft>
              <a:buNone/>
            </a:pPr>
            <a:r>
              <a:rPr lang="en-US" altLang="en-US" sz="4000" dirty="0">
                <a:solidFill>
                  <a:srgbClr val="B2B2B2"/>
                </a:solidFill>
                <a:latin typeface="Consolas" panose="020B0609020204030204" pitchFamily="49" charset="0"/>
              </a:rPr>
              <a:t>2   </a:t>
            </a:r>
            <a:r>
              <a:rPr lang="en-US" altLang="en-US" sz="4000" dirty="0">
                <a:solidFill>
                  <a:srgbClr val="A71D5D"/>
                </a:solidFill>
                <a:latin typeface="Consolas" panose="020B0609020204030204" pitchFamily="49" charset="0"/>
              </a:rPr>
              <a:t>FROM</a:t>
            </a:r>
            <a:r>
              <a:rPr lang="en-US" altLang="en-US" sz="4000" dirty="0">
                <a:solidFill>
                  <a:srgbClr val="000000"/>
                </a:solidFill>
                <a:latin typeface="Consolas" panose="020B0609020204030204" pitchFamily="49" charset="0"/>
              </a:rPr>
              <a:t> Pupil</a:t>
            </a:r>
          </a:p>
          <a:p>
            <a:pPr marL="0" lvl="0" indent="0" eaLnBrk="0" fontAlgn="base" hangingPunct="0">
              <a:lnSpc>
                <a:spcPct val="100000"/>
              </a:lnSpc>
              <a:spcBef>
                <a:spcPct val="0"/>
              </a:spcBef>
              <a:spcAft>
                <a:spcPct val="0"/>
              </a:spcAft>
              <a:buNone/>
            </a:pPr>
            <a:r>
              <a:rPr lang="en-US" altLang="en-US" sz="4000" dirty="0">
                <a:solidFill>
                  <a:srgbClr val="B2B2B2"/>
                </a:solidFill>
                <a:latin typeface="Consolas" panose="020B0609020204030204" pitchFamily="49" charset="0"/>
              </a:rPr>
              <a:t>3   </a:t>
            </a:r>
            <a:r>
              <a:rPr lang="en-US" altLang="en-US" sz="4000" dirty="0">
                <a:solidFill>
                  <a:srgbClr val="A71D5D"/>
                </a:solidFill>
                <a:latin typeface="Consolas" panose="020B0609020204030204" pitchFamily="49" charset="0"/>
              </a:rPr>
              <a:t>WHERE</a:t>
            </a:r>
            <a:r>
              <a:rPr lang="en-US" altLang="en-US" sz="4000" dirty="0">
                <a:solidFill>
                  <a:srgbClr val="000000"/>
                </a:solidFill>
                <a:latin typeface="Consolas" panose="020B0609020204030204" pitchFamily="49" charset="0"/>
              </a:rPr>
              <a:t> </a:t>
            </a:r>
            <a:r>
              <a:rPr lang="en-US" altLang="en-US" sz="4000" dirty="0" err="1">
                <a:solidFill>
                  <a:srgbClr val="000000"/>
                </a:solidFill>
                <a:latin typeface="Consolas" panose="020B0609020204030204" pitchFamily="49" charset="0"/>
              </a:rPr>
              <a:t>lastName</a:t>
            </a:r>
            <a:r>
              <a:rPr lang="en-US" altLang="en-US" sz="4000" dirty="0">
                <a:solidFill>
                  <a:srgbClr val="000000"/>
                </a:solidFill>
                <a:latin typeface="Consolas" panose="020B0609020204030204" pitchFamily="49" charset="0"/>
              </a:rPr>
              <a:t> = </a:t>
            </a:r>
            <a:r>
              <a:rPr lang="en-US" altLang="en-US" sz="4000" dirty="0">
                <a:solidFill>
                  <a:srgbClr val="183691"/>
                </a:solidFill>
                <a:latin typeface="Consolas" panose="020B0609020204030204" pitchFamily="49" charset="0"/>
              </a:rPr>
              <a:t>"Smith"</a:t>
            </a:r>
            <a:r>
              <a:rPr lang="en-US" altLang="en-US" sz="4000" dirty="0">
                <a:solidFill>
                  <a:srgbClr val="000000"/>
                </a:solidFill>
                <a:latin typeface="Consolas" panose="020B0609020204030204" pitchFamily="49" charset="0"/>
              </a:rPr>
              <a:t>;</a:t>
            </a:r>
            <a:endParaRPr lang="en-US" altLang="en-US" sz="5400" dirty="0">
              <a:latin typeface="Arial" panose="020B0604020202020204" pitchFamily="34" charset="0"/>
            </a:endParaRPr>
          </a:p>
        </p:txBody>
      </p:sp>
    </p:spTree>
    <p:extLst>
      <p:ext uri="{BB962C8B-B14F-4D97-AF65-F5344CB8AC3E}">
        <p14:creationId xmlns:p14="http://schemas.microsoft.com/office/powerpoint/2010/main" val="3255630831"/>
      </p:ext>
    </p:extLst>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CE87805-17F2-4B70-B505-57FB17E1FEE3}"/>
              </a:ext>
            </a:extLst>
          </p:cNvPr>
          <p:cNvSpPr>
            <a:spLocks noGrp="1"/>
          </p:cNvSpPr>
          <p:nvPr>
            <p:ph type="title"/>
          </p:nvPr>
        </p:nvSpPr>
        <p:spPr/>
        <p:txBody>
          <a:bodyPr/>
          <a:lstStyle/>
          <a:p>
            <a:r>
              <a:rPr lang="en-GB" dirty="0"/>
              <a:t>Multiple Aggregate Functions</a:t>
            </a:r>
          </a:p>
        </p:txBody>
      </p:sp>
      <p:sp>
        <p:nvSpPr>
          <p:cNvPr id="3" name="Content Placeholder 2">
            <a:extLst>
              <a:ext uri="{FF2B5EF4-FFF2-40B4-BE49-F238E27FC236}">
                <a16:creationId xmlns:a16="http://schemas.microsoft.com/office/drawing/2014/main" id="{E4EE7085-4C5B-409B-8843-A8A3D3CB6E90}"/>
              </a:ext>
            </a:extLst>
          </p:cNvPr>
          <p:cNvSpPr>
            <a:spLocks noGrp="1"/>
          </p:cNvSpPr>
          <p:nvPr>
            <p:ph idx="1"/>
          </p:nvPr>
        </p:nvSpPr>
        <p:spPr/>
        <p:txBody>
          <a:bodyPr>
            <a:normAutofit/>
          </a:bodyPr>
          <a:lstStyle/>
          <a:p>
            <a:pPr marL="0" lvl="0" indent="0" eaLnBrk="0" fontAlgn="base" hangingPunct="0">
              <a:lnSpc>
                <a:spcPct val="100000"/>
              </a:lnSpc>
              <a:spcBef>
                <a:spcPct val="0"/>
              </a:spcBef>
              <a:spcAft>
                <a:spcPct val="0"/>
              </a:spcAft>
              <a:buNone/>
            </a:pPr>
            <a:r>
              <a:rPr lang="en-US" altLang="en-US" sz="4000" dirty="0">
                <a:solidFill>
                  <a:srgbClr val="B2B2B2"/>
                </a:solidFill>
                <a:latin typeface="Consolas" panose="020B0609020204030204" pitchFamily="49" charset="0"/>
              </a:rPr>
              <a:t>1 </a:t>
            </a:r>
            <a:r>
              <a:rPr lang="en-US" altLang="en-US" sz="4000" dirty="0">
                <a:solidFill>
                  <a:srgbClr val="A71D5D"/>
                </a:solidFill>
                <a:latin typeface="Consolas" panose="020B0609020204030204" pitchFamily="49" charset="0"/>
              </a:rPr>
              <a:t>SELECT MIN</a:t>
            </a:r>
            <a:r>
              <a:rPr lang="en-US" altLang="en-US" sz="4000" dirty="0">
                <a:solidFill>
                  <a:srgbClr val="000000"/>
                </a:solidFill>
                <a:latin typeface="Consolas" panose="020B0609020204030204" pitchFamily="49" charset="0"/>
              </a:rPr>
              <a:t>(age), </a:t>
            </a:r>
            <a:r>
              <a:rPr lang="en-US" altLang="en-US" sz="4000" dirty="0">
                <a:solidFill>
                  <a:srgbClr val="A71D5D"/>
                </a:solidFill>
                <a:latin typeface="Consolas" panose="020B0609020204030204" pitchFamily="49" charset="0"/>
              </a:rPr>
              <a:t>MAX</a:t>
            </a:r>
            <a:r>
              <a:rPr lang="en-US" altLang="en-US" sz="4000" dirty="0">
                <a:solidFill>
                  <a:srgbClr val="000000"/>
                </a:solidFill>
                <a:latin typeface="Consolas" panose="020B0609020204030204" pitchFamily="49" charset="0"/>
              </a:rPr>
              <a:t>(age)</a:t>
            </a:r>
          </a:p>
          <a:p>
            <a:pPr marL="0" lvl="0" indent="0" eaLnBrk="0" fontAlgn="base" hangingPunct="0">
              <a:lnSpc>
                <a:spcPct val="100000"/>
              </a:lnSpc>
              <a:spcBef>
                <a:spcPct val="0"/>
              </a:spcBef>
              <a:spcAft>
                <a:spcPct val="0"/>
              </a:spcAft>
              <a:buNone/>
            </a:pPr>
            <a:r>
              <a:rPr lang="en-US" altLang="en-US" sz="4000" dirty="0">
                <a:solidFill>
                  <a:srgbClr val="B2B2B2"/>
                </a:solidFill>
                <a:latin typeface="Consolas" panose="020B0609020204030204" pitchFamily="49" charset="0"/>
              </a:rPr>
              <a:t>2   </a:t>
            </a:r>
            <a:r>
              <a:rPr lang="en-US" altLang="en-US" sz="4000" dirty="0">
                <a:solidFill>
                  <a:srgbClr val="A71D5D"/>
                </a:solidFill>
                <a:latin typeface="Consolas" panose="020B0609020204030204" pitchFamily="49" charset="0"/>
              </a:rPr>
              <a:t>FROM</a:t>
            </a:r>
            <a:r>
              <a:rPr lang="en-US" altLang="en-US" sz="4000" dirty="0">
                <a:solidFill>
                  <a:srgbClr val="000000"/>
                </a:solidFill>
                <a:latin typeface="Consolas" panose="020B0609020204030204" pitchFamily="49" charset="0"/>
              </a:rPr>
              <a:t> Pupil</a:t>
            </a:r>
          </a:p>
          <a:p>
            <a:pPr marL="0" lvl="0" indent="0" eaLnBrk="0" fontAlgn="base" hangingPunct="0">
              <a:lnSpc>
                <a:spcPct val="100000"/>
              </a:lnSpc>
              <a:spcBef>
                <a:spcPct val="0"/>
              </a:spcBef>
              <a:spcAft>
                <a:spcPct val="0"/>
              </a:spcAft>
              <a:buNone/>
            </a:pPr>
            <a:r>
              <a:rPr lang="en-US" altLang="en-US" sz="4000" dirty="0">
                <a:solidFill>
                  <a:srgbClr val="B2B2B2"/>
                </a:solidFill>
                <a:latin typeface="Consolas" panose="020B0609020204030204" pitchFamily="49" charset="0"/>
              </a:rPr>
              <a:t>3   </a:t>
            </a:r>
            <a:r>
              <a:rPr lang="en-US" altLang="en-US" sz="4000" dirty="0">
                <a:solidFill>
                  <a:srgbClr val="A71D5D"/>
                </a:solidFill>
                <a:latin typeface="Consolas" panose="020B0609020204030204" pitchFamily="49" charset="0"/>
              </a:rPr>
              <a:t>WHERE</a:t>
            </a:r>
            <a:r>
              <a:rPr lang="en-US" altLang="en-US" sz="4000" dirty="0">
                <a:solidFill>
                  <a:srgbClr val="000000"/>
                </a:solidFill>
                <a:latin typeface="Consolas" panose="020B0609020204030204" pitchFamily="49" charset="0"/>
              </a:rPr>
              <a:t> </a:t>
            </a:r>
            <a:r>
              <a:rPr lang="en-US" altLang="en-US" sz="4000" dirty="0" err="1">
                <a:solidFill>
                  <a:srgbClr val="000000"/>
                </a:solidFill>
                <a:latin typeface="Consolas" panose="020B0609020204030204" pitchFamily="49" charset="0"/>
              </a:rPr>
              <a:t>lastName</a:t>
            </a:r>
            <a:r>
              <a:rPr lang="en-US" altLang="en-US" sz="4000" dirty="0">
                <a:solidFill>
                  <a:srgbClr val="000000"/>
                </a:solidFill>
                <a:latin typeface="Consolas" panose="020B0609020204030204" pitchFamily="49" charset="0"/>
              </a:rPr>
              <a:t> = </a:t>
            </a:r>
            <a:r>
              <a:rPr lang="en-US" altLang="en-US" sz="4000" dirty="0">
                <a:solidFill>
                  <a:srgbClr val="183691"/>
                </a:solidFill>
                <a:latin typeface="Consolas" panose="020B0609020204030204" pitchFamily="49" charset="0"/>
              </a:rPr>
              <a:t>"Smith"</a:t>
            </a:r>
            <a:r>
              <a:rPr lang="en-US" altLang="en-US" sz="4000" dirty="0">
                <a:solidFill>
                  <a:srgbClr val="000000"/>
                </a:solidFill>
                <a:latin typeface="Consolas" panose="020B0609020204030204" pitchFamily="49" charset="0"/>
              </a:rPr>
              <a:t>;</a:t>
            </a:r>
            <a:endParaRPr lang="en-US" altLang="en-US" sz="5400" dirty="0">
              <a:latin typeface="Arial" panose="020B0604020202020204" pitchFamily="34" charset="0"/>
            </a:endParaRPr>
          </a:p>
        </p:txBody>
      </p:sp>
    </p:spTree>
    <p:extLst>
      <p:ext uri="{BB962C8B-B14F-4D97-AF65-F5344CB8AC3E}">
        <p14:creationId xmlns:p14="http://schemas.microsoft.com/office/powerpoint/2010/main" val="4224193016"/>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animEffect transition="in" filter="wipe(left)">
                                      <p:cBhvr>
                                        <p:cTn id="7" dur="1000"/>
                                        <p:tgtEl>
                                          <p:spTgt spid="3">
                                            <p:txEl>
                                              <p:pRg st="0" end="0"/>
                                            </p:txEl>
                                          </p:spTgt>
                                        </p:tgtEl>
                                      </p:cBhvr>
                                    </p:animEffect>
                                  </p:childTnLst>
                                </p:cTn>
                              </p:par>
                            </p:childTnLst>
                          </p:cTn>
                        </p:par>
                      </p:childTnLst>
                    </p:cTn>
                  </p:par>
                  <p:par>
                    <p:cTn id="8" fill="hold">
                      <p:stCondLst>
                        <p:cond delay="indefinite"/>
                      </p:stCondLst>
                      <p:childTnLst>
                        <p:par>
                          <p:cTn id="9" fill="hold">
                            <p:stCondLst>
                              <p:cond delay="0"/>
                            </p:stCondLst>
                            <p:childTnLst>
                              <p:par>
                                <p:cTn id="10" presetID="22" presetClass="entr" presetSubtype="8" fill="hold" grpId="0" nodeType="clickEffect">
                                  <p:stCondLst>
                                    <p:cond delay="0"/>
                                  </p:stCondLst>
                                  <p:childTnLst>
                                    <p:set>
                                      <p:cBhvr>
                                        <p:cTn id="11" dur="1" fill="hold">
                                          <p:stCondLst>
                                            <p:cond delay="0"/>
                                          </p:stCondLst>
                                        </p:cTn>
                                        <p:tgtEl>
                                          <p:spTgt spid="3">
                                            <p:txEl>
                                              <p:pRg st="1" end="1"/>
                                            </p:txEl>
                                          </p:spTgt>
                                        </p:tgtEl>
                                        <p:attrNameLst>
                                          <p:attrName>style.visibility</p:attrName>
                                        </p:attrNameLst>
                                      </p:cBhvr>
                                      <p:to>
                                        <p:strVal val="visible"/>
                                      </p:to>
                                    </p:set>
                                    <p:animEffect transition="in" filter="wipe(left)">
                                      <p:cBhvr>
                                        <p:cTn id="12" dur="1000"/>
                                        <p:tgtEl>
                                          <p:spTgt spid="3">
                                            <p:txEl>
                                              <p:pRg st="1" end="1"/>
                                            </p:txEl>
                                          </p:spTgt>
                                        </p:tgtEl>
                                      </p:cBhvr>
                                    </p:animEffect>
                                  </p:childTnLst>
                                </p:cTn>
                              </p:par>
                            </p:childTnLst>
                          </p:cTn>
                        </p:par>
                        <p:par>
                          <p:cTn id="13" fill="hold">
                            <p:stCondLst>
                              <p:cond delay="1000"/>
                            </p:stCondLst>
                            <p:childTnLst>
                              <p:par>
                                <p:cTn id="14" presetID="22" presetClass="entr" presetSubtype="8" fill="hold" grpId="0" nodeType="afterEffect">
                                  <p:stCondLst>
                                    <p:cond delay="0"/>
                                  </p:stCondLst>
                                  <p:childTnLst>
                                    <p:set>
                                      <p:cBhvr>
                                        <p:cTn id="15" dur="1" fill="hold">
                                          <p:stCondLst>
                                            <p:cond delay="0"/>
                                          </p:stCondLst>
                                        </p:cTn>
                                        <p:tgtEl>
                                          <p:spTgt spid="3">
                                            <p:txEl>
                                              <p:pRg st="2" end="2"/>
                                            </p:txEl>
                                          </p:spTgt>
                                        </p:tgtEl>
                                        <p:attrNameLst>
                                          <p:attrName>style.visibility</p:attrName>
                                        </p:attrNameLst>
                                      </p:cBhvr>
                                      <p:to>
                                        <p:strVal val="visible"/>
                                      </p:to>
                                    </p:set>
                                    <p:animEffect transition="in" filter="wipe(left)">
                                      <p:cBhvr>
                                        <p:cTn id="16" dur="1000"/>
                                        <p:tgtEl>
                                          <p:spTgt spid="3">
                                            <p:txEl>
                                              <p:pRg st="2" end="2"/>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51.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CE87805-17F2-4B70-B505-57FB17E1FEE3}"/>
              </a:ext>
            </a:extLst>
          </p:cNvPr>
          <p:cNvSpPr>
            <a:spLocks noGrp="1"/>
          </p:cNvSpPr>
          <p:nvPr>
            <p:ph type="title"/>
          </p:nvPr>
        </p:nvSpPr>
        <p:spPr/>
        <p:txBody>
          <a:bodyPr/>
          <a:lstStyle/>
          <a:p>
            <a:r>
              <a:rPr lang="en-GB" dirty="0"/>
              <a:t>Multiple Aggregate Functions</a:t>
            </a:r>
          </a:p>
        </p:txBody>
      </p:sp>
      <p:sp>
        <p:nvSpPr>
          <p:cNvPr id="3" name="Content Placeholder 2">
            <a:extLst>
              <a:ext uri="{FF2B5EF4-FFF2-40B4-BE49-F238E27FC236}">
                <a16:creationId xmlns:a16="http://schemas.microsoft.com/office/drawing/2014/main" id="{E4EE7085-4C5B-409B-8843-A8A3D3CB6E90}"/>
              </a:ext>
            </a:extLst>
          </p:cNvPr>
          <p:cNvSpPr>
            <a:spLocks noGrp="1"/>
          </p:cNvSpPr>
          <p:nvPr>
            <p:ph idx="1"/>
          </p:nvPr>
        </p:nvSpPr>
        <p:spPr/>
        <p:txBody>
          <a:bodyPr>
            <a:normAutofit/>
          </a:bodyPr>
          <a:lstStyle/>
          <a:p>
            <a:pPr marL="0" lvl="0" indent="0" eaLnBrk="0" fontAlgn="base" hangingPunct="0">
              <a:lnSpc>
                <a:spcPct val="100000"/>
              </a:lnSpc>
              <a:spcBef>
                <a:spcPct val="0"/>
              </a:spcBef>
              <a:spcAft>
                <a:spcPct val="0"/>
              </a:spcAft>
              <a:buNone/>
            </a:pPr>
            <a:r>
              <a:rPr lang="en-US" altLang="en-US" sz="4000" dirty="0">
                <a:solidFill>
                  <a:srgbClr val="B2B2B2"/>
                </a:solidFill>
                <a:latin typeface="Consolas" panose="020B0609020204030204" pitchFamily="49" charset="0"/>
              </a:rPr>
              <a:t>1 </a:t>
            </a:r>
            <a:r>
              <a:rPr lang="en-US" altLang="en-US" sz="4000" dirty="0">
                <a:solidFill>
                  <a:srgbClr val="A71D5D"/>
                </a:solidFill>
                <a:latin typeface="Consolas" panose="020B0609020204030204" pitchFamily="49" charset="0"/>
              </a:rPr>
              <a:t>SELECT MIN</a:t>
            </a:r>
            <a:r>
              <a:rPr lang="en-US" altLang="en-US" sz="4000" dirty="0">
                <a:solidFill>
                  <a:srgbClr val="000000"/>
                </a:solidFill>
                <a:latin typeface="Consolas" panose="020B0609020204030204" pitchFamily="49" charset="0"/>
              </a:rPr>
              <a:t>(age), </a:t>
            </a:r>
            <a:r>
              <a:rPr lang="en-US" altLang="en-US" sz="4000" dirty="0">
                <a:solidFill>
                  <a:srgbClr val="A71D5D"/>
                </a:solidFill>
                <a:latin typeface="Consolas" panose="020B0609020204030204" pitchFamily="49" charset="0"/>
              </a:rPr>
              <a:t>MAX</a:t>
            </a:r>
            <a:r>
              <a:rPr lang="en-US" altLang="en-US" sz="4000" dirty="0">
                <a:solidFill>
                  <a:srgbClr val="000000"/>
                </a:solidFill>
                <a:latin typeface="Consolas" panose="020B0609020204030204" pitchFamily="49" charset="0"/>
              </a:rPr>
              <a:t>(age)</a:t>
            </a:r>
          </a:p>
          <a:p>
            <a:pPr marL="0" lvl="0" indent="0" eaLnBrk="0" fontAlgn="base" hangingPunct="0">
              <a:lnSpc>
                <a:spcPct val="100000"/>
              </a:lnSpc>
              <a:spcBef>
                <a:spcPct val="0"/>
              </a:spcBef>
              <a:spcAft>
                <a:spcPct val="0"/>
              </a:spcAft>
              <a:buNone/>
            </a:pPr>
            <a:r>
              <a:rPr lang="en-US" altLang="en-US" sz="4000" dirty="0">
                <a:solidFill>
                  <a:srgbClr val="B2B2B2"/>
                </a:solidFill>
                <a:latin typeface="Consolas" panose="020B0609020204030204" pitchFamily="49" charset="0"/>
              </a:rPr>
              <a:t>2   </a:t>
            </a:r>
            <a:r>
              <a:rPr lang="en-US" altLang="en-US" sz="4000" dirty="0">
                <a:solidFill>
                  <a:srgbClr val="A71D5D"/>
                </a:solidFill>
                <a:latin typeface="Consolas" panose="020B0609020204030204" pitchFamily="49" charset="0"/>
              </a:rPr>
              <a:t>FROM</a:t>
            </a:r>
            <a:r>
              <a:rPr lang="en-US" altLang="en-US" sz="4000" dirty="0">
                <a:solidFill>
                  <a:srgbClr val="000000"/>
                </a:solidFill>
                <a:latin typeface="Consolas" panose="020B0609020204030204" pitchFamily="49" charset="0"/>
              </a:rPr>
              <a:t> Pupil</a:t>
            </a:r>
          </a:p>
          <a:p>
            <a:pPr marL="0" lvl="0" indent="0" eaLnBrk="0" fontAlgn="base" hangingPunct="0">
              <a:lnSpc>
                <a:spcPct val="100000"/>
              </a:lnSpc>
              <a:spcBef>
                <a:spcPct val="0"/>
              </a:spcBef>
              <a:spcAft>
                <a:spcPct val="0"/>
              </a:spcAft>
              <a:buNone/>
            </a:pPr>
            <a:r>
              <a:rPr lang="en-US" altLang="en-US" sz="4000" dirty="0">
                <a:solidFill>
                  <a:srgbClr val="B2B2B2"/>
                </a:solidFill>
                <a:latin typeface="Consolas" panose="020B0609020204030204" pitchFamily="49" charset="0"/>
              </a:rPr>
              <a:t>3   </a:t>
            </a:r>
            <a:r>
              <a:rPr lang="en-US" altLang="en-US" sz="4000" dirty="0">
                <a:solidFill>
                  <a:srgbClr val="A71D5D"/>
                </a:solidFill>
                <a:latin typeface="Consolas" panose="020B0609020204030204" pitchFamily="49" charset="0"/>
              </a:rPr>
              <a:t>WHERE</a:t>
            </a:r>
            <a:r>
              <a:rPr lang="en-US" altLang="en-US" sz="4000" dirty="0">
                <a:solidFill>
                  <a:srgbClr val="000000"/>
                </a:solidFill>
                <a:latin typeface="Consolas" panose="020B0609020204030204" pitchFamily="49" charset="0"/>
              </a:rPr>
              <a:t> </a:t>
            </a:r>
            <a:r>
              <a:rPr lang="en-US" altLang="en-US" sz="4000" dirty="0" err="1">
                <a:solidFill>
                  <a:srgbClr val="000000"/>
                </a:solidFill>
                <a:latin typeface="Consolas" panose="020B0609020204030204" pitchFamily="49" charset="0"/>
              </a:rPr>
              <a:t>lastName</a:t>
            </a:r>
            <a:r>
              <a:rPr lang="en-US" altLang="en-US" sz="4000" dirty="0">
                <a:solidFill>
                  <a:srgbClr val="000000"/>
                </a:solidFill>
                <a:latin typeface="Consolas" panose="020B0609020204030204" pitchFamily="49" charset="0"/>
              </a:rPr>
              <a:t> = </a:t>
            </a:r>
            <a:r>
              <a:rPr lang="en-US" altLang="en-US" sz="4000" dirty="0">
                <a:solidFill>
                  <a:srgbClr val="183691"/>
                </a:solidFill>
                <a:latin typeface="Consolas" panose="020B0609020204030204" pitchFamily="49" charset="0"/>
              </a:rPr>
              <a:t>"Smith"</a:t>
            </a:r>
            <a:r>
              <a:rPr lang="en-US" altLang="en-US" sz="4000" dirty="0">
                <a:solidFill>
                  <a:srgbClr val="000000"/>
                </a:solidFill>
                <a:latin typeface="Consolas" panose="020B0609020204030204" pitchFamily="49" charset="0"/>
              </a:rPr>
              <a:t>;</a:t>
            </a:r>
            <a:endParaRPr lang="en-US" altLang="en-US" sz="5400" dirty="0">
              <a:latin typeface="Arial" panose="020B0604020202020204" pitchFamily="34" charset="0"/>
            </a:endParaRPr>
          </a:p>
        </p:txBody>
      </p:sp>
    </p:spTree>
    <p:extLst>
      <p:ext uri="{BB962C8B-B14F-4D97-AF65-F5344CB8AC3E}">
        <p14:creationId xmlns:p14="http://schemas.microsoft.com/office/powerpoint/2010/main" val="839833664"/>
      </p:ext>
    </p:extLst>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GB" dirty="0"/>
              <a:t>Learning Intentions</a:t>
            </a:r>
          </a:p>
        </p:txBody>
      </p:sp>
      <p:sp>
        <p:nvSpPr>
          <p:cNvPr id="3" name="Content Placeholder 2"/>
          <p:cNvSpPr>
            <a:spLocks noGrp="1"/>
          </p:cNvSpPr>
          <p:nvPr>
            <p:ph idx="1"/>
          </p:nvPr>
        </p:nvSpPr>
        <p:spPr/>
        <p:txBody>
          <a:bodyPr/>
          <a:lstStyle/>
          <a:p>
            <a:r>
              <a:rPr lang="en-GB" dirty="0"/>
              <a:t>Describe and use SQL group by operations</a:t>
            </a:r>
          </a:p>
        </p:txBody>
      </p:sp>
    </p:spTree>
    <p:extLst>
      <p:ext uri="{BB962C8B-B14F-4D97-AF65-F5344CB8AC3E}">
        <p14:creationId xmlns:p14="http://schemas.microsoft.com/office/powerpoint/2010/main" val="1845368630"/>
      </p:ext>
    </p:extLst>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CE87805-17F2-4B70-B505-57FB17E1FEE3}"/>
              </a:ext>
            </a:extLst>
          </p:cNvPr>
          <p:cNvSpPr>
            <a:spLocks noGrp="1"/>
          </p:cNvSpPr>
          <p:nvPr>
            <p:ph type="title"/>
          </p:nvPr>
        </p:nvSpPr>
        <p:spPr/>
        <p:txBody>
          <a:bodyPr/>
          <a:lstStyle/>
          <a:p>
            <a:r>
              <a:rPr lang="en-GB" dirty="0"/>
              <a:t>N5 Revision – SELECT</a:t>
            </a:r>
          </a:p>
        </p:txBody>
      </p:sp>
      <p:sp>
        <p:nvSpPr>
          <p:cNvPr id="3" name="Content Placeholder 2">
            <a:extLst>
              <a:ext uri="{FF2B5EF4-FFF2-40B4-BE49-F238E27FC236}">
                <a16:creationId xmlns:a16="http://schemas.microsoft.com/office/drawing/2014/main" id="{E4EE7085-4C5B-409B-8843-A8A3D3CB6E90}"/>
              </a:ext>
            </a:extLst>
          </p:cNvPr>
          <p:cNvSpPr>
            <a:spLocks noGrp="1"/>
          </p:cNvSpPr>
          <p:nvPr>
            <p:ph idx="1"/>
          </p:nvPr>
        </p:nvSpPr>
        <p:spPr/>
        <p:txBody>
          <a:bodyPr>
            <a:normAutofit/>
          </a:bodyPr>
          <a:lstStyle/>
          <a:p>
            <a:pPr marL="0" lvl="0" indent="0" eaLnBrk="0" fontAlgn="base" hangingPunct="0">
              <a:lnSpc>
                <a:spcPct val="100000"/>
              </a:lnSpc>
              <a:spcBef>
                <a:spcPct val="0"/>
              </a:spcBef>
              <a:spcAft>
                <a:spcPct val="0"/>
              </a:spcAft>
              <a:buNone/>
            </a:pPr>
            <a:r>
              <a:rPr lang="en-US" altLang="en-US" sz="4000" dirty="0">
                <a:solidFill>
                  <a:srgbClr val="B2B2B2"/>
                </a:solidFill>
                <a:latin typeface="Consolas" panose="020B0609020204030204" pitchFamily="49" charset="0"/>
              </a:rPr>
              <a:t>1 </a:t>
            </a:r>
            <a:r>
              <a:rPr lang="en-US" altLang="en-US" sz="4000" dirty="0">
                <a:solidFill>
                  <a:srgbClr val="A71D5D"/>
                </a:solidFill>
                <a:latin typeface="Consolas" panose="020B0609020204030204" pitchFamily="49" charset="0"/>
              </a:rPr>
              <a:t>SELECT</a:t>
            </a:r>
            <a:r>
              <a:rPr lang="en-US" altLang="en-US" sz="4000" dirty="0">
                <a:solidFill>
                  <a:srgbClr val="000000"/>
                </a:solidFill>
                <a:latin typeface="Consolas" panose="020B0609020204030204" pitchFamily="49" charset="0"/>
              </a:rPr>
              <a:t> </a:t>
            </a:r>
            <a:r>
              <a:rPr lang="en-US" altLang="en-US" sz="4000" dirty="0" err="1">
                <a:solidFill>
                  <a:srgbClr val="000000"/>
                </a:solidFill>
                <a:latin typeface="Consolas" panose="020B0609020204030204" pitchFamily="49" charset="0"/>
              </a:rPr>
              <a:t>lastName</a:t>
            </a:r>
            <a:endParaRPr lang="en-US" altLang="en-US" sz="4000" dirty="0">
              <a:solidFill>
                <a:srgbClr val="000000"/>
              </a:solidFill>
              <a:latin typeface="Consolas" panose="020B0609020204030204" pitchFamily="49" charset="0"/>
            </a:endParaRPr>
          </a:p>
          <a:p>
            <a:pPr marL="0" lvl="0" indent="0" eaLnBrk="0" fontAlgn="base" hangingPunct="0">
              <a:lnSpc>
                <a:spcPct val="100000"/>
              </a:lnSpc>
              <a:spcBef>
                <a:spcPct val="0"/>
              </a:spcBef>
              <a:spcAft>
                <a:spcPct val="0"/>
              </a:spcAft>
              <a:buNone/>
            </a:pPr>
            <a:r>
              <a:rPr lang="en-US" altLang="en-US" sz="4000" dirty="0">
                <a:solidFill>
                  <a:srgbClr val="B2B2B2"/>
                </a:solidFill>
                <a:latin typeface="Consolas" panose="020B0609020204030204" pitchFamily="49" charset="0"/>
              </a:rPr>
              <a:t>2   </a:t>
            </a:r>
            <a:r>
              <a:rPr lang="en-US" altLang="en-US" sz="4000" dirty="0">
                <a:solidFill>
                  <a:srgbClr val="A71D5D"/>
                </a:solidFill>
                <a:latin typeface="Consolas" panose="020B0609020204030204" pitchFamily="49" charset="0"/>
              </a:rPr>
              <a:t>FROM</a:t>
            </a:r>
            <a:r>
              <a:rPr lang="en-US" altLang="en-US" sz="4000" dirty="0">
                <a:solidFill>
                  <a:srgbClr val="000000"/>
                </a:solidFill>
                <a:latin typeface="Consolas" panose="020B0609020204030204" pitchFamily="49" charset="0"/>
              </a:rPr>
              <a:t> Pupil;</a:t>
            </a:r>
            <a:endParaRPr lang="en-US" altLang="en-US" sz="5400" dirty="0">
              <a:latin typeface="Arial" panose="020B0604020202020204" pitchFamily="34" charset="0"/>
            </a:endParaRPr>
          </a:p>
        </p:txBody>
      </p:sp>
    </p:spTree>
    <p:extLst>
      <p:ext uri="{BB962C8B-B14F-4D97-AF65-F5344CB8AC3E}">
        <p14:creationId xmlns:p14="http://schemas.microsoft.com/office/powerpoint/2010/main" val="82727171"/>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animEffect transition="in" filter="wipe(left)">
                                      <p:cBhvr>
                                        <p:cTn id="7" dur="1000"/>
                                        <p:tgtEl>
                                          <p:spTgt spid="3">
                                            <p:txEl>
                                              <p:pRg st="0" end="0"/>
                                            </p:txEl>
                                          </p:spTgt>
                                        </p:tgtEl>
                                      </p:cBhvr>
                                    </p:animEffect>
                                  </p:childTnLst>
                                </p:cTn>
                              </p:par>
                            </p:childTnLst>
                          </p:cTn>
                        </p:par>
                      </p:childTnLst>
                    </p:cTn>
                  </p:par>
                  <p:par>
                    <p:cTn id="8" fill="hold">
                      <p:stCondLst>
                        <p:cond delay="indefinite"/>
                      </p:stCondLst>
                      <p:childTnLst>
                        <p:par>
                          <p:cTn id="9" fill="hold">
                            <p:stCondLst>
                              <p:cond delay="0"/>
                            </p:stCondLst>
                            <p:childTnLst>
                              <p:par>
                                <p:cTn id="10" presetID="22" presetClass="entr" presetSubtype="8" fill="hold" grpId="0" nodeType="clickEffect">
                                  <p:stCondLst>
                                    <p:cond delay="0"/>
                                  </p:stCondLst>
                                  <p:childTnLst>
                                    <p:set>
                                      <p:cBhvr>
                                        <p:cTn id="11" dur="1" fill="hold">
                                          <p:stCondLst>
                                            <p:cond delay="0"/>
                                          </p:stCondLst>
                                        </p:cTn>
                                        <p:tgtEl>
                                          <p:spTgt spid="3">
                                            <p:txEl>
                                              <p:pRg st="1" end="1"/>
                                            </p:txEl>
                                          </p:spTgt>
                                        </p:tgtEl>
                                        <p:attrNameLst>
                                          <p:attrName>style.visibility</p:attrName>
                                        </p:attrNameLst>
                                      </p:cBhvr>
                                      <p:to>
                                        <p:strVal val="visible"/>
                                      </p:to>
                                    </p:set>
                                    <p:animEffect transition="in" filter="wipe(left)">
                                      <p:cBhvr>
                                        <p:cTn id="12" dur="1000"/>
                                        <p:tgtEl>
                                          <p:spTgt spid="3">
                                            <p:txEl>
                                              <p:pRg st="1" end="1"/>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5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CE87805-17F2-4B70-B505-57FB17E1FEE3}"/>
              </a:ext>
            </a:extLst>
          </p:cNvPr>
          <p:cNvSpPr>
            <a:spLocks noGrp="1"/>
          </p:cNvSpPr>
          <p:nvPr>
            <p:ph type="title"/>
          </p:nvPr>
        </p:nvSpPr>
        <p:spPr/>
        <p:txBody>
          <a:bodyPr/>
          <a:lstStyle/>
          <a:p>
            <a:r>
              <a:rPr lang="en-GB" dirty="0"/>
              <a:t>GROUP BY – Single column</a:t>
            </a:r>
          </a:p>
        </p:txBody>
      </p:sp>
      <p:sp>
        <p:nvSpPr>
          <p:cNvPr id="3" name="Content Placeholder 2">
            <a:extLst>
              <a:ext uri="{FF2B5EF4-FFF2-40B4-BE49-F238E27FC236}">
                <a16:creationId xmlns:a16="http://schemas.microsoft.com/office/drawing/2014/main" id="{E4EE7085-4C5B-409B-8843-A8A3D3CB6E90}"/>
              </a:ext>
            </a:extLst>
          </p:cNvPr>
          <p:cNvSpPr>
            <a:spLocks noGrp="1"/>
          </p:cNvSpPr>
          <p:nvPr>
            <p:ph idx="1"/>
          </p:nvPr>
        </p:nvSpPr>
        <p:spPr/>
        <p:txBody>
          <a:bodyPr>
            <a:normAutofit/>
          </a:bodyPr>
          <a:lstStyle/>
          <a:p>
            <a:pPr marL="0" lvl="0" indent="0" eaLnBrk="0" fontAlgn="base" hangingPunct="0">
              <a:lnSpc>
                <a:spcPct val="100000"/>
              </a:lnSpc>
              <a:spcBef>
                <a:spcPct val="0"/>
              </a:spcBef>
              <a:spcAft>
                <a:spcPct val="0"/>
              </a:spcAft>
              <a:buNone/>
            </a:pPr>
            <a:r>
              <a:rPr lang="en-US" altLang="en-US" sz="4000" dirty="0">
                <a:solidFill>
                  <a:srgbClr val="B2B2B2"/>
                </a:solidFill>
                <a:latin typeface="Consolas" panose="020B0609020204030204" pitchFamily="49" charset="0"/>
              </a:rPr>
              <a:t>1 </a:t>
            </a:r>
            <a:r>
              <a:rPr lang="en-US" altLang="en-US" sz="4000" dirty="0">
                <a:solidFill>
                  <a:srgbClr val="A71D5D"/>
                </a:solidFill>
                <a:latin typeface="Consolas" panose="020B0609020204030204" pitchFamily="49" charset="0"/>
              </a:rPr>
              <a:t>SELECT</a:t>
            </a:r>
            <a:r>
              <a:rPr lang="en-US" altLang="en-US" sz="4000" dirty="0">
                <a:solidFill>
                  <a:srgbClr val="000000"/>
                </a:solidFill>
                <a:latin typeface="Consolas" panose="020B0609020204030204" pitchFamily="49" charset="0"/>
              </a:rPr>
              <a:t> </a:t>
            </a:r>
            <a:r>
              <a:rPr lang="en-US" altLang="en-US" sz="4000" dirty="0" err="1">
                <a:solidFill>
                  <a:srgbClr val="000000"/>
                </a:solidFill>
                <a:latin typeface="Consolas" panose="020B0609020204030204" pitchFamily="49" charset="0"/>
              </a:rPr>
              <a:t>lastName</a:t>
            </a:r>
            <a:endParaRPr lang="en-US" altLang="en-US" sz="4000" dirty="0">
              <a:solidFill>
                <a:srgbClr val="000000"/>
              </a:solidFill>
              <a:latin typeface="Consolas" panose="020B0609020204030204" pitchFamily="49" charset="0"/>
            </a:endParaRPr>
          </a:p>
          <a:p>
            <a:pPr marL="0" lvl="0" indent="0" eaLnBrk="0" fontAlgn="base" hangingPunct="0">
              <a:lnSpc>
                <a:spcPct val="100000"/>
              </a:lnSpc>
              <a:spcBef>
                <a:spcPct val="0"/>
              </a:spcBef>
              <a:spcAft>
                <a:spcPct val="0"/>
              </a:spcAft>
              <a:buNone/>
            </a:pPr>
            <a:r>
              <a:rPr lang="en-US" altLang="en-US" sz="4000" dirty="0">
                <a:solidFill>
                  <a:srgbClr val="B2B2B2"/>
                </a:solidFill>
                <a:latin typeface="Consolas" panose="020B0609020204030204" pitchFamily="49" charset="0"/>
              </a:rPr>
              <a:t>2   </a:t>
            </a:r>
            <a:r>
              <a:rPr lang="en-US" altLang="en-US" sz="4000" dirty="0">
                <a:solidFill>
                  <a:srgbClr val="A71D5D"/>
                </a:solidFill>
                <a:latin typeface="Consolas" panose="020B0609020204030204" pitchFamily="49" charset="0"/>
              </a:rPr>
              <a:t>FROM</a:t>
            </a:r>
            <a:r>
              <a:rPr lang="en-US" altLang="en-US" sz="4000" dirty="0">
                <a:solidFill>
                  <a:srgbClr val="000000"/>
                </a:solidFill>
                <a:latin typeface="Consolas" panose="020B0609020204030204" pitchFamily="49" charset="0"/>
              </a:rPr>
              <a:t> Pupil</a:t>
            </a:r>
          </a:p>
          <a:p>
            <a:pPr marL="0" lvl="0" indent="0" eaLnBrk="0" fontAlgn="base" hangingPunct="0">
              <a:lnSpc>
                <a:spcPct val="100000"/>
              </a:lnSpc>
              <a:spcBef>
                <a:spcPct val="0"/>
              </a:spcBef>
              <a:spcAft>
                <a:spcPct val="0"/>
              </a:spcAft>
              <a:buNone/>
            </a:pPr>
            <a:r>
              <a:rPr lang="en-US" altLang="en-US" sz="4000" dirty="0">
                <a:solidFill>
                  <a:srgbClr val="B2B2B2"/>
                </a:solidFill>
                <a:latin typeface="Consolas" panose="020B0609020204030204" pitchFamily="49" charset="0"/>
              </a:rPr>
              <a:t>3   </a:t>
            </a:r>
            <a:r>
              <a:rPr lang="en-US" altLang="en-US" sz="4000" dirty="0">
                <a:solidFill>
                  <a:srgbClr val="A71D5D"/>
                </a:solidFill>
                <a:latin typeface="Consolas" panose="020B0609020204030204" pitchFamily="49" charset="0"/>
              </a:rPr>
              <a:t>GROUP BY</a:t>
            </a:r>
            <a:r>
              <a:rPr lang="en-US" altLang="en-US" sz="4000" dirty="0">
                <a:solidFill>
                  <a:srgbClr val="000000"/>
                </a:solidFill>
                <a:latin typeface="Consolas" panose="020B0609020204030204" pitchFamily="49" charset="0"/>
              </a:rPr>
              <a:t> </a:t>
            </a:r>
            <a:r>
              <a:rPr lang="en-US" altLang="en-US" sz="4000" dirty="0" err="1">
                <a:solidFill>
                  <a:srgbClr val="000000"/>
                </a:solidFill>
                <a:latin typeface="Consolas" panose="020B0609020204030204" pitchFamily="49" charset="0"/>
              </a:rPr>
              <a:t>lastName</a:t>
            </a:r>
            <a:r>
              <a:rPr lang="en-US" altLang="en-US" sz="4000" dirty="0">
                <a:solidFill>
                  <a:srgbClr val="000000"/>
                </a:solidFill>
                <a:latin typeface="Consolas" panose="020B0609020204030204" pitchFamily="49" charset="0"/>
              </a:rPr>
              <a:t>;</a:t>
            </a:r>
            <a:endParaRPr lang="en-US" altLang="en-US" sz="5400" dirty="0">
              <a:latin typeface="Arial" panose="020B0604020202020204" pitchFamily="34" charset="0"/>
            </a:endParaRPr>
          </a:p>
        </p:txBody>
      </p:sp>
      <p:sp>
        <p:nvSpPr>
          <p:cNvPr id="4" name="TextBox 3">
            <a:extLst>
              <a:ext uri="{FF2B5EF4-FFF2-40B4-BE49-F238E27FC236}">
                <a16:creationId xmlns:a16="http://schemas.microsoft.com/office/drawing/2014/main" id="{3232ABB4-6CA7-B7FB-1B1A-D46FCC5E2B31}"/>
              </a:ext>
            </a:extLst>
          </p:cNvPr>
          <p:cNvSpPr txBox="1"/>
          <p:nvPr/>
        </p:nvSpPr>
        <p:spPr>
          <a:xfrm>
            <a:off x="3126422" y="4976634"/>
            <a:ext cx="5939155" cy="1200329"/>
          </a:xfrm>
          <a:prstGeom prst="rect">
            <a:avLst/>
          </a:prstGeom>
          <a:noFill/>
        </p:spPr>
        <p:txBody>
          <a:bodyPr wrap="square">
            <a:spAutoFit/>
          </a:bodyPr>
          <a:lstStyle/>
          <a:p>
            <a:pPr algn="ctr"/>
            <a:r>
              <a:rPr lang="en-GB" sz="3600" dirty="0">
                <a:solidFill>
                  <a:srgbClr val="7030A0"/>
                </a:solidFill>
                <a:latin typeface="Arial" panose="020B0604020202020204" pitchFamily="34" charset="0"/>
              </a:rPr>
              <a:t>Groups into summary rows</a:t>
            </a:r>
          </a:p>
          <a:p>
            <a:pPr algn="ctr"/>
            <a:r>
              <a:rPr lang="en-US" altLang="en-US" sz="3600" dirty="0">
                <a:solidFill>
                  <a:srgbClr val="A71D5D"/>
                </a:solidFill>
                <a:latin typeface="Consolas" panose="020B0609020204030204" pitchFamily="49" charset="0"/>
              </a:rPr>
              <a:t>GROUP BY</a:t>
            </a:r>
            <a:r>
              <a:rPr lang="en-US" altLang="en-US" sz="3600" dirty="0">
                <a:solidFill>
                  <a:srgbClr val="A71D5D"/>
                </a:solidFill>
                <a:latin typeface="Arial" panose="020B0604020202020204" pitchFamily="34" charset="0"/>
                <a:cs typeface="Arial" panose="020B0604020202020204" pitchFamily="34" charset="0"/>
              </a:rPr>
              <a:t> </a:t>
            </a:r>
            <a:r>
              <a:rPr lang="en-GB" sz="3600" dirty="0">
                <a:solidFill>
                  <a:srgbClr val="7030A0"/>
                </a:solidFill>
                <a:latin typeface="Arial" panose="020B0604020202020204" pitchFamily="34" charset="0"/>
              </a:rPr>
              <a:t>sorts ascending</a:t>
            </a:r>
            <a:endParaRPr lang="en-GB" sz="3600" i="0" u="none" strike="noStrike" baseline="0" dirty="0">
              <a:solidFill>
                <a:srgbClr val="7030A0"/>
              </a:solidFill>
              <a:latin typeface="Arial" panose="020B0604020202020204" pitchFamily="34" charset="0"/>
            </a:endParaRPr>
          </a:p>
        </p:txBody>
      </p:sp>
    </p:spTree>
    <p:extLst>
      <p:ext uri="{BB962C8B-B14F-4D97-AF65-F5344CB8AC3E}">
        <p14:creationId xmlns:p14="http://schemas.microsoft.com/office/powerpoint/2010/main" val="1361527633"/>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animEffect transition="in" filter="wipe(left)">
                                      <p:cBhvr>
                                        <p:cTn id="7" dur="1500"/>
                                        <p:tgtEl>
                                          <p:spTgt spid="3">
                                            <p:txEl>
                                              <p:pRg st="0" end="0"/>
                                            </p:txEl>
                                          </p:spTgt>
                                        </p:tgtEl>
                                      </p:cBhvr>
                                    </p:animEffect>
                                  </p:childTnLst>
                                </p:cTn>
                              </p:par>
                            </p:childTnLst>
                          </p:cTn>
                        </p:par>
                      </p:childTnLst>
                    </p:cTn>
                  </p:par>
                  <p:par>
                    <p:cTn id="8" fill="hold">
                      <p:stCondLst>
                        <p:cond delay="indefinite"/>
                      </p:stCondLst>
                      <p:childTnLst>
                        <p:par>
                          <p:cTn id="9" fill="hold">
                            <p:stCondLst>
                              <p:cond delay="0"/>
                            </p:stCondLst>
                            <p:childTnLst>
                              <p:par>
                                <p:cTn id="10" presetID="22" presetClass="entr" presetSubtype="8" fill="hold" grpId="0" nodeType="clickEffect">
                                  <p:stCondLst>
                                    <p:cond delay="0"/>
                                  </p:stCondLst>
                                  <p:childTnLst>
                                    <p:set>
                                      <p:cBhvr>
                                        <p:cTn id="11" dur="1" fill="hold">
                                          <p:stCondLst>
                                            <p:cond delay="0"/>
                                          </p:stCondLst>
                                        </p:cTn>
                                        <p:tgtEl>
                                          <p:spTgt spid="3">
                                            <p:txEl>
                                              <p:pRg st="1" end="1"/>
                                            </p:txEl>
                                          </p:spTgt>
                                        </p:tgtEl>
                                        <p:attrNameLst>
                                          <p:attrName>style.visibility</p:attrName>
                                        </p:attrNameLst>
                                      </p:cBhvr>
                                      <p:to>
                                        <p:strVal val="visible"/>
                                      </p:to>
                                    </p:set>
                                    <p:animEffect transition="in" filter="wipe(left)">
                                      <p:cBhvr>
                                        <p:cTn id="12" dur="1250"/>
                                        <p:tgtEl>
                                          <p:spTgt spid="3">
                                            <p:txEl>
                                              <p:pRg st="1" end="1"/>
                                            </p:txEl>
                                          </p:spTgt>
                                        </p:tgtEl>
                                      </p:cBhvr>
                                    </p:animEffect>
                                  </p:childTnLst>
                                </p:cTn>
                              </p:par>
                            </p:childTnLst>
                          </p:cTn>
                        </p:par>
                      </p:childTnLst>
                    </p:cTn>
                  </p:par>
                  <p:par>
                    <p:cTn id="13" fill="hold">
                      <p:stCondLst>
                        <p:cond delay="indefinite"/>
                      </p:stCondLst>
                      <p:childTnLst>
                        <p:par>
                          <p:cTn id="14" fill="hold">
                            <p:stCondLst>
                              <p:cond delay="0"/>
                            </p:stCondLst>
                            <p:childTnLst>
                              <p:par>
                                <p:cTn id="15" presetID="22" presetClass="entr" presetSubtype="8" fill="hold" grpId="0" nodeType="clickEffect">
                                  <p:stCondLst>
                                    <p:cond delay="0"/>
                                  </p:stCondLst>
                                  <p:childTnLst>
                                    <p:set>
                                      <p:cBhvr>
                                        <p:cTn id="16" dur="1" fill="hold">
                                          <p:stCondLst>
                                            <p:cond delay="0"/>
                                          </p:stCondLst>
                                        </p:cTn>
                                        <p:tgtEl>
                                          <p:spTgt spid="3">
                                            <p:txEl>
                                              <p:pRg st="2" end="2"/>
                                            </p:txEl>
                                          </p:spTgt>
                                        </p:tgtEl>
                                        <p:attrNameLst>
                                          <p:attrName>style.visibility</p:attrName>
                                        </p:attrNameLst>
                                      </p:cBhvr>
                                      <p:to>
                                        <p:strVal val="visible"/>
                                      </p:to>
                                    </p:set>
                                    <p:animEffect transition="in" filter="wipe(left)">
                                      <p:cBhvr>
                                        <p:cTn id="17" dur="1750"/>
                                        <p:tgtEl>
                                          <p:spTgt spid="3">
                                            <p:txEl>
                                              <p:pRg st="2" end="2"/>
                                            </p:txEl>
                                          </p:spTgt>
                                        </p:tgtEl>
                                      </p:cBhvr>
                                    </p:animEffect>
                                  </p:childTnLst>
                                </p:cTn>
                              </p:par>
                            </p:childTnLst>
                          </p:cTn>
                        </p:par>
                      </p:childTnLst>
                    </p:cTn>
                  </p:par>
                  <p:par>
                    <p:cTn id="18" fill="hold">
                      <p:stCondLst>
                        <p:cond delay="indefinite"/>
                      </p:stCondLst>
                      <p:childTnLst>
                        <p:par>
                          <p:cTn id="19" fill="hold">
                            <p:stCondLst>
                              <p:cond delay="0"/>
                            </p:stCondLst>
                            <p:childTnLst>
                              <p:par>
                                <p:cTn id="20" presetID="22" presetClass="entr" presetSubtype="8" fill="hold" grpId="0" nodeType="clickEffect">
                                  <p:stCondLst>
                                    <p:cond delay="0"/>
                                  </p:stCondLst>
                                  <p:childTnLst>
                                    <p:set>
                                      <p:cBhvr>
                                        <p:cTn id="21" dur="1" fill="hold">
                                          <p:stCondLst>
                                            <p:cond delay="0"/>
                                          </p:stCondLst>
                                        </p:cTn>
                                        <p:tgtEl>
                                          <p:spTgt spid="4">
                                            <p:txEl>
                                              <p:pRg st="0" end="0"/>
                                            </p:txEl>
                                          </p:spTgt>
                                        </p:tgtEl>
                                        <p:attrNameLst>
                                          <p:attrName>style.visibility</p:attrName>
                                        </p:attrNameLst>
                                      </p:cBhvr>
                                      <p:to>
                                        <p:strVal val="visible"/>
                                      </p:to>
                                    </p:set>
                                    <p:animEffect transition="in" filter="wipe(left)">
                                      <p:cBhvr>
                                        <p:cTn id="22" dur="1500"/>
                                        <p:tgtEl>
                                          <p:spTgt spid="4">
                                            <p:txEl>
                                              <p:pRg st="0" end="0"/>
                                            </p:txEl>
                                          </p:spTgt>
                                        </p:tgtEl>
                                      </p:cBhvr>
                                    </p:animEffect>
                                  </p:childTnLst>
                                </p:cTn>
                              </p:par>
                            </p:childTnLst>
                          </p:cTn>
                        </p:par>
                      </p:childTnLst>
                    </p:cTn>
                  </p:par>
                  <p:par>
                    <p:cTn id="23" fill="hold">
                      <p:stCondLst>
                        <p:cond delay="indefinite"/>
                      </p:stCondLst>
                      <p:childTnLst>
                        <p:par>
                          <p:cTn id="24" fill="hold">
                            <p:stCondLst>
                              <p:cond delay="0"/>
                            </p:stCondLst>
                            <p:childTnLst>
                              <p:par>
                                <p:cTn id="25" presetID="22" presetClass="entr" presetSubtype="8" fill="hold" grpId="0" nodeType="clickEffect">
                                  <p:stCondLst>
                                    <p:cond delay="0"/>
                                  </p:stCondLst>
                                  <p:childTnLst>
                                    <p:set>
                                      <p:cBhvr>
                                        <p:cTn id="26" dur="1" fill="hold">
                                          <p:stCondLst>
                                            <p:cond delay="0"/>
                                          </p:stCondLst>
                                        </p:cTn>
                                        <p:tgtEl>
                                          <p:spTgt spid="4">
                                            <p:txEl>
                                              <p:pRg st="1" end="1"/>
                                            </p:txEl>
                                          </p:spTgt>
                                        </p:tgtEl>
                                        <p:attrNameLst>
                                          <p:attrName>style.visibility</p:attrName>
                                        </p:attrNameLst>
                                      </p:cBhvr>
                                      <p:to>
                                        <p:strVal val="visible"/>
                                      </p:to>
                                    </p:set>
                                    <p:animEffect transition="in" filter="wipe(left)">
                                      <p:cBhvr>
                                        <p:cTn id="27" dur="1500"/>
                                        <p:tgtEl>
                                          <p:spTgt spid="4">
                                            <p:txEl>
                                              <p:pRg st="1" end="1"/>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P spid="4" grpId="0" build="p"/>
    </p:bldLst>
  </p:timing>
</p:sld>
</file>

<file path=ppt/slides/slide55.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CE87805-17F2-4B70-B505-57FB17E1FEE3}"/>
              </a:ext>
            </a:extLst>
          </p:cNvPr>
          <p:cNvSpPr>
            <a:spLocks noGrp="1"/>
          </p:cNvSpPr>
          <p:nvPr>
            <p:ph type="title"/>
          </p:nvPr>
        </p:nvSpPr>
        <p:spPr/>
        <p:txBody>
          <a:bodyPr/>
          <a:lstStyle/>
          <a:p>
            <a:r>
              <a:rPr lang="en-GB" dirty="0"/>
              <a:t>GROUP BY – Single column</a:t>
            </a:r>
          </a:p>
        </p:txBody>
      </p:sp>
      <p:sp>
        <p:nvSpPr>
          <p:cNvPr id="3" name="Content Placeholder 2">
            <a:extLst>
              <a:ext uri="{FF2B5EF4-FFF2-40B4-BE49-F238E27FC236}">
                <a16:creationId xmlns:a16="http://schemas.microsoft.com/office/drawing/2014/main" id="{E4EE7085-4C5B-409B-8843-A8A3D3CB6E90}"/>
              </a:ext>
            </a:extLst>
          </p:cNvPr>
          <p:cNvSpPr>
            <a:spLocks noGrp="1"/>
          </p:cNvSpPr>
          <p:nvPr>
            <p:ph idx="1"/>
          </p:nvPr>
        </p:nvSpPr>
        <p:spPr/>
        <p:txBody>
          <a:bodyPr>
            <a:normAutofit/>
          </a:bodyPr>
          <a:lstStyle/>
          <a:p>
            <a:pPr marL="0" lvl="0" indent="0" eaLnBrk="0" fontAlgn="base" hangingPunct="0">
              <a:lnSpc>
                <a:spcPct val="100000"/>
              </a:lnSpc>
              <a:spcBef>
                <a:spcPct val="0"/>
              </a:spcBef>
              <a:spcAft>
                <a:spcPct val="0"/>
              </a:spcAft>
              <a:buNone/>
            </a:pPr>
            <a:r>
              <a:rPr lang="en-US" altLang="en-US" sz="4000" dirty="0">
                <a:solidFill>
                  <a:srgbClr val="B2B2B2"/>
                </a:solidFill>
                <a:latin typeface="Consolas" panose="020B0609020204030204" pitchFamily="49" charset="0"/>
              </a:rPr>
              <a:t>1 </a:t>
            </a:r>
            <a:r>
              <a:rPr lang="en-US" altLang="en-US" sz="4000" dirty="0">
                <a:solidFill>
                  <a:srgbClr val="A71D5D"/>
                </a:solidFill>
                <a:latin typeface="Consolas" panose="020B0609020204030204" pitchFamily="49" charset="0"/>
              </a:rPr>
              <a:t>SELECT</a:t>
            </a:r>
            <a:r>
              <a:rPr lang="en-US" altLang="en-US" sz="4000" dirty="0">
                <a:solidFill>
                  <a:srgbClr val="000000"/>
                </a:solidFill>
                <a:latin typeface="Consolas" panose="020B0609020204030204" pitchFamily="49" charset="0"/>
              </a:rPr>
              <a:t> </a:t>
            </a:r>
            <a:r>
              <a:rPr lang="en-US" altLang="en-US" sz="4000" dirty="0" err="1">
                <a:solidFill>
                  <a:srgbClr val="000000"/>
                </a:solidFill>
                <a:latin typeface="Consolas" panose="020B0609020204030204" pitchFamily="49" charset="0"/>
              </a:rPr>
              <a:t>lastName</a:t>
            </a:r>
            <a:endParaRPr lang="en-US" altLang="en-US" sz="4000" dirty="0">
              <a:solidFill>
                <a:srgbClr val="000000"/>
              </a:solidFill>
              <a:latin typeface="Consolas" panose="020B0609020204030204" pitchFamily="49" charset="0"/>
            </a:endParaRPr>
          </a:p>
          <a:p>
            <a:pPr marL="0" lvl="0" indent="0" eaLnBrk="0" fontAlgn="base" hangingPunct="0">
              <a:lnSpc>
                <a:spcPct val="100000"/>
              </a:lnSpc>
              <a:spcBef>
                <a:spcPct val="0"/>
              </a:spcBef>
              <a:spcAft>
                <a:spcPct val="0"/>
              </a:spcAft>
              <a:buNone/>
            </a:pPr>
            <a:r>
              <a:rPr lang="en-US" altLang="en-US" sz="4000" dirty="0">
                <a:solidFill>
                  <a:srgbClr val="B2B2B2"/>
                </a:solidFill>
                <a:latin typeface="Consolas" panose="020B0609020204030204" pitchFamily="49" charset="0"/>
              </a:rPr>
              <a:t>2   </a:t>
            </a:r>
            <a:r>
              <a:rPr lang="en-US" altLang="en-US" sz="4000" dirty="0">
                <a:solidFill>
                  <a:srgbClr val="A71D5D"/>
                </a:solidFill>
                <a:latin typeface="Consolas" panose="020B0609020204030204" pitchFamily="49" charset="0"/>
              </a:rPr>
              <a:t>FROM</a:t>
            </a:r>
            <a:r>
              <a:rPr lang="en-US" altLang="en-US" sz="4000" dirty="0">
                <a:solidFill>
                  <a:srgbClr val="000000"/>
                </a:solidFill>
                <a:latin typeface="Consolas" panose="020B0609020204030204" pitchFamily="49" charset="0"/>
              </a:rPr>
              <a:t> Pupil</a:t>
            </a:r>
          </a:p>
          <a:p>
            <a:pPr marL="0" lvl="0" indent="0" eaLnBrk="0" fontAlgn="base" hangingPunct="0">
              <a:lnSpc>
                <a:spcPct val="100000"/>
              </a:lnSpc>
              <a:spcBef>
                <a:spcPct val="0"/>
              </a:spcBef>
              <a:spcAft>
                <a:spcPct val="0"/>
              </a:spcAft>
              <a:buNone/>
            </a:pPr>
            <a:r>
              <a:rPr lang="en-US" altLang="en-US" sz="4000" dirty="0">
                <a:solidFill>
                  <a:srgbClr val="B2B2B2"/>
                </a:solidFill>
                <a:latin typeface="Consolas" panose="020B0609020204030204" pitchFamily="49" charset="0"/>
              </a:rPr>
              <a:t>3   </a:t>
            </a:r>
            <a:r>
              <a:rPr lang="en-US" altLang="en-US" sz="4000" dirty="0">
                <a:solidFill>
                  <a:srgbClr val="A71D5D"/>
                </a:solidFill>
                <a:latin typeface="Consolas" panose="020B0609020204030204" pitchFamily="49" charset="0"/>
              </a:rPr>
              <a:t>GROUP BY</a:t>
            </a:r>
            <a:r>
              <a:rPr lang="en-US" altLang="en-US" sz="4000" dirty="0">
                <a:solidFill>
                  <a:srgbClr val="000000"/>
                </a:solidFill>
                <a:latin typeface="Consolas" panose="020B0609020204030204" pitchFamily="49" charset="0"/>
              </a:rPr>
              <a:t> </a:t>
            </a:r>
            <a:r>
              <a:rPr lang="en-US" altLang="en-US" sz="4000" dirty="0" err="1">
                <a:solidFill>
                  <a:srgbClr val="000000"/>
                </a:solidFill>
                <a:latin typeface="Consolas" panose="020B0609020204030204" pitchFamily="49" charset="0"/>
              </a:rPr>
              <a:t>lastName</a:t>
            </a:r>
            <a:r>
              <a:rPr lang="en-US" altLang="en-US" sz="4000" dirty="0">
                <a:solidFill>
                  <a:srgbClr val="000000"/>
                </a:solidFill>
                <a:latin typeface="Consolas" panose="020B0609020204030204" pitchFamily="49" charset="0"/>
              </a:rPr>
              <a:t>;</a:t>
            </a:r>
            <a:endParaRPr lang="en-US" altLang="en-US" sz="5400" dirty="0">
              <a:latin typeface="Arial" panose="020B0604020202020204" pitchFamily="34" charset="0"/>
            </a:endParaRPr>
          </a:p>
        </p:txBody>
      </p:sp>
    </p:spTree>
    <p:extLst>
      <p:ext uri="{BB962C8B-B14F-4D97-AF65-F5344CB8AC3E}">
        <p14:creationId xmlns:p14="http://schemas.microsoft.com/office/powerpoint/2010/main" val="2396091098"/>
      </p:ext>
    </p:extLst>
  </p:cSld>
  <p:clrMapOvr>
    <a:masterClrMapping/>
  </p:clrMapOvr>
</p:sld>
</file>

<file path=ppt/slides/slide5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CE87805-17F2-4B70-B505-57FB17E1FEE3}"/>
              </a:ext>
            </a:extLst>
          </p:cNvPr>
          <p:cNvSpPr>
            <a:spLocks noGrp="1"/>
          </p:cNvSpPr>
          <p:nvPr>
            <p:ph type="title"/>
          </p:nvPr>
        </p:nvSpPr>
        <p:spPr/>
        <p:txBody>
          <a:bodyPr/>
          <a:lstStyle/>
          <a:p>
            <a:r>
              <a:rPr lang="en-GB" dirty="0"/>
              <a:t>GROUP BY – Multiple columns</a:t>
            </a:r>
          </a:p>
        </p:txBody>
      </p:sp>
      <p:sp>
        <p:nvSpPr>
          <p:cNvPr id="3" name="Content Placeholder 2">
            <a:extLst>
              <a:ext uri="{FF2B5EF4-FFF2-40B4-BE49-F238E27FC236}">
                <a16:creationId xmlns:a16="http://schemas.microsoft.com/office/drawing/2014/main" id="{E4EE7085-4C5B-409B-8843-A8A3D3CB6E90}"/>
              </a:ext>
            </a:extLst>
          </p:cNvPr>
          <p:cNvSpPr>
            <a:spLocks noGrp="1"/>
          </p:cNvSpPr>
          <p:nvPr>
            <p:ph idx="1"/>
          </p:nvPr>
        </p:nvSpPr>
        <p:spPr/>
        <p:txBody>
          <a:bodyPr>
            <a:normAutofit/>
          </a:bodyPr>
          <a:lstStyle/>
          <a:p>
            <a:pPr marL="0" lvl="0" indent="0" eaLnBrk="0" fontAlgn="base" hangingPunct="0">
              <a:lnSpc>
                <a:spcPct val="100000"/>
              </a:lnSpc>
              <a:spcBef>
                <a:spcPct val="0"/>
              </a:spcBef>
              <a:spcAft>
                <a:spcPct val="0"/>
              </a:spcAft>
              <a:buNone/>
            </a:pPr>
            <a:r>
              <a:rPr lang="en-US" altLang="en-US" sz="4000" dirty="0">
                <a:solidFill>
                  <a:srgbClr val="B2B2B2"/>
                </a:solidFill>
                <a:latin typeface="Consolas" panose="020B0609020204030204" pitchFamily="49" charset="0"/>
              </a:rPr>
              <a:t>1 </a:t>
            </a:r>
            <a:r>
              <a:rPr lang="en-US" altLang="en-US" sz="4000" dirty="0">
                <a:solidFill>
                  <a:srgbClr val="A71D5D"/>
                </a:solidFill>
                <a:latin typeface="Consolas" panose="020B0609020204030204" pitchFamily="49" charset="0"/>
              </a:rPr>
              <a:t>SELECT</a:t>
            </a:r>
            <a:r>
              <a:rPr lang="en-US" altLang="en-US" sz="4000" dirty="0">
                <a:solidFill>
                  <a:srgbClr val="000000"/>
                </a:solidFill>
                <a:latin typeface="Consolas" panose="020B0609020204030204" pitchFamily="49" charset="0"/>
              </a:rPr>
              <a:t> </a:t>
            </a:r>
            <a:r>
              <a:rPr lang="en-US" altLang="en-US" sz="4000" dirty="0" err="1">
                <a:solidFill>
                  <a:srgbClr val="000000"/>
                </a:solidFill>
                <a:latin typeface="Consolas" panose="020B0609020204030204" pitchFamily="49" charset="0"/>
              </a:rPr>
              <a:t>lastName</a:t>
            </a:r>
            <a:r>
              <a:rPr lang="en-US" altLang="en-US" sz="4000" dirty="0">
                <a:solidFill>
                  <a:srgbClr val="000000"/>
                </a:solidFill>
                <a:latin typeface="Consolas" panose="020B0609020204030204" pitchFamily="49" charset="0"/>
              </a:rPr>
              <a:t>, </a:t>
            </a:r>
            <a:r>
              <a:rPr lang="en-US" altLang="en-US" sz="4000" dirty="0">
                <a:solidFill>
                  <a:srgbClr val="A71D5D"/>
                </a:solidFill>
                <a:latin typeface="Consolas" panose="020B0609020204030204" pitchFamily="49" charset="0"/>
              </a:rPr>
              <a:t>COUNT</a:t>
            </a:r>
            <a:r>
              <a:rPr lang="en-US" altLang="en-US" sz="4000" dirty="0">
                <a:solidFill>
                  <a:srgbClr val="000000"/>
                </a:solidFill>
                <a:latin typeface="Consolas" panose="020B0609020204030204" pitchFamily="49" charset="0"/>
              </a:rPr>
              <a:t>(*)</a:t>
            </a:r>
          </a:p>
          <a:p>
            <a:pPr marL="0" lvl="0" indent="0" eaLnBrk="0" fontAlgn="base" hangingPunct="0">
              <a:lnSpc>
                <a:spcPct val="100000"/>
              </a:lnSpc>
              <a:spcBef>
                <a:spcPct val="0"/>
              </a:spcBef>
              <a:spcAft>
                <a:spcPct val="0"/>
              </a:spcAft>
              <a:buNone/>
            </a:pPr>
            <a:r>
              <a:rPr lang="en-US" altLang="en-US" sz="4000" dirty="0">
                <a:solidFill>
                  <a:srgbClr val="B2B2B2"/>
                </a:solidFill>
                <a:latin typeface="Consolas" panose="020B0609020204030204" pitchFamily="49" charset="0"/>
              </a:rPr>
              <a:t>2   </a:t>
            </a:r>
            <a:r>
              <a:rPr lang="en-US" altLang="en-US" sz="4000" dirty="0">
                <a:solidFill>
                  <a:srgbClr val="A71D5D"/>
                </a:solidFill>
                <a:latin typeface="Consolas" panose="020B0609020204030204" pitchFamily="49" charset="0"/>
              </a:rPr>
              <a:t>FROM</a:t>
            </a:r>
            <a:r>
              <a:rPr lang="en-US" altLang="en-US" sz="4000" dirty="0">
                <a:solidFill>
                  <a:srgbClr val="000000"/>
                </a:solidFill>
                <a:latin typeface="Consolas" panose="020B0609020204030204" pitchFamily="49" charset="0"/>
              </a:rPr>
              <a:t> Pupil</a:t>
            </a:r>
          </a:p>
          <a:p>
            <a:pPr marL="0" lvl="0" indent="0" eaLnBrk="0" fontAlgn="base" hangingPunct="0">
              <a:lnSpc>
                <a:spcPct val="100000"/>
              </a:lnSpc>
              <a:spcBef>
                <a:spcPct val="0"/>
              </a:spcBef>
              <a:spcAft>
                <a:spcPct val="0"/>
              </a:spcAft>
              <a:buNone/>
            </a:pPr>
            <a:r>
              <a:rPr lang="en-US" altLang="en-US" sz="4000" dirty="0">
                <a:solidFill>
                  <a:srgbClr val="B2B2B2"/>
                </a:solidFill>
                <a:latin typeface="Consolas" panose="020B0609020204030204" pitchFamily="49" charset="0"/>
              </a:rPr>
              <a:t>3   </a:t>
            </a:r>
            <a:r>
              <a:rPr lang="en-US" altLang="en-US" sz="4000" dirty="0">
                <a:solidFill>
                  <a:srgbClr val="A71D5D"/>
                </a:solidFill>
                <a:latin typeface="Consolas" panose="020B0609020204030204" pitchFamily="49" charset="0"/>
              </a:rPr>
              <a:t>GROUP BY</a:t>
            </a:r>
            <a:r>
              <a:rPr lang="en-US" altLang="en-US" sz="4000" dirty="0">
                <a:solidFill>
                  <a:srgbClr val="000000"/>
                </a:solidFill>
                <a:latin typeface="Consolas" panose="020B0609020204030204" pitchFamily="49" charset="0"/>
              </a:rPr>
              <a:t> </a:t>
            </a:r>
            <a:r>
              <a:rPr lang="en-US" altLang="en-US" sz="4000" dirty="0" err="1">
                <a:solidFill>
                  <a:srgbClr val="000000"/>
                </a:solidFill>
                <a:latin typeface="Consolas" panose="020B0609020204030204" pitchFamily="49" charset="0"/>
              </a:rPr>
              <a:t>lastName</a:t>
            </a:r>
            <a:endParaRPr lang="en-US" altLang="en-US" sz="4000" dirty="0">
              <a:solidFill>
                <a:srgbClr val="000000"/>
              </a:solidFill>
              <a:latin typeface="Consolas" panose="020B0609020204030204" pitchFamily="49" charset="0"/>
            </a:endParaRPr>
          </a:p>
          <a:p>
            <a:pPr marL="0" lvl="0" indent="0" eaLnBrk="0" fontAlgn="base" hangingPunct="0">
              <a:lnSpc>
                <a:spcPct val="100000"/>
              </a:lnSpc>
              <a:spcBef>
                <a:spcPct val="0"/>
              </a:spcBef>
              <a:spcAft>
                <a:spcPct val="0"/>
              </a:spcAft>
              <a:buNone/>
            </a:pPr>
            <a:r>
              <a:rPr lang="en-US" altLang="en-US" sz="4000" dirty="0">
                <a:solidFill>
                  <a:srgbClr val="B2B2B2"/>
                </a:solidFill>
                <a:latin typeface="Consolas" panose="020B0609020204030204" pitchFamily="49" charset="0"/>
              </a:rPr>
              <a:t>4   </a:t>
            </a:r>
            <a:r>
              <a:rPr lang="en-US" altLang="en-US" sz="4000" dirty="0">
                <a:solidFill>
                  <a:srgbClr val="A71D5D"/>
                </a:solidFill>
                <a:latin typeface="Consolas" panose="020B0609020204030204" pitchFamily="49" charset="0"/>
              </a:rPr>
              <a:t>ORDER BY</a:t>
            </a:r>
            <a:r>
              <a:rPr lang="en-US" altLang="en-US" sz="4000" dirty="0">
                <a:solidFill>
                  <a:srgbClr val="000000"/>
                </a:solidFill>
                <a:latin typeface="Consolas" panose="020B0609020204030204" pitchFamily="49" charset="0"/>
              </a:rPr>
              <a:t> </a:t>
            </a:r>
            <a:r>
              <a:rPr lang="en-US" altLang="en-US" sz="4000" dirty="0">
                <a:solidFill>
                  <a:srgbClr val="A71D5D"/>
                </a:solidFill>
                <a:latin typeface="Consolas" panose="020B0609020204030204" pitchFamily="49" charset="0"/>
              </a:rPr>
              <a:t>COUNT</a:t>
            </a:r>
            <a:r>
              <a:rPr lang="en-US" altLang="en-US" sz="4000" dirty="0">
                <a:solidFill>
                  <a:srgbClr val="000000"/>
                </a:solidFill>
                <a:latin typeface="Consolas" panose="020B0609020204030204" pitchFamily="49" charset="0"/>
              </a:rPr>
              <a:t>(*) </a:t>
            </a:r>
            <a:r>
              <a:rPr lang="en-US" altLang="en-US" sz="4000" dirty="0">
                <a:solidFill>
                  <a:srgbClr val="A71D5D"/>
                </a:solidFill>
                <a:latin typeface="Consolas" panose="020B0609020204030204" pitchFamily="49" charset="0"/>
              </a:rPr>
              <a:t>DESC</a:t>
            </a:r>
            <a:r>
              <a:rPr lang="en-US" altLang="en-US" sz="4000" dirty="0">
                <a:solidFill>
                  <a:srgbClr val="000000"/>
                </a:solidFill>
                <a:latin typeface="Consolas" panose="020B0609020204030204" pitchFamily="49" charset="0"/>
              </a:rPr>
              <a:t>;</a:t>
            </a:r>
            <a:br>
              <a:rPr lang="en-US" altLang="en-US" sz="4000" dirty="0">
                <a:solidFill>
                  <a:srgbClr val="000000"/>
                </a:solidFill>
                <a:latin typeface="Consolas" panose="020B0609020204030204" pitchFamily="49" charset="0"/>
              </a:rPr>
            </a:br>
            <a:endParaRPr lang="en-US" altLang="en-US" sz="5400" dirty="0">
              <a:latin typeface="Arial" panose="020B0604020202020204" pitchFamily="34" charset="0"/>
            </a:endParaRPr>
          </a:p>
        </p:txBody>
      </p:sp>
      <p:sp>
        <p:nvSpPr>
          <p:cNvPr id="4" name="TextBox 3">
            <a:extLst>
              <a:ext uri="{FF2B5EF4-FFF2-40B4-BE49-F238E27FC236}">
                <a16:creationId xmlns:a16="http://schemas.microsoft.com/office/drawing/2014/main" id="{9AF3D93F-27AF-4E26-B57D-A94F67FC76D5}"/>
              </a:ext>
            </a:extLst>
          </p:cNvPr>
          <p:cNvSpPr txBox="1"/>
          <p:nvPr/>
        </p:nvSpPr>
        <p:spPr>
          <a:xfrm>
            <a:off x="1368913" y="5345578"/>
            <a:ext cx="9475479" cy="646331"/>
          </a:xfrm>
          <a:prstGeom prst="rect">
            <a:avLst/>
          </a:prstGeom>
          <a:noFill/>
        </p:spPr>
        <p:txBody>
          <a:bodyPr wrap="none" rtlCol="0">
            <a:spAutoFit/>
          </a:bodyPr>
          <a:lstStyle/>
          <a:p>
            <a:pPr algn="ctr"/>
            <a:r>
              <a:rPr lang="en-GB" sz="3600" i="1" dirty="0">
                <a:solidFill>
                  <a:srgbClr val="FF0000"/>
                </a:solidFill>
              </a:rPr>
              <a:t>All</a:t>
            </a:r>
            <a:r>
              <a:rPr lang="en-GB" sz="3600" dirty="0"/>
              <a:t> </a:t>
            </a:r>
            <a:r>
              <a:rPr lang="en-GB" sz="3600" dirty="0">
                <a:solidFill>
                  <a:srgbClr val="7030A0"/>
                </a:solidFill>
              </a:rPr>
              <a:t>fields </a:t>
            </a:r>
            <a:r>
              <a:rPr lang="en-GB" sz="3600" i="1" dirty="0">
                <a:solidFill>
                  <a:srgbClr val="FF0000"/>
                </a:solidFill>
              </a:rPr>
              <a:t>must</a:t>
            </a:r>
            <a:r>
              <a:rPr lang="en-GB" sz="3600" dirty="0">
                <a:solidFill>
                  <a:srgbClr val="7030A0"/>
                </a:solidFill>
              </a:rPr>
              <a:t> be</a:t>
            </a:r>
            <a:r>
              <a:rPr lang="en-GB" sz="3600" dirty="0"/>
              <a:t> </a:t>
            </a:r>
            <a:r>
              <a:rPr lang="en-GB" sz="3600" dirty="0">
                <a:solidFill>
                  <a:srgbClr val="FF0000"/>
                </a:solidFill>
              </a:rPr>
              <a:t>grouped</a:t>
            </a:r>
            <a:r>
              <a:rPr lang="en-GB" sz="3600" dirty="0"/>
              <a:t> </a:t>
            </a:r>
            <a:r>
              <a:rPr lang="en-GB" sz="3600" dirty="0">
                <a:solidFill>
                  <a:srgbClr val="7030A0"/>
                </a:solidFill>
              </a:rPr>
              <a:t>or</a:t>
            </a:r>
            <a:r>
              <a:rPr lang="en-GB" sz="3600" dirty="0"/>
              <a:t> </a:t>
            </a:r>
            <a:r>
              <a:rPr lang="en-GB" sz="3600" dirty="0">
                <a:solidFill>
                  <a:srgbClr val="FF0000"/>
                </a:solidFill>
              </a:rPr>
              <a:t>aggregate</a:t>
            </a:r>
            <a:r>
              <a:rPr lang="en-GB" sz="3600" dirty="0"/>
              <a:t> </a:t>
            </a:r>
            <a:r>
              <a:rPr lang="en-GB" sz="3600" dirty="0">
                <a:solidFill>
                  <a:srgbClr val="7030A0"/>
                </a:solidFill>
              </a:rPr>
              <a:t>functions</a:t>
            </a:r>
            <a:endParaRPr lang="en-GB" sz="3600" dirty="0">
              <a:solidFill>
                <a:srgbClr val="7030A0"/>
              </a:solidFill>
              <a:latin typeface="Consolas" panose="020B0609020204030204" pitchFamily="49" charset="0"/>
            </a:endParaRPr>
          </a:p>
        </p:txBody>
      </p:sp>
    </p:spTree>
    <p:extLst>
      <p:ext uri="{BB962C8B-B14F-4D97-AF65-F5344CB8AC3E}">
        <p14:creationId xmlns:p14="http://schemas.microsoft.com/office/powerpoint/2010/main" val="2258517631"/>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animEffect transition="in" filter="wipe(left)">
                                      <p:cBhvr>
                                        <p:cTn id="7" dur="2750"/>
                                        <p:tgtEl>
                                          <p:spTgt spid="3">
                                            <p:txEl>
                                              <p:pRg st="0" end="0"/>
                                            </p:txEl>
                                          </p:spTgt>
                                        </p:tgtEl>
                                      </p:cBhvr>
                                    </p:animEffect>
                                  </p:childTnLst>
                                </p:cTn>
                              </p:par>
                            </p:childTnLst>
                          </p:cTn>
                        </p:par>
                      </p:childTnLst>
                    </p:cTn>
                  </p:par>
                  <p:par>
                    <p:cTn id="8" fill="hold">
                      <p:stCondLst>
                        <p:cond delay="indefinite"/>
                      </p:stCondLst>
                      <p:childTnLst>
                        <p:par>
                          <p:cTn id="9" fill="hold">
                            <p:stCondLst>
                              <p:cond delay="0"/>
                            </p:stCondLst>
                            <p:childTnLst>
                              <p:par>
                                <p:cTn id="10" presetID="22" presetClass="entr" presetSubtype="8" fill="hold" grpId="0" nodeType="clickEffect">
                                  <p:stCondLst>
                                    <p:cond delay="0"/>
                                  </p:stCondLst>
                                  <p:childTnLst>
                                    <p:set>
                                      <p:cBhvr>
                                        <p:cTn id="11" dur="1" fill="hold">
                                          <p:stCondLst>
                                            <p:cond delay="0"/>
                                          </p:stCondLst>
                                        </p:cTn>
                                        <p:tgtEl>
                                          <p:spTgt spid="3">
                                            <p:txEl>
                                              <p:pRg st="1" end="1"/>
                                            </p:txEl>
                                          </p:spTgt>
                                        </p:tgtEl>
                                        <p:attrNameLst>
                                          <p:attrName>style.visibility</p:attrName>
                                        </p:attrNameLst>
                                      </p:cBhvr>
                                      <p:to>
                                        <p:strVal val="visible"/>
                                      </p:to>
                                    </p:set>
                                    <p:animEffect transition="in" filter="wipe(left)">
                                      <p:cBhvr>
                                        <p:cTn id="12" dur="1250"/>
                                        <p:tgtEl>
                                          <p:spTgt spid="3">
                                            <p:txEl>
                                              <p:pRg st="1" end="1"/>
                                            </p:txEl>
                                          </p:spTgt>
                                        </p:tgtEl>
                                      </p:cBhvr>
                                    </p:animEffect>
                                  </p:childTnLst>
                                </p:cTn>
                              </p:par>
                            </p:childTnLst>
                          </p:cTn>
                        </p:par>
                      </p:childTnLst>
                    </p:cTn>
                  </p:par>
                  <p:par>
                    <p:cTn id="13" fill="hold">
                      <p:stCondLst>
                        <p:cond delay="indefinite"/>
                      </p:stCondLst>
                      <p:childTnLst>
                        <p:par>
                          <p:cTn id="14" fill="hold">
                            <p:stCondLst>
                              <p:cond delay="0"/>
                            </p:stCondLst>
                            <p:childTnLst>
                              <p:par>
                                <p:cTn id="15" presetID="22" presetClass="entr" presetSubtype="8" fill="hold" grpId="0" nodeType="clickEffect">
                                  <p:stCondLst>
                                    <p:cond delay="0"/>
                                  </p:stCondLst>
                                  <p:childTnLst>
                                    <p:set>
                                      <p:cBhvr>
                                        <p:cTn id="16" dur="1" fill="hold">
                                          <p:stCondLst>
                                            <p:cond delay="0"/>
                                          </p:stCondLst>
                                        </p:cTn>
                                        <p:tgtEl>
                                          <p:spTgt spid="3">
                                            <p:txEl>
                                              <p:pRg st="2" end="2"/>
                                            </p:txEl>
                                          </p:spTgt>
                                        </p:tgtEl>
                                        <p:attrNameLst>
                                          <p:attrName>style.visibility</p:attrName>
                                        </p:attrNameLst>
                                      </p:cBhvr>
                                      <p:to>
                                        <p:strVal val="visible"/>
                                      </p:to>
                                    </p:set>
                                    <p:animEffect transition="in" filter="wipe(left)">
                                      <p:cBhvr>
                                        <p:cTn id="17" dur="2500"/>
                                        <p:tgtEl>
                                          <p:spTgt spid="3">
                                            <p:txEl>
                                              <p:pRg st="2" end="2"/>
                                            </p:txEl>
                                          </p:spTgt>
                                        </p:tgtEl>
                                      </p:cBhvr>
                                    </p:animEffect>
                                  </p:childTnLst>
                                </p:cTn>
                              </p:par>
                            </p:childTnLst>
                          </p:cTn>
                        </p:par>
                      </p:childTnLst>
                    </p:cTn>
                  </p:par>
                  <p:par>
                    <p:cTn id="18" fill="hold">
                      <p:stCondLst>
                        <p:cond delay="indefinite"/>
                      </p:stCondLst>
                      <p:childTnLst>
                        <p:par>
                          <p:cTn id="19" fill="hold">
                            <p:stCondLst>
                              <p:cond delay="0"/>
                            </p:stCondLst>
                            <p:childTnLst>
                              <p:par>
                                <p:cTn id="20" presetID="22" presetClass="entr" presetSubtype="8" fill="hold" grpId="0" nodeType="clickEffect">
                                  <p:stCondLst>
                                    <p:cond delay="0"/>
                                  </p:stCondLst>
                                  <p:childTnLst>
                                    <p:set>
                                      <p:cBhvr>
                                        <p:cTn id="21" dur="1" fill="hold">
                                          <p:stCondLst>
                                            <p:cond delay="0"/>
                                          </p:stCondLst>
                                        </p:cTn>
                                        <p:tgtEl>
                                          <p:spTgt spid="3">
                                            <p:txEl>
                                              <p:pRg st="3" end="3"/>
                                            </p:txEl>
                                          </p:spTgt>
                                        </p:tgtEl>
                                        <p:attrNameLst>
                                          <p:attrName>style.visibility</p:attrName>
                                        </p:attrNameLst>
                                      </p:cBhvr>
                                      <p:to>
                                        <p:strVal val="visible"/>
                                      </p:to>
                                    </p:set>
                                    <p:animEffect transition="in" filter="wipe(left)">
                                      <p:cBhvr>
                                        <p:cTn id="22" dur="2500"/>
                                        <p:tgtEl>
                                          <p:spTgt spid="3">
                                            <p:txEl>
                                              <p:pRg st="3" end="3"/>
                                            </p:txEl>
                                          </p:spTgt>
                                        </p:tgtEl>
                                      </p:cBhvr>
                                    </p:animEffect>
                                  </p:childTnLst>
                                </p:cTn>
                              </p:par>
                            </p:childTnLst>
                          </p:cTn>
                        </p:par>
                      </p:childTnLst>
                    </p:cTn>
                  </p:par>
                  <p:par>
                    <p:cTn id="23" fill="hold">
                      <p:stCondLst>
                        <p:cond delay="indefinite"/>
                      </p:stCondLst>
                      <p:childTnLst>
                        <p:par>
                          <p:cTn id="24" fill="hold">
                            <p:stCondLst>
                              <p:cond delay="0"/>
                            </p:stCondLst>
                            <p:childTnLst>
                              <p:par>
                                <p:cTn id="25" presetID="22" presetClass="entr" presetSubtype="8" fill="hold" grpId="0" nodeType="clickEffect">
                                  <p:stCondLst>
                                    <p:cond delay="0"/>
                                  </p:stCondLst>
                                  <p:childTnLst>
                                    <p:set>
                                      <p:cBhvr>
                                        <p:cTn id="26" dur="1" fill="hold">
                                          <p:stCondLst>
                                            <p:cond delay="0"/>
                                          </p:stCondLst>
                                        </p:cTn>
                                        <p:tgtEl>
                                          <p:spTgt spid="4">
                                            <p:txEl>
                                              <p:pRg st="0" end="0"/>
                                            </p:txEl>
                                          </p:spTgt>
                                        </p:tgtEl>
                                        <p:attrNameLst>
                                          <p:attrName>style.visibility</p:attrName>
                                        </p:attrNameLst>
                                      </p:cBhvr>
                                      <p:to>
                                        <p:strVal val="visible"/>
                                      </p:to>
                                    </p:set>
                                    <p:animEffect transition="in" filter="wipe(left)">
                                      <p:cBhvr>
                                        <p:cTn id="27" dur="2000"/>
                                        <p:tgtEl>
                                          <p:spTgt spid="4">
                                            <p:txEl>
                                              <p:pRg st="0" end="0"/>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P spid="4" grpId="0" build="p"/>
    </p:bldLst>
  </p:timing>
</p:sld>
</file>

<file path=ppt/slides/slide57.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CE87805-17F2-4B70-B505-57FB17E1FEE3}"/>
              </a:ext>
            </a:extLst>
          </p:cNvPr>
          <p:cNvSpPr>
            <a:spLocks noGrp="1"/>
          </p:cNvSpPr>
          <p:nvPr>
            <p:ph type="title"/>
          </p:nvPr>
        </p:nvSpPr>
        <p:spPr/>
        <p:txBody>
          <a:bodyPr/>
          <a:lstStyle/>
          <a:p>
            <a:r>
              <a:rPr lang="en-GB" dirty="0"/>
              <a:t>GROUP BY – Multiple columns</a:t>
            </a:r>
          </a:p>
        </p:txBody>
      </p:sp>
      <p:sp>
        <p:nvSpPr>
          <p:cNvPr id="3" name="Content Placeholder 2">
            <a:extLst>
              <a:ext uri="{FF2B5EF4-FFF2-40B4-BE49-F238E27FC236}">
                <a16:creationId xmlns:a16="http://schemas.microsoft.com/office/drawing/2014/main" id="{E4EE7085-4C5B-409B-8843-A8A3D3CB6E90}"/>
              </a:ext>
            </a:extLst>
          </p:cNvPr>
          <p:cNvSpPr>
            <a:spLocks noGrp="1"/>
          </p:cNvSpPr>
          <p:nvPr>
            <p:ph idx="1"/>
          </p:nvPr>
        </p:nvSpPr>
        <p:spPr/>
        <p:txBody>
          <a:bodyPr>
            <a:normAutofit/>
          </a:bodyPr>
          <a:lstStyle/>
          <a:p>
            <a:pPr marL="0" lvl="0" indent="0" eaLnBrk="0" fontAlgn="base" hangingPunct="0">
              <a:lnSpc>
                <a:spcPct val="100000"/>
              </a:lnSpc>
              <a:spcBef>
                <a:spcPct val="0"/>
              </a:spcBef>
              <a:spcAft>
                <a:spcPct val="0"/>
              </a:spcAft>
              <a:buNone/>
            </a:pPr>
            <a:r>
              <a:rPr lang="en-US" altLang="en-US" sz="4000" dirty="0">
                <a:solidFill>
                  <a:srgbClr val="B2B2B2"/>
                </a:solidFill>
                <a:latin typeface="Consolas" panose="020B0609020204030204" pitchFamily="49" charset="0"/>
              </a:rPr>
              <a:t>1 </a:t>
            </a:r>
            <a:r>
              <a:rPr lang="en-US" altLang="en-US" sz="4000" dirty="0">
                <a:solidFill>
                  <a:srgbClr val="A71D5D"/>
                </a:solidFill>
                <a:latin typeface="Consolas" panose="020B0609020204030204" pitchFamily="49" charset="0"/>
              </a:rPr>
              <a:t>SELECT</a:t>
            </a:r>
            <a:r>
              <a:rPr lang="en-US" altLang="en-US" sz="4000" dirty="0">
                <a:solidFill>
                  <a:srgbClr val="000000"/>
                </a:solidFill>
                <a:latin typeface="Consolas" panose="020B0609020204030204" pitchFamily="49" charset="0"/>
              </a:rPr>
              <a:t> </a:t>
            </a:r>
            <a:r>
              <a:rPr lang="en-US" altLang="en-US" sz="4000" dirty="0" err="1">
                <a:solidFill>
                  <a:srgbClr val="000000"/>
                </a:solidFill>
                <a:latin typeface="Consolas" panose="020B0609020204030204" pitchFamily="49" charset="0"/>
              </a:rPr>
              <a:t>lastName</a:t>
            </a:r>
            <a:r>
              <a:rPr lang="en-US" altLang="en-US" sz="4000" dirty="0">
                <a:solidFill>
                  <a:srgbClr val="000000"/>
                </a:solidFill>
                <a:latin typeface="Consolas" panose="020B0609020204030204" pitchFamily="49" charset="0"/>
              </a:rPr>
              <a:t>, </a:t>
            </a:r>
            <a:r>
              <a:rPr lang="en-US" altLang="en-US" sz="4000" dirty="0">
                <a:solidFill>
                  <a:srgbClr val="A71D5D"/>
                </a:solidFill>
                <a:latin typeface="Consolas" panose="020B0609020204030204" pitchFamily="49" charset="0"/>
              </a:rPr>
              <a:t>COUNT</a:t>
            </a:r>
            <a:r>
              <a:rPr lang="en-US" altLang="en-US" sz="4000" dirty="0">
                <a:solidFill>
                  <a:srgbClr val="000000"/>
                </a:solidFill>
                <a:latin typeface="Consolas" panose="020B0609020204030204" pitchFamily="49" charset="0"/>
              </a:rPr>
              <a:t>(*)</a:t>
            </a:r>
          </a:p>
          <a:p>
            <a:pPr marL="0" lvl="0" indent="0" eaLnBrk="0" fontAlgn="base" hangingPunct="0">
              <a:lnSpc>
                <a:spcPct val="100000"/>
              </a:lnSpc>
              <a:spcBef>
                <a:spcPct val="0"/>
              </a:spcBef>
              <a:spcAft>
                <a:spcPct val="0"/>
              </a:spcAft>
              <a:buNone/>
            </a:pPr>
            <a:r>
              <a:rPr lang="en-US" altLang="en-US" sz="4000" dirty="0">
                <a:solidFill>
                  <a:srgbClr val="B2B2B2"/>
                </a:solidFill>
                <a:latin typeface="Consolas" panose="020B0609020204030204" pitchFamily="49" charset="0"/>
              </a:rPr>
              <a:t>2   </a:t>
            </a:r>
            <a:r>
              <a:rPr lang="en-US" altLang="en-US" sz="4000" dirty="0">
                <a:solidFill>
                  <a:srgbClr val="A71D5D"/>
                </a:solidFill>
                <a:latin typeface="Consolas" panose="020B0609020204030204" pitchFamily="49" charset="0"/>
              </a:rPr>
              <a:t>FROM</a:t>
            </a:r>
            <a:r>
              <a:rPr lang="en-US" altLang="en-US" sz="4000" dirty="0">
                <a:solidFill>
                  <a:srgbClr val="000000"/>
                </a:solidFill>
                <a:latin typeface="Consolas" panose="020B0609020204030204" pitchFamily="49" charset="0"/>
              </a:rPr>
              <a:t> Pupil</a:t>
            </a:r>
          </a:p>
          <a:p>
            <a:pPr marL="0" lvl="0" indent="0" eaLnBrk="0" fontAlgn="base" hangingPunct="0">
              <a:lnSpc>
                <a:spcPct val="100000"/>
              </a:lnSpc>
              <a:spcBef>
                <a:spcPct val="0"/>
              </a:spcBef>
              <a:spcAft>
                <a:spcPct val="0"/>
              </a:spcAft>
              <a:buNone/>
            </a:pPr>
            <a:r>
              <a:rPr lang="en-US" altLang="en-US" sz="4000" dirty="0">
                <a:solidFill>
                  <a:srgbClr val="B2B2B2"/>
                </a:solidFill>
                <a:latin typeface="Consolas" panose="020B0609020204030204" pitchFamily="49" charset="0"/>
              </a:rPr>
              <a:t>3   </a:t>
            </a:r>
            <a:r>
              <a:rPr lang="en-US" altLang="en-US" sz="4000" dirty="0">
                <a:solidFill>
                  <a:srgbClr val="A71D5D"/>
                </a:solidFill>
                <a:latin typeface="Consolas" panose="020B0609020204030204" pitchFamily="49" charset="0"/>
              </a:rPr>
              <a:t>GROUP BY</a:t>
            </a:r>
            <a:r>
              <a:rPr lang="en-US" altLang="en-US" sz="4000" dirty="0">
                <a:solidFill>
                  <a:srgbClr val="000000"/>
                </a:solidFill>
                <a:latin typeface="Consolas" panose="020B0609020204030204" pitchFamily="49" charset="0"/>
              </a:rPr>
              <a:t> </a:t>
            </a:r>
            <a:r>
              <a:rPr lang="en-US" altLang="en-US" sz="4000" dirty="0" err="1">
                <a:solidFill>
                  <a:srgbClr val="000000"/>
                </a:solidFill>
                <a:latin typeface="Consolas" panose="020B0609020204030204" pitchFamily="49" charset="0"/>
              </a:rPr>
              <a:t>lastName</a:t>
            </a:r>
            <a:endParaRPr lang="en-US" altLang="en-US" sz="4000" dirty="0">
              <a:solidFill>
                <a:srgbClr val="000000"/>
              </a:solidFill>
              <a:latin typeface="Consolas" panose="020B0609020204030204" pitchFamily="49" charset="0"/>
            </a:endParaRPr>
          </a:p>
          <a:p>
            <a:pPr marL="0" lvl="0" indent="0" eaLnBrk="0" fontAlgn="base" hangingPunct="0">
              <a:lnSpc>
                <a:spcPct val="100000"/>
              </a:lnSpc>
              <a:spcBef>
                <a:spcPct val="0"/>
              </a:spcBef>
              <a:spcAft>
                <a:spcPct val="0"/>
              </a:spcAft>
              <a:buNone/>
            </a:pPr>
            <a:r>
              <a:rPr lang="en-US" altLang="en-US" sz="4000" dirty="0">
                <a:solidFill>
                  <a:srgbClr val="B2B2B2"/>
                </a:solidFill>
                <a:latin typeface="Consolas" panose="020B0609020204030204" pitchFamily="49" charset="0"/>
              </a:rPr>
              <a:t>4   </a:t>
            </a:r>
            <a:r>
              <a:rPr lang="en-US" altLang="en-US" sz="4000" dirty="0">
                <a:solidFill>
                  <a:srgbClr val="A71D5D"/>
                </a:solidFill>
                <a:latin typeface="Consolas" panose="020B0609020204030204" pitchFamily="49" charset="0"/>
              </a:rPr>
              <a:t>ORDER BY</a:t>
            </a:r>
            <a:r>
              <a:rPr lang="en-US" altLang="en-US" sz="4000" dirty="0">
                <a:solidFill>
                  <a:srgbClr val="000000"/>
                </a:solidFill>
                <a:latin typeface="Consolas" panose="020B0609020204030204" pitchFamily="49" charset="0"/>
              </a:rPr>
              <a:t> </a:t>
            </a:r>
            <a:r>
              <a:rPr lang="en-US" altLang="en-US" sz="4000" dirty="0">
                <a:solidFill>
                  <a:srgbClr val="A71D5D"/>
                </a:solidFill>
                <a:latin typeface="Consolas" panose="020B0609020204030204" pitchFamily="49" charset="0"/>
              </a:rPr>
              <a:t>COUNT</a:t>
            </a:r>
            <a:r>
              <a:rPr lang="en-US" altLang="en-US" sz="4000" dirty="0">
                <a:solidFill>
                  <a:srgbClr val="000000"/>
                </a:solidFill>
                <a:latin typeface="Consolas" panose="020B0609020204030204" pitchFamily="49" charset="0"/>
              </a:rPr>
              <a:t>(*) </a:t>
            </a:r>
            <a:r>
              <a:rPr lang="en-US" altLang="en-US" sz="4000" dirty="0">
                <a:solidFill>
                  <a:srgbClr val="A71D5D"/>
                </a:solidFill>
                <a:latin typeface="Consolas" panose="020B0609020204030204" pitchFamily="49" charset="0"/>
              </a:rPr>
              <a:t>DESC</a:t>
            </a:r>
            <a:r>
              <a:rPr lang="en-US" altLang="en-US" sz="4000" dirty="0">
                <a:solidFill>
                  <a:srgbClr val="000000"/>
                </a:solidFill>
                <a:latin typeface="Consolas" panose="020B0609020204030204" pitchFamily="49" charset="0"/>
              </a:rPr>
              <a:t>;</a:t>
            </a:r>
            <a:br>
              <a:rPr lang="en-US" altLang="en-US" sz="4000" dirty="0">
                <a:solidFill>
                  <a:srgbClr val="000000"/>
                </a:solidFill>
                <a:latin typeface="Consolas" panose="020B0609020204030204" pitchFamily="49" charset="0"/>
              </a:rPr>
            </a:br>
            <a:endParaRPr lang="en-US" altLang="en-US" sz="5400" dirty="0">
              <a:latin typeface="Arial" panose="020B0604020202020204" pitchFamily="34" charset="0"/>
            </a:endParaRPr>
          </a:p>
        </p:txBody>
      </p:sp>
    </p:spTree>
    <p:extLst>
      <p:ext uri="{BB962C8B-B14F-4D97-AF65-F5344CB8AC3E}">
        <p14:creationId xmlns:p14="http://schemas.microsoft.com/office/powerpoint/2010/main" val="2197686200"/>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animEffect transition="in" filter="wipe(left)">
                                      <p:cBhvr>
                                        <p:cTn id="7" dur="2750"/>
                                        <p:tgtEl>
                                          <p:spTgt spid="3">
                                            <p:txEl>
                                              <p:pRg st="0" end="0"/>
                                            </p:txEl>
                                          </p:spTgt>
                                        </p:tgtEl>
                                      </p:cBhvr>
                                    </p:animEffect>
                                  </p:childTnLst>
                                </p:cTn>
                              </p:par>
                            </p:childTnLst>
                          </p:cTn>
                        </p:par>
                      </p:childTnLst>
                    </p:cTn>
                  </p:par>
                  <p:par>
                    <p:cTn id="8" fill="hold">
                      <p:stCondLst>
                        <p:cond delay="indefinite"/>
                      </p:stCondLst>
                      <p:childTnLst>
                        <p:par>
                          <p:cTn id="9" fill="hold">
                            <p:stCondLst>
                              <p:cond delay="0"/>
                            </p:stCondLst>
                            <p:childTnLst>
                              <p:par>
                                <p:cTn id="10" presetID="22" presetClass="entr" presetSubtype="8" fill="hold" grpId="0" nodeType="clickEffect">
                                  <p:stCondLst>
                                    <p:cond delay="0"/>
                                  </p:stCondLst>
                                  <p:childTnLst>
                                    <p:set>
                                      <p:cBhvr>
                                        <p:cTn id="11" dur="1" fill="hold">
                                          <p:stCondLst>
                                            <p:cond delay="0"/>
                                          </p:stCondLst>
                                        </p:cTn>
                                        <p:tgtEl>
                                          <p:spTgt spid="3">
                                            <p:txEl>
                                              <p:pRg st="1" end="1"/>
                                            </p:txEl>
                                          </p:spTgt>
                                        </p:tgtEl>
                                        <p:attrNameLst>
                                          <p:attrName>style.visibility</p:attrName>
                                        </p:attrNameLst>
                                      </p:cBhvr>
                                      <p:to>
                                        <p:strVal val="visible"/>
                                      </p:to>
                                    </p:set>
                                    <p:animEffect transition="in" filter="wipe(left)">
                                      <p:cBhvr>
                                        <p:cTn id="12" dur="1250"/>
                                        <p:tgtEl>
                                          <p:spTgt spid="3">
                                            <p:txEl>
                                              <p:pRg st="1" end="1"/>
                                            </p:txEl>
                                          </p:spTgt>
                                        </p:tgtEl>
                                      </p:cBhvr>
                                    </p:animEffect>
                                  </p:childTnLst>
                                </p:cTn>
                              </p:par>
                            </p:childTnLst>
                          </p:cTn>
                        </p:par>
                      </p:childTnLst>
                    </p:cTn>
                  </p:par>
                  <p:par>
                    <p:cTn id="13" fill="hold">
                      <p:stCondLst>
                        <p:cond delay="indefinite"/>
                      </p:stCondLst>
                      <p:childTnLst>
                        <p:par>
                          <p:cTn id="14" fill="hold">
                            <p:stCondLst>
                              <p:cond delay="0"/>
                            </p:stCondLst>
                            <p:childTnLst>
                              <p:par>
                                <p:cTn id="15" presetID="22" presetClass="entr" presetSubtype="8" fill="hold" grpId="0" nodeType="clickEffect">
                                  <p:stCondLst>
                                    <p:cond delay="0"/>
                                  </p:stCondLst>
                                  <p:childTnLst>
                                    <p:set>
                                      <p:cBhvr>
                                        <p:cTn id="16" dur="1" fill="hold">
                                          <p:stCondLst>
                                            <p:cond delay="0"/>
                                          </p:stCondLst>
                                        </p:cTn>
                                        <p:tgtEl>
                                          <p:spTgt spid="3">
                                            <p:txEl>
                                              <p:pRg st="2" end="2"/>
                                            </p:txEl>
                                          </p:spTgt>
                                        </p:tgtEl>
                                        <p:attrNameLst>
                                          <p:attrName>style.visibility</p:attrName>
                                        </p:attrNameLst>
                                      </p:cBhvr>
                                      <p:to>
                                        <p:strVal val="visible"/>
                                      </p:to>
                                    </p:set>
                                    <p:animEffect transition="in" filter="wipe(left)">
                                      <p:cBhvr>
                                        <p:cTn id="17" dur="2500"/>
                                        <p:tgtEl>
                                          <p:spTgt spid="3">
                                            <p:txEl>
                                              <p:pRg st="2" end="2"/>
                                            </p:txEl>
                                          </p:spTgt>
                                        </p:tgtEl>
                                      </p:cBhvr>
                                    </p:animEffect>
                                  </p:childTnLst>
                                </p:cTn>
                              </p:par>
                            </p:childTnLst>
                          </p:cTn>
                        </p:par>
                      </p:childTnLst>
                    </p:cTn>
                  </p:par>
                  <p:par>
                    <p:cTn id="18" fill="hold">
                      <p:stCondLst>
                        <p:cond delay="indefinite"/>
                      </p:stCondLst>
                      <p:childTnLst>
                        <p:par>
                          <p:cTn id="19" fill="hold">
                            <p:stCondLst>
                              <p:cond delay="0"/>
                            </p:stCondLst>
                            <p:childTnLst>
                              <p:par>
                                <p:cTn id="20" presetID="22" presetClass="entr" presetSubtype="8" fill="hold" grpId="0" nodeType="clickEffect">
                                  <p:stCondLst>
                                    <p:cond delay="0"/>
                                  </p:stCondLst>
                                  <p:childTnLst>
                                    <p:set>
                                      <p:cBhvr>
                                        <p:cTn id="21" dur="1" fill="hold">
                                          <p:stCondLst>
                                            <p:cond delay="0"/>
                                          </p:stCondLst>
                                        </p:cTn>
                                        <p:tgtEl>
                                          <p:spTgt spid="3">
                                            <p:txEl>
                                              <p:pRg st="3" end="3"/>
                                            </p:txEl>
                                          </p:spTgt>
                                        </p:tgtEl>
                                        <p:attrNameLst>
                                          <p:attrName>style.visibility</p:attrName>
                                        </p:attrNameLst>
                                      </p:cBhvr>
                                      <p:to>
                                        <p:strVal val="visible"/>
                                      </p:to>
                                    </p:set>
                                    <p:animEffect transition="in" filter="wipe(left)">
                                      <p:cBhvr>
                                        <p:cTn id="22" dur="2500"/>
                                        <p:tgtEl>
                                          <p:spTgt spid="3">
                                            <p:txEl>
                                              <p:pRg st="3" end="3"/>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5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55ABFA4-A27B-8842-C55B-B40658509C78}"/>
              </a:ext>
            </a:extLst>
          </p:cNvPr>
          <p:cNvSpPr>
            <a:spLocks noGrp="1"/>
          </p:cNvSpPr>
          <p:nvPr>
            <p:ph type="title"/>
          </p:nvPr>
        </p:nvSpPr>
        <p:spPr/>
        <p:txBody>
          <a:bodyPr/>
          <a:lstStyle/>
          <a:p>
            <a:r>
              <a:rPr lang="en-GB" dirty="0"/>
              <a:t>SQL Order of Operations</a:t>
            </a:r>
          </a:p>
        </p:txBody>
      </p:sp>
      <p:sp>
        <p:nvSpPr>
          <p:cNvPr id="4" name="Text Placeholder 3">
            <a:extLst>
              <a:ext uri="{FF2B5EF4-FFF2-40B4-BE49-F238E27FC236}">
                <a16:creationId xmlns:a16="http://schemas.microsoft.com/office/drawing/2014/main" id="{A3EACDBF-C51C-4AFD-8F73-B9567322C278}"/>
              </a:ext>
            </a:extLst>
          </p:cNvPr>
          <p:cNvSpPr>
            <a:spLocks noGrp="1"/>
          </p:cNvSpPr>
          <p:nvPr>
            <p:ph type="body" idx="1"/>
          </p:nvPr>
        </p:nvSpPr>
        <p:spPr/>
        <p:txBody>
          <a:bodyPr/>
          <a:lstStyle/>
          <a:p>
            <a:r>
              <a:rPr lang="en-GB" dirty="0"/>
              <a:t>SQL</a:t>
            </a:r>
          </a:p>
        </p:txBody>
      </p:sp>
      <p:sp>
        <p:nvSpPr>
          <p:cNvPr id="3" name="Content Placeholder 2">
            <a:extLst>
              <a:ext uri="{FF2B5EF4-FFF2-40B4-BE49-F238E27FC236}">
                <a16:creationId xmlns:a16="http://schemas.microsoft.com/office/drawing/2014/main" id="{C0396F45-AB41-5147-8CA1-DD95C04F8120}"/>
              </a:ext>
            </a:extLst>
          </p:cNvPr>
          <p:cNvSpPr>
            <a:spLocks noGrp="1"/>
          </p:cNvSpPr>
          <p:nvPr>
            <p:ph sz="half" idx="2"/>
          </p:nvPr>
        </p:nvSpPr>
        <p:spPr/>
        <p:txBody>
          <a:bodyPr/>
          <a:lstStyle/>
          <a:p>
            <a:pPr marL="514350" indent="-514350">
              <a:buFont typeface="+mj-lt"/>
              <a:buAutoNum type="arabicPeriod"/>
            </a:pPr>
            <a:r>
              <a:rPr lang="en-GB" dirty="0"/>
              <a:t>SELECT field(s)</a:t>
            </a:r>
          </a:p>
          <a:p>
            <a:pPr marL="514350" indent="-514350">
              <a:buFont typeface="+mj-lt"/>
              <a:buAutoNum type="arabicPeriod"/>
            </a:pPr>
            <a:r>
              <a:rPr lang="en-GB" dirty="0"/>
              <a:t>FROM table(s)</a:t>
            </a:r>
          </a:p>
          <a:p>
            <a:pPr marL="514350" indent="-514350">
              <a:buFont typeface="+mj-lt"/>
              <a:buAutoNum type="arabicPeriod"/>
            </a:pPr>
            <a:r>
              <a:rPr lang="en-GB" dirty="0"/>
              <a:t>WHERE condition(s)</a:t>
            </a:r>
          </a:p>
          <a:p>
            <a:pPr marL="514350" indent="-514350">
              <a:buFont typeface="+mj-lt"/>
              <a:buAutoNum type="arabicPeriod"/>
            </a:pPr>
            <a:r>
              <a:rPr lang="en-GB" dirty="0"/>
              <a:t>GROUP BY (fields)</a:t>
            </a:r>
          </a:p>
          <a:p>
            <a:pPr marL="514350" indent="-514350">
              <a:buFont typeface="+mj-lt"/>
              <a:buAutoNum type="arabicPeriod"/>
            </a:pPr>
            <a:r>
              <a:rPr lang="en-GB" dirty="0"/>
              <a:t>ORDER BY field(s)</a:t>
            </a:r>
          </a:p>
        </p:txBody>
      </p:sp>
      <p:sp>
        <p:nvSpPr>
          <p:cNvPr id="5" name="Text Placeholder 4">
            <a:extLst>
              <a:ext uri="{FF2B5EF4-FFF2-40B4-BE49-F238E27FC236}">
                <a16:creationId xmlns:a16="http://schemas.microsoft.com/office/drawing/2014/main" id="{2D027DE3-9767-439D-BEAE-0E33D92528EA}"/>
              </a:ext>
            </a:extLst>
          </p:cNvPr>
          <p:cNvSpPr>
            <a:spLocks noGrp="1"/>
          </p:cNvSpPr>
          <p:nvPr>
            <p:ph type="body" sz="quarter" idx="3"/>
          </p:nvPr>
        </p:nvSpPr>
        <p:spPr/>
        <p:txBody>
          <a:bodyPr/>
          <a:lstStyle/>
          <a:p>
            <a:r>
              <a:rPr lang="en-GB" dirty="0"/>
              <a:t>Order</a:t>
            </a:r>
          </a:p>
        </p:txBody>
      </p:sp>
      <p:sp>
        <p:nvSpPr>
          <p:cNvPr id="6" name="Content Placeholder 5">
            <a:extLst>
              <a:ext uri="{FF2B5EF4-FFF2-40B4-BE49-F238E27FC236}">
                <a16:creationId xmlns:a16="http://schemas.microsoft.com/office/drawing/2014/main" id="{AC785971-4016-46B9-923D-AA9FA988605D}"/>
              </a:ext>
            </a:extLst>
          </p:cNvPr>
          <p:cNvSpPr>
            <a:spLocks noGrp="1"/>
          </p:cNvSpPr>
          <p:nvPr>
            <p:ph sz="quarter" idx="4"/>
          </p:nvPr>
        </p:nvSpPr>
        <p:spPr/>
        <p:txBody>
          <a:bodyPr/>
          <a:lstStyle/>
          <a:p>
            <a:pPr marL="514350" indent="-514350">
              <a:buFont typeface="+mj-lt"/>
              <a:buAutoNum type="arabicPeriod"/>
            </a:pPr>
            <a:r>
              <a:rPr lang="en-GB" dirty="0"/>
              <a:t>FROM</a:t>
            </a:r>
          </a:p>
          <a:p>
            <a:pPr marL="514350" indent="-514350">
              <a:buFont typeface="+mj-lt"/>
              <a:buAutoNum type="arabicPeriod"/>
            </a:pPr>
            <a:r>
              <a:rPr lang="en-GB" dirty="0"/>
              <a:t>WHERE</a:t>
            </a:r>
          </a:p>
          <a:p>
            <a:pPr marL="514350" indent="-514350">
              <a:buFont typeface="+mj-lt"/>
              <a:buAutoNum type="arabicPeriod"/>
            </a:pPr>
            <a:r>
              <a:rPr lang="en-GB" dirty="0"/>
              <a:t>GROUP BY</a:t>
            </a:r>
          </a:p>
          <a:p>
            <a:pPr marL="514350" indent="-514350">
              <a:buFont typeface="+mj-lt"/>
              <a:buAutoNum type="arabicPeriod"/>
            </a:pPr>
            <a:r>
              <a:rPr lang="en-GB" dirty="0"/>
              <a:t>SELECT</a:t>
            </a:r>
          </a:p>
          <a:p>
            <a:pPr marL="514350" indent="-514350">
              <a:buFont typeface="+mj-lt"/>
              <a:buAutoNum type="arabicPeriod"/>
            </a:pPr>
            <a:r>
              <a:rPr lang="en-GB" dirty="0"/>
              <a:t>ORDER BY</a:t>
            </a:r>
          </a:p>
          <a:p>
            <a:endParaRPr lang="en-GB" dirty="0"/>
          </a:p>
        </p:txBody>
      </p:sp>
    </p:spTree>
    <p:extLst>
      <p:ext uri="{BB962C8B-B14F-4D97-AF65-F5344CB8AC3E}">
        <p14:creationId xmlns:p14="http://schemas.microsoft.com/office/powerpoint/2010/main" val="1696073146"/>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4">
                                            <p:txEl>
                                              <p:pRg st="0" end="0"/>
                                            </p:txEl>
                                          </p:spTgt>
                                        </p:tgtEl>
                                        <p:attrNameLst>
                                          <p:attrName>style.visibility</p:attrName>
                                        </p:attrNameLst>
                                      </p:cBhvr>
                                      <p:to>
                                        <p:strVal val="visible"/>
                                      </p:to>
                                    </p:set>
                                    <p:animEffect transition="in" filter="wipe(left)">
                                      <p:cBhvr>
                                        <p:cTn id="7" dur="500"/>
                                        <p:tgtEl>
                                          <p:spTgt spid="4">
                                            <p:txEl>
                                              <p:pRg st="0" end="0"/>
                                            </p:txEl>
                                          </p:spTgt>
                                        </p:tgtEl>
                                      </p:cBhvr>
                                    </p:animEffect>
                                  </p:childTnLst>
                                </p:cTn>
                              </p:par>
                            </p:childTnLst>
                          </p:cTn>
                        </p:par>
                      </p:childTnLst>
                    </p:cTn>
                  </p:par>
                  <p:par>
                    <p:cTn id="8" fill="hold">
                      <p:stCondLst>
                        <p:cond delay="indefinite"/>
                      </p:stCondLst>
                      <p:childTnLst>
                        <p:par>
                          <p:cTn id="9" fill="hold">
                            <p:stCondLst>
                              <p:cond delay="0"/>
                            </p:stCondLst>
                            <p:childTnLst>
                              <p:par>
                                <p:cTn id="10" presetID="22" presetClass="entr" presetSubtype="8" fill="hold" grpId="0" nodeType="clickEffect">
                                  <p:stCondLst>
                                    <p:cond delay="0"/>
                                  </p:stCondLst>
                                  <p:childTnLst>
                                    <p:set>
                                      <p:cBhvr>
                                        <p:cTn id="11" dur="1" fill="hold">
                                          <p:stCondLst>
                                            <p:cond delay="0"/>
                                          </p:stCondLst>
                                        </p:cTn>
                                        <p:tgtEl>
                                          <p:spTgt spid="3">
                                            <p:txEl>
                                              <p:pRg st="0" end="0"/>
                                            </p:txEl>
                                          </p:spTgt>
                                        </p:tgtEl>
                                        <p:attrNameLst>
                                          <p:attrName>style.visibility</p:attrName>
                                        </p:attrNameLst>
                                      </p:cBhvr>
                                      <p:to>
                                        <p:strVal val="visible"/>
                                      </p:to>
                                    </p:set>
                                    <p:animEffect transition="in" filter="wipe(left)">
                                      <p:cBhvr>
                                        <p:cTn id="12" dur="1250"/>
                                        <p:tgtEl>
                                          <p:spTgt spid="3">
                                            <p:txEl>
                                              <p:pRg st="0" end="0"/>
                                            </p:txEl>
                                          </p:spTgt>
                                        </p:tgtEl>
                                      </p:cBhvr>
                                    </p:animEffect>
                                  </p:childTnLst>
                                </p:cTn>
                              </p:par>
                            </p:childTnLst>
                          </p:cTn>
                        </p:par>
                      </p:childTnLst>
                    </p:cTn>
                  </p:par>
                  <p:par>
                    <p:cTn id="13" fill="hold">
                      <p:stCondLst>
                        <p:cond delay="indefinite"/>
                      </p:stCondLst>
                      <p:childTnLst>
                        <p:par>
                          <p:cTn id="14" fill="hold">
                            <p:stCondLst>
                              <p:cond delay="0"/>
                            </p:stCondLst>
                            <p:childTnLst>
                              <p:par>
                                <p:cTn id="15" presetID="22" presetClass="entr" presetSubtype="8" fill="hold" grpId="0" nodeType="clickEffect">
                                  <p:stCondLst>
                                    <p:cond delay="0"/>
                                  </p:stCondLst>
                                  <p:childTnLst>
                                    <p:set>
                                      <p:cBhvr>
                                        <p:cTn id="16" dur="1" fill="hold">
                                          <p:stCondLst>
                                            <p:cond delay="0"/>
                                          </p:stCondLst>
                                        </p:cTn>
                                        <p:tgtEl>
                                          <p:spTgt spid="3">
                                            <p:txEl>
                                              <p:pRg st="1" end="1"/>
                                            </p:txEl>
                                          </p:spTgt>
                                        </p:tgtEl>
                                        <p:attrNameLst>
                                          <p:attrName>style.visibility</p:attrName>
                                        </p:attrNameLst>
                                      </p:cBhvr>
                                      <p:to>
                                        <p:strVal val="visible"/>
                                      </p:to>
                                    </p:set>
                                    <p:animEffect transition="in" filter="wipe(left)">
                                      <p:cBhvr>
                                        <p:cTn id="17" dur="1250"/>
                                        <p:tgtEl>
                                          <p:spTgt spid="3">
                                            <p:txEl>
                                              <p:pRg st="1" end="1"/>
                                            </p:txEl>
                                          </p:spTgt>
                                        </p:tgtEl>
                                      </p:cBhvr>
                                    </p:animEffect>
                                  </p:childTnLst>
                                </p:cTn>
                              </p:par>
                            </p:childTnLst>
                          </p:cTn>
                        </p:par>
                      </p:childTnLst>
                    </p:cTn>
                  </p:par>
                  <p:par>
                    <p:cTn id="18" fill="hold">
                      <p:stCondLst>
                        <p:cond delay="indefinite"/>
                      </p:stCondLst>
                      <p:childTnLst>
                        <p:par>
                          <p:cTn id="19" fill="hold">
                            <p:stCondLst>
                              <p:cond delay="0"/>
                            </p:stCondLst>
                            <p:childTnLst>
                              <p:par>
                                <p:cTn id="20" presetID="22" presetClass="entr" presetSubtype="8" fill="hold" grpId="0" nodeType="clickEffect">
                                  <p:stCondLst>
                                    <p:cond delay="0"/>
                                  </p:stCondLst>
                                  <p:childTnLst>
                                    <p:set>
                                      <p:cBhvr>
                                        <p:cTn id="21" dur="1" fill="hold">
                                          <p:stCondLst>
                                            <p:cond delay="0"/>
                                          </p:stCondLst>
                                        </p:cTn>
                                        <p:tgtEl>
                                          <p:spTgt spid="3">
                                            <p:txEl>
                                              <p:pRg st="2" end="2"/>
                                            </p:txEl>
                                          </p:spTgt>
                                        </p:tgtEl>
                                        <p:attrNameLst>
                                          <p:attrName>style.visibility</p:attrName>
                                        </p:attrNameLst>
                                      </p:cBhvr>
                                      <p:to>
                                        <p:strVal val="visible"/>
                                      </p:to>
                                    </p:set>
                                    <p:animEffect transition="in" filter="wipe(left)">
                                      <p:cBhvr>
                                        <p:cTn id="22" dur="1250"/>
                                        <p:tgtEl>
                                          <p:spTgt spid="3">
                                            <p:txEl>
                                              <p:pRg st="2" end="2"/>
                                            </p:txEl>
                                          </p:spTgt>
                                        </p:tgtEl>
                                      </p:cBhvr>
                                    </p:animEffect>
                                  </p:childTnLst>
                                </p:cTn>
                              </p:par>
                            </p:childTnLst>
                          </p:cTn>
                        </p:par>
                      </p:childTnLst>
                    </p:cTn>
                  </p:par>
                  <p:par>
                    <p:cTn id="23" fill="hold">
                      <p:stCondLst>
                        <p:cond delay="indefinite"/>
                      </p:stCondLst>
                      <p:childTnLst>
                        <p:par>
                          <p:cTn id="24" fill="hold">
                            <p:stCondLst>
                              <p:cond delay="0"/>
                            </p:stCondLst>
                            <p:childTnLst>
                              <p:par>
                                <p:cTn id="25" presetID="22" presetClass="entr" presetSubtype="8" fill="hold" grpId="0" nodeType="clickEffect">
                                  <p:stCondLst>
                                    <p:cond delay="0"/>
                                  </p:stCondLst>
                                  <p:childTnLst>
                                    <p:set>
                                      <p:cBhvr>
                                        <p:cTn id="26" dur="1" fill="hold">
                                          <p:stCondLst>
                                            <p:cond delay="0"/>
                                          </p:stCondLst>
                                        </p:cTn>
                                        <p:tgtEl>
                                          <p:spTgt spid="3">
                                            <p:txEl>
                                              <p:pRg st="3" end="3"/>
                                            </p:txEl>
                                          </p:spTgt>
                                        </p:tgtEl>
                                        <p:attrNameLst>
                                          <p:attrName>style.visibility</p:attrName>
                                        </p:attrNameLst>
                                      </p:cBhvr>
                                      <p:to>
                                        <p:strVal val="visible"/>
                                      </p:to>
                                    </p:set>
                                    <p:animEffect transition="in" filter="wipe(left)">
                                      <p:cBhvr>
                                        <p:cTn id="27" dur="1250"/>
                                        <p:tgtEl>
                                          <p:spTgt spid="3">
                                            <p:txEl>
                                              <p:pRg st="3" end="3"/>
                                            </p:txEl>
                                          </p:spTgt>
                                        </p:tgtEl>
                                      </p:cBhvr>
                                    </p:animEffect>
                                  </p:childTnLst>
                                </p:cTn>
                              </p:par>
                            </p:childTnLst>
                          </p:cTn>
                        </p:par>
                      </p:childTnLst>
                    </p:cTn>
                  </p:par>
                  <p:par>
                    <p:cTn id="28" fill="hold">
                      <p:stCondLst>
                        <p:cond delay="indefinite"/>
                      </p:stCondLst>
                      <p:childTnLst>
                        <p:par>
                          <p:cTn id="29" fill="hold">
                            <p:stCondLst>
                              <p:cond delay="0"/>
                            </p:stCondLst>
                            <p:childTnLst>
                              <p:par>
                                <p:cTn id="30" presetID="22" presetClass="entr" presetSubtype="8" fill="hold" grpId="0" nodeType="clickEffect">
                                  <p:stCondLst>
                                    <p:cond delay="0"/>
                                  </p:stCondLst>
                                  <p:childTnLst>
                                    <p:set>
                                      <p:cBhvr>
                                        <p:cTn id="31" dur="1" fill="hold">
                                          <p:stCondLst>
                                            <p:cond delay="0"/>
                                          </p:stCondLst>
                                        </p:cTn>
                                        <p:tgtEl>
                                          <p:spTgt spid="3">
                                            <p:txEl>
                                              <p:pRg st="4" end="4"/>
                                            </p:txEl>
                                          </p:spTgt>
                                        </p:tgtEl>
                                        <p:attrNameLst>
                                          <p:attrName>style.visibility</p:attrName>
                                        </p:attrNameLst>
                                      </p:cBhvr>
                                      <p:to>
                                        <p:strVal val="visible"/>
                                      </p:to>
                                    </p:set>
                                    <p:animEffect transition="in" filter="wipe(left)">
                                      <p:cBhvr>
                                        <p:cTn id="32" dur="1250"/>
                                        <p:tgtEl>
                                          <p:spTgt spid="3">
                                            <p:txEl>
                                              <p:pRg st="4" end="4"/>
                                            </p:txEl>
                                          </p:spTgt>
                                        </p:tgtEl>
                                      </p:cBhvr>
                                    </p:animEffect>
                                  </p:childTnLst>
                                </p:cTn>
                              </p:par>
                            </p:childTnLst>
                          </p:cTn>
                        </p:par>
                      </p:childTnLst>
                    </p:cTn>
                  </p:par>
                  <p:par>
                    <p:cTn id="33" fill="hold">
                      <p:stCondLst>
                        <p:cond delay="indefinite"/>
                      </p:stCondLst>
                      <p:childTnLst>
                        <p:par>
                          <p:cTn id="34" fill="hold">
                            <p:stCondLst>
                              <p:cond delay="0"/>
                            </p:stCondLst>
                            <p:childTnLst>
                              <p:par>
                                <p:cTn id="35" presetID="22" presetClass="entr" presetSubtype="8" fill="hold" grpId="0" nodeType="clickEffect">
                                  <p:stCondLst>
                                    <p:cond delay="0"/>
                                  </p:stCondLst>
                                  <p:childTnLst>
                                    <p:set>
                                      <p:cBhvr>
                                        <p:cTn id="36" dur="1" fill="hold">
                                          <p:stCondLst>
                                            <p:cond delay="0"/>
                                          </p:stCondLst>
                                        </p:cTn>
                                        <p:tgtEl>
                                          <p:spTgt spid="5">
                                            <p:txEl>
                                              <p:pRg st="0" end="0"/>
                                            </p:txEl>
                                          </p:spTgt>
                                        </p:tgtEl>
                                        <p:attrNameLst>
                                          <p:attrName>style.visibility</p:attrName>
                                        </p:attrNameLst>
                                      </p:cBhvr>
                                      <p:to>
                                        <p:strVal val="visible"/>
                                      </p:to>
                                    </p:set>
                                    <p:animEffect transition="in" filter="wipe(left)">
                                      <p:cBhvr>
                                        <p:cTn id="37" dur="500"/>
                                        <p:tgtEl>
                                          <p:spTgt spid="5">
                                            <p:txEl>
                                              <p:pRg st="0" end="0"/>
                                            </p:txEl>
                                          </p:spTgt>
                                        </p:tgtEl>
                                      </p:cBhvr>
                                    </p:animEffect>
                                  </p:childTnLst>
                                </p:cTn>
                              </p:par>
                            </p:childTnLst>
                          </p:cTn>
                        </p:par>
                      </p:childTnLst>
                    </p:cTn>
                  </p:par>
                  <p:par>
                    <p:cTn id="38" fill="hold">
                      <p:stCondLst>
                        <p:cond delay="indefinite"/>
                      </p:stCondLst>
                      <p:childTnLst>
                        <p:par>
                          <p:cTn id="39" fill="hold">
                            <p:stCondLst>
                              <p:cond delay="0"/>
                            </p:stCondLst>
                            <p:childTnLst>
                              <p:par>
                                <p:cTn id="40" presetID="22" presetClass="entr" presetSubtype="8" fill="hold" grpId="0" nodeType="clickEffect">
                                  <p:stCondLst>
                                    <p:cond delay="0"/>
                                  </p:stCondLst>
                                  <p:childTnLst>
                                    <p:set>
                                      <p:cBhvr>
                                        <p:cTn id="41" dur="1" fill="hold">
                                          <p:stCondLst>
                                            <p:cond delay="0"/>
                                          </p:stCondLst>
                                        </p:cTn>
                                        <p:tgtEl>
                                          <p:spTgt spid="6">
                                            <p:txEl>
                                              <p:pRg st="0" end="0"/>
                                            </p:txEl>
                                          </p:spTgt>
                                        </p:tgtEl>
                                        <p:attrNameLst>
                                          <p:attrName>style.visibility</p:attrName>
                                        </p:attrNameLst>
                                      </p:cBhvr>
                                      <p:to>
                                        <p:strVal val="visible"/>
                                      </p:to>
                                    </p:set>
                                    <p:animEffect transition="in" filter="wipe(left)">
                                      <p:cBhvr>
                                        <p:cTn id="42" dur="1000"/>
                                        <p:tgtEl>
                                          <p:spTgt spid="6">
                                            <p:txEl>
                                              <p:pRg st="0" end="0"/>
                                            </p:txEl>
                                          </p:spTgt>
                                        </p:tgtEl>
                                      </p:cBhvr>
                                    </p:animEffect>
                                  </p:childTnLst>
                                </p:cTn>
                              </p:par>
                            </p:childTnLst>
                          </p:cTn>
                        </p:par>
                      </p:childTnLst>
                    </p:cTn>
                  </p:par>
                  <p:par>
                    <p:cTn id="43" fill="hold">
                      <p:stCondLst>
                        <p:cond delay="indefinite"/>
                      </p:stCondLst>
                      <p:childTnLst>
                        <p:par>
                          <p:cTn id="44" fill="hold">
                            <p:stCondLst>
                              <p:cond delay="0"/>
                            </p:stCondLst>
                            <p:childTnLst>
                              <p:par>
                                <p:cTn id="45" presetID="22" presetClass="entr" presetSubtype="8" fill="hold" grpId="0" nodeType="clickEffect">
                                  <p:stCondLst>
                                    <p:cond delay="0"/>
                                  </p:stCondLst>
                                  <p:childTnLst>
                                    <p:set>
                                      <p:cBhvr>
                                        <p:cTn id="46" dur="1" fill="hold">
                                          <p:stCondLst>
                                            <p:cond delay="0"/>
                                          </p:stCondLst>
                                        </p:cTn>
                                        <p:tgtEl>
                                          <p:spTgt spid="6">
                                            <p:txEl>
                                              <p:pRg st="1" end="1"/>
                                            </p:txEl>
                                          </p:spTgt>
                                        </p:tgtEl>
                                        <p:attrNameLst>
                                          <p:attrName>style.visibility</p:attrName>
                                        </p:attrNameLst>
                                      </p:cBhvr>
                                      <p:to>
                                        <p:strVal val="visible"/>
                                      </p:to>
                                    </p:set>
                                    <p:animEffect transition="in" filter="wipe(left)">
                                      <p:cBhvr>
                                        <p:cTn id="47" dur="1000"/>
                                        <p:tgtEl>
                                          <p:spTgt spid="6">
                                            <p:txEl>
                                              <p:pRg st="1" end="1"/>
                                            </p:txEl>
                                          </p:spTgt>
                                        </p:tgtEl>
                                      </p:cBhvr>
                                    </p:animEffect>
                                  </p:childTnLst>
                                </p:cTn>
                              </p:par>
                            </p:childTnLst>
                          </p:cTn>
                        </p:par>
                      </p:childTnLst>
                    </p:cTn>
                  </p:par>
                  <p:par>
                    <p:cTn id="48" fill="hold">
                      <p:stCondLst>
                        <p:cond delay="indefinite"/>
                      </p:stCondLst>
                      <p:childTnLst>
                        <p:par>
                          <p:cTn id="49" fill="hold">
                            <p:stCondLst>
                              <p:cond delay="0"/>
                            </p:stCondLst>
                            <p:childTnLst>
                              <p:par>
                                <p:cTn id="50" presetID="22" presetClass="entr" presetSubtype="8" fill="hold" grpId="0" nodeType="clickEffect">
                                  <p:stCondLst>
                                    <p:cond delay="0"/>
                                  </p:stCondLst>
                                  <p:childTnLst>
                                    <p:set>
                                      <p:cBhvr>
                                        <p:cTn id="51" dur="1" fill="hold">
                                          <p:stCondLst>
                                            <p:cond delay="0"/>
                                          </p:stCondLst>
                                        </p:cTn>
                                        <p:tgtEl>
                                          <p:spTgt spid="6">
                                            <p:txEl>
                                              <p:pRg st="2" end="2"/>
                                            </p:txEl>
                                          </p:spTgt>
                                        </p:tgtEl>
                                        <p:attrNameLst>
                                          <p:attrName>style.visibility</p:attrName>
                                        </p:attrNameLst>
                                      </p:cBhvr>
                                      <p:to>
                                        <p:strVal val="visible"/>
                                      </p:to>
                                    </p:set>
                                    <p:animEffect transition="in" filter="wipe(left)">
                                      <p:cBhvr>
                                        <p:cTn id="52" dur="1000"/>
                                        <p:tgtEl>
                                          <p:spTgt spid="6">
                                            <p:txEl>
                                              <p:pRg st="2" end="2"/>
                                            </p:txEl>
                                          </p:spTgt>
                                        </p:tgtEl>
                                      </p:cBhvr>
                                    </p:animEffect>
                                  </p:childTnLst>
                                </p:cTn>
                              </p:par>
                            </p:childTnLst>
                          </p:cTn>
                        </p:par>
                      </p:childTnLst>
                    </p:cTn>
                  </p:par>
                  <p:par>
                    <p:cTn id="53" fill="hold">
                      <p:stCondLst>
                        <p:cond delay="indefinite"/>
                      </p:stCondLst>
                      <p:childTnLst>
                        <p:par>
                          <p:cTn id="54" fill="hold">
                            <p:stCondLst>
                              <p:cond delay="0"/>
                            </p:stCondLst>
                            <p:childTnLst>
                              <p:par>
                                <p:cTn id="55" presetID="22" presetClass="entr" presetSubtype="8" fill="hold" grpId="0" nodeType="clickEffect">
                                  <p:stCondLst>
                                    <p:cond delay="0"/>
                                  </p:stCondLst>
                                  <p:childTnLst>
                                    <p:set>
                                      <p:cBhvr>
                                        <p:cTn id="56" dur="1" fill="hold">
                                          <p:stCondLst>
                                            <p:cond delay="0"/>
                                          </p:stCondLst>
                                        </p:cTn>
                                        <p:tgtEl>
                                          <p:spTgt spid="6">
                                            <p:txEl>
                                              <p:pRg st="3" end="3"/>
                                            </p:txEl>
                                          </p:spTgt>
                                        </p:tgtEl>
                                        <p:attrNameLst>
                                          <p:attrName>style.visibility</p:attrName>
                                        </p:attrNameLst>
                                      </p:cBhvr>
                                      <p:to>
                                        <p:strVal val="visible"/>
                                      </p:to>
                                    </p:set>
                                    <p:animEffect transition="in" filter="wipe(left)">
                                      <p:cBhvr>
                                        <p:cTn id="57" dur="1000"/>
                                        <p:tgtEl>
                                          <p:spTgt spid="6">
                                            <p:txEl>
                                              <p:pRg st="3" end="3"/>
                                            </p:txEl>
                                          </p:spTgt>
                                        </p:tgtEl>
                                      </p:cBhvr>
                                    </p:animEffect>
                                  </p:childTnLst>
                                </p:cTn>
                              </p:par>
                            </p:childTnLst>
                          </p:cTn>
                        </p:par>
                      </p:childTnLst>
                    </p:cTn>
                  </p:par>
                  <p:par>
                    <p:cTn id="58" fill="hold">
                      <p:stCondLst>
                        <p:cond delay="indefinite"/>
                      </p:stCondLst>
                      <p:childTnLst>
                        <p:par>
                          <p:cTn id="59" fill="hold">
                            <p:stCondLst>
                              <p:cond delay="0"/>
                            </p:stCondLst>
                            <p:childTnLst>
                              <p:par>
                                <p:cTn id="60" presetID="22" presetClass="entr" presetSubtype="8" fill="hold" grpId="0" nodeType="clickEffect">
                                  <p:stCondLst>
                                    <p:cond delay="0"/>
                                  </p:stCondLst>
                                  <p:childTnLst>
                                    <p:set>
                                      <p:cBhvr>
                                        <p:cTn id="61" dur="1" fill="hold">
                                          <p:stCondLst>
                                            <p:cond delay="0"/>
                                          </p:stCondLst>
                                        </p:cTn>
                                        <p:tgtEl>
                                          <p:spTgt spid="6">
                                            <p:txEl>
                                              <p:pRg st="4" end="4"/>
                                            </p:txEl>
                                          </p:spTgt>
                                        </p:tgtEl>
                                        <p:attrNameLst>
                                          <p:attrName>style.visibility</p:attrName>
                                        </p:attrNameLst>
                                      </p:cBhvr>
                                      <p:to>
                                        <p:strVal val="visible"/>
                                      </p:to>
                                    </p:set>
                                    <p:animEffect transition="in" filter="wipe(left)">
                                      <p:cBhvr>
                                        <p:cTn id="62" dur="1000"/>
                                        <p:tgtEl>
                                          <p:spTgt spid="6">
                                            <p:txEl>
                                              <p:pRg st="4" end="4"/>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build="p"/>
      <p:bldP spid="3" grpId="0" uiExpand="1" build="p"/>
      <p:bldP spid="5" grpId="0" build="p"/>
      <p:bldP spid="6" grpId="0" build="p"/>
    </p:bldLst>
  </p:timing>
</p:sld>
</file>

<file path=ppt/slides/slide59.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55ABFA4-A27B-8842-C55B-B40658509C78}"/>
              </a:ext>
            </a:extLst>
          </p:cNvPr>
          <p:cNvSpPr>
            <a:spLocks noGrp="1"/>
          </p:cNvSpPr>
          <p:nvPr>
            <p:ph type="title"/>
          </p:nvPr>
        </p:nvSpPr>
        <p:spPr/>
        <p:txBody>
          <a:bodyPr/>
          <a:lstStyle/>
          <a:p>
            <a:r>
              <a:rPr lang="en-GB" dirty="0"/>
              <a:t>SQL Order of Operations</a:t>
            </a:r>
          </a:p>
        </p:txBody>
      </p:sp>
      <p:sp>
        <p:nvSpPr>
          <p:cNvPr id="4" name="Text Placeholder 3">
            <a:extLst>
              <a:ext uri="{FF2B5EF4-FFF2-40B4-BE49-F238E27FC236}">
                <a16:creationId xmlns:a16="http://schemas.microsoft.com/office/drawing/2014/main" id="{A3EACDBF-C51C-4AFD-8F73-B9567322C278}"/>
              </a:ext>
            </a:extLst>
          </p:cNvPr>
          <p:cNvSpPr>
            <a:spLocks noGrp="1"/>
          </p:cNvSpPr>
          <p:nvPr>
            <p:ph type="body" idx="1"/>
          </p:nvPr>
        </p:nvSpPr>
        <p:spPr/>
        <p:txBody>
          <a:bodyPr/>
          <a:lstStyle/>
          <a:p>
            <a:r>
              <a:rPr lang="en-GB" dirty="0"/>
              <a:t>SQL</a:t>
            </a:r>
          </a:p>
        </p:txBody>
      </p:sp>
      <p:sp>
        <p:nvSpPr>
          <p:cNvPr id="3" name="Content Placeholder 2">
            <a:extLst>
              <a:ext uri="{FF2B5EF4-FFF2-40B4-BE49-F238E27FC236}">
                <a16:creationId xmlns:a16="http://schemas.microsoft.com/office/drawing/2014/main" id="{C0396F45-AB41-5147-8CA1-DD95C04F8120}"/>
              </a:ext>
            </a:extLst>
          </p:cNvPr>
          <p:cNvSpPr>
            <a:spLocks noGrp="1"/>
          </p:cNvSpPr>
          <p:nvPr>
            <p:ph sz="half" idx="2"/>
          </p:nvPr>
        </p:nvSpPr>
        <p:spPr/>
        <p:txBody>
          <a:bodyPr/>
          <a:lstStyle/>
          <a:p>
            <a:pPr marL="514350" indent="-514350">
              <a:buFont typeface="+mj-lt"/>
              <a:buAutoNum type="arabicPeriod"/>
            </a:pPr>
            <a:r>
              <a:rPr lang="en-GB" dirty="0"/>
              <a:t>SELECT field(s)</a:t>
            </a:r>
          </a:p>
          <a:p>
            <a:pPr marL="514350" indent="-514350">
              <a:buFont typeface="+mj-lt"/>
              <a:buAutoNum type="arabicPeriod"/>
            </a:pPr>
            <a:r>
              <a:rPr lang="en-GB" dirty="0"/>
              <a:t>FROM table(s)</a:t>
            </a:r>
          </a:p>
          <a:p>
            <a:pPr marL="514350" indent="-514350">
              <a:buFont typeface="+mj-lt"/>
              <a:buAutoNum type="arabicPeriod"/>
            </a:pPr>
            <a:r>
              <a:rPr lang="en-GB" dirty="0"/>
              <a:t>WHERE condition(s)</a:t>
            </a:r>
          </a:p>
          <a:p>
            <a:pPr marL="514350" indent="-514350">
              <a:buFont typeface="+mj-lt"/>
              <a:buAutoNum type="arabicPeriod"/>
            </a:pPr>
            <a:r>
              <a:rPr lang="en-GB" dirty="0"/>
              <a:t>GROUP BY field(s)</a:t>
            </a:r>
          </a:p>
          <a:p>
            <a:pPr marL="514350" indent="-514350">
              <a:buFont typeface="+mj-lt"/>
              <a:buAutoNum type="arabicPeriod"/>
            </a:pPr>
            <a:r>
              <a:rPr lang="en-GB" dirty="0"/>
              <a:t>ORDER BY field(s)</a:t>
            </a:r>
          </a:p>
        </p:txBody>
      </p:sp>
      <p:sp>
        <p:nvSpPr>
          <p:cNvPr id="5" name="Text Placeholder 4">
            <a:extLst>
              <a:ext uri="{FF2B5EF4-FFF2-40B4-BE49-F238E27FC236}">
                <a16:creationId xmlns:a16="http://schemas.microsoft.com/office/drawing/2014/main" id="{2D027DE3-9767-439D-BEAE-0E33D92528EA}"/>
              </a:ext>
            </a:extLst>
          </p:cNvPr>
          <p:cNvSpPr>
            <a:spLocks noGrp="1"/>
          </p:cNvSpPr>
          <p:nvPr>
            <p:ph type="body" sz="quarter" idx="3"/>
          </p:nvPr>
        </p:nvSpPr>
        <p:spPr/>
        <p:txBody>
          <a:bodyPr/>
          <a:lstStyle/>
          <a:p>
            <a:r>
              <a:rPr lang="en-GB" dirty="0"/>
              <a:t>Order</a:t>
            </a:r>
          </a:p>
        </p:txBody>
      </p:sp>
      <p:sp>
        <p:nvSpPr>
          <p:cNvPr id="6" name="Content Placeholder 5">
            <a:extLst>
              <a:ext uri="{FF2B5EF4-FFF2-40B4-BE49-F238E27FC236}">
                <a16:creationId xmlns:a16="http://schemas.microsoft.com/office/drawing/2014/main" id="{AC785971-4016-46B9-923D-AA9FA988605D}"/>
              </a:ext>
            </a:extLst>
          </p:cNvPr>
          <p:cNvSpPr>
            <a:spLocks noGrp="1"/>
          </p:cNvSpPr>
          <p:nvPr>
            <p:ph sz="quarter" idx="4"/>
          </p:nvPr>
        </p:nvSpPr>
        <p:spPr/>
        <p:txBody>
          <a:bodyPr/>
          <a:lstStyle/>
          <a:p>
            <a:pPr marL="514350" indent="-514350">
              <a:buFont typeface="+mj-lt"/>
              <a:buAutoNum type="arabicPeriod"/>
            </a:pPr>
            <a:r>
              <a:rPr lang="en-GB" dirty="0"/>
              <a:t> </a:t>
            </a:r>
          </a:p>
          <a:p>
            <a:pPr marL="514350" indent="-514350">
              <a:buFont typeface="+mj-lt"/>
              <a:buAutoNum type="arabicPeriod"/>
            </a:pPr>
            <a:r>
              <a:rPr lang="en-GB" dirty="0"/>
              <a:t> </a:t>
            </a:r>
          </a:p>
          <a:p>
            <a:pPr marL="514350" indent="-514350">
              <a:buFont typeface="+mj-lt"/>
              <a:buAutoNum type="arabicPeriod"/>
            </a:pPr>
            <a:r>
              <a:rPr lang="en-GB" dirty="0"/>
              <a:t> </a:t>
            </a:r>
          </a:p>
          <a:p>
            <a:pPr marL="514350" indent="-514350">
              <a:buFont typeface="+mj-lt"/>
              <a:buAutoNum type="arabicPeriod"/>
            </a:pPr>
            <a:r>
              <a:rPr lang="en-GB" dirty="0"/>
              <a:t> </a:t>
            </a:r>
          </a:p>
          <a:p>
            <a:pPr marL="514350" indent="-514350">
              <a:buFont typeface="+mj-lt"/>
              <a:buAutoNum type="arabicPeriod"/>
            </a:pPr>
            <a:r>
              <a:rPr lang="en-GB" dirty="0"/>
              <a:t> </a:t>
            </a:r>
          </a:p>
          <a:p>
            <a:endParaRPr lang="en-GB" dirty="0"/>
          </a:p>
        </p:txBody>
      </p:sp>
    </p:spTree>
    <p:extLst>
      <p:ext uri="{BB962C8B-B14F-4D97-AF65-F5344CB8AC3E}">
        <p14:creationId xmlns:p14="http://schemas.microsoft.com/office/powerpoint/2010/main" val="4165258570"/>
      </p:ext>
    </p:extLst>
  </p:cSld>
  <p:clrMapOvr>
    <a:masterClrMapping/>
  </p:clrMapOvr>
</p:sld>
</file>

<file path=ppt/slides/slide6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itle 3">
            <a:extLst>
              <a:ext uri="{FF2B5EF4-FFF2-40B4-BE49-F238E27FC236}">
                <a16:creationId xmlns:a16="http://schemas.microsoft.com/office/drawing/2014/main" id="{08C76DEA-F650-51AB-7EE7-9B3064808EC0}"/>
              </a:ext>
            </a:extLst>
          </p:cNvPr>
          <p:cNvSpPr>
            <a:spLocks noGrp="1"/>
          </p:cNvSpPr>
          <p:nvPr>
            <p:ph type="title"/>
          </p:nvPr>
        </p:nvSpPr>
        <p:spPr>
          <a:xfrm>
            <a:off x="838200" y="365125"/>
            <a:ext cx="10515600" cy="1325563"/>
          </a:xfrm>
        </p:spPr>
        <p:txBody>
          <a:bodyPr/>
          <a:lstStyle/>
          <a:p>
            <a:r>
              <a:rPr lang="en-GB" dirty="0"/>
              <a:t>Order of Operations (7)</a:t>
            </a:r>
          </a:p>
        </p:txBody>
      </p:sp>
      <p:sp>
        <p:nvSpPr>
          <p:cNvPr id="6" name="SQL">
            <a:extLst>
              <a:ext uri="{FF2B5EF4-FFF2-40B4-BE49-F238E27FC236}">
                <a16:creationId xmlns:a16="http://schemas.microsoft.com/office/drawing/2014/main" id="{C460184D-D803-F499-E82E-972FB39F9288}"/>
              </a:ext>
            </a:extLst>
          </p:cNvPr>
          <p:cNvSpPr>
            <a:spLocks noChangeArrowheads="1"/>
          </p:cNvSpPr>
          <p:nvPr/>
        </p:nvSpPr>
        <p:spPr bwMode="auto">
          <a:xfrm>
            <a:off x="619125" y="1370838"/>
            <a:ext cx="3429144" cy="132343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91440" tIns="45720" rIns="91440" bIns="45720" numCol="1" anchor="ctr" anchorCtr="0" compatLnSpc="1">
            <a:prstTxWarp prst="textNoShape">
              <a:avLst/>
            </a:prstTxWarp>
            <a:spAutoFit/>
          </a:bodyPr>
          <a:lstStyle/>
          <a:p>
            <a:pPr lvl="0" eaLnBrk="0" fontAlgn="base" hangingPunct="0">
              <a:spcBef>
                <a:spcPct val="0"/>
              </a:spcBef>
              <a:spcAft>
                <a:spcPct val="0"/>
              </a:spcAft>
            </a:pPr>
            <a:r>
              <a:rPr kumimoji="0" lang="en-US" altLang="en-US" sz="2000" b="0" i="0" u="none" strike="noStrike" cap="none" normalizeH="0" baseline="0" dirty="0">
                <a:ln>
                  <a:noFill/>
                </a:ln>
                <a:solidFill>
                  <a:srgbClr val="B2B2B2"/>
                </a:solidFill>
                <a:effectLst/>
                <a:latin typeface="Consolas" panose="020B0609020204030204" pitchFamily="49" charset="0"/>
              </a:rPr>
              <a:t>1 </a:t>
            </a:r>
            <a:r>
              <a:rPr kumimoji="0" lang="en-US" altLang="en-US" sz="2000" b="0" i="0" u="none" strike="noStrike" cap="none" normalizeH="0" baseline="0" dirty="0">
                <a:ln>
                  <a:noFill/>
                </a:ln>
                <a:solidFill>
                  <a:srgbClr val="A71D5D"/>
                </a:solidFill>
                <a:effectLst/>
                <a:latin typeface="Consolas" panose="020B0609020204030204" pitchFamily="49" charset="0"/>
              </a:rPr>
              <a:t>SELECT</a:t>
            </a:r>
            <a:r>
              <a:rPr kumimoji="0" lang="en-US" altLang="en-US" sz="2000" b="0" i="0" u="none" strike="noStrike" cap="none" normalizeH="0" baseline="0" dirty="0">
                <a:ln>
                  <a:noFill/>
                </a:ln>
                <a:solidFill>
                  <a:srgbClr val="000000"/>
                </a:solidFill>
                <a:effectLst/>
                <a:latin typeface="Consolas" panose="020B0609020204030204" pitchFamily="49" charset="0"/>
              </a:rPr>
              <a:t> </a:t>
            </a:r>
            <a:r>
              <a:rPr lang="en-US" altLang="en-US" sz="2000" dirty="0">
                <a:solidFill>
                  <a:srgbClr val="000000"/>
                </a:solidFill>
                <a:latin typeface="Consolas" panose="020B0609020204030204" pitchFamily="49" charset="0"/>
              </a:rPr>
              <a:t>type, COUNT(*)</a:t>
            </a:r>
          </a:p>
          <a:p>
            <a:pPr lvl="0" eaLnBrk="0" fontAlgn="base" hangingPunct="0">
              <a:spcBef>
                <a:spcPct val="0"/>
              </a:spcBef>
              <a:spcAft>
                <a:spcPct val="0"/>
              </a:spcAft>
            </a:pPr>
            <a:r>
              <a:rPr lang="en-US" altLang="en-US" sz="2000" dirty="0">
                <a:solidFill>
                  <a:srgbClr val="B2B2B2"/>
                </a:solidFill>
                <a:latin typeface="Consolas" panose="020B0609020204030204" pitchFamily="49" charset="0"/>
              </a:rPr>
              <a:t>2 </a:t>
            </a:r>
            <a:r>
              <a:rPr lang="en-US" altLang="en-US" sz="2000" dirty="0">
                <a:solidFill>
                  <a:srgbClr val="000000"/>
                </a:solidFill>
                <a:latin typeface="Consolas" panose="020B0609020204030204" pitchFamily="49" charset="0"/>
              </a:rPr>
              <a:t>  </a:t>
            </a:r>
            <a:r>
              <a:rPr lang="en-US" altLang="en-US" sz="2000" dirty="0">
                <a:solidFill>
                  <a:srgbClr val="A71D5D"/>
                </a:solidFill>
                <a:latin typeface="Consolas" panose="020B0609020204030204" pitchFamily="49" charset="0"/>
              </a:rPr>
              <a:t>FROM</a:t>
            </a:r>
            <a:r>
              <a:rPr lang="en-US" altLang="en-US" sz="2000" dirty="0">
                <a:solidFill>
                  <a:srgbClr val="000000"/>
                </a:solidFill>
                <a:latin typeface="Consolas" panose="020B0609020204030204" pitchFamily="49" charset="0"/>
              </a:rPr>
              <a:t> Pet</a:t>
            </a:r>
          </a:p>
          <a:p>
            <a:pPr eaLnBrk="0" fontAlgn="base" hangingPunct="0">
              <a:spcBef>
                <a:spcPct val="0"/>
              </a:spcBef>
              <a:spcAft>
                <a:spcPct val="0"/>
              </a:spcAft>
            </a:pPr>
            <a:r>
              <a:rPr lang="en-US" altLang="en-US" sz="2000" dirty="0">
                <a:solidFill>
                  <a:srgbClr val="B2B2B2"/>
                </a:solidFill>
                <a:latin typeface="Consolas" panose="020B0609020204030204" pitchFamily="49" charset="0"/>
              </a:rPr>
              <a:t>3 </a:t>
            </a:r>
            <a:r>
              <a:rPr lang="en-US" altLang="en-US" sz="2000" dirty="0">
                <a:solidFill>
                  <a:srgbClr val="000000"/>
                </a:solidFill>
                <a:latin typeface="Consolas" panose="020B0609020204030204" pitchFamily="49" charset="0"/>
              </a:rPr>
              <a:t>  </a:t>
            </a:r>
            <a:r>
              <a:rPr lang="en-US" altLang="en-US" sz="2000" dirty="0">
                <a:solidFill>
                  <a:srgbClr val="A71D5D"/>
                </a:solidFill>
                <a:latin typeface="Consolas" panose="020B0609020204030204" pitchFamily="49" charset="0"/>
              </a:rPr>
              <a:t>WHERE</a:t>
            </a:r>
            <a:r>
              <a:rPr lang="en-US" altLang="en-US" sz="2000" dirty="0">
                <a:solidFill>
                  <a:srgbClr val="000000"/>
                </a:solidFill>
                <a:latin typeface="Consolas" panose="020B0609020204030204" pitchFamily="49" charset="0"/>
              </a:rPr>
              <a:t> age &lt;= 6</a:t>
            </a:r>
          </a:p>
          <a:p>
            <a:pPr eaLnBrk="0" fontAlgn="base" hangingPunct="0">
              <a:spcBef>
                <a:spcPct val="0"/>
              </a:spcBef>
              <a:spcAft>
                <a:spcPct val="0"/>
              </a:spcAft>
            </a:pPr>
            <a:r>
              <a:rPr lang="en-US" altLang="en-US" sz="2000" dirty="0">
                <a:solidFill>
                  <a:srgbClr val="B2B2B2"/>
                </a:solidFill>
                <a:latin typeface="Consolas" panose="020B0609020204030204" pitchFamily="49" charset="0"/>
              </a:rPr>
              <a:t>4 </a:t>
            </a:r>
            <a:r>
              <a:rPr lang="en-US" altLang="en-US" sz="2000" dirty="0">
                <a:solidFill>
                  <a:srgbClr val="000000"/>
                </a:solidFill>
                <a:latin typeface="Consolas" panose="020B0609020204030204" pitchFamily="49" charset="0"/>
              </a:rPr>
              <a:t>  </a:t>
            </a:r>
            <a:r>
              <a:rPr lang="en-US" altLang="en-US" sz="2000" dirty="0">
                <a:solidFill>
                  <a:srgbClr val="A71D5D"/>
                </a:solidFill>
                <a:latin typeface="Consolas" panose="020B0609020204030204" pitchFamily="49" charset="0"/>
              </a:rPr>
              <a:t>GROUP BY </a:t>
            </a:r>
            <a:r>
              <a:rPr lang="en-US" altLang="en-US" sz="2000" dirty="0">
                <a:solidFill>
                  <a:srgbClr val="000000"/>
                </a:solidFill>
                <a:latin typeface="Consolas" panose="020B0609020204030204" pitchFamily="49" charset="0"/>
              </a:rPr>
              <a:t>type</a:t>
            </a:r>
            <a:r>
              <a:rPr kumimoji="0" lang="en-US" altLang="en-US" sz="2000" b="0" i="0" u="none" strike="noStrike" cap="none" normalizeH="0" baseline="0" dirty="0">
                <a:ln>
                  <a:noFill/>
                </a:ln>
                <a:solidFill>
                  <a:srgbClr val="000000"/>
                </a:solidFill>
                <a:effectLst/>
                <a:latin typeface="Consolas" panose="020B0609020204030204" pitchFamily="49" charset="0"/>
              </a:rPr>
              <a:t>;</a:t>
            </a:r>
            <a:endParaRPr kumimoji="0" lang="en-US" altLang="en-US" sz="2000" b="0" i="0" u="none" strike="noStrike" cap="none" normalizeH="0" baseline="0" dirty="0">
              <a:ln>
                <a:noFill/>
              </a:ln>
              <a:solidFill>
                <a:schemeClr val="tx1"/>
              </a:solidFill>
              <a:effectLst/>
              <a:latin typeface="Consolas" panose="020B0609020204030204" pitchFamily="49" charset="0"/>
            </a:endParaRPr>
          </a:p>
        </p:txBody>
      </p:sp>
      <p:sp>
        <p:nvSpPr>
          <p:cNvPr id="17" name="Pet">
            <a:extLst>
              <a:ext uri="{FF2B5EF4-FFF2-40B4-BE49-F238E27FC236}">
                <a16:creationId xmlns:a16="http://schemas.microsoft.com/office/drawing/2014/main" id="{37697A85-FE4A-5F49-87D3-DF60452AD532}"/>
              </a:ext>
            </a:extLst>
          </p:cNvPr>
          <p:cNvSpPr txBox="1"/>
          <p:nvPr/>
        </p:nvSpPr>
        <p:spPr>
          <a:xfrm>
            <a:off x="1147564" y="3091527"/>
            <a:ext cx="1771650" cy="369332"/>
          </a:xfrm>
          <a:prstGeom prst="rect">
            <a:avLst/>
          </a:prstGeom>
          <a:noFill/>
        </p:spPr>
        <p:txBody>
          <a:bodyPr wrap="square" rtlCol="0">
            <a:spAutoFit/>
          </a:bodyPr>
          <a:lstStyle/>
          <a:p>
            <a:r>
              <a:rPr lang="en-GB" b="1" dirty="0"/>
              <a:t>Table: Pet</a:t>
            </a:r>
          </a:p>
        </p:txBody>
      </p:sp>
      <p:sp>
        <p:nvSpPr>
          <p:cNvPr id="19" name="Order">
            <a:extLst>
              <a:ext uri="{FF2B5EF4-FFF2-40B4-BE49-F238E27FC236}">
                <a16:creationId xmlns:a16="http://schemas.microsoft.com/office/drawing/2014/main" id="{39027E70-266E-C921-B96A-180149336170}"/>
              </a:ext>
            </a:extLst>
          </p:cNvPr>
          <p:cNvSpPr txBox="1"/>
          <p:nvPr/>
        </p:nvSpPr>
        <p:spPr>
          <a:xfrm>
            <a:off x="8761790" y="490161"/>
            <a:ext cx="2590417" cy="2246769"/>
          </a:xfrm>
          <a:prstGeom prst="rect">
            <a:avLst/>
          </a:prstGeom>
          <a:noFill/>
        </p:spPr>
        <p:txBody>
          <a:bodyPr wrap="square" rtlCol="0">
            <a:spAutoFit/>
          </a:bodyPr>
          <a:lstStyle/>
          <a:p>
            <a:r>
              <a:rPr lang="en-GB" sz="2800" b="1" dirty="0">
                <a:solidFill>
                  <a:srgbClr val="7030A0"/>
                </a:solidFill>
              </a:rPr>
              <a:t>Order</a:t>
            </a:r>
            <a:r>
              <a:rPr lang="en-GB" sz="2800" dirty="0">
                <a:solidFill>
                  <a:srgbClr val="7030A0"/>
                </a:solidFill>
              </a:rPr>
              <a:t>:</a:t>
            </a:r>
          </a:p>
          <a:p>
            <a:pPr lvl="1"/>
            <a:r>
              <a:rPr lang="en-GB" sz="2800" dirty="0">
                <a:solidFill>
                  <a:srgbClr val="7030A0"/>
                </a:solidFill>
              </a:rPr>
              <a:t>1.  FROM</a:t>
            </a:r>
          </a:p>
          <a:p>
            <a:pPr lvl="1"/>
            <a:r>
              <a:rPr lang="en-GB" sz="2800" dirty="0">
                <a:solidFill>
                  <a:srgbClr val="7030A0"/>
                </a:solidFill>
              </a:rPr>
              <a:t>2.  WHERE</a:t>
            </a:r>
          </a:p>
          <a:p>
            <a:pPr lvl="1"/>
            <a:r>
              <a:rPr lang="en-GB" sz="2800" dirty="0">
                <a:solidFill>
                  <a:srgbClr val="7030A0"/>
                </a:solidFill>
              </a:rPr>
              <a:t>3.  GROUP BY</a:t>
            </a:r>
          </a:p>
          <a:p>
            <a:pPr lvl="1"/>
            <a:r>
              <a:rPr lang="en-GB" sz="2800" dirty="0">
                <a:solidFill>
                  <a:srgbClr val="7030A0"/>
                </a:solidFill>
              </a:rPr>
              <a:t>4.  SELECT</a:t>
            </a:r>
          </a:p>
        </p:txBody>
      </p:sp>
      <p:sp>
        <p:nvSpPr>
          <p:cNvPr id="27" name="From - Arrow">
            <a:extLst>
              <a:ext uri="{FF2B5EF4-FFF2-40B4-BE49-F238E27FC236}">
                <a16:creationId xmlns:a16="http://schemas.microsoft.com/office/drawing/2014/main" id="{269837FC-7069-F1D9-E16A-87AF1D4A80CD}"/>
              </a:ext>
            </a:extLst>
          </p:cNvPr>
          <p:cNvSpPr/>
          <p:nvPr/>
        </p:nvSpPr>
        <p:spPr>
          <a:xfrm>
            <a:off x="154554" y="1747731"/>
            <a:ext cx="464567" cy="264039"/>
          </a:xfrm>
          <a:prstGeom prst="rightArrow">
            <a:avLst/>
          </a:prstGeom>
          <a:solidFill>
            <a:srgbClr val="FF000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10" name="From">
            <a:extLst>
              <a:ext uri="{FF2B5EF4-FFF2-40B4-BE49-F238E27FC236}">
                <a16:creationId xmlns:a16="http://schemas.microsoft.com/office/drawing/2014/main" id="{BC0A24A5-7704-6A36-CD80-4ED2C2F64BD2}"/>
              </a:ext>
            </a:extLst>
          </p:cNvPr>
          <p:cNvSpPr txBox="1"/>
          <p:nvPr/>
        </p:nvSpPr>
        <p:spPr>
          <a:xfrm>
            <a:off x="3164897" y="2911786"/>
            <a:ext cx="850960" cy="369332"/>
          </a:xfrm>
          <a:prstGeom prst="rect">
            <a:avLst/>
          </a:prstGeom>
          <a:noFill/>
        </p:spPr>
        <p:txBody>
          <a:bodyPr wrap="square" rtlCol="0">
            <a:spAutoFit/>
          </a:bodyPr>
          <a:lstStyle/>
          <a:p>
            <a:r>
              <a:rPr lang="en-GB" b="1" dirty="0"/>
              <a:t>FROM</a:t>
            </a:r>
          </a:p>
        </p:txBody>
      </p:sp>
      <p:graphicFrame>
        <p:nvGraphicFramePr>
          <p:cNvPr id="22" name="Pet - Table">
            <a:extLst>
              <a:ext uri="{FF2B5EF4-FFF2-40B4-BE49-F238E27FC236}">
                <a16:creationId xmlns:a16="http://schemas.microsoft.com/office/drawing/2014/main" id="{E1C47C29-B1FD-7991-E626-2F12DC1AFFDE}"/>
              </a:ext>
            </a:extLst>
          </p:cNvPr>
          <p:cNvGraphicFramePr>
            <a:graphicFrameLocks noGrp="1"/>
          </p:cNvGraphicFramePr>
          <p:nvPr>
            <p:extLst>
              <p:ext uri="{D42A27DB-BD31-4B8C-83A1-F6EECF244321}">
                <p14:modId xmlns:p14="http://schemas.microsoft.com/office/powerpoint/2010/main" val="3772015341"/>
              </p:ext>
            </p:extLst>
          </p:nvPr>
        </p:nvGraphicFramePr>
        <p:xfrm>
          <a:off x="1233287" y="3412595"/>
          <a:ext cx="2042287" cy="2914650"/>
        </p:xfrm>
        <a:graphic>
          <a:graphicData uri="http://schemas.openxmlformats.org/drawingml/2006/table">
            <a:tbl>
              <a:tblPr firstRow="1" bandRow="1">
                <a:tableStyleId>{5C22544A-7EE6-4342-B048-85BDC9FD1C3A}</a:tableStyleId>
              </a:tblPr>
              <a:tblGrid>
                <a:gridCol w="812483">
                  <a:extLst>
                    <a:ext uri="{9D8B030D-6E8A-4147-A177-3AD203B41FA5}">
                      <a16:colId xmlns:a16="http://schemas.microsoft.com/office/drawing/2014/main" val="2854243258"/>
                    </a:ext>
                  </a:extLst>
                </a:gridCol>
                <a:gridCol w="787400">
                  <a:extLst>
                    <a:ext uri="{9D8B030D-6E8A-4147-A177-3AD203B41FA5}">
                      <a16:colId xmlns:a16="http://schemas.microsoft.com/office/drawing/2014/main" val="3258369125"/>
                    </a:ext>
                  </a:extLst>
                </a:gridCol>
                <a:gridCol w="442404">
                  <a:extLst>
                    <a:ext uri="{9D8B030D-6E8A-4147-A177-3AD203B41FA5}">
                      <a16:colId xmlns:a16="http://schemas.microsoft.com/office/drawing/2014/main" val="488355367"/>
                    </a:ext>
                  </a:extLst>
                </a:gridCol>
              </a:tblGrid>
              <a:tr h="0">
                <a:tc>
                  <a:txBody>
                    <a:bodyPr/>
                    <a:lstStyle/>
                    <a:p>
                      <a:pPr algn="l"/>
                      <a:r>
                        <a:rPr lang="en-GB" sz="2000" b="0" i="0" dirty="0">
                          <a:solidFill>
                            <a:schemeClr val="bg1"/>
                          </a:solidFill>
                          <a:effectLst/>
                          <a:latin typeface="Calibri" panose="020F0502020204030204" pitchFamily="34" charset="0"/>
                          <a:cs typeface="Calibri" panose="020F0502020204030204" pitchFamily="34" charset="0"/>
                        </a:rPr>
                        <a:t>name</a:t>
                      </a:r>
                    </a:p>
                  </a:txBody>
                  <a:tcPr marL="9525" marR="9525" marT="9525" marB="9525" anchor="ctr"/>
                </a:tc>
                <a:tc>
                  <a:txBody>
                    <a:bodyPr/>
                    <a:lstStyle/>
                    <a:p>
                      <a:pPr algn="l"/>
                      <a:r>
                        <a:rPr lang="en-GB" sz="2000" b="0" i="0" dirty="0">
                          <a:solidFill>
                            <a:schemeClr val="bg1"/>
                          </a:solidFill>
                          <a:effectLst/>
                          <a:latin typeface="Calibri" panose="020F0502020204030204" pitchFamily="34" charset="0"/>
                          <a:cs typeface="Calibri" panose="020F0502020204030204" pitchFamily="34" charset="0"/>
                        </a:rPr>
                        <a:t>type</a:t>
                      </a:r>
                    </a:p>
                  </a:txBody>
                  <a:tcPr marL="9525" marR="9525" marT="9525" marB="9525" anchor="ctr"/>
                </a:tc>
                <a:tc>
                  <a:txBody>
                    <a:bodyPr/>
                    <a:lstStyle/>
                    <a:p>
                      <a:pPr algn="l"/>
                      <a:r>
                        <a:rPr lang="en-GB" sz="2000" b="0" i="0" dirty="0">
                          <a:solidFill>
                            <a:schemeClr val="bg1"/>
                          </a:solidFill>
                          <a:effectLst/>
                          <a:latin typeface="Calibri" panose="020F0502020204030204" pitchFamily="34" charset="0"/>
                          <a:cs typeface="Calibri" panose="020F0502020204030204" pitchFamily="34" charset="0"/>
                        </a:rPr>
                        <a:t>age</a:t>
                      </a:r>
                    </a:p>
                  </a:txBody>
                  <a:tcPr marL="9525" marR="9525" marT="9525" marB="9525" anchor="ctr"/>
                </a:tc>
                <a:extLst>
                  <a:ext uri="{0D108BD9-81ED-4DB2-BD59-A6C34878D82A}">
                    <a16:rowId xmlns:a16="http://schemas.microsoft.com/office/drawing/2014/main" val="4025555614"/>
                  </a:ext>
                </a:extLst>
              </a:tr>
              <a:tr h="0">
                <a:tc>
                  <a:txBody>
                    <a:bodyPr/>
                    <a:lstStyle/>
                    <a:p>
                      <a:pPr algn="l"/>
                      <a:r>
                        <a:rPr lang="en-GB" sz="2000" b="0">
                          <a:solidFill>
                            <a:schemeClr val="tx1"/>
                          </a:solidFill>
                          <a:effectLst/>
                        </a:rPr>
                        <a:t>Pepper</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Cat</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16</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584782578"/>
                  </a:ext>
                </a:extLst>
              </a:tr>
              <a:tr h="0">
                <a:tc>
                  <a:txBody>
                    <a:bodyPr/>
                    <a:lstStyle/>
                    <a:p>
                      <a:pPr algn="l"/>
                      <a:r>
                        <a:rPr lang="en-GB" sz="2000" b="0" dirty="0">
                          <a:solidFill>
                            <a:schemeClr val="tx1"/>
                          </a:solidFill>
                          <a:effectLst/>
                        </a:rPr>
                        <a:t>Cindy</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Dog</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4</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2149849542"/>
                  </a:ext>
                </a:extLst>
              </a:tr>
              <a:tr h="0">
                <a:tc>
                  <a:txBody>
                    <a:bodyPr/>
                    <a:lstStyle/>
                    <a:p>
                      <a:pPr algn="l"/>
                      <a:r>
                        <a:rPr lang="en-GB" sz="2000" b="0">
                          <a:solidFill>
                            <a:schemeClr val="tx1"/>
                          </a:solidFill>
                          <a:effectLst/>
                        </a:rPr>
                        <a:t>Snowy</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Cat</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7</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3316171777"/>
                  </a:ext>
                </a:extLst>
              </a:tr>
              <a:tr h="0">
                <a:tc>
                  <a:txBody>
                    <a:bodyPr/>
                    <a:lstStyle/>
                    <a:p>
                      <a:pPr algn="l"/>
                      <a:r>
                        <a:rPr lang="en-GB" sz="2000" b="0">
                          <a:solidFill>
                            <a:schemeClr val="tx1"/>
                          </a:solidFill>
                          <a:effectLst/>
                        </a:rPr>
                        <a:t>Micky</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Mouse</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1</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3759566993"/>
                  </a:ext>
                </a:extLst>
              </a:tr>
              <a:tr h="0">
                <a:tc>
                  <a:txBody>
                    <a:bodyPr/>
                    <a:lstStyle/>
                    <a:p>
                      <a:pPr algn="l"/>
                      <a:r>
                        <a:rPr lang="en-GB" sz="2000" b="0">
                          <a:solidFill>
                            <a:schemeClr val="tx1"/>
                          </a:solidFill>
                          <a:effectLst/>
                        </a:rPr>
                        <a:t>Minnie</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Mouse</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1</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1300902875"/>
                  </a:ext>
                </a:extLst>
              </a:tr>
              <a:tr h="0">
                <a:tc>
                  <a:txBody>
                    <a:bodyPr/>
                    <a:lstStyle/>
                    <a:p>
                      <a:pPr algn="l"/>
                      <a:r>
                        <a:rPr lang="en-GB" sz="2000" b="0">
                          <a:solidFill>
                            <a:schemeClr val="tx1"/>
                          </a:solidFill>
                          <a:effectLst/>
                        </a:rPr>
                        <a:t>Kitty</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Cat</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9</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812093042"/>
                  </a:ext>
                </a:extLst>
              </a:tr>
              <a:tr h="0">
                <a:tc>
                  <a:txBody>
                    <a:bodyPr/>
                    <a:lstStyle/>
                    <a:p>
                      <a:pPr algn="l"/>
                      <a:r>
                        <a:rPr lang="en-GB" sz="2000" b="0">
                          <a:solidFill>
                            <a:schemeClr val="tx1"/>
                          </a:solidFill>
                          <a:effectLst/>
                        </a:rPr>
                        <a:t>Bonzo</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Dog</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6</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2332571672"/>
                  </a:ext>
                </a:extLst>
              </a:tr>
              <a:tr h="0">
                <a:tc>
                  <a:txBody>
                    <a:bodyPr/>
                    <a:lstStyle/>
                    <a:p>
                      <a:pPr algn="l"/>
                      <a:r>
                        <a:rPr lang="en-GB" sz="2000" b="0" dirty="0">
                          <a:solidFill>
                            <a:schemeClr val="tx1"/>
                          </a:solidFill>
                          <a:effectLst/>
                        </a:rPr>
                        <a:t>Roger</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Rabbit</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3</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4236664047"/>
                  </a:ext>
                </a:extLst>
              </a:tr>
            </a:tbl>
          </a:graphicData>
        </a:graphic>
      </p:graphicFrame>
      <p:graphicFrame>
        <p:nvGraphicFramePr>
          <p:cNvPr id="23" name="Temp - Table">
            <a:extLst>
              <a:ext uri="{FF2B5EF4-FFF2-40B4-BE49-F238E27FC236}">
                <a16:creationId xmlns:a16="http://schemas.microsoft.com/office/drawing/2014/main" id="{57FE39BF-DC05-E516-87E6-26364C7BBE24}"/>
              </a:ext>
            </a:extLst>
          </p:cNvPr>
          <p:cNvGraphicFramePr>
            <a:graphicFrameLocks noGrp="1"/>
          </p:cNvGraphicFramePr>
          <p:nvPr>
            <p:extLst>
              <p:ext uri="{D42A27DB-BD31-4B8C-83A1-F6EECF244321}">
                <p14:modId xmlns:p14="http://schemas.microsoft.com/office/powerpoint/2010/main" val="3975199719"/>
              </p:ext>
            </p:extLst>
          </p:nvPr>
        </p:nvGraphicFramePr>
        <p:xfrm>
          <a:off x="3837781" y="3412595"/>
          <a:ext cx="2042287" cy="2914650"/>
        </p:xfrm>
        <a:graphic>
          <a:graphicData uri="http://schemas.openxmlformats.org/drawingml/2006/table">
            <a:tbl>
              <a:tblPr firstRow="1" bandRow="1">
                <a:tableStyleId>{5C22544A-7EE6-4342-B048-85BDC9FD1C3A}</a:tableStyleId>
              </a:tblPr>
              <a:tblGrid>
                <a:gridCol w="812483">
                  <a:extLst>
                    <a:ext uri="{9D8B030D-6E8A-4147-A177-3AD203B41FA5}">
                      <a16:colId xmlns:a16="http://schemas.microsoft.com/office/drawing/2014/main" val="2854243258"/>
                    </a:ext>
                  </a:extLst>
                </a:gridCol>
                <a:gridCol w="787400">
                  <a:extLst>
                    <a:ext uri="{9D8B030D-6E8A-4147-A177-3AD203B41FA5}">
                      <a16:colId xmlns:a16="http://schemas.microsoft.com/office/drawing/2014/main" val="3258369125"/>
                    </a:ext>
                  </a:extLst>
                </a:gridCol>
                <a:gridCol w="442404">
                  <a:extLst>
                    <a:ext uri="{9D8B030D-6E8A-4147-A177-3AD203B41FA5}">
                      <a16:colId xmlns:a16="http://schemas.microsoft.com/office/drawing/2014/main" val="488355367"/>
                    </a:ext>
                  </a:extLst>
                </a:gridCol>
              </a:tblGrid>
              <a:tr h="0">
                <a:tc>
                  <a:txBody>
                    <a:bodyPr/>
                    <a:lstStyle/>
                    <a:p>
                      <a:pPr algn="l"/>
                      <a:r>
                        <a:rPr lang="en-GB" sz="2000" b="0" i="0" dirty="0">
                          <a:solidFill>
                            <a:schemeClr val="bg1"/>
                          </a:solidFill>
                          <a:effectLst/>
                          <a:latin typeface="Calibri" panose="020F0502020204030204" pitchFamily="34" charset="0"/>
                          <a:cs typeface="Calibri" panose="020F0502020204030204" pitchFamily="34" charset="0"/>
                        </a:rPr>
                        <a:t>name</a:t>
                      </a:r>
                    </a:p>
                  </a:txBody>
                  <a:tcPr marL="9525" marR="9525" marT="9525" marB="9525" anchor="ctr"/>
                </a:tc>
                <a:tc>
                  <a:txBody>
                    <a:bodyPr/>
                    <a:lstStyle/>
                    <a:p>
                      <a:pPr algn="l"/>
                      <a:r>
                        <a:rPr lang="en-GB" sz="2000" b="0" i="0" dirty="0">
                          <a:solidFill>
                            <a:schemeClr val="bg1"/>
                          </a:solidFill>
                          <a:effectLst/>
                          <a:latin typeface="Calibri" panose="020F0502020204030204" pitchFamily="34" charset="0"/>
                          <a:cs typeface="Calibri" panose="020F0502020204030204" pitchFamily="34" charset="0"/>
                        </a:rPr>
                        <a:t>type</a:t>
                      </a:r>
                    </a:p>
                  </a:txBody>
                  <a:tcPr marL="9525" marR="9525" marT="9525" marB="9525" anchor="ctr"/>
                </a:tc>
                <a:tc>
                  <a:txBody>
                    <a:bodyPr/>
                    <a:lstStyle/>
                    <a:p>
                      <a:pPr algn="l"/>
                      <a:r>
                        <a:rPr lang="en-GB" sz="2000" b="0" i="0" dirty="0">
                          <a:solidFill>
                            <a:schemeClr val="bg1"/>
                          </a:solidFill>
                          <a:effectLst/>
                          <a:latin typeface="Calibri" panose="020F0502020204030204" pitchFamily="34" charset="0"/>
                          <a:cs typeface="Calibri" panose="020F0502020204030204" pitchFamily="34" charset="0"/>
                        </a:rPr>
                        <a:t>age</a:t>
                      </a:r>
                    </a:p>
                  </a:txBody>
                  <a:tcPr marL="9525" marR="9525" marT="9525" marB="9525" anchor="ctr"/>
                </a:tc>
                <a:extLst>
                  <a:ext uri="{0D108BD9-81ED-4DB2-BD59-A6C34878D82A}">
                    <a16:rowId xmlns:a16="http://schemas.microsoft.com/office/drawing/2014/main" val="4025555614"/>
                  </a:ext>
                </a:extLst>
              </a:tr>
              <a:tr h="0">
                <a:tc>
                  <a:txBody>
                    <a:bodyPr/>
                    <a:lstStyle/>
                    <a:p>
                      <a:pPr algn="l"/>
                      <a:r>
                        <a:rPr lang="en-GB" sz="2000" b="0" dirty="0">
                          <a:solidFill>
                            <a:schemeClr val="tx1"/>
                          </a:solidFill>
                          <a:effectLst/>
                        </a:rPr>
                        <a:t>Pepper</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Cat</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16</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584782578"/>
                  </a:ext>
                </a:extLst>
              </a:tr>
              <a:tr h="0">
                <a:tc>
                  <a:txBody>
                    <a:bodyPr/>
                    <a:lstStyle/>
                    <a:p>
                      <a:pPr algn="l"/>
                      <a:r>
                        <a:rPr lang="en-GB" sz="2000" b="0" dirty="0">
                          <a:solidFill>
                            <a:schemeClr val="tx1"/>
                          </a:solidFill>
                          <a:effectLst/>
                        </a:rPr>
                        <a:t>Cindy</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Dog</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4</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2149849542"/>
                  </a:ext>
                </a:extLst>
              </a:tr>
              <a:tr h="0">
                <a:tc>
                  <a:txBody>
                    <a:bodyPr/>
                    <a:lstStyle/>
                    <a:p>
                      <a:pPr algn="l"/>
                      <a:r>
                        <a:rPr lang="en-GB" sz="2000" b="0">
                          <a:solidFill>
                            <a:schemeClr val="tx1"/>
                          </a:solidFill>
                          <a:effectLst/>
                        </a:rPr>
                        <a:t>Snowy</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Cat</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7</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3316171777"/>
                  </a:ext>
                </a:extLst>
              </a:tr>
              <a:tr h="0">
                <a:tc>
                  <a:txBody>
                    <a:bodyPr/>
                    <a:lstStyle/>
                    <a:p>
                      <a:pPr algn="l"/>
                      <a:r>
                        <a:rPr lang="en-GB" sz="2000" b="0">
                          <a:solidFill>
                            <a:schemeClr val="tx1"/>
                          </a:solidFill>
                          <a:effectLst/>
                        </a:rPr>
                        <a:t>Micky</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Mouse</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1</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3759566993"/>
                  </a:ext>
                </a:extLst>
              </a:tr>
              <a:tr h="0">
                <a:tc>
                  <a:txBody>
                    <a:bodyPr/>
                    <a:lstStyle/>
                    <a:p>
                      <a:pPr algn="l"/>
                      <a:r>
                        <a:rPr lang="en-GB" sz="2000" b="0">
                          <a:solidFill>
                            <a:schemeClr val="tx1"/>
                          </a:solidFill>
                          <a:effectLst/>
                        </a:rPr>
                        <a:t>Minnie</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Mouse</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1</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1300902875"/>
                  </a:ext>
                </a:extLst>
              </a:tr>
              <a:tr h="0">
                <a:tc>
                  <a:txBody>
                    <a:bodyPr/>
                    <a:lstStyle/>
                    <a:p>
                      <a:pPr algn="l"/>
                      <a:r>
                        <a:rPr lang="en-GB" sz="2000" b="0">
                          <a:solidFill>
                            <a:schemeClr val="tx1"/>
                          </a:solidFill>
                          <a:effectLst/>
                        </a:rPr>
                        <a:t>Kitty</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Cat</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9</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812093042"/>
                  </a:ext>
                </a:extLst>
              </a:tr>
              <a:tr h="0">
                <a:tc>
                  <a:txBody>
                    <a:bodyPr/>
                    <a:lstStyle/>
                    <a:p>
                      <a:pPr algn="l"/>
                      <a:r>
                        <a:rPr lang="en-GB" sz="2000" b="0">
                          <a:solidFill>
                            <a:schemeClr val="tx1"/>
                          </a:solidFill>
                          <a:effectLst/>
                        </a:rPr>
                        <a:t>Bonzo</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Dog</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6</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2332571672"/>
                  </a:ext>
                </a:extLst>
              </a:tr>
              <a:tr h="0">
                <a:tc>
                  <a:txBody>
                    <a:bodyPr/>
                    <a:lstStyle/>
                    <a:p>
                      <a:pPr algn="l"/>
                      <a:r>
                        <a:rPr lang="en-GB" sz="2000" b="0" dirty="0">
                          <a:solidFill>
                            <a:schemeClr val="tx1"/>
                          </a:solidFill>
                          <a:effectLst/>
                        </a:rPr>
                        <a:t>Roger</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Rabbit</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3</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4236664047"/>
                  </a:ext>
                </a:extLst>
              </a:tr>
            </a:tbl>
          </a:graphicData>
        </a:graphic>
      </p:graphicFrame>
      <p:graphicFrame>
        <p:nvGraphicFramePr>
          <p:cNvPr id="24" name="Output - Table">
            <a:extLst>
              <a:ext uri="{FF2B5EF4-FFF2-40B4-BE49-F238E27FC236}">
                <a16:creationId xmlns:a16="http://schemas.microsoft.com/office/drawing/2014/main" id="{31F6E6FA-42D3-E5C9-36B8-B7C6109BDE21}"/>
              </a:ext>
            </a:extLst>
          </p:cNvPr>
          <p:cNvGraphicFramePr>
            <a:graphicFrameLocks noGrp="1"/>
          </p:cNvGraphicFramePr>
          <p:nvPr>
            <p:extLst>
              <p:ext uri="{D42A27DB-BD31-4B8C-83A1-F6EECF244321}">
                <p14:modId xmlns:p14="http://schemas.microsoft.com/office/powerpoint/2010/main" val="1132649392"/>
              </p:ext>
            </p:extLst>
          </p:nvPr>
        </p:nvGraphicFramePr>
        <p:xfrm>
          <a:off x="9046154" y="3412595"/>
          <a:ext cx="1898015" cy="1295400"/>
        </p:xfrm>
        <a:graphic>
          <a:graphicData uri="http://schemas.openxmlformats.org/drawingml/2006/table">
            <a:tbl>
              <a:tblPr firstRow="1" bandRow="1">
                <a:tableStyleId>{5C22544A-7EE6-4342-B048-85BDC9FD1C3A}</a:tableStyleId>
              </a:tblPr>
              <a:tblGrid>
                <a:gridCol w="787400">
                  <a:extLst>
                    <a:ext uri="{9D8B030D-6E8A-4147-A177-3AD203B41FA5}">
                      <a16:colId xmlns:a16="http://schemas.microsoft.com/office/drawing/2014/main" val="2854243258"/>
                    </a:ext>
                  </a:extLst>
                </a:gridCol>
                <a:gridCol w="1110615">
                  <a:extLst>
                    <a:ext uri="{9D8B030D-6E8A-4147-A177-3AD203B41FA5}">
                      <a16:colId xmlns:a16="http://schemas.microsoft.com/office/drawing/2014/main" val="3258369125"/>
                    </a:ext>
                  </a:extLst>
                </a:gridCol>
              </a:tblGrid>
              <a:tr h="0">
                <a:tc>
                  <a:txBody>
                    <a:bodyPr/>
                    <a:lstStyle/>
                    <a:p>
                      <a:pPr algn="l"/>
                      <a:r>
                        <a:rPr lang="en-GB" sz="2000" b="0" i="0" dirty="0">
                          <a:solidFill>
                            <a:schemeClr val="bg1"/>
                          </a:solidFill>
                          <a:effectLst/>
                          <a:latin typeface="Calibri" panose="020F0502020204030204" pitchFamily="34" charset="0"/>
                          <a:cs typeface="Calibri" panose="020F0502020204030204" pitchFamily="34" charset="0"/>
                        </a:rPr>
                        <a:t>type</a:t>
                      </a:r>
                    </a:p>
                  </a:txBody>
                  <a:tcPr marL="9525" marR="9525" marT="9525" marB="9525" anchor="ctr"/>
                </a:tc>
                <a:tc>
                  <a:txBody>
                    <a:bodyPr/>
                    <a:lstStyle/>
                    <a:p>
                      <a:pPr algn="l"/>
                      <a:r>
                        <a:rPr lang="en-GB" sz="2000" b="0" i="0" dirty="0">
                          <a:solidFill>
                            <a:schemeClr val="bg1"/>
                          </a:solidFill>
                          <a:effectLst/>
                          <a:latin typeface="Calibri" panose="020F0502020204030204" pitchFamily="34" charset="0"/>
                          <a:cs typeface="Calibri" panose="020F0502020204030204" pitchFamily="34" charset="0"/>
                        </a:rPr>
                        <a:t>COUNT(*)</a:t>
                      </a:r>
                    </a:p>
                  </a:txBody>
                  <a:tcPr marL="9525" marR="9525" marT="9525" marB="9525" anchor="ctr"/>
                </a:tc>
                <a:extLst>
                  <a:ext uri="{0D108BD9-81ED-4DB2-BD59-A6C34878D82A}">
                    <a16:rowId xmlns:a16="http://schemas.microsoft.com/office/drawing/2014/main" val="4025555614"/>
                  </a:ext>
                </a:extLst>
              </a:tr>
              <a:tr h="0">
                <a:tc>
                  <a:txBody>
                    <a:bodyPr/>
                    <a:lstStyle/>
                    <a:p>
                      <a:pPr algn="l"/>
                      <a:r>
                        <a:rPr lang="en-GB" sz="2000" b="0" i="0" dirty="0">
                          <a:solidFill>
                            <a:schemeClr val="tx1"/>
                          </a:solidFill>
                          <a:effectLst/>
                          <a:latin typeface="Calibri" panose="020F0502020204030204" pitchFamily="34" charset="0"/>
                          <a:cs typeface="Calibri" panose="020F0502020204030204" pitchFamily="34" charset="0"/>
                        </a:rPr>
                        <a:t>Dog</a:t>
                      </a:r>
                    </a:p>
                  </a:txBody>
                  <a:tcPr marL="9525" marR="9525" marT="9525" marB="9525" anchor="ctr"/>
                </a:tc>
                <a:tc>
                  <a:txBody>
                    <a:bodyPr/>
                    <a:lstStyle/>
                    <a:p>
                      <a:pPr algn="l"/>
                      <a:r>
                        <a:rPr lang="en-GB" sz="2000" b="0" i="0" dirty="0">
                          <a:solidFill>
                            <a:schemeClr val="tx1"/>
                          </a:solidFill>
                          <a:effectLst/>
                          <a:latin typeface="Calibri" panose="020F0502020204030204" pitchFamily="34" charset="0"/>
                          <a:cs typeface="Calibri" panose="020F0502020204030204" pitchFamily="34" charset="0"/>
                        </a:rPr>
                        <a:t>2</a:t>
                      </a:r>
                    </a:p>
                  </a:txBody>
                  <a:tcPr marL="9525" marR="9525" marT="9525" marB="9525" anchor="ctr"/>
                </a:tc>
                <a:extLst>
                  <a:ext uri="{0D108BD9-81ED-4DB2-BD59-A6C34878D82A}">
                    <a16:rowId xmlns:a16="http://schemas.microsoft.com/office/drawing/2014/main" val="812093042"/>
                  </a:ext>
                </a:extLst>
              </a:tr>
              <a:tr h="0">
                <a:tc>
                  <a:txBody>
                    <a:bodyPr/>
                    <a:lstStyle/>
                    <a:p>
                      <a:pPr algn="l"/>
                      <a:r>
                        <a:rPr lang="en-GB" sz="2000" b="0" i="0" dirty="0">
                          <a:solidFill>
                            <a:schemeClr val="tx1"/>
                          </a:solidFill>
                          <a:effectLst/>
                          <a:latin typeface="Calibri" panose="020F0502020204030204" pitchFamily="34" charset="0"/>
                          <a:cs typeface="Calibri" panose="020F0502020204030204" pitchFamily="34" charset="0"/>
                        </a:rPr>
                        <a:t>Mouse</a:t>
                      </a:r>
                    </a:p>
                  </a:txBody>
                  <a:tcPr marL="9525" marR="9525" marT="9525" marB="9525" anchor="ctr"/>
                </a:tc>
                <a:tc>
                  <a:txBody>
                    <a:bodyPr/>
                    <a:lstStyle/>
                    <a:p>
                      <a:pPr algn="l"/>
                      <a:r>
                        <a:rPr lang="en-GB" sz="2000" b="0" i="0" dirty="0">
                          <a:solidFill>
                            <a:schemeClr val="tx1"/>
                          </a:solidFill>
                          <a:effectLst/>
                          <a:latin typeface="Calibri" panose="020F0502020204030204" pitchFamily="34" charset="0"/>
                          <a:cs typeface="Calibri" panose="020F0502020204030204" pitchFamily="34" charset="0"/>
                        </a:rPr>
                        <a:t>2</a:t>
                      </a:r>
                    </a:p>
                  </a:txBody>
                  <a:tcPr marL="9525" marR="9525" marT="9525" marB="9525" anchor="ctr"/>
                </a:tc>
                <a:extLst>
                  <a:ext uri="{0D108BD9-81ED-4DB2-BD59-A6C34878D82A}">
                    <a16:rowId xmlns:a16="http://schemas.microsoft.com/office/drawing/2014/main" val="1055241684"/>
                  </a:ext>
                </a:extLst>
              </a:tr>
              <a:tr h="0">
                <a:tc>
                  <a:txBody>
                    <a:bodyPr/>
                    <a:lstStyle/>
                    <a:p>
                      <a:pPr algn="l"/>
                      <a:r>
                        <a:rPr lang="en-GB" sz="2000" b="0" i="0" dirty="0">
                          <a:solidFill>
                            <a:schemeClr val="tx1"/>
                          </a:solidFill>
                          <a:effectLst/>
                          <a:latin typeface="Calibri" panose="020F0502020204030204" pitchFamily="34" charset="0"/>
                          <a:cs typeface="Calibri" panose="020F0502020204030204" pitchFamily="34" charset="0"/>
                        </a:rPr>
                        <a:t>Rabbit</a:t>
                      </a:r>
                    </a:p>
                  </a:txBody>
                  <a:tcPr marL="9525" marR="9525" marT="9525" marB="9525" anchor="ctr"/>
                </a:tc>
                <a:tc>
                  <a:txBody>
                    <a:bodyPr/>
                    <a:lstStyle/>
                    <a:p>
                      <a:pPr algn="l"/>
                      <a:r>
                        <a:rPr lang="en-GB" sz="2000" b="0" i="0" dirty="0">
                          <a:solidFill>
                            <a:schemeClr val="tx1"/>
                          </a:solidFill>
                          <a:effectLst/>
                          <a:latin typeface="Calibri" panose="020F0502020204030204" pitchFamily="34" charset="0"/>
                          <a:cs typeface="Calibri" panose="020F0502020204030204" pitchFamily="34" charset="0"/>
                        </a:rPr>
                        <a:t>1</a:t>
                      </a:r>
                    </a:p>
                  </a:txBody>
                  <a:tcPr marL="9525" marR="9525" marT="9525" marB="9525" anchor="ctr"/>
                </a:tc>
                <a:extLst>
                  <a:ext uri="{0D108BD9-81ED-4DB2-BD59-A6C34878D82A}">
                    <a16:rowId xmlns:a16="http://schemas.microsoft.com/office/drawing/2014/main" val="1637339003"/>
                  </a:ext>
                </a:extLst>
              </a:tr>
            </a:tbl>
          </a:graphicData>
        </a:graphic>
      </p:graphicFrame>
      <p:sp>
        <p:nvSpPr>
          <p:cNvPr id="25" name="Select">
            <a:extLst>
              <a:ext uri="{FF2B5EF4-FFF2-40B4-BE49-F238E27FC236}">
                <a16:creationId xmlns:a16="http://schemas.microsoft.com/office/drawing/2014/main" id="{35683CAD-1E2A-EA31-E6BB-C707B14B8F0A}"/>
              </a:ext>
            </a:extLst>
          </p:cNvPr>
          <p:cNvSpPr txBox="1"/>
          <p:nvPr/>
        </p:nvSpPr>
        <p:spPr>
          <a:xfrm>
            <a:off x="7197032" y="2450683"/>
            <a:ext cx="850960" cy="369332"/>
          </a:xfrm>
          <a:prstGeom prst="rect">
            <a:avLst/>
          </a:prstGeom>
          <a:noFill/>
        </p:spPr>
        <p:txBody>
          <a:bodyPr wrap="square" rtlCol="0">
            <a:spAutoFit/>
          </a:bodyPr>
          <a:lstStyle/>
          <a:p>
            <a:pPr algn="ctr"/>
            <a:r>
              <a:rPr lang="en-GB" b="1" dirty="0"/>
              <a:t>SELECT</a:t>
            </a:r>
          </a:p>
        </p:txBody>
      </p:sp>
      <p:sp>
        <p:nvSpPr>
          <p:cNvPr id="26" name="Temp - Arrow">
            <a:extLst>
              <a:ext uri="{FF2B5EF4-FFF2-40B4-BE49-F238E27FC236}">
                <a16:creationId xmlns:a16="http://schemas.microsoft.com/office/drawing/2014/main" id="{0812AA0D-71D1-9B9D-4AED-E09E855A4185}"/>
              </a:ext>
            </a:extLst>
          </p:cNvPr>
          <p:cNvSpPr/>
          <p:nvPr/>
        </p:nvSpPr>
        <p:spPr>
          <a:xfrm>
            <a:off x="3318543" y="4748123"/>
            <a:ext cx="464567" cy="264039"/>
          </a:xfrm>
          <a:prstGeom prst="rightArrow">
            <a:avLst/>
          </a:prstGeom>
          <a:solidFill>
            <a:srgbClr val="FF000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28" name="Output - Arrow">
            <a:extLst>
              <a:ext uri="{FF2B5EF4-FFF2-40B4-BE49-F238E27FC236}">
                <a16:creationId xmlns:a16="http://schemas.microsoft.com/office/drawing/2014/main" id="{27833E17-04CE-E6AD-804B-EB51B8F41239}"/>
              </a:ext>
            </a:extLst>
          </p:cNvPr>
          <p:cNvSpPr/>
          <p:nvPr/>
        </p:nvSpPr>
        <p:spPr>
          <a:xfrm>
            <a:off x="8539574" y="3933356"/>
            <a:ext cx="464567" cy="264039"/>
          </a:xfrm>
          <a:prstGeom prst="rightArrow">
            <a:avLst/>
          </a:prstGeom>
          <a:solidFill>
            <a:srgbClr val="FF000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31" name="Select - Arrow">
            <a:extLst>
              <a:ext uri="{FF2B5EF4-FFF2-40B4-BE49-F238E27FC236}">
                <a16:creationId xmlns:a16="http://schemas.microsoft.com/office/drawing/2014/main" id="{44EEC309-5164-E750-8A98-948F7250CF9F}"/>
              </a:ext>
            </a:extLst>
          </p:cNvPr>
          <p:cNvSpPr/>
          <p:nvPr/>
        </p:nvSpPr>
        <p:spPr>
          <a:xfrm>
            <a:off x="154555" y="1438238"/>
            <a:ext cx="464567" cy="264039"/>
          </a:xfrm>
          <a:prstGeom prst="rightArrow">
            <a:avLst/>
          </a:prstGeom>
          <a:solidFill>
            <a:srgbClr val="FF000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32" name="Output">
            <a:extLst>
              <a:ext uri="{FF2B5EF4-FFF2-40B4-BE49-F238E27FC236}">
                <a16:creationId xmlns:a16="http://schemas.microsoft.com/office/drawing/2014/main" id="{56038AF1-3FFC-CE48-15B4-04B9F7CE57D9}"/>
              </a:ext>
            </a:extLst>
          </p:cNvPr>
          <p:cNvSpPr txBox="1"/>
          <p:nvPr/>
        </p:nvSpPr>
        <p:spPr>
          <a:xfrm>
            <a:off x="8316466" y="2906861"/>
            <a:ext cx="960176" cy="369332"/>
          </a:xfrm>
          <a:prstGeom prst="rect">
            <a:avLst/>
          </a:prstGeom>
          <a:noFill/>
        </p:spPr>
        <p:txBody>
          <a:bodyPr wrap="square" rtlCol="0">
            <a:spAutoFit/>
          </a:bodyPr>
          <a:lstStyle/>
          <a:p>
            <a:pPr algn="ctr"/>
            <a:r>
              <a:rPr lang="en-GB" b="1" dirty="0"/>
              <a:t>Output</a:t>
            </a:r>
          </a:p>
        </p:txBody>
      </p:sp>
      <p:sp>
        <p:nvSpPr>
          <p:cNvPr id="35" name="Group By - Arrow">
            <a:extLst>
              <a:ext uri="{FF2B5EF4-FFF2-40B4-BE49-F238E27FC236}">
                <a16:creationId xmlns:a16="http://schemas.microsoft.com/office/drawing/2014/main" id="{570E26B8-2533-45CC-B630-78104B4BF6E3}"/>
              </a:ext>
            </a:extLst>
          </p:cNvPr>
          <p:cNvSpPr/>
          <p:nvPr/>
        </p:nvSpPr>
        <p:spPr>
          <a:xfrm>
            <a:off x="154554" y="2355599"/>
            <a:ext cx="464567" cy="264039"/>
          </a:xfrm>
          <a:prstGeom prst="rightArrow">
            <a:avLst/>
          </a:prstGeom>
          <a:solidFill>
            <a:srgbClr val="FF000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cxnSp>
        <p:nvCxnSpPr>
          <p:cNvPr id="5" name="Select - Arrow">
            <a:extLst>
              <a:ext uri="{FF2B5EF4-FFF2-40B4-BE49-F238E27FC236}">
                <a16:creationId xmlns:a16="http://schemas.microsoft.com/office/drawing/2014/main" id="{74743580-1BBD-44D1-9B4B-3FCD69A573CA}"/>
              </a:ext>
            </a:extLst>
          </p:cNvPr>
          <p:cNvCxnSpPr>
            <a:cxnSpLocks/>
            <a:stCxn id="25" idx="2"/>
            <a:endCxn id="29" idx="0"/>
          </p:cNvCxnSpPr>
          <p:nvPr/>
        </p:nvCxnSpPr>
        <p:spPr>
          <a:xfrm>
            <a:off x="7622512" y="2820015"/>
            <a:ext cx="0" cy="531997"/>
          </a:xfrm>
          <a:prstGeom prst="straightConnector1">
            <a:avLst/>
          </a:prstGeom>
          <a:ln w="28575">
            <a:solidFill>
              <a:srgbClr val="FF0000"/>
            </a:solidFill>
            <a:headEnd w="lg" len="lg"/>
            <a:tailEnd type="triangle" w="lg" len="lg"/>
          </a:ln>
        </p:spPr>
        <p:style>
          <a:lnRef idx="1">
            <a:schemeClr val="accent1"/>
          </a:lnRef>
          <a:fillRef idx="0">
            <a:schemeClr val="accent1"/>
          </a:fillRef>
          <a:effectRef idx="0">
            <a:schemeClr val="accent1"/>
          </a:effectRef>
          <a:fontRef idx="minor">
            <a:schemeClr val="tx1"/>
          </a:fontRef>
        </p:style>
      </p:cxnSp>
      <p:graphicFrame>
        <p:nvGraphicFramePr>
          <p:cNvPr id="36" name="Group - Table">
            <a:extLst>
              <a:ext uri="{FF2B5EF4-FFF2-40B4-BE49-F238E27FC236}">
                <a16:creationId xmlns:a16="http://schemas.microsoft.com/office/drawing/2014/main" id="{4F27B0EB-B143-43F2-BFD3-AEE124AF9F91}"/>
              </a:ext>
            </a:extLst>
          </p:cNvPr>
          <p:cNvGraphicFramePr>
            <a:graphicFrameLocks noGrp="1"/>
          </p:cNvGraphicFramePr>
          <p:nvPr>
            <p:extLst>
              <p:ext uri="{D42A27DB-BD31-4B8C-83A1-F6EECF244321}">
                <p14:modId xmlns:p14="http://schemas.microsoft.com/office/powerpoint/2010/main" val="1559626656"/>
              </p:ext>
            </p:extLst>
          </p:nvPr>
        </p:nvGraphicFramePr>
        <p:xfrm>
          <a:off x="6432198" y="3415751"/>
          <a:ext cx="2042287" cy="1943100"/>
        </p:xfrm>
        <a:graphic>
          <a:graphicData uri="http://schemas.openxmlformats.org/drawingml/2006/table">
            <a:tbl>
              <a:tblPr firstRow="1" bandRow="1">
                <a:tableStyleId>{5C22544A-7EE6-4342-B048-85BDC9FD1C3A}</a:tableStyleId>
              </a:tblPr>
              <a:tblGrid>
                <a:gridCol w="812483">
                  <a:extLst>
                    <a:ext uri="{9D8B030D-6E8A-4147-A177-3AD203B41FA5}">
                      <a16:colId xmlns:a16="http://schemas.microsoft.com/office/drawing/2014/main" val="2854243258"/>
                    </a:ext>
                  </a:extLst>
                </a:gridCol>
                <a:gridCol w="787400">
                  <a:extLst>
                    <a:ext uri="{9D8B030D-6E8A-4147-A177-3AD203B41FA5}">
                      <a16:colId xmlns:a16="http://schemas.microsoft.com/office/drawing/2014/main" val="3258369125"/>
                    </a:ext>
                  </a:extLst>
                </a:gridCol>
                <a:gridCol w="442404">
                  <a:extLst>
                    <a:ext uri="{9D8B030D-6E8A-4147-A177-3AD203B41FA5}">
                      <a16:colId xmlns:a16="http://schemas.microsoft.com/office/drawing/2014/main" val="488355367"/>
                    </a:ext>
                  </a:extLst>
                </a:gridCol>
              </a:tblGrid>
              <a:tr h="0">
                <a:tc>
                  <a:txBody>
                    <a:bodyPr/>
                    <a:lstStyle/>
                    <a:p>
                      <a:pPr algn="l"/>
                      <a:r>
                        <a:rPr lang="en-GB" sz="2000" b="0" i="0" dirty="0">
                          <a:solidFill>
                            <a:schemeClr val="bg1"/>
                          </a:solidFill>
                          <a:effectLst/>
                          <a:latin typeface="Calibri" panose="020F0502020204030204" pitchFamily="34" charset="0"/>
                          <a:cs typeface="Calibri" panose="020F0502020204030204" pitchFamily="34" charset="0"/>
                        </a:rPr>
                        <a:t>name</a:t>
                      </a:r>
                    </a:p>
                  </a:txBody>
                  <a:tcPr marL="9525" marR="9525" marT="9525" marB="9525" anchor="ctr"/>
                </a:tc>
                <a:tc>
                  <a:txBody>
                    <a:bodyPr/>
                    <a:lstStyle/>
                    <a:p>
                      <a:pPr algn="l"/>
                      <a:r>
                        <a:rPr lang="en-GB" sz="2000" b="0" i="0" dirty="0">
                          <a:solidFill>
                            <a:schemeClr val="bg1"/>
                          </a:solidFill>
                          <a:effectLst/>
                          <a:latin typeface="Calibri" panose="020F0502020204030204" pitchFamily="34" charset="0"/>
                          <a:cs typeface="Calibri" panose="020F0502020204030204" pitchFamily="34" charset="0"/>
                        </a:rPr>
                        <a:t>type</a:t>
                      </a:r>
                    </a:p>
                  </a:txBody>
                  <a:tcPr marL="9525" marR="9525" marT="9525" marB="9525" anchor="ctr"/>
                </a:tc>
                <a:tc>
                  <a:txBody>
                    <a:bodyPr/>
                    <a:lstStyle/>
                    <a:p>
                      <a:pPr algn="l"/>
                      <a:r>
                        <a:rPr lang="en-GB" sz="2000" b="0" i="0" dirty="0">
                          <a:solidFill>
                            <a:schemeClr val="bg1"/>
                          </a:solidFill>
                          <a:effectLst/>
                          <a:latin typeface="Calibri" panose="020F0502020204030204" pitchFamily="34" charset="0"/>
                          <a:cs typeface="Calibri" panose="020F0502020204030204" pitchFamily="34" charset="0"/>
                        </a:rPr>
                        <a:t>age</a:t>
                      </a:r>
                    </a:p>
                  </a:txBody>
                  <a:tcPr marL="9525" marR="9525" marT="9525" marB="9525" anchor="ctr"/>
                </a:tc>
                <a:extLst>
                  <a:ext uri="{0D108BD9-81ED-4DB2-BD59-A6C34878D82A}">
                    <a16:rowId xmlns:a16="http://schemas.microsoft.com/office/drawing/2014/main" val="4025555614"/>
                  </a:ext>
                </a:extLst>
              </a:tr>
              <a:tr h="0">
                <a:tc>
                  <a:txBody>
                    <a:bodyPr/>
                    <a:lstStyle/>
                    <a:p>
                      <a:pPr algn="l"/>
                      <a:r>
                        <a:rPr lang="en-GB" sz="2000" b="0" dirty="0">
                          <a:solidFill>
                            <a:schemeClr val="tx1"/>
                          </a:solidFill>
                          <a:effectLst/>
                        </a:rPr>
                        <a:t>Cindy</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Dog</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i="0" dirty="0">
                          <a:solidFill>
                            <a:schemeClr val="tx1"/>
                          </a:solidFill>
                          <a:effectLst/>
                          <a:latin typeface="Calibri" panose="020F0502020204030204" pitchFamily="34" charset="0"/>
                          <a:cs typeface="Calibri" panose="020F0502020204030204" pitchFamily="34" charset="0"/>
                        </a:rPr>
                        <a:t>4</a:t>
                      </a:r>
                    </a:p>
                  </a:txBody>
                  <a:tcPr marL="9525" marR="9525" marT="9525" marB="9525" anchor="ctr"/>
                </a:tc>
                <a:extLst>
                  <a:ext uri="{0D108BD9-81ED-4DB2-BD59-A6C34878D82A}">
                    <a16:rowId xmlns:a16="http://schemas.microsoft.com/office/drawing/2014/main" val="3759566993"/>
                  </a:ext>
                </a:extLst>
              </a:tr>
              <a:tr h="0">
                <a:tc>
                  <a:txBody>
                    <a:bodyPr/>
                    <a:lstStyle/>
                    <a:p>
                      <a:pPr algn="l"/>
                      <a:r>
                        <a:rPr lang="en-GB" sz="2000" b="0" dirty="0" err="1">
                          <a:solidFill>
                            <a:schemeClr val="tx1"/>
                          </a:solidFill>
                          <a:effectLst/>
                        </a:rPr>
                        <a:t>Bonzo</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i="0" dirty="0">
                          <a:solidFill>
                            <a:schemeClr val="tx1"/>
                          </a:solidFill>
                          <a:effectLst/>
                          <a:latin typeface="Calibri" panose="020F0502020204030204" pitchFamily="34" charset="0"/>
                          <a:cs typeface="Calibri" panose="020F0502020204030204" pitchFamily="34" charset="0"/>
                        </a:rPr>
                        <a:t>Dog</a:t>
                      </a:r>
                    </a:p>
                  </a:txBody>
                  <a:tcPr marL="9525" marR="9525" marT="9525" marB="9525" anchor="ctr"/>
                </a:tc>
                <a:tc>
                  <a:txBody>
                    <a:bodyPr/>
                    <a:lstStyle/>
                    <a:p>
                      <a:pPr algn="l"/>
                      <a:r>
                        <a:rPr lang="en-GB" sz="2000" b="0" i="0" dirty="0">
                          <a:solidFill>
                            <a:schemeClr val="tx1"/>
                          </a:solidFill>
                          <a:effectLst/>
                          <a:latin typeface="Calibri" panose="020F0502020204030204" pitchFamily="34" charset="0"/>
                          <a:cs typeface="Calibri" panose="020F0502020204030204" pitchFamily="34" charset="0"/>
                        </a:rPr>
                        <a:t>6</a:t>
                      </a:r>
                    </a:p>
                  </a:txBody>
                  <a:tcPr marL="9525" marR="9525" marT="9525" marB="9525" anchor="ctr"/>
                </a:tc>
                <a:extLst>
                  <a:ext uri="{0D108BD9-81ED-4DB2-BD59-A6C34878D82A}">
                    <a16:rowId xmlns:a16="http://schemas.microsoft.com/office/drawing/2014/main" val="1300902875"/>
                  </a:ext>
                </a:extLst>
              </a:tr>
              <a:tr h="0">
                <a:tc>
                  <a:txBody>
                    <a:bodyPr/>
                    <a:lstStyle/>
                    <a:p>
                      <a:pPr algn="l"/>
                      <a:r>
                        <a:rPr lang="en-GB" sz="2000" b="0" dirty="0">
                          <a:solidFill>
                            <a:schemeClr val="tx1"/>
                          </a:solidFill>
                          <a:effectLst/>
                        </a:rPr>
                        <a:t>Mickey</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i="0" dirty="0">
                          <a:solidFill>
                            <a:schemeClr val="tx1"/>
                          </a:solidFill>
                          <a:effectLst/>
                          <a:latin typeface="Calibri" panose="020F0502020204030204" pitchFamily="34" charset="0"/>
                          <a:cs typeface="Calibri" panose="020F0502020204030204" pitchFamily="34" charset="0"/>
                        </a:rPr>
                        <a:t>Mouse</a:t>
                      </a:r>
                    </a:p>
                  </a:txBody>
                  <a:tcPr marL="9525" marR="9525" marT="9525" marB="9525" anchor="ctr"/>
                </a:tc>
                <a:tc>
                  <a:txBody>
                    <a:bodyPr/>
                    <a:lstStyle/>
                    <a:p>
                      <a:pPr algn="l"/>
                      <a:r>
                        <a:rPr lang="en-GB" sz="2000" b="0" i="0" dirty="0">
                          <a:solidFill>
                            <a:schemeClr val="tx1"/>
                          </a:solidFill>
                          <a:effectLst/>
                          <a:latin typeface="Calibri" panose="020F0502020204030204" pitchFamily="34" charset="0"/>
                          <a:cs typeface="Calibri" panose="020F0502020204030204" pitchFamily="34" charset="0"/>
                        </a:rPr>
                        <a:t>1</a:t>
                      </a:r>
                    </a:p>
                  </a:txBody>
                  <a:tcPr marL="9525" marR="9525" marT="9525" marB="9525" anchor="ctr"/>
                </a:tc>
                <a:extLst>
                  <a:ext uri="{0D108BD9-81ED-4DB2-BD59-A6C34878D82A}">
                    <a16:rowId xmlns:a16="http://schemas.microsoft.com/office/drawing/2014/main" val="812093042"/>
                  </a:ext>
                </a:extLst>
              </a:tr>
              <a:tr h="0">
                <a:tc>
                  <a:txBody>
                    <a:bodyPr/>
                    <a:lstStyle/>
                    <a:p>
                      <a:pPr algn="l"/>
                      <a:r>
                        <a:rPr lang="en-GB" sz="2000" b="0" i="0" dirty="0">
                          <a:solidFill>
                            <a:schemeClr val="tx1"/>
                          </a:solidFill>
                          <a:effectLst/>
                          <a:latin typeface="Calibri" panose="020F0502020204030204" pitchFamily="34" charset="0"/>
                          <a:cs typeface="Calibri" panose="020F0502020204030204" pitchFamily="34" charset="0"/>
                        </a:rPr>
                        <a:t>Minnie</a:t>
                      </a:r>
                    </a:p>
                  </a:txBody>
                  <a:tcPr marL="9525" marR="9525" marT="9525" marB="9525" anchor="ctr"/>
                </a:tc>
                <a:tc>
                  <a:txBody>
                    <a:bodyPr/>
                    <a:lstStyle/>
                    <a:p>
                      <a:pPr algn="l"/>
                      <a:r>
                        <a:rPr lang="en-GB" sz="2000" b="0" i="0" dirty="0">
                          <a:solidFill>
                            <a:schemeClr val="tx1"/>
                          </a:solidFill>
                          <a:effectLst/>
                          <a:latin typeface="Calibri" panose="020F0502020204030204" pitchFamily="34" charset="0"/>
                          <a:cs typeface="Calibri" panose="020F0502020204030204" pitchFamily="34" charset="0"/>
                        </a:rPr>
                        <a:t>Mouse</a:t>
                      </a:r>
                    </a:p>
                  </a:txBody>
                  <a:tcPr marL="9525" marR="9525" marT="9525" marB="9525" anchor="ctr"/>
                </a:tc>
                <a:tc>
                  <a:txBody>
                    <a:bodyPr/>
                    <a:lstStyle/>
                    <a:p>
                      <a:pPr algn="l"/>
                      <a:r>
                        <a:rPr lang="en-GB" sz="2000" b="0" i="0" dirty="0">
                          <a:solidFill>
                            <a:schemeClr val="tx1"/>
                          </a:solidFill>
                          <a:effectLst/>
                          <a:latin typeface="Calibri" panose="020F0502020204030204" pitchFamily="34" charset="0"/>
                          <a:cs typeface="Calibri" panose="020F0502020204030204" pitchFamily="34" charset="0"/>
                        </a:rPr>
                        <a:t>1</a:t>
                      </a:r>
                    </a:p>
                  </a:txBody>
                  <a:tcPr marL="9525" marR="9525" marT="9525" marB="9525" anchor="ctr"/>
                </a:tc>
                <a:extLst>
                  <a:ext uri="{0D108BD9-81ED-4DB2-BD59-A6C34878D82A}">
                    <a16:rowId xmlns:a16="http://schemas.microsoft.com/office/drawing/2014/main" val="2332571672"/>
                  </a:ext>
                </a:extLst>
              </a:tr>
              <a:tr h="0">
                <a:tc>
                  <a:txBody>
                    <a:bodyPr/>
                    <a:lstStyle/>
                    <a:p>
                      <a:pPr algn="l"/>
                      <a:r>
                        <a:rPr lang="en-GB" sz="2000" b="0" dirty="0">
                          <a:solidFill>
                            <a:schemeClr val="tx1"/>
                          </a:solidFill>
                          <a:effectLst/>
                        </a:rPr>
                        <a:t>Roger</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Rabbit</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3</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4236664047"/>
                  </a:ext>
                </a:extLst>
              </a:tr>
            </a:tbl>
          </a:graphicData>
        </a:graphic>
      </p:graphicFrame>
      <p:sp>
        <p:nvSpPr>
          <p:cNvPr id="41" name="Group - Arrow">
            <a:extLst>
              <a:ext uri="{FF2B5EF4-FFF2-40B4-BE49-F238E27FC236}">
                <a16:creationId xmlns:a16="http://schemas.microsoft.com/office/drawing/2014/main" id="{FFFD03AB-D625-498E-9D39-B561473F8A17}"/>
              </a:ext>
            </a:extLst>
          </p:cNvPr>
          <p:cNvSpPr/>
          <p:nvPr/>
        </p:nvSpPr>
        <p:spPr>
          <a:xfrm>
            <a:off x="5918077" y="4748123"/>
            <a:ext cx="464567" cy="264039"/>
          </a:xfrm>
          <a:prstGeom prst="rightArrow">
            <a:avLst/>
          </a:prstGeom>
          <a:solidFill>
            <a:srgbClr val="FF000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46" name="Group - Dog">
            <a:extLst>
              <a:ext uri="{FF2B5EF4-FFF2-40B4-BE49-F238E27FC236}">
                <a16:creationId xmlns:a16="http://schemas.microsoft.com/office/drawing/2014/main" id="{BFC38AA1-E80C-489B-A065-69A3BEC2FC35}"/>
              </a:ext>
            </a:extLst>
          </p:cNvPr>
          <p:cNvSpPr/>
          <p:nvPr/>
        </p:nvSpPr>
        <p:spPr>
          <a:xfrm>
            <a:off x="6390814" y="3736726"/>
            <a:ext cx="2124000" cy="648000"/>
          </a:xfrm>
          <a:prstGeom prst="rect">
            <a:avLst/>
          </a:prstGeom>
          <a:noFill/>
          <a:ln w="28575">
            <a:solidFill>
              <a:srgbClr val="00B050"/>
            </a:solidFill>
            <a:prstDash val="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dirty="0"/>
          </a:p>
        </p:txBody>
      </p:sp>
      <p:sp>
        <p:nvSpPr>
          <p:cNvPr id="47" name="Group - Mouse">
            <a:extLst>
              <a:ext uri="{FF2B5EF4-FFF2-40B4-BE49-F238E27FC236}">
                <a16:creationId xmlns:a16="http://schemas.microsoft.com/office/drawing/2014/main" id="{BABA6689-7DBF-4BCE-87BB-7559475F170C}"/>
              </a:ext>
            </a:extLst>
          </p:cNvPr>
          <p:cNvSpPr/>
          <p:nvPr/>
        </p:nvSpPr>
        <p:spPr>
          <a:xfrm>
            <a:off x="6390817" y="4409827"/>
            <a:ext cx="2124000" cy="612000"/>
          </a:xfrm>
          <a:prstGeom prst="rect">
            <a:avLst/>
          </a:prstGeom>
          <a:noFill/>
          <a:ln w="28575">
            <a:solidFill>
              <a:srgbClr val="7030A0"/>
            </a:solidFill>
            <a:prstDash val="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dirty="0"/>
          </a:p>
        </p:txBody>
      </p:sp>
      <p:sp>
        <p:nvSpPr>
          <p:cNvPr id="48" name="Group - Rabbit">
            <a:extLst>
              <a:ext uri="{FF2B5EF4-FFF2-40B4-BE49-F238E27FC236}">
                <a16:creationId xmlns:a16="http://schemas.microsoft.com/office/drawing/2014/main" id="{C3B965A4-596D-48CF-B623-7B982A3EAD7A}"/>
              </a:ext>
            </a:extLst>
          </p:cNvPr>
          <p:cNvSpPr/>
          <p:nvPr/>
        </p:nvSpPr>
        <p:spPr>
          <a:xfrm>
            <a:off x="6390818" y="5053291"/>
            <a:ext cx="2124000" cy="324000"/>
          </a:xfrm>
          <a:prstGeom prst="rect">
            <a:avLst/>
          </a:prstGeom>
          <a:noFill/>
          <a:ln w="28575">
            <a:solidFill>
              <a:srgbClr val="00B050"/>
            </a:solidFill>
            <a:prstDash val="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dirty="0"/>
          </a:p>
        </p:txBody>
      </p:sp>
      <p:sp>
        <p:nvSpPr>
          <p:cNvPr id="29" name="type - Column">
            <a:extLst>
              <a:ext uri="{FF2B5EF4-FFF2-40B4-BE49-F238E27FC236}">
                <a16:creationId xmlns:a16="http://schemas.microsoft.com/office/drawing/2014/main" id="{9CFD6623-90F9-8CA0-585A-959ADF79ADE1}"/>
              </a:ext>
            </a:extLst>
          </p:cNvPr>
          <p:cNvSpPr/>
          <p:nvPr/>
        </p:nvSpPr>
        <p:spPr>
          <a:xfrm>
            <a:off x="7226512" y="3352012"/>
            <a:ext cx="792000" cy="2088668"/>
          </a:xfrm>
          <a:prstGeom prst="rect">
            <a:avLst/>
          </a:prstGeom>
          <a:noFill/>
          <a:ln w="28575">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49" name="Group By">
            <a:extLst>
              <a:ext uri="{FF2B5EF4-FFF2-40B4-BE49-F238E27FC236}">
                <a16:creationId xmlns:a16="http://schemas.microsoft.com/office/drawing/2014/main" id="{32D80D9D-A915-458D-9FB9-52D0A8801C46}"/>
              </a:ext>
            </a:extLst>
          </p:cNvPr>
          <p:cNvSpPr txBox="1"/>
          <p:nvPr/>
        </p:nvSpPr>
        <p:spPr>
          <a:xfrm>
            <a:off x="5545699" y="2912446"/>
            <a:ext cx="1201329" cy="584775"/>
          </a:xfrm>
          <a:prstGeom prst="rect">
            <a:avLst/>
          </a:prstGeom>
          <a:noFill/>
        </p:spPr>
        <p:txBody>
          <a:bodyPr wrap="square" rtlCol="0">
            <a:spAutoFit/>
          </a:bodyPr>
          <a:lstStyle/>
          <a:p>
            <a:pPr algn="ctr"/>
            <a:r>
              <a:rPr lang="en-GB" b="1" dirty="0"/>
              <a:t>GROUP BY</a:t>
            </a:r>
          </a:p>
          <a:p>
            <a:pPr algn="ctr"/>
            <a:r>
              <a:rPr lang="en-GB" sz="1400" b="1" dirty="0">
                <a:solidFill>
                  <a:srgbClr val="7030A0"/>
                </a:solidFill>
              </a:rPr>
              <a:t>(sorted)</a:t>
            </a:r>
          </a:p>
        </p:txBody>
      </p:sp>
      <p:sp>
        <p:nvSpPr>
          <p:cNvPr id="53" name="Where - Arrow">
            <a:extLst>
              <a:ext uri="{FF2B5EF4-FFF2-40B4-BE49-F238E27FC236}">
                <a16:creationId xmlns:a16="http://schemas.microsoft.com/office/drawing/2014/main" id="{9063E975-6FF7-4CE9-A82F-833F290AEBDD}"/>
              </a:ext>
            </a:extLst>
          </p:cNvPr>
          <p:cNvSpPr/>
          <p:nvPr/>
        </p:nvSpPr>
        <p:spPr>
          <a:xfrm>
            <a:off x="152948" y="2044506"/>
            <a:ext cx="464567" cy="264039"/>
          </a:xfrm>
          <a:prstGeom prst="rightArrow">
            <a:avLst/>
          </a:prstGeom>
          <a:solidFill>
            <a:srgbClr val="FF000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54" name="Minnie - Row">
            <a:extLst>
              <a:ext uri="{FF2B5EF4-FFF2-40B4-BE49-F238E27FC236}">
                <a16:creationId xmlns:a16="http://schemas.microsoft.com/office/drawing/2014/main" id="{22183285-BE31-4A6B-9D42-D99695E6A45F}"/>
              </a:ext>
            </a:extLst>
          </p:cNvPr>
          <p:cNvSpPr/>
          <p:nvPr/>
        </p:nvSpPr>
        <p:spPr>
          <a:xfrm>
            <a:off x="3794077" y="5034420"/>
            <a:ext cx="2124000" cy="312791"/>
          </a:xfrm>
          <a:prstGeom prst="rect">
            <a:avLst/>
          </a:prstGeom>
          <a:noFill/>
          <a:ln w="28575">
            <a:solidFill>
              <a:srgbClr val="7030A0"/>
            </a:solidFill>
            <a:prstDash val="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56" name="Minnie - Purple">
            <a:extLst>
              <a:ext uri="{FF2B5EF4-FFF2-40B4-BE49-F238E27FC236}">
                <a16:creationId xmlns:a16="http://schemas.microsoft.com/office/drawing/2014/main" id="{2DCC5A50-1613-401C-8B96-ACAB5F94810D}"/>
              </a:ext>
            </a:extLst>
          </p:cNvPr>
          <p:cNvSpPr/>
          <p:nvPr/>
        </p:nvSpPr>
        <p:spPr>
          <a:xfrm>
            <a:off x="5440271" y="5030327"/>
            <a:ext cx="432901" cy="312791"/>
          </a:xfrm>
          <a:prstGeom prst="rect">
            <a:avLst/>
          </a:prstGeom>
          <a:solidFill>
            <a:srgbClr val="FF00FF">
              <a:alpha val="24706"/>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57" name="Cindy - Row">
            <a:extLst>
              <a:ext uri="{FF2B5EF4-FFF2-40B4-BE49-F238E27FC236}">
                <a16:creationId xmlns:a16="http://schemas.microsoft.com/office/drawing/2014/main" id="{5298AA5D-FC31-4352-980F-7D95697682B5}"/>
              </a:ext>
            </a:extLst>
          </p:cNvPr>
          <p:cNvSpPr/>
          <p:nvPr/>
        </p:nvSpPr>
        <p:spPr>
          <a:xfrm>
            <a:off x="3791880" y="4062404"/>
            <a:ext cx="2124000" cy="312791"/>
          </a:xfrm>
          <a:prstGeom prst="rect">
            <a:avLst/>
          </a:prstGeom>
          <a:noFill/>
          <a:ln w="28575">
            <a:solidFill>
              <a:srgbClr val="7030A0"/>
            </a:solidFill>
            <a:prstDash val="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59" name="Cindy - Purple">
            <a:extLst>
              <a:ext uri="{FF2B5EF4-FFF2-40B4-BE49-F238E27FC236}">
                <a16:creationId xmlns:a16="http://schemas.microsoft.com/office/drawing/2014/main" id="{C876FE33-042F-49D1-82EA-405FE3A9841A}"/>
              </a:ext>
            </a:extLst>
          </p:cNvPr>
          <p:cNvSpPr/>
          <p:nvPr/>
        </p:nvSpPr>
        <p:spPr>
          <a:xfrm>
            <a:off x="5438074" y="4058311"/>
            <a:ext cx="432901" cy="312791"/>
          </a:xfrm>
          <a:prstGeom prst="rect">
            <a:avLst/>
          </a:prstGeom>
          <a:solidFill>
            <a:srgbClr val="FF00FF">
              <a:alpha val="24706"/>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62" name="Roger - Row">
            <a:extLst>
              <a:ext uri="{FF2B5EF4-FFF2-40B4-BE49-F238E27FC236}">
                <a16:creationId xmlns:a16="http://schemas.microsoft.com/office/drawing/2014/main" id="{AF4F5B4A-5119-461B-A730-C2CFC05AD5F2}"/>
              </a:ext>
            </a:extLst>
          </p:cNvPr>
          <p:cNvSpPr/>
          <p:nvPr/>
        </p:nvSpPr>
        <p:spPr>
          <a:xfrm>
            <a:off x="3795055" y="6010699"/>
            <a:ext cx="2124000" cy="312791"/>
          </a:xfrm>
          <a:prstGeom prst="rect">
            <a:avLst/>
          </a:prstGeom>
          <a:noFill/>
          <a:ln w="28575">
            <a:solidFill>
              <a:srgbClr val="7030A0"/>
            </a:solidFill>
            <a:prstDash val="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64" name="Roger - Purple">
            <a:extLst>
              <a:ext uri="{FF2B5EF4-FFF2-40B4-BE49-F238E27FC236}">
                <a16:creationId xmlns:a16="http://schemas.microsoft.com/office/drawing/2014/main" id="{27C6C047-109C-467B-AB6F-03A4260007C7}"/>
              </a:ext>
            </a:extLst>
          </p:cNvPr>
          <p:cNvSpPr/>
          <p:nvPr/>
        </p:nvSpPr>
        <p:spPr>
          <a:xfrm>
            <a:off x="5441249" y="6006606"/>
            <a:ext cx="432901" cy="312791"/>
          </a:xfrm>
          <a:prstGeom prst="rect">
            <a:avLst/>
          </a:prstGeom>
          <a:solidFill>
            <a:srgbClr val="FF00FF">
              <a:alpha val="24706"/>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65" name="Mickey - Row">
            <a:extLst>
              <a:ext uri="{FF2B5EF4-FFF2-40B4-BE49-F238E27FC236}">
                <a16:creationId xmlns:a16="http://schemas.microsoft.com/office/drawing/2014/main" id="{598695F8-35C9-451B-9533-C0CC8FD292AA}"/>
              </a:ext>
            </a:extLst>
          </p:cNvPr>
          <p:cNvSpPr/>
          <p:nvPr/>
        </p:nvSpPr>
        <p:spPr>
          <a:xfrm>
            <a:off x="3792733" y="4695576"/>
            <a:ext cx="2124000" cy="312791"/>
          </a:xfrm>
          <a:prstGeom prst="rect">
            <a:avLst/>
          </a:prstGeom>
          <a:noFill/>
          <a:ln w="28575">
            <a:solidFill>
              <a:srgbClr val="7030A0"/>
            </a:solidFill>
            <a:prstDash val="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67" name="Mickey - Purple">
            <a:extLst>
              <a:ext uri="{FF2B5EF4-FFF2-40B4-BE49-F238E27FC236}">
                <a16:creationId xmlns:a16="http://schemas.microsoft.com/office/drawing/2014/main" id="{E3CEE837-8FB8-457D-AFCE-B6E66C733969}"/>
              </a:ext>
            </a:extLst>
          </p:cNvPr>
          <p:cNvSpPr/>
          <p:nvPr/>
        </p:nvSpPr>
        <p:spPr>
          <a:xfrm>
            <a:off x="5438927" y="4694658"/>
            <a:ext cx="432901" cy="312791"/>
          </a:xfrm>
          <a:prstGeom prst="rect">
            <a:avLst/>
          </a:prstGeom>
          <a:solidFill>
            <a:srgbClr val="FF00FF">
              <a:alpha val="24706"/>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72" name="Bonzo - Row">
            <a:extLst>
              <a:ext uri="{FF2B5EF4-FFF2-40B4-BE49-F238E27FC236}">
                <a16:creationId xmlns:a16="http://schemas.microsoft.com/office/drawing/2014/main" id="{4EB6B2D9-23CF-433D-B07E-A73EABDFD6CD}"/>
              </a:ext>
            </a:extLst>
          </p:cNvPr>
          <p:cNvSpPr/>
          <p:nvPr/>
        </p:nvSpPr>
        <p:spPr>
          <a:xfrm>
            <a:off x="3783110" y="5689552"/>
            <a:ext cx="2124000" cy="312791"/>
          </a:xfrm>
          <a:prstGeom prst="rect">
            <a:avLst/>
          </a:prstGeom>
          <a:noFill/>
          <a:ln w="28575">
            <a:solidFill>
              <a:srgbClr val="7030A0"/>
            </a:solidFill>
            <a:prstDash val="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73" name="Bonzo - Purple">
            <a:extLst>
              <a:ext uri="{FF2B5EF4-FFF2-40B4-BE49-F238E27FC236}">
                <a16:creationId xmlns:a16="http://schemas.microsoft.com/office/drawing/2014/main" id="{81AAEF91-8D6C-41AE-9495-8BB163EF2292}"/>
              </a:ext>
            </a:extLst>
          </p:cNvPr>
          <p:cNvSpPr/>
          <p:nvPr/>
        </p:nvSpPr>
        <p:spPr>
          <a:xfrm>
            <a:off x="5429304" y="5685459"/>
            <a:ext cx="432901" cy="312791"/>
          </a:xfrm>
          <a:prstGeom prst="rect">
            <a:avLst/>
          </a:prstGeom>
          <a:solidFill>
            <a:srgbClr val="FF00FF">
              <a:alpha val="24706"/>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Tree>
    <p:extLst>
      <p:ext uri="{BB962C8B-B14F-4D97-AF65-F5344CB8AC3E}">
        <p14:creationId xmlns:p14="http://schemas.microsoft.com/office/powerpoint/2010/main" val="1135862847"/>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17"/>
                                        </p:tgtEl>
                                        <p:attrNameLst>
                                          <p:attrName>style.visibility</p:attrName>
                                        </p:attrNameLst>
                                      </p:cBhvr>
                                      <p:to>
                                        <p:strVal val="visible"/>
                                      </p:to>
                                    </p:set>
                                    <p:animEffect transition="in" filter="wipe(left)">
                                      <p:cBhvr>
                                        <p:cTn id="7" dur="1000"/>
                                        <p:tgtEl>
                                          <p:spTgt spid="17"/>
                                        </p:tgtEl>
                                      </p:cBhvr>
                                    </p:animEffect>
                                  </p:childTnLst>
                                </p:cTn>
                              </p:par>
                            </p:childTnLst>
                          </p:cTn>
                        </p:par>
                        <p:par>
                          <p:cTn id="8" fill="hold">
                            <p:stCondLst>
                              <p:cond delay="1000"/>
                            </p:stCondLst>
                            <p:childTnLst>
                              <p:par>
                                <p:cTn id="9" presetID="22" presetClass="entr" presetSubtype="1" fill="hold" nodeType="afterEffect">
                                  <p:stCondLst>
                                    <p:cond delay="0"/>
                                  </p:stCondLst>
                                  <p:childTnLst>
                                    <p:set>
                                      <p:cBhvr>
                                        <p:cTn id="10" dur="1" fill="hold">
                                          <p:stCondLst>
                                            <p:cond delay="0"/>
                                          </p:stCondLst>
                                        </p:cTn>
                                        <p:tgtEl>
                                          <p:spTgt spid="22"/>
                                        </p:tgtEl>
                                        <p:attrNameLst>
                                          <p:attrName>style.visibility</p:attrName>
                                        </p:attrNameLst>
                                      </p:cBhvr>
                                      <p:to>
                                        <p:strVal val="visible"/>
                                      </p:to>
                                    </p:set>
                                    <p:animEffect transition="in" filter="wipe(up)">
                                      <p:cBhvr>
                                        <p:cTn id="11" dur="2000"/>
                                        <p:tgtEl>
                                          <p:spTgt spid="22"/>
                                        </p:tgtEl>
                                      </p:cBhvr>
                                    </p:animEffect>
                                  </p:childTnLst>
                                </p:cTn>
                              </p:par>
                            </p:childTnLst>
                          </p:cTn>
                        </p:par>
                        <p:par>
                          <p:cTn id="12" fill="hold">
                            <p:stCondLst>
                              <p:cond delay="3000"/>
                            </p:stCondLst>
                            <p:childTnLst>
                              <p:par>
                                <p:cTn id="13" presetID="22" presetClass="entr" presetSubtype="8" fill="hold" grpId="0" nodeType="afterEffect">
                                  <p:stCondLst>
                                    <p:cond delay="0"/>
                                  </p:stCondLst>
                                  <p:childTnLst>
                                    <p:set>
                                      <p:cBhvr>
                                        <p:cTn id="14" dur="1" fill="hold">
                                          <p:stCondLst>
                                            <p:cond delay="0"/>
                                          </p:stCondLst>
                                        </p:cTn>
                                        <p:tgtEl>
                                          <p:spTgt spid="6">
                                            <p:txEl>
                                              <p:pRg st="0" end="0"/>
                                            </p:txEl>
                                          </p:spTgt>
                                        </p:tgtEl>
                                        <p:attrNameLst>
                                          <p:attrName>style.visibility</p:attrName>
                                        </p:attrNameLst>
                                      </p:cBhvr>
                                      <p:to>
                                        <p:strVal val="visible"/>
                                      </p:to>
                                    </p:set>
                                    <p:animEffect transition="in" filter="wipe(left)">
                                      <p:cBhvr>
                                        <p:cTn id="15" dur="1500"/>
                                        <p:tgtEl>
                                          <p:spTgt spid="6">
                                            <p:txEl>
                                              <p:pRg st="0" end="0"/>
                                            </p:txEl>
                                          </p:spTgt>
                                        </p:tgtEl>
                                      </p:cBhvr>
                                    </p:animEffect>
                                  </p:childTnLst>
                                </p:cTn>
                              </p:par>
                            </p:childTnLst>
                          </p:cTn>
                        </p:par>
                        <p:par>
                          <p:cTn id="16" fill="hold">
                            <p:stCondLst>
                              <p:cond delay="4500"/>
                            </p:stCondLst>
                            <p:childTnLst>
                              <p:par>
                                <p:cTn id="17" presetID="22" presetClass="entr" presetSubtype="8" fill="hold" grpId="0" nodeType="afterEffect">
                                  <p:stCondLst>
                                    <p:cond delay="0"/>
                                  </p:stCondLst>
                                  <p:childTnLst>
                                    <p:set>
                                      <p:cBhvr>
                                        <p:cTn id="18" dur="1" fill="hold">
                                          <p:stCondLst>
                                            <p:cond delay="0"/>
                                          </p:stCondLst>
                                        </p:cTn>
                                        <p:tgtEl>
                                          <p:spTgt spid="6">
                                            <p:txEl>
                                              <p:pRg st="1" end="1"/>
                                            </p:txEl>
                                          </p:spTgt>
                                        </p:tgtEl>
                                        <p:attrNameLst>
                                          <p:attrName>style.visibility</p:attrName>
                                        </p:attrNameLst>
                                      </p:cBhvr>
                                      <p:to>
                                        <p:strVal val="visible"/>
                                      </p:to>
                                    </p:set>
                                    <p:animEffect transition="in" filter="wipe(left)">
                                      <p:cBhvr>
                                        <p:cTn id="19" dur="1500"/>
                                        <p:tgtEl>
                                          <p:spTgt spid="6">
                                            <p:txEl>
                                              <p:pRg st="1" end="1"/>
                                            </p:txEl>
                                          </p:spTgt>
                                        </p:tgtEl>
                                      </p:cBhvr>
                                    </p:animEffect>
                                  </p:childTnLst>
                                </p:cTn>
                              </p:par>
                            </p:childTnLst>
                          </p:cTn>
                        </p:par>
                        <p:par>
                          <p:cTn id="20" fill="hold">
                            <p:stCondLst>
                              <p:cond delay="6000"/>
                            </p:stCondLst>
                            <p:childTnLst>
                              <p:par>
                                <p:cTn id="21" presetID="22" presetClass="entr" presetSubtype="8" fill="hold" grpId="0" nodeType="afterEffect">
                                  <p:stCondLst>
                                    <p:cond delay="0"/>
                                  </p:stCondLst>
                                  <p:childTnLst>
                                    <p:set>
                                      <p:cBhvr>
                                        <p:cTn id="22" dur="1" fill="hold">
                                          <p:stCondLst>
                                            <p:cond delay="0"/>
                                          </p:stCondLst>
                                        </p:cTn>
                                        <p:tgtEl>
                                          <p:spTgt spid="6">
                                            <p:txEl>
                                              <p:pRg st="2" end="2"/>
                                            </p:txEl>
                                          </p:spTgt>
                                        </p:tgtEl>
                                        <p:attrNameLst>
                                          <p:attrName>style.visibility</p:attrName>
                                        </p:attrNameLst>
                                      </p:cBhvr>
                                      <p:to>
                                        <p:strVal val="visible"/>
                                      </p:to>
                                    </p:set>
                                    <p:animEffect transition="in" filter="wipe(left)">
                                      <p:cBhvr>
                                        <p:cTn id="23" dur="1500"/>
                                        <p:tgtEl>
                                          <p:spTgt spid="6">
                                            <p:txEl>
                                              <p:pRg st="2" end="2"/>
                                            </p:txEl>
                                          </p:spTgt>
                                        </p:tgtEl>
                                      </p:cBhvr>
                                    </p:animEffect>
                                  </p:childTnLst>
                                </p:cTn>
                              </p:par>
                            </p:childTnLst>
                          </p:cTn>
                        </p:par>
                      </p:childTnLst>
                    </p:cTn>
                  </p:par>
                  <p:par>
                    <p:cTn id="24" fill="hold">
                      <p:stCondLst>
                        <p:cond delay="indefinite"/>
                      </p:stCondLst>
                      <p:childTnLst>
                        <p:par>
                          <p:cTn id="25" fill="hold">
                            <p:stCondLst>
                              <p:cond delay="0"/>
                            </p:stCondLst>
                            <p:childTnLst>
                              <p:par>
                                <p:cTn id="26" presetID="22" presetClass="entr" presetSubtype="8" fill="hold" grpId="0" nodeType="clickEffect">
                                  <p:stCondLst>
                                    <p:cond delay="0"/>
                                  </p:stCondLst>
                                  <p:childTnLst>
                                    <p:set>
                                      <p:cBhvr>
                                        <p:cTn id="27" dur="1" fill="hold">
                                          <p:stCondLst>
                                            <p:cond delay="0"/>
                                          </p:stCondLst>
                                        </p:cTn>
                                        <p:tgtEl>
                                          <p:spTgt spid="6">
                                            <p:txEl>
                                              <p:pRg st="3" end="3"/>
                                            </p:txEl>
                                          </p:spTgt>
                                        </p:tgtEl>
                                        <p:attrNameLst>
                                          <p:attrName>style.visibility</p:attrName>
                                        </p:attrNameLst>
                                      </p:cBhvr>
                                      <p:to>
                                        <p:strVal val="visible"/>
                                      </p:to>
                                    </p:set>
                                    <p:animEffect transition="in" filter="wipe(left)">
                                      <p:cBhvr>
                                        <p:cTn id="28" dur="1500"/>
                                        <p:tgtEl>
                                          <p:spTgt spid="6">
                                            <p:txEl>
                                              <p:pRg st="3" end="3"/>
                                            </p:txEl>
                                          </p:spTgt>
                                        </p:tgtEl>
                                      </p:cBhvr>
                                    </p:animEffect>
                                  </p:childTnLst>
                                </p:cTn>
                              </p:par>
                            </p:childTnLst>
                          </p:cTn>
                        </p:par>
                      </p:childTnLst>
                    </p:cTn>
                  </p:par>
                  <p:par>
                    <p:cTn id="29" fill="hold">
                      <p:stCondLst>
                        <p:cond delay="indefinite"/>
                      </p:stCondLst>
                      <p:childTnLst>
                        <p:par>
                          <p:cTn id="30" fill="hold">
                            <p:stCondLst>
                              <p:cond delay="0"/>
                            </p:stCondLst>
                            <p:childTnLst>
                              <p:par>
                                <p:cTn id="31" presetID="22" presetClass="entr" presetSubtype="8" fill="hold" grpId="0" nodeType="clickEffect">
                                  <p:stCondLst>
                                    <p:cond delay="0"/>
                                  </p:stCondLst>
                                  <p:childTnLst>
                                    <p:set>
                                      <p:cBhvr>
                                        <p:cTn id="32" dur="1" fill="hold">
                                          <p:stCondLst>
                                            <p:cond delay="0"/>
                                          </p:stCondLst>
                                        </p:cTn>
                                        <p:tgtEl>
                                          <p:spTgt spid="19">
                                            <p:txEl>
                                              <p:pRg st="0" end="0"/>
                                            </p:txEl>
                                          </p:spTgt>
                                        </p:tgtEl>
                                        <p:attrNameLst>
                                          <p:attrName>style.visibility</p:attrName>
                                        </p:attrNameLst>
                                      </p:cBhvr>
                                      <p:to>
                                        <p:strVal val="visible"/>
                                      </p:to>
                                    </p:set>
                                    <p:animEffect transition="in" filter="wipe(left)">
                                      <p:cBhvr>
                                        <p:cTn id="33" dur="1000"/>
                                        <p:tgtEl>
                                          <p:spTgt spid="19">
                                            <p:txEl>
                                              <p:pRg st="0" end="0"/>
                                            </p:txEl>
                                          </p:spTgt>
                                        </p:tgtEl>
                                      </p:cBhvr>
                                    </p:animEffect>
                                  </p:childTnLst>
                                </p:cTn>
                              </p:par>
                            </p:childTnLst>
                          </p:cTn>
                        </p:par>
                        <p:par>
                          <p:cTn id="34" fill="hold">
                            <p:stCondLst>
                              <p:cond delay="1000"/>
                            </p:stCondLst>
                            <p:childTnLst>
                              <p:par>
                                <p:cTn id="35" presetID="22" presetClass="entr" presetSubtype="8" fill="hold" grpId="0" nodeType="afterEffect">
                                  <p:stCondLst>
                                    <p:cond delay="0"/>
                                  </p:stCondLst>
                                  <p:childTnLst>
                                    <p:set>
                                      <p:cBhvr>
                                        <p:cTn id="36" dur="1" fill="hold">
                                          <p:stCondLst>
                                            <p:cond delay="0"/>
                                          </p:stCondLst>
                                        </p:cTn>
                                        <p:tgtEl>
                                          <p:spTgt spid="19">
                                            <p:txEl>
                                              <p:pRg st="1" end="1"/>
                                            </p:txEl>
                                          </p:spTgt>
                                        </p:tgtEl>
                                        <p:attrNameLst>
                                          <p:attrName>style.visibility</p:attrName>
                                        </p:attrNameLst>
                                      </p:cBhvr>
                                      <p:to>
                                        <p:strVal val="visible"/>
                                      </p:to>
                                    </p:set>
                                    <p:animEffect transition="in" filter="wipe(left)">
                                      <p:cBhvr>
                                        <p:cTn id="37" dur="1000"/>
                                        <p:tgtEl>
                                          <p:spTgt spid="19">
                                            <p:txEl>
                                              <p:pRg st="1" end="1"/>
                                            </p:txEl>
                                          </p:spTgt>
                                        </p:tgtEl>
                                      </p:cBhvr>
                                    </p:animEffect>
                                  </p:childTnLst>
                                </p:cTn>
                              </p:par>
                            </p:childTnLst>
                          </p:cTn>
                        </p:par>
                        <p:par>
                          <p:cTn id="38" fill="hold">
                            <p:stCondLst>
                              <p:cond delay="2000"/>
                            </p:stCondLst>
                            <p:childTnLst>
                              <p:par>
                                <p:cTn id="39" presetID="22" presetClass="entr" presetSubtype="8" fill="hold" grpId="0" nodeType="afterEffect">
                                  <p:stCondLst>
                                    <p:cond delay="0"/>
                                  </p:stCondLst>
                                  <p:childTnLst>
                                    <p:set>
                                      <p:cBhvr>
                                        <p:cTn id="40" dur="1" fill="hold">
                                          <p:stCondLst>
                                            <p:cond delay="0"/>
                                          </p:stCondLst>
                                        </p:cTn>
                                        <p:tgtEl>
                                          <p:spTgt spid="19">
                                            <p:txEl>
                                              <p:pRg st="2" end="2"/>
                                            </p:txEl>
                                          </p:spTgt>
                                        </p:tgtEl>
                                        <p:attrNameLst>
                                          <p:attrName>style.visibility</p:attrName>
                                        </p:attrNameLst>
                                      </p:cBhvr>
                                      <p:to>
                                        <p:strVal val="visible"/>
                                      </p:to>
                                    </p:set>
                                    <p:animEffect transition="in" filter="wipe(left)">
                                      <p:cBhvr>
                                        <p:cTn id="41" dur="1000"/>
                                        <p:tgtEl>
                                          <p:spTgt spid="19">
                                            <p:txEl>
                                              <p:pRg st="2" end="2"/>
                                            </p:txEl>
                                          </p:spTgt>
                                        </p:tgtEl>
                                      </p:cBhvr>
                                    </p:animEffect>
                                  </p:childTnLst>
                                </p:cTn>
                              </p:par>
                            </p:childTnLst>
                          </p:cTn>
                        </p:par>
                        <p:par>
                          <p:cTn id="42" fill="hold">
                            <p:stCondLst>
                              <p:cond delay="3000"/>
                            </p:stCondLst>
                            <p:childTnLst>
                              <p:par>
                                <p:cTn id="43" presetID="22" presetClass="entr" presetSubtype="8" fill="hold" grpId="0" nodeType="afterEffect">
                                  <p:stCondLst>
                                    <p:cond delay="0"/>
                                  </p:stCondLst>
                                  <p:childTnLst>
                                    <p:set>
                                      <p:cBhvr>
                                        <p:cTn id="44" dur="1" fill="hold">
                                          <p:stCondLst>
                                            <p:cond delay="0"/>
                                          </p:stCondLst>
                                        </p:cTn>
                                        <p:tgtEl>
                                          <p:spTgt spid="19">
                                            <p:txEl>
                                              <p:pRg st="3" end="3"/>
                                            </p:txEl>
                                          </p:spTgt>
                                        </p:tgtEl>
                                        <p:attrNameLst>
                                          <p:attrName>style.visibility</p:attrName>
                                        </p:attrNameLst>
                                      </p:cBhvr>
                                      <p:to>
                                        <p:strVal val="visible"/>
                                      </p:to>
                                    </p:set>
                                    <p:animEffect transition="in" filter="wipe(left)">
                                      <p:cBhvr>
                                        <p:cTn id="45" dur="1000"/>
                                        <p:tgtEl>
                                          <p:spTgt spid="19">
                                            <p:txEl>
                                              <p:pRg st="3" end="3"/>
                                            </p:txEl>
                                          </p:spTgt>
                                        </p:tgtEl>
                                      </p:cBhvr>
                                    </p:animEffect>
                                  </p:childTnLst>
                                </p:cTn>
                              </p:par>
                            </p:childTnLst>
                          </p:cTn>
                        </p:par>
                        <p:par>
                          <p:cTn id="46" fill="hold">
                            <p:stCondLst>
                              <p:cond delay="4000"/>
                            </p:stCondLst>
                            <p:childTnLst>
                              <p:par>
                                <p:cTn id="47" presetID="22" presetClass="entr" presetSubtype="8" fill="hold" grpId="0" nodeType="afterEffect">
                                  <p:stCondLst>
                                    <p:cond delay="0"/>
                                  </p:stCondLst>
                                  <p:childTnLst>
                                    <p:set>
                                      <p:cBhvr>
                                        <p:cTn id="48" dur="1" fill="hold">
                                          <p:stCondLst>
                                            <p:cond delay="0"/>
                                          </p:stCondLst>
                                        </p:cTn>
                                        <p:tgtEl>
                                          <p:spTgt spid="19">
                                            <p:txEl>
                                              <p:pRg st="4" end="4"/>
                                            </p:txEl>
                                          </p:spTgt>
                                        </p:tgtEl>
                                        <p:attrNameLst>
                                          <p:attrName>style.visibility</p:attrName>
                                        </p:attrNameLst>
                                      </p:cBhvr>
                                      <p:to>
                                        <p:strVal val="visible"/>
                                      </p:to>
                                    </p:set>
                                    <p:animEffect transition="in" filter="wipe(left)">
                                      <p:cBhvr>
                                        <p:cTn id="49" dur="1000"/>
                                        <p:tgtEl>
                                          <p:spTgt spid="19">
                                            <p:txEl>
                                              <p:pRg st="4" end="4"/>
                                            </p:txEl>
                                          </p:spTgt>
                                        </p:tgtEl>
                                      </p:cBhvr>
                                    </p:animEffect>
                                  </p:childTnLst>
                                </p:cTn>
                              </p:par>
                            </p:childTnLst>
                          </p:cTn>
                        </p:par>
                      </p:childTnLst>
                    </p:cTn>
                  </p:par>
                  <p:par>
                    <p:cTn id="50" fill="hold">
                      <p:stCondLst>
                        <p:cond delay="indefinite"/>
                      </p:stCondLst>
                      <p:childTnLst>
                        <p:par>
                          <p:cTn id="51" fill="hold">
                            <p:stCondLst>
                              <p:cond delay="0"/>
                            </p:stCondLst>
                            <p:childTnLst>
                              <p:par>
                                <p:cTn id="52" presetID="22" presetClass="entr" presetSubtype="8" fill="hold" grpId="0" nodeType="clickEffect">
                                  <p:stCondLst>
                                    <p:cond delay="0"/>
                                  </p:stCondLst>
                                  <p:childTnLst>
                                    <p:set>
                                      <p:cBhvr>
                                        <p:cTn id="53" dur="1" fill="hold">
                                          <p:stCondLst>
                                            <p:cond delay="0"/>
                                          </p:stCondLst>
                                        </p:cTn>
                                        <p:tgtEl>
                                          <p:spTgt spid="27"/>
                                        </p:tgtEl>
                                        <p:attrNameLst>
                                          <p:attrName>style.visibility</p:attrName>
                                        </p:attrNameLst>
                                      </p:cBhvr>
                                      <p:to>
                                        <p:strVal val="visible"/>
                                      </p:to>
                                    </p:set>
                                    <p:animEffect transition="in" filter="wipe(left)">
                                      <p:cBhvr>
                                        <p:cTn id="54" dur="1000"/>
                                        <p:tgtEl>
                                          <p:spTgt spid="27"/>
                                        </p:tgtEl>
                                      </p:cBhvr>
                                    </p:animEffect>
                                  </p:childTnLst>
                                </p:cTn>
                              </p:par>
                            </p:childTnLst>
                          </p:cTn>
                        </p:par>
                        <p:par>
                          <p:cTn id="55" fill="hold">
                            <p:stCondLst>
                              <p:cond delay="1000"/>
                            </p:stCondLst>
                            <p:childTnLst>
                              <p:par>
                                <p:cTn id="56" presetID="22" presetClass="entr" presetSubtype="8" fill="hold" grpId="0" nodeType="afterEffect">
                                  <p:stCondLst>
                                    <p:cond delay="0"/>
                                  </p:stCondLst>
                                  <p:childTnLst>
                                    <p:set>
                                      <p:cBhvr>
                                        <p:cTn id="57" dur="1" fill="hold">
                                          <p:stCondLst>
                                            <p:cond delay="0"/>
                                          </p:stCondLst>
                                        </p:cTn>
                                        <p:tgtEl>
                                          <p:spTgt spid="10"/>
                                        </p:tgtEl>
                                        <p:attrNameLst>
                                          <p:attrName>style.visibility</p:attrName>
                                        </p:attrNameLst>
                                      </p:cBhvr>
                                      <p:to>
                                        <p:strVal val="visible"/>
                                      </p:to>
                                    </p:set>
                                    <p:animEffect transition="in" filter="wipe(left)">
                                      <p:cBhvr>
                                        <p:cTn id="58" dur="500"/>
                                        <p:tgtEl>
                                          <p:spTgt spid="10"/>
                                        </p:tgtEl>
                                      </p:cBhvr>
                                    </p:animEffect>
                                  </p:childTnLst>
                                </p:cTn>
                              </p:par>
                            </p:childTnLst>
                          </p:cTn>
                        </p:par>
                        <p:par>
                          <p:cTn id="59" fill="hold">
                            <p:stCondLst>
                              <p:cond delay="1500"/>
                            </p:stCondLst>
                            <p:childTnLst>
                              <p:par>
                                <p:cTn id="60" presetID="22" presetClass="entr" presetSubtype="8" fill="hold" grpId="0" nodeType="afterEffect">
                                  <p:stCondLst>
                                    <p:cond delay="0"/>
                                  </p:stCondLst>
                                  <p:childTnLst>
                                    <p:set>
                                      <p:cBhvr>
                                        <p:cTn id="61" dur="1" fill="hold">
                                          <p:stCondLst>
                                            <p:cond delay="0"/>
                                          </p:stCondLst>
                                        </p:cTn>
                                        <p:tgtEl>
                                          <p:spTgt spid="26"/>
                                        </p:tgtEl>
                                        <p:attrNameLst>
                                          <p:attrName>style.visibility</p:attrName>
                                        </p:attrNameLst>
                                      </p:cBhvr>
                                      <p:to>
                                        <p:strVal val="visible"/>
                                      </p:to>
                                    </p:set>
                                    <p:animEffect transition="in" filter="wipe(left)">
                                      <p:cBhvr>
                                        <p:cTn id="62" dur="1000"/>
                                        <p:tgtEl>
                                          <p:spTgt spid="26"/>
                                        </p:tgtEl>
                                      </p:cBhvr>
                                    </p:animEffect>
                                  </p:childTnLst>
                                </p:cTn>
                              </p:par>
                            </p:childTnLst>
                          </p:cTn>
                        </p:par>
                        <p:par>
                          <p:cTn id="63" fill="hold">
                            <p:stCondLst>
                              <p:cond delay="2500"/>
                            </p:stCondLst>
                            <p:childTnLst>
                              <p:par>
                                <p:cTn id="64" presetID="22" presetClass="entr" presetSubtype="8" fill="hold" nodeType="afterEffect">
                                  <p:stCondLst>
                                    <p:cond delay="0"/>
                                  </p:stCondLst>
                                  <p:childTnLst>
                                    <p:set>
                                      <p:cBhvr>
                                        <p:cTn id="65" dur="1" fill="hold">
                                          <p:stCondLst>
                                            <p:cond delay="0"/>
                                          </p:stCondLst>
                                        </p:cTn>
                                        <p:tgtEl>
                                          <p:spTgt spid="23"/>
                                        </p:tgtEl>
                                        <p:attrNameLst>
                                          <p:attrName>style.visibility</p:attrName>
                                        </p:attrNameLst>
                                      </p:cBhvr>
                                      <p:to>
                                        <p:strVal val="visible"/>
                                      </p:to>
                                    </p:set>
                                    <p:animEffect transition="in" filter="wipe(left)">
                                      <p:cBhvr>
                                        <p:cTn id="66" dur="2000"/>
                                        <p:tgtEl>
                                          <p:spTgt spid="23"/>
                                        </p:tgtEl>
                                      </p:cBhvr>
                                    </p:animEffect>
                                  </p:childTnLst>
                                </p:cTn>
                              </p:par>
                            </p:childTnLst>
                          </p:cTn>
                        </p:par>
                      </p:childTnLst>
                    </p:cTn>
                  </p:par>
                  <p:par>
                    <p:cTn id="67" fill="hold">
                      <p:stCondLst>
                        <p:cond delay="indefinite"/>
                      </p:stCondLst>
                      <p:childTnLst>
                        <p:par>
                          <p:cTn id="68" fill="hold">
                            <p:stCondLst>
                              <p:cond delay="0"/>
                            </p:stCondLst>
                            <p:childTnLst>
                              <p:par>
                                <p:cTn id="69" presetID="22" presetClass="exit" presetSubtype="8" fill="hold" grpId="1" nodeType="clickEffect">
                                  <p:stCondLst>
                                    <p:cond delay="0"/>
                                  </p:stCondLst>
                                  <p:childTnLst>
                                    <p:animEffect transition="out" filter="wipe(left)">
                                      <p:cBhvr>
                                        <p:cTn id="70" dur="500"/>
                                        <p:tgtEl>
                                          <p:spTgt spid="27"/>
                                        </p:tgtEl>
                                      </p:cBhvr>
                                    </p:animEffect>
                                    <p:set>
                                      <p:cBhvr>
                                        <p:cTn id="71" dur="1" fill="hold">
                                          <p:stCondLst>
                                            <p:cond delay="499"/>
                                          </p:stCondLst>
                                        </p:cTn>
                                        <p:tgtEl>
                                          <p:spTgt spid="27"/>
                                        </p:tgtEl>
                                        <p:attrNameLst>
                                          <p:attrName>style.visibility</p:attrName>
                                        </p:attrNameLst>
                                      </p:cBhvr>
                                      <p:to>
                                        <p:strVal val="hidden"/>
                                      </p:to>
                                    </p:set>
                                  </p:childTnLst>
                                </p:cTn>
                              </p:par>
                            </p:childTnLst>
                          </p:cTn>
                        </p:par>
                        <p:par>
                          <p:cTn id="72" fill="hold">
                            <p:stCondLst>
                              <p:cond delay="500"/>
                            </p:stCondLst>
                            <p:childTnLst>
                              <p:par>
                                <p:cTn id="73" presetID="22" presetClass="entr" presetSubtype="8" fill="hold" grpId="0" nodeType="afterEffect">
                                  <p:stCondLst>
                                    <p:cond delay="0"/>
                                  </p:stCondLst>
                                  <p:childTnLst>
                                    <p:set>
                                      <p:cBhvr>
                                        <p:cTn id="74" dur="1" fill="hold">
                                          <p:stCondLst>
                                            <p:cond delay="0"/>
                                          </p:stCondLst>
                                        </p:cTn>
                                        <p:tgtEl>
                                          <p:spTgt spid="53"/>
                                        </p:tgtEl>
                                        <p:attrNameLst>
                                          <p:attrName>style.visibility</p:attrName>
                                        </p:attrNameLst>
                                      </p:cBhvr>
                                      <p:to>
                                        <p:strVal val="visible"/>
                                      </p:to>
                                    </p:set>
                                    <p:animEffect transition="in" filter="wipe(left)">
                                      <p:cBhvr>
                                        <p:cTn id="75" dur="1000"/>
                                        <p:tgtEl>
                                          <p:spTgt spid="53"/>
                                        </p:tgtEl>
                                      </p:cBhvr>
                                    </p:animEffect>
                                  </p:childTnLst>
                                </p:cTn>
                              </p:par>
                            </p:childTnLst>
                          </p:cTn>
                        </p:par>
                      </p:childTnLst>
                    </p:cTn>
                  </p:par>
                  <p:par>
                    <p:cTn id="76" fill="hold">
                      <p:stCondLst>
                        <p:cond delay="indefinite"/>
                      </p:stCondLst>
                      <p:childTnLst>
                        <p:par>
                          <p:cTn id="77" fill="hold">
                            <p:stCondLst>
                              <p:cond delay="0"/>
                            </p:stCondLst>
                            <p:childTnLst>
                              <p:par>
                                <p:cTn id="78" presetID="22" presetClass="entr" presetSubtype="8" fill="hold" grpId="0" nodeType="clickEffect">
                                  <p:stCondLst>
                                    <p:cond delay="0"/>
                                  </p:stCondLst>
                                  <p:childTnLst>
                                    <p:set>
                                      <p:cBhvr>
                                        <p:cTn id="79" dur="1" fill="hold">
                                          <p:stCondLst>
                                            <p:cond delay="0"/>
                                          </p:stCondLst>
                                        </p:cTn>
                                        <p:tgtEl>
                                          <p:spTgt spid="59"/>
                                        </p:tgtEl>
                                        <p:attrNameLst>
                                          <p:attrName>style.visibility</p:attrName>
                                        </p:attrNameLst>
                                      </p:cBhvr>
                                      <p:to>
                                        <p:strVal val="visible"/>
                                      </p:to>
                                    </p:set>
                                    <p:animEffect transition="in" filter="wipe(left)">
                                      <p:cBhvr>
                                        <p:cTn id="80" dur="500"/>
                                        <p:tgtEl>
                                          <p:spTgt spid="59"/>
                                        </p:tgtEl>
                                      </p:cBhvr>
                                    </p:animEffect>
                                  </p:childTnLst>
                                </p:cTn>
                              </p:par>
                            </p:childTnLst>
                          </p:cTn>
                        </p:par>
                        <p:par>
                          <p:cTn id="81" fill="hold">
                            <p:stCondLst>
                              <p:cond delay="500"/>
                            </p:stCondLst>
                            <p:childTnLst>
                              <p:par>
                                <p:cTn id="82" presetID="22" presetClass="entr" presetSubtype="8" fill="hold" grpId="0" nodeType="afterEffect">
                                  <p:stCondLst>
                                    <p:cond delay="0"/>
                                  </p:stCondLst>
                                  <p:childTnLst>
                                    <p:set>
                                      <p:cBhvr>
                                        <p:cTn id="83" dur="1" fill="hold">
                                          <p:stCondLst>
                                            <p:cond delay="0"/>
                                          </p:stCondLst>
                                        </p:cTn>
                                        <p:tgtEl>
                                          <p:spTgt spid="57"/>
                                        </p:tgtEl>
                                        <p:attrNameLst>
                                          <p:attrName>style.visibility</p:attrName>
                                        </p:attrNameLst>
                                      </p:cBhvr>
                                      <p:to>
                                        <p:strVal val="visible"/>
                                      </p:to>
                                    </p:set>
                                    <p:animEffect transition="in" filter="wipe(left)">
                                      <p:cBhvr>
                                        <p:cTn id="84" dur="1500"/>
                                        <p:tgtEl>
                                          <p:spTgt spid="57"/>
                                        </p:tgtEl>
                                      </p:cBhvr>
                                    </p:animEffect>
                                  </p:childTnLst>
                                </p:cTn>
                              </p:par>
                            </p:childTnLst>
                          </p:cTn>
                        </p:par>
                      </p:childTnLst>
                    </p:cTn>
                  </p:par>
                  <p:par>
                    <p:cTn id="85" fill="hold">
                      <p:stCondLst>
                        <p:cond delay="indefinite"/>
                      </p:stCondLst>
                      <p:childTnLst>
                        <p:par>
                          <p:cTn id="86" fill="hold">
                            <p:stCondLst>
                              <p:cond delay="0"/>
                            </p:stCondLst>
                            <p:childTnLst>
                              <p:par>
                                <p:cTn id="87" presetID="22" presetClass="entr" presetSubtype="8" fill="hold" grpId="0" nodeType="clickEffect">
                                  <p:stCondLst>
                                    <p:cond delay="0"/>
                                  </p:stCondLst>
                                  <p:childTnLst>
                                    <p:set>
                                      <p:cBhvr>
                                        <p:cTn id="88" dur="1" fill="hold">
                                          <p:stCondLst>
                                            <p:cond delay="0"/>
                                          </p:stCondLst>
                                        </p:cTn>
                                        <p:tgtEl>
                                          <p:spTgt spid="67"/>
                                        </p:tgtEl>
                                        <p:attrNameLst>
                                          <p:attrName>style.visibility</p:attrName>
                                        </p:attrNameLst>
                                      </p:cBhvr>
                                      <p:to>
                                        <p:strVal val="visible"/>
                                      </p:to>
                                    </p:set>
                                    <p:animEffect transition="in" filter="wipe(left)">
                                      <p:cBhvr>
                                        <p:cTn id="89" dur="500"/>
                                        <p:tgtEl>
                                          <p:spTgt spid="67"/>
                                        </p:tgtEl>
                                      </p:cBhvr>
                                    </p:animEffect>
                                  </p:childTnLst>
                                </p:cTn>
                              </p:par>
                            </p:childTnLst>
                          </p:cTn>
                        </p:par>
                        <p:par>
                          <p:cTn id="90" fill="hold">
                            <p:stCondLst>
                              <p:cond delay="500"/>
                            </p:stCondLst>
                            <p:childTnLst>
                              <p:par>
                                <p:cTn id="91" presetID="22" presetClass="entr" presetSubtype="8" fill="hold" grpId="0" nodeType="afterEffect">
                                  <p:stCondLst>
                                    <p:cond delay="0"/>
                                  </p:stCondLst>
                                  <p:childTnLst>
                                    <p:set>
                                      <p:cBhvr>
                                        <p:cTn id="92" dur="1" fill="hold">
                                          <p:stCondLst>
                                            <p:cond delay="0"/>
                                          </p:stCondLst>
                                        </p:cTn>
                                        <p:tgtEl>
                                          <p:spTgt spid="65"/>
                                        </p:tgtEl>
                                        <p:attrNameLst>
                                          <p:attrName>style.visibility</p:attrName>
                                        </p:attrNameLst>
                                      </p:cBhvr>
                                      <p:to>
                                        <p:strVal val="visible"/>
                                      </p:to>
                                    </p:set>
                                    <p:animEffect transition="in" filter="wipe(left)">
                                      <p:cBhvr>
                                        <p:cTn id="93" dur="1500"/>
                                        <p:tgtEl>
                                          <p:spTgt spid="65"/>
                                        </p:tgtEl>
                                      </p:cBhvr>
                                    </p:animEffect>
                                  </p:childTnLst>
                                </p:cTn>
                              </p:par>
                            </p:childTnLst>
                          </p:cTn>
                        </p:par>
                        <p:par>
                          <p:cTn id="94" fill="hold">
                            <p:stCondLst>
                              <p:cond delay="2000"/>
                            </p:stCondLst>
                            <p:childTnLst>
                              <p:par>
                                <p:cTn id="95" presetID="22" presetClass="entr" presetSubtype="8" fill="hold" grpId="0" nodeType="afterEffect">
                                  <p:stCondLst>
                                    <p:cond delay="0"/>
                                  </p:stCondLst>
                                  <p:childTnLst>
                                    <p:set>
                                      <p:cBhvr>
                                        <p:cTn id="96" dur="1" fill="hold">
                                          <p:stCondLst>
                                            <p:cond delay="0"/>
                                          </p:stCondLst>
                                        </p:cTn>
                                        <p:tgtEl>
                                          <p:spTgt spid="56"/>
                                        </p:tgtEl>
                                        <p:attrNameLst>
                                          <p:attrName>style.visibility</p:attrName>
                                        </p:attrNameLst>
                                      </p:cBhvr>
                                      <p:to>
                                        <p:strVal val="visible"/>
                                      </p:to>
                                    </p:set>
                                    <p:animEffect transition="in" filter="wipe(left)">
                                      <p:cBhvr>
                                        <p:cTn id="97" dur="500"/>
                                        <p:tgtEl>
                                          <p:spTgt spid="56"/>
                                        </p:tgtEl>
                                      </p:cBhvr>
                                    </p:animEffect>
                                  </p:childTnLst>
                                </p:cTn>
                              </p:par>
                            </p:childTnLst>
                          </p:cTn>
                        </p:par>
                        <p:par>
                          <p:cTn id="98" fill="hold">
                            <p:stCondLst>
                              <p:cond delay="2500"/>
                            </p:stCondLst>
                            <p:childTnLst>
                              <p:par>
                                <p:cTn id="99" presetID="22" presetClass="entr" presetSubtype="8" fill="hold" grpId="0" nodeType="afterEffect">
                                  <p:stCondLst>
                                    <p:cond delay="0"/>
                                  </p:stCondLst>
                                  <p:childTnLst>
                                    <p:set>
                                      <p:cBhvr>
                                        <p:cTn id="100" dur="1" fill="hold">
                                          <p:stCondLst>
                                            <p:cond delay="0"/>
                                          </p:stCondLst>
                                        </p:cTn>
                                        <p:tgtEl>
                                          <p:spTgt spid="54"/>
                                        </p:tgtEl>
                                        <p:attrNameLst>
                                          <p:attrName>style.visibility</p:attrName>
                                        </p:attrNameLst>
                                      </p:cBhvr>
                                      <p:to>
                                        <p:strVal val="visible"/>
                                      </p:to>
                                    </p:set>
                                    <p:animEffect transition="in" filter="wipe(left)">
                                      <p:cBhvr>
                                        <p:cTn id="101" dur="1500"/>
                                        <p:tgtEl>
                                          <p:spTgt spid="54"/>
                                        </p:tgtEl>
                                      </p:cBhvr>
                                    </p:animEffect>
                                  </p:childTnLst>
                                </p:cTn>
                              </p:par>
                            </p:childTnLst>
                          </p:cTn>
                        </p:par>
                        <p:par>
                          <p:cTn id="102" fill="hold">
                            <p:stCondLst>
                              <p:cond delay="4000"/>
                            </p:stCondLst>
                            <p:childTnLst>
                              <p:par>
                                <p:cTn id="103" presetID="22" presetClass="entr" presetSubtype="8" fill="hold" grpId="0" nodeType="afterEffect">
                                  <p:stCondLst>
                                    <p:cond delay="0"/>
                                  </p:stCondLst>
                                  <p:childTnLst>
                                    <p:set>
                                      <p:cBhvr>
                                        <p:cTn id="104" dur="1" fill="hold">
                                          <p:stCondLst>
                                            <p:cond delay="0"/>
                                          </p:stCondLst>
                                        </p:cTn>
                                        <p:tgtEl>
                                          <p:spTgt spid="73"/>
                                        </p:tgtEl>
                                        <p:attrNameLst>
                                          <p:attrName>style.visibility</p:attrName>
                                        </p:attrNameLst>
                                      </p:cBhvr>
                                      <p:to>
                                        <p:strVal val="visible"/>
                                      </p:to>
                                    </p:set>
                                    <p:animEffect transition="in" filter="wipe(left)">
                                      <p:cBhvr>
                                        <p:cTn id="105" dur="500"/>
                                        <p:tgtEl>
                                          <p:spTgt spid="73"/>
                                        </p:tgtEl>
                                      </p:cBhvr>
                                    </p:animEffect>
                                  </p:childTnLst>
                                </p:cTn>
                              </p:par>
                            </p:childTnLst>
                          </p:cTn>
                        </p:par>
                        <p:par>
                          <p:cTn id="106" fill="hold">
                            <p:stCondLst>
                              <p:cond delay="4500"/>
                            </p:stCondLst>
                            <p:childTnLst>
                              <p:par>
                                <p:cTn id="107" presetID="22" presetClass="entr" presetSubtype="8" fill="hold" grpId="0" nodeType="afterEffect">
                                  <p:stCondLst>
                                    <p:cond delay="0"/>
                                  </p:stCondLst>
                                  <p:childTnLst>
                                    <p:set>
                                      <p:cBhvr>
                                        <p:cTn id="108" dur="1" fill="hold">
                                          <p:stCondLst>
                                            <p:cond delay="0"/>
                                          </p:stCondLst>
                                        </p:cTn>
                                        <p:tgtEl>
                                          <p:spTgt spid="72"/>
                                        </p:tgtEl>
                                        <p:attrNameLst>
                                          <p:attrName>style.visibility</p:attrName>
                                        </p:attrNameLst>
                                      </p:cBhvr>
                                      <p:to>
                                        <p:strVal val="visible"/>
                                      </p:to>
                                    </p:set>
                                    <p:animEffect transition="in" filter="wipe(left)">
                                      <p:cBhvr>
                                        <p:cTn id="109" dur="1500"/>
                                        <p:tgtEl>
                                          <p:spTgt spid="72"/>
                                        </p:tgtEl>
                                      </p:cBhvr>
                                    </p:animEffect>
                                  </p:childTnLst>
                                </p:cTn>
                              </p:par>
                            </p:childTnLst>
                          </p:cTn>
                        </p:par>
                        <p:par>
                          <p:cTn id="110" fill="hold">
                            <p:stCondLst>
                              <p:cond delay="6000"/>
                            </p:stCondLst>
                            <p:childTnLst>
                              <p:par>
                                <p:cTn id="111" presetID="22" presetClass="entr" presetSubtype="8" fill="hold" grpId="0" nodeType="afterEffect">
                                  <p:stCondLst>
                                    <p:cond delay="0"/>
                                  </p:stCondLst>
                                  <p:childTnLst>
                                    <p:set>
                                      <p:cBhvr>
                                        <p:cTn id="112" dur="1" fill="hold">
                                          <p:stCondLst>
                                            <p:cond delay="0"/>
                                          </p:stCondLst>
                                        </p:cTn>
                                        <p:tgtEl>
                                          <p:spTgt spid="64"/>
                                        </p:tgtEl>
                                        <p:attrNameLst>
                                          <p:attrName>style.visibility</p:attrName>
                                        </p:attrNameLst>
                                      </p:cBhvr>
                                      <p:to>
                                        <p:strVal val="visible"/>
                                      </p:to>
                                    </p:set>
                                    <p:animEffect transition="in" filter="wipe(left)">
                                      <p:cBhvr>
                                        <p:cTn id="113" dur="500"/>
                                        <p:tgtEl>
                                          <p:spTgt spid="64"/>
                                        </p:tgtEl>
                                      </p:cBhvr>
                                    </p:animEffect>
                                  </p:childTnLst>
                                </p:cTn>
                              </p:par>
                            </p:childTnLst>
                          </p:cTn>
                        </p:par>
                        <p:par>
                          <p:cTn id="114" fill="hold">
                            <p:stCondLst>
                              <p:cond delay="6500"/>
                            </p:stCondLst>
                            <p:childTnLst>
                              <p:par>
                                <p:cTn id="115" presetID="22" presetClass="entr" presetSubtype="8" fill="hold" grpId="0" nodeType="afterEffect">
                                  <p:stCondLst>
                                    <p:cond delay="0"/>
                                  </p:stCondLst>
                                  <p:childTnLst>
                                    <p:set>
                                      <p:cBhvr>
                                        <p:cTn id="116" dur="1" fill="hold">
                                          <p:stCondLst>
                                            <p:cond delay="0"/>
                                          </p:stCondLst>
                                        </p:cTn>
                                        <p:tgtEl>
                                          <p:spTgt spid="62"/>
                                        </p:tgtEl>
                                        <p:attrNameLst>
                                          <p:attrName>style.visibility</p:attrName>
                                        </p:attrNameLst>
                                      </p:cBhvr>
                                      <p:to>
                                        <p:strVal val="visible"/>
                                      </p:to>
                                    </p:set>
                                    <p:animEffect transition="in" filter="wipe(left)">
                                      <p:cBhvr>
                                        <p:cTn id="117" dur="1500"/>
                                        <p:tgtEl>
                                          <p:spTgt spid="62"/>
                                        </p:tgtEl>
                                      </p:cBhvr>
                                    </p:animEffect>
                                  </p:childTnLst>
                                </p:cTn>
                              </p:par>
                            </p:childTnLst>
                          </p:cTn>
                        </p:par>
                      </p:childTnLst>
                    </p:cTn>
                  </p:par>
                  <p:par>
                    <p:cTn id="118" fill="hold">
                      <p:stCondLst>
                        <p:cond delay="indefinite"/>
                      </p:stCondLst>
                      <p:childTnLst>
                        <p:par>
                          <p:cTn id="119" fill="hold">
                            <p:stCondLst>
                              <p:cond delay="0"/>
                            </p:stCondLst>
                            <p:childTnLst>
                              <p:par>
                                <p:cTn id="120" presetID="22" presetClass="exit" presetSubtype="8" fill="hold" grpId="1" nodeType="clickEffect">
                                  <p:stCondLst>
                                    <p:cond delay="0"/>
                                  </p:stCondLst>
                                  <p:childTnLst>
                                    <p:animEffect transition="out" filter="wipe(left)">
                                      <p:cBhvr>
                                        <p:cTn id="121" dur="500"/>
                                        <p:tgtEl>
                                          <p:spTgt spid="53"/>
                                        </p:tgtEl>
                                      </p:cBhvr>
                                    </p:animEffect>
                                    <p:set>
                                      <p:cBhvr>
                                        <p:cTn id="122" dur="1" fill="hold">
                                          <p:stCondLst>
                                            <p:cond delay="499"/>
                                          </p:stCondLst>
                                        </p:cTn>
                                        <p:tgtEl>
                                          <p:spTgt spid="53"/>
                                        </p:tgtEl>
                                        <p:attrNameLst>
                                          <p:attrName>style.visibility</p:attrName>
                                        </p:attrNameLst>
                                      </p:cBhvr>
                                      <p:to>
                                        <p:strVal val="hidden"/>
                                      </p:to>
                                    </p:set>
                                  </p:childTnLst>
                                </p:cTn>
                              </p:par>
                            </p:childTnLst>
                          </p:cTn>
                        </p:par>
                        <p:par>
                          <p:cTn id="123" fill="hold">
                            <p:stCondLst>
                              <p:cond delay="500"/>
                            </p:stCondLst>
                            <p:childTnLst>
                              <p:par>
                                <p:cTn id="124" presetID="22" presetClass="entr" presetSubtype="8" fill="hold" grpId="0" nodeType="afterEffect">
                                  <p:stCondLst>
                                    <p:cond delay="0"/>
                                  </p:stCondLst>
                                  <p:childTnLst>
                                    <p:set>
                                      <p:cBhvr>
                                        <p:cTn id="125" dur="1" fill="hold">
                                          <p:stCondLst>
                                            <p:cond delay="0"/>
                                          </p:stCondLst>
                                        </p:cTn>
                                        <p:tgtEl>
                                          <p:spTgt spid="35"/>
                                        </p:tgtEl>
                                        <p:attrNameLst>
                                          <p:attrName>style.visibility</p:attrName>
                                        </p:attrNameLst>
                                      </p:cBhvr>
                                      <p:to>
                                        <p:strVal val="visible"/>
                                      </p:to>
                                    </p:set>
                                    <p:animEffect transition="in" filter="wipe(left)">
                                      <p:cBhvr>
                                        <p:cTn id="126" dur="1000"/>
                                        <p:tgtEl>
                                          <p:spTgt spid="35"/>
                                        </p:tgtEl>
                                      </p:cBhvr>
                                    </p:animEffect>
                                  </p:childTnLst>
                                </p:cTn>
                              </p:par>
                            </p:childTnLst>
                          </p:cTn>
                        </p:par>
                      </p:childTnLst>
                    </p:cTn>
                  </p:par>
                  <p:par>
                    <p:cTn id="127" fill="hold">
                      <p:stCondLst>
                        <p:cond delay="indefinite"/>
                      </p:stCondLst>
                      <p:childTnLst>
                        <p:par>
                          <p:cTn id="128" fill="hold">
                            <p:stCondLst>
                              <p:cond delay="0"/>
                            </p:stCondLst>
                            <p:childTnLst>
                              <p:par>
                                <p:cTn id="129" presetID="22" presetClass="entr" presetSubtype="8" fill="hold" grpId="0" nodeType="clickEffect">
                                  <p:stCondLst>
                                    <p:cond delay="0"/>
                                  </p:stCondLst>
                                  <p:childTnLst>
                                    <p:set>
                                      <p:cBhvr>
                                        <p:cTn id="130" dur="1" fill="hold">
                                          <p:stCondLst>
                                            <p:cond delay="0"/>
                                          </p:stCondLst>
                                        </p:cTn>
                                        <p:tgtEl>
                                          <p:spTgt spid="49">
                                            <p:txEl>
                                              <p:pRg st="0" end="0"/>
                                            </p:txEl>
                                          </p:spTgt>
                                        </p:tgtEl>
                                        <p:attrNameLst>
                                          <p:attrName>style.visibility</p:attrName>
                                        </p:attrNameLst>
                                      </p:cBhvr>
                                      <p:to>
                                        <p:strVal val="visible"/>
                                      </p:to>
                                    </p:set>
                                    <p:animEffect transition="in" filter="wipe(left)">
                                      <p:cBhvr>
                                        <p:cTn id="131" dur="500"/>
                                        <p:tgtEl>
                                          <p:spTgt spid="49">
                                            <p:txEl>
                                              <p:pRg st="0" end="0"/>
                                            </p:txEl>
                                          </p:spTgt>
                                        </p:tgtEl>
                                      </p:cBhvr>
                                    </p:animEffect>
                                  </p:childTnLst>
                                </p:cTn>
                              </p:par>
                            </p:childTnLst>
                          </p:cTn>
                        </p:par>
                        <p:par>
                          <p:cTn id="132" fill="hold">
                            <p:stCondLst>
                              <p:cond delay="500"/>
                            </p:stCondLst>
                            <p:childTnLst>
                              <p:par>
                                <p:cTn id="133" presetID="22" presetClass="entr" presetSubtype="8" fill="hold" grpId="0" nodeType="afterEffect">
                                  <p:stCondLst>
                                    <p:cond delay="0"/>
                                  </p:stCondLst>
                                  <p:childTnLst>
                                    <p:set>
                                      <p:cBhvr>
                                        <p:cTn id="134" dur="1" fill="hold">
                                          <p:stCondLst>
                                            <p:cond delay="0"/>
                                          </p:stCondLst>
                                        </p:cTn>
                                        <p:tgtEl>
                                          <p:spTgt spid="49">
                                            <p:txEl>
                                              <p:pRg st="1" end="1"/>
                                            </p:txEl>
                                          </p:spTgt>
                                        </p:tgtEl>
                                        <p:attrNameLst>
                                          <p:attrName>style.visibility</p:attrName>
                                        </p:attrNameLst>
                                      </p:cBhvr>
                                      <p:to>
                                        <p:strVal val="visible"/>
                                      </p:to>
                                    </p:set>
                                    <p:animEffect transition="in" filter="wipe(left)">
                                      <p:cBhvr>
                                        <p:cTn id="135" dur="500"/>
                                        <p:tgtEl>
                                          <p:spTgt spid="49">
                                            <p:txEl>
                                              <p:pRg st="1" end="1"/>
                                            </p:txEl>
                                          </p:spTgt>
                                        </p:tgtEl>
                                      </p:cBhvr>
                                    </p:animEffect>
                                  </p:childTnLst>
                                </p:cTn>
                              </p:par>
                            </p:childTnLst>
                          </p:cTn>
                        </p:par>
                        <p:par>
                          <p:cTn id="136" fill="hold">
                            <p:stCondLst>
                              <p:cond delay="1000"/>
                            </p:stCondLst>
                            <p:childTnLst>
                              <p:par>
                                <p:cTn id="137" presetID="22" presetClass="entr" presetSubtype="8" fill="hold" grpId="0" nodeType="afterEffect">
                                  <p:stCondLst>
                                    <p:cond delay="0"/>
                                  </p:stCondLst>
                                  <p:childTnLst>
                                    <p:set>
                                      <p:cBhvr>
                                        <p:cTn id="138" dur="1" fill="hold">
                                          <p:stCondLst>
                                            <p:cond delay="0"/>
                                          </p:stCondLst>
                                        </p:cTn>
                                        <p:tgtEl>
                                          <p:spTgt spid="41"/>
                                        </p:tgtEl>
                                        <p:attrNameLst>
                                          <p:attrName>style.visibility</p:attrName>
                                        </p:attrNameLst>
                                      </p:cBhvr>
                                      <p:to>
                                        <p:strVal val="visible"/>
                                      </p:to>
                                    </p:set>
                                    <p:animEffect transition="in" filter="wipe(left)">
                                      <p:cBhvr>
                                        <p:cTn id="139" dur="1000"/>
                                        <p:tgtEl>
                                          <p:spTgt spid="41"/>
                                        </p:tgtEl>
                                      </p:cBhvr>
                                    </p:animEffect>
                                  </p:childTnLst>
                                </p:cTn>
                              </p:par>
                            </p:childTnLst>
                          </p:cTn>
                        </p:par>
                        <p:par>
                          <p:cTn id="140" fill="hold">
                            <p:stCondLst>
                              <p:cond delay="2000"/>
                            </p:stCondLst>
                            <p:childTnLst>
                              <p:par>
                                <p:cTn id="141" presetID="22" presetClass="entr" presetSubtype="8" fill="hold" nodeType="afterEffect">
                                  <p:stCondLst>
                                    <p:cond delay="0"/>
                                  </p:stCondLst>
                                  <p:childTnLst>
                                    <p:set>
                                      <p:cBhvr>
                                        <p:cTn id="142" dur="1" fill="hold">
                                          <p:stCondLst>
                                            <p:cond delay="0"/>
                                          </p:stCondLst>
                                        </p:cTn>
                                        <p:tgtEl>
                                          <p:spTgt spid="36"/>
                                        </p:tgtEl>
                                        <p:attrNameLst>
                                          <p:attrName>style.visibility</p:attrName>
                                        </p:attrNameLst>
                                      </p:cBhvr>
                                      <p:to>
                                        <p:strVal val="visible"/>
                                      </p:to>
                                    </p:set>
                                    <p:animEffect transition="in" filter="wipe(left)">
                                      <p:cBhvr>
                                        <p:cTn id="143" dur="2000"/>
                                        <p:tgtEl>
                                          <p:spTgt spid="36"/>
                                        </p:tgtEl>
                                      </p:cBhvr>
                                    </p:animEffect>
                                  </p:childTnLst>
                                </p:cTn>
                              </p:par>
                            </p:childTnLst>
                          </p:cTn>
                        </p:par>
                      </p:childTnLst>
                    </p:cTn>
                  </p:par>
                  <p:par>
                    <p:cTn id="144" fill="hold">
                      <p:stCondLst>
                        <p:cond delay="indefinite"/>
                      </p:stCondLst>
                      <p:childTnLst>
                        <p:par>
                          <p:cTn id="145" fill="hold">
                            <p:stCondLst>
                              <p:cond delay="0"/>
                            </p:stCondLst>
                            <p:childTnLst>
                              <p:par>
                                <p:cTn id="146" presetID="22" presetClass="entr" presetSubtype="8" fill="hold" grpId="0" nodeType="clickEffect">
                                  <p:stCondLst>
                                    <p:cond delay="0"/>
                                  </p:stCondLst>
                                  <p:childTnLst>
                                    <p:set>
                                      <p:cBhvr>
                                        <p:cTn id="147" dur="1" fill="hold">
                                          <p:stCondLst>
                                            <p:cond delay="0"/>
                                          </p:stCondLst>
                                        </p:cTn>
                                        <p:tgtEl>
                                          <p:spTgt spid="46"/>
                                        </p:tgtEl>
                                        <p:attrNameLst>
                                          <p:attrName>style.visibility</p:attrName>
                                        </p:attrNameLst>
                                      </p:cBhvr>
                                      <p:to>
                                        <p:strVal val="visible"/>
                                      </p:to>
                                    </p:set>
                                    <p:animEffect transition="in" filter="wipe(left)">
                                      <p:cBhvr>
                                        <p:cTn id="148" dur="1500"/>
                                        <p:tgtEl>
                                          <p:spTgt spid="46"/>
                                        </p:tgtEl>
                                      </p:cBhvr>
                                    </p:animEffect>
                                  </p:childTnLst>
                                </p:cTn>
                              </p:par>
                            </p:childTnLst>
                          </p:cTn>
                        </p:par>
                        <p:par>
                          <p:cTn id="149" fill="hold">
                            <p:stCondLst>
                              <p:cond delay="1500"/>
                            </p:stCondLst>
                            <p:childTnLst>
                              <p:par>
                                <p:cTn id="150" presetID="22" presetClass="entr" presetSubtype="8" fill="hold" grpId="0" nodeType="afterEffect">
                                  <p:stCondLst>
                                    <p:cond delay="0"/>
                                  </p:stCondLst>
                                  <p:childTnLst>
                                    <p:set>
                                      <p:cBhvr>
                                        <p:cTn id="151" dur="1" fill="hold">
                                          <p:stCondLst>
                                            <p:cond delay="0"/>
                                          </p:stCondLst>
                                        </p:cTn>
                                        <p:tgtEl>
                                          <p:spTgt spid="47"/>
                                        </p:tgtEl>
                                        <p:attrNameLst>
                                          <p:attrName>style.visibility</p:attrName>
                                        </p:attrNameLst>
                                      </p:cBhvr>
                                      <p:to>
                                        <p:strVal val="visible"/>
                                      </p:to>
                                    </p:set>
                                    <p:animEffect transition="in" filter="wipe(left)">
                                      <p:cBhvr>
                                        <p:cTn id="152" dur="1500"/>
                                        <p:tgtEl>
                                          <p:spTgt spid="47"/>
                                        </p:tgtEl>
                                      </p:cBhvr>
                                    </p:animEffect>
                                  </p:childTnLst>
                                </p:cTn>
                              </p:par>
                            </p:childTnLst>
                          </p:cTn>
                        </p:par>
                        <p:par>
                          <p:cTn id="153" fill="hold">
                            <p:stCondLst>
                              <p:cond delay="3000"/>
                            </p:stCondLst>
                            <p:childTnLst>
                              <p:par>
                                <p:cTn id="154" presetID="22" presetClass="entr" presetSubtype="8" fill="hold" grpId="0" nodeType="afterEffect">
                                  <p:stCondLst>
                                    <p:cond delay="0"/>
                                  </p:stCondLst>
                                  <p:childTnLst>
                                    <p:set>
                                      <p:cBhvr>
                                        <p:cTn id="155" dur="1" fill="hold">
                                          <p:stCondLst>
                                            <p:cond delay="0"/>
                                          </p:stCondLst>
                                        </p:cTn>
                                        <p:tgtEl>
                                          <p:spTgt spid="48"/>
                                        </p:tgtEl>
                                        <p:attrNameLst>
                                          <p:attrName>style.visibility</p:attrName>
                                        </p:attrNameLst>
                                      </p:cBhvr>
                                      <p:to>
                                        <p:strVal val="visible"/>
                                      </p:to>
                                    </p:set>
                                    <p:animEffect transition="in" filter="wipe(left)">
                                      <p:cBhvr>
                                        <p:cTn id="156" dur="1500"/>
                                        <p:tgtEl>
                                          <p:spTgt spid="48"/>
                                        </p:tgtEl>
                                      </p:cBhvr>
                                    </p:animEffect>
                                  </p:childTnLst>
                                </p:cTn>
                              </p:par>
                            </p:childTnLst>
                          </p:cTn>
                        </p:par>
                      </p:childTnLst>
                    </p:cTn>
                  </p:par>
                  <p:par>
                    <p:cTn id="157" fill="hold">
                      <p:stCondLst>
                        <p:cond delay="indefinite"/>
                      </p:stCondLst>
                      <p:childTnLst>
                        <p:par>
                          <p:cTn id="158" fill="hold">
                            <p:stCondLst>
                              <p:cond delay="0"/>
                            </p:stCondLst>
                            <p:childTnLst>
                              <p:par>
                                <p:cTn id="159" presetID="22" presetClass="exit" presetSubtype="8" fill="hold" grpId="1" nodeType="clickEffect">
                                  <p:stCondLst>
                                    <p:cond delay="0"/>
                                  </p:stCondLst>
                                  <p:childTnLst>
                                    <p:animEffect transition="out" filter="wipe(left)">
                                      <p:cBhvr>
                                        <p:cTn id="160" dur="500"/>
                                        <p:tgtEl>
                                          <p:spTgt spid="35"/>
                                        </p:tgtEl>
                                      </p:cBhvr>
                                    </p:animEffect>
                                    <p:set>
                                      <p:cBhvr>
                                        <p:cTn id="161" dur="1" fill="hold">
                                          <p:stCondLst>
                                            <p:cond delay="499"/>
                                          </p:stCondLst>
                                        </p:cTn>
                                        <p:tgtEl>
                                          <p:spTgt spid="35"/>
                                        </p:tgtEl>
                                        <p:attrNameLst>
                                          <p:attrName>style.visibility</p:attrName>
                                        </p:attrNameLst>
                                      </p:cBhvr>
                                      <p:to>
                                        <p:strVal val="hidden"/>
                                      </p:to>
                                    </p:set>
                                  </p:childTnLst>
                                </p:cTn>
                              </p:par>
                            </p:childTnLst>
                          </p:cTn>
                        </p:par>
                        <p:par>
                          <p:cTn id="162" fill="hold">
                            <p:stCondLst>
                              <p:cond delay="500"/>
                            </p:stCondLst>
                            <p:childTnLst>
                              <p:par>
                                <p:cTn id="163" presetID="22" presetClass="entr" presetSubtype="8" fill="hold" grpId="0" nodeType="afterEffect">
                                  <p:stCondLst>
                                    <p:cond delay="0"/>
                                  </p:stCondLst>
                                  <p:childTnLst>
                                    <p:set>
                                      <p:cBhvr>
                                        <p:cTn id="164" dur="1" fill="hold">
                                          <p:stCondLst>
                                            <p:cond delay="0"/>
                                          </p:stCondLst>
                                        </p:cTn>
                                        <p:tgtEl>
                                          <p:spTgt spid="31"/>
                                        </p:tgtEl>
                                        <p:attrNameLst>
                                          <p:attrName>style.visibility</p:attrName>
                                        </p:attrNameLst>
                                      </p:cBhvr>
                                      <p:to>
                                        <p:strVal val="visible"/>
                                      </p:to>
                                    </p:set>
                                    <p:animEffect transition="in" filter="wipe(left)">
                                      <p:cBhvr>
                                        <p:cTn id="165" dur="1000"/>
                                        <p:tgtEl>
                                          <p:spTgt spid="31"/>
                                        </p:tgtEl>
                                      </p:cBhvr>
                                    </p:animEffect>
                                  </p:childTnLst>
                                </p:cTn>
                              </p:par>
                            </p:childTnLst>
                          </p:cTn>
                        </p:par>
                      </p:childTnLst>
                    </p:cTn>
                  </p:par>
                  <p:par>
                    <p:cTn id="166" fill="hold">
                      <p:stCondLst>
                        <p:cond delay="indefinite"/>
                      </p:stCondLst>
                      <p:childTnLst>
                        <p:par>
                          <p:cTn id="167" fill="hold">
                            <p:stCondLst>
                              <p:cond delay="0"/>
                            </p:stCondLst>
                            <p:childTnLst>
                              <p:par>
                                <p:cTn id="168" presetID="22" presetClass="entr" presetSubtype="8" fill="hold" grpId="0" nodeType="clickEffect">
                                  <p:stCondLst>
                                    <p:cond delay="0"/>
                                  </p:stCondLst>
                                  <p:childTnLst>
                                    <p:set>
                                      <p:cBhvr>
                                        <p:cTn id="169" dur="1" fill="hold">
                                          <p:stCondLst>
                                            <p:cond delay="0"/>
                                          </p:stCondLst>
                                        </p:cTn>
                                        <p:tgtEl>
                                          <p:spTgt spid="25"/>
                                        </p:tgtEl>
                                        <p:attrNameLst>
                                          <p:attrName>style.visibility</p:attrName>
                                        </p:attrNameLst>
                                      </p:cBhvr>
                                      <p:to>
                                        <p:strVal val="visible"/>
                                      </p:to>
                                    </p:set>
                                    <p:animEffect transition="in" filter="wipe(left)">
                                      <p:cBhvr>
                                        <p:cTn id="170" dur="500"/>
                                        <p:tgtEl>
                                          <p:spTgt spid="25"/>
                                        </p:tgtEl>
                                      </p:cBhvr>
                                    </p:animEffect>
                                  </p:childTnLst>
                                </p:cTn>
                              </p:par>
                            </p:childTnLst>
                          </p:cTn>
                        </p:par>
                        <p:par>
                          <p:cTn id="171" fill="hold">
                            <p:stCondLst>
                              <p:cond delay="500"/>
                            </p:stCondLst>
                            <p:childTnLst>
                              <p:par>
                                <p:cTn id="172" presetID="22" presetClass="entr" presetSubtype="1" fill="hold" nodeType="afterEffect">
                                  <p:stCondLst>
                                    <p:cond delay="0"/>
                                  </p:stCondLst>
                                  <p:childTnLst>
                                    <p:set>
                                      <p:cBhvr>
                                        <p:cTn id="173" dur="1" fill="hold">
                                          <p:stCondLst>
                                            <p:cond delay="0"/>
                                          </p:stCondLst>
                                        </p:cTn>
                                        <p:tgtEl>
                                          <p:spTgt spid="5"/>
                                        </p:tgtEl>
                                        <p:attrNameLst>
                                          <p:attrName>style.visibility</p:attrName>
                                        </p:attrNameLst>
                                      </p:cBhvr>
                                      <p:to>
                                        <p:strVal val="visible"/>
                                      </p:to>
                                    </p:set>
                                    <p:animEffect transition="in" filter="wipe(up)">
                                      <p:cBhvr>
                                        <p:cTn id="174" dur="500"/>
                                        <p:tgtEl>
                                          <p:spTgt spid="5"/>
                                        </p:tgtEl>
                                      </p:cBhvr>
                                    </p:animEffect>
                                  </p:childTnLst>
                                </p:cTn>
                              </p:par>
                            </p:childTnLst>
                          </p:cTn>
                        </p:par>
                        <p:par>
                          <p:cTn id="175" fill="hold">
                            <p:stCondLst>
                              <p:cond delay="1000"/>
                            </p:stCondLst>
                            <p:childTnLst>
                              <p:par>
                                <p:cTn id="176" presetID="22" presetClass="entr" presetSubtype="1" fill="hold" grpId="0" nodeType="afterEffect">
                                  <p:stCondLst>
                                    <p:cond delay="0"/>
                                  </p:stCondLst>
                                  <p:childTnLst>
                                    <p:set>
                                      <p:cBhvr>
                                        <p:cTn id="177" dur="1" fill="hold">
                                          <p:stCondLst>
                                            <p:cond delay="0"/>
                                          </p:stCondLst>
                                        </p:cTn>
                                        <p:tgtEl>
                                          <p:spTgt spid="29"/>
                                        </p:tgtEl>
                                        <p:attrNameLst>
                                          <p:attrName>style.visibility</p:attrName>
                                        </p:attrNameLst>
                                      </p:cBhvr>
                                      <p:to>
                                        <p:strVal val="visible"/>
                                      </p:to>
                                    </p:set>
                                    <p:animEffect transition="in" filter="wipe(up)">
                                      <p:cBhvr>
                                        <p:cTn id="178" dur="1500"/>
                                        <p:tgtEl>
                                          <p:spTgt spid="29"/>
                                        </p:tgtEl>
                                      </p:cBhvr>
                                    </p:animEffect>
                                  </p:childTnLst>
                                </p:cTn>
                              </p:par>
                            </p:childTnLst>
                          </p:cTn>
                        </p:par>
                      </p:childTnLst>
                    </p:cTn>
                  </p:par>
                  <p:par>
                    <p:cTn id="179" fill="hold">
                      <p:stCondLst>
                        <p:cond delay="indefinite"/>
                      </p:stCondLst>
                      <p:childTnLst>
                        <p:par>
                          <p:cTn id="180" fill="hold">
                            <p:stCondLst>
                              <p:cond delay="0"/>
                            </p:stCondLst>
                            <p:childTnLst>
                              <p:par>
                                <p:cTn id="181" presetID="22" presetClass="exit" presetSubtype="8" fill="hold" grpId="1" nodeType="clickEffect">
                                  <p:stCondLst>
                                    <p:cond delay="0"/>
                                  </p:stCondLst>
                                  <p:childTnLst>
                                    <p:animEffect transition="out" filter="wipe(left)">
                                      <p:cBhvr>
                                        <p:cTn id="182" dur="500"/>
                                        <p:tgtEl>
                                          <p:spTgt spid="31"/>
                                        </p:tgtEl>
                                      </p:cBhvr>
                                    </p:animEffect>
                                    <p:set>
                                      <p:cBhvr>
                                        <p:cTn id="183" dur="1" fill="hold">
                                          <p:stCondLst>
                                            <p:cond delay="499"/>
                                          </p:stCondLst>
                                        </p:cTn>
                                        <p:tgtEl>
                                          <p:spTgt spid="31"/>
                                        </p:tgtEl>
                                        <p:attrNameLst>
                                          <p:attrName>style.visibility</p:attrName>
                                        </p:attrNameLst>
                                      </p:cBhvr>
                                      <p:to>
                                        <p:strVal val="hidden"/>
                                      </p:to>
                                    </p:set>
                                  </p:childTnLst>
                                </p:cTn>
                              </p:par>
                            </p:childTnLst>
                          </p:cTn>
                        </p:par>
                        <p:par>
                          <p:cTn id="184" fill="hold">
                            <p:stCondLst>
                              <p:cond delay="500"/>
                            </p:stCondLst>
                            <p:childTnLst>
                              <p:par>
                                <p:cTn id="185" presetID="22" presetClass="exit" presetSubtype="1" fill="hold" nodeType="afterEffect">
                                  <p:stCondLst>
                                    <p:cond delay="0"/>
                                  </p:stCondLst>
                                  <p:childTnLst>
                                    <p:animEffect transition="out" filter="wipe(up)">
                                      <p:cBhvr>
                                        <p:cTn id="186" dur="500"/>
                                        <p:tgtEl>
                                          <p:spTgt spid="5"/>
                                        </p:tgtEl>
                                      </p:cBhvr>
                                    </p:animEffect>
                                    <p:set>
                                      <p:cBhvr>
                                        <p:cTn id="187" dur="1" fill="hold">
                                          <p:stCondLst>
                                            <p:cond delay="499"/>
                                          </p:stCondLst>
                                        </p:cTn>
                                        <p:tgtEl>
                                          <p:spTgt spid="5"/>
                                        </p:tgtEl>
                                        <p:attrNameLst>
                                          <p:attrName>style.visibility</p:attrName>
                                        </p:attrNameLst>
                                      </p:cBhvr>
                                      <p:to>
                                        <p:strVal val="hidden"/>
                                      </p:to>
                                    </p:set>
                                  </p:childTnLst>
                                </p:cTn>
                              </p:par>
                            </p:childTnLst>
                          </p:cTn>
                        </p:par>
                        <p:par>
                          <p:cTn id="188" fill="hold">
                            <p:stCondLst>
                              <p:cond delay="1000"/>
                            </p:stCondLst>
                            <p:childTnLst>
                              <p:par>
                                <p:cTn id="189" presetID="22" presetClass="exit" presetSubtype="1" fill="hold" grpId="1" nodeType="afterEffect">
                                  <p:stCondLst>
                                    <p:cond delay="0"/>
                                  </p:stCondLst>
                                  <p:childTnLst>
                                    <p:animEffect transition="out" filter="wipe(up)">
                                      <p:cBhvr>
                                        <p:cTn id="190" dur="500"/>
                                        <p:tgtEl>
                                          <p:spTgt spid="29"/>
                                        </p:tgtEl>
                                      </p:cBhvr>
                                    </p:animEffect>
                                    <p:set>
                                      <p:cBhvr>
                                        <p:cTn id="191" dur="1" fill="hold">
                                          <p:stCondLst>
                                            <p:cond delay="499"/>
                                          </p:stCondLst>
                                        </p:cTn>
                                        <p:tgtEl>
                                          <p:spTgt spid="29"/>
                                        </p:tgtEl>
                                        <p:attrNameLst>
                                          <p:attrName>style.visibility</p:attrName>
                                        </p:attrNameLst>
                                      </p:cBhvr>
                                      <p:to>
                                        <p:strVal val="hidden"/>
                                      </p:to>
                                    </p:set>
                                  </p:childTnLst>
                                </p:cTn>
                              </p:par>
                            </p:childTnLst>
                          </p:cTn>
                        </p:par>
                        <p:par>
                          <p:cTn id="192" fill="hold">
                            <p:stCondLst>
                              <p:cond delay="1500"/>
                            </p:stCondLst>
                            <p:childTnLst>
                              <p:par>
                                <p:cTn id="193" presetID="22" presetClass="entr" presetSubtype="8" fill="hold" grpId="0" nodeType="afterEffect">
                                  <p:stCondLst>
                                    <p:cond delay="0"/>
                                  </p:stCondLst>
                                  <p:childTnLst>
                                    <p:set>
                                      <p:cBhvr>
                                        <p:cTn id="194" dur="1" fill="hold">
                                          <p:stCondLst>
                                            <p:cond delay="0"/>
                                          </p:stCondLst>
                                        </p:cTn>
                                        <p:tgtEl>
                                          <p:spTgt spid="32"/>
                                        </p:tgtEl>
                                        <p:attrNameLst>
                                          <p:attrName>style.visibility</p:attrName>
                                        </p:attrNameLst>
                                      </p:cBhvr>
                                      <p:to>
                                        <p:strVal val="visible"/>
                                      </p:to>
                                    </p:set>
                                    <p:animEffect transition="in" filter="wipe(left)">
                                      <p:cBhvr>
                                        <p:cTn id="195" dur="500"/>
                                        <p:tgtEl>
                                          <p:spTgt spid="32"/>
                                        </p:tgtEl>
                                      </p:cBhvr>
                                    </p:animEffect>
                                  </p:childTnLst>
                                </p:cTn>
                              </p:par>
                            </p:childTnLst>
                          </p:cTn>
                        </p:par>
                        <p:par>
                          <p:cTn id="196" fill="hold">
                            <p:stCondLst>
                              <p:cond delay="2000"/>
                            </p:stCondLst>
                            <p:childTnLst>
                              <p:par>
                                <p:cTn id="197" presetID="22" presetClass="entr" presetSubtype="8" fill="hold" grpId="0" nodeType="afterEffect">
                                  <p:stCondLst>
                                    <p:cond delay="0"/>
                                  </p:stCondLst>
                                  <p:childTnLst>
                                    <p:set>
                                      <p:cBhvr>
                                        <p:cTn id="198" dur="1" fill="hold">
                                          <p:stCondLst>
                                            <p:cond delay="0"/>
                                          </p:stCondLst>
                                        </p:cTn>
                                        <p:tgtEl>
                                          <p:spTgt spid="28"/>
                                        </p:tgtEl>
                                        <p:attrNameLst>
                                          <p:attrName>style.visibility</p:attrName>
                                        </p:attrNameLst>
                                      </p:cBhvr>
                                      <p:to>
                                        <p:strVal val="visible"/>
                                      </p:to>
                                    </p:set>
                                    <p:animEffect transition="in" filter="wipe(left)">
                                      <p:cBhvr>
                                        <p:cTn id="199" dur="1000"/>
                                        <p:tgtEl>
                                          <p:spTgt spid="28"/>
                                        </p:tgtEl>
                                      </p:cBhvr>
                                    </p:animEffect>
                                  </p:childTnLst>
                                </p:cTn>
                              </p:par>
                            </p:childTnLst>
                          </p:cTn>
                        </p:par>
                        <p:par>
                          <p:cTn id="200" fill="hold">
                            <p:stCondLst>
                              <p:cond delay="3000"/>
                            </p:stCondLst>
                            <p:childTnLst>
                              <p:par>
                                <p:cTn id="201" presetID="22" presetClass="entr" presetSubtype="8" fill="hold" nodeType="afterEffect">
                                  <p:stCondLst>
                                    <p:cond delay="0"/>
                                  </p:stCondLst>
                                  <p:childTnLst>
                                    <p:set>
                                      <p:cBhvr>
                                        <p:cTn id="202" dur="1" fill="hold">
                                          <p:stCondLst>
                                            <p:cond delay="0"/>
                                          </p:stCondLst>
                                        </p:cTn>
                                        <p:tgtEl>
                                          <p:spTgt spid="24"/>
                                        </p:tgtEl>
                                        <p:attrNameLst>
                                          <p:attrName>style.visibility</p:attrName>
                                        </p:attrNameLst>
                                      </p:cBhvr>
                                      <p:to>
                                        <p:strVal val="visible"/>
                                      </p:to>
                                    </p:set>
                                    <p:animEffect transition="in" filter="wipe(left)">
                                      <p:cBhvr>
                                        <p:cTn id="203" dur="1000"/>
                                        <p:tgtEl>
                                          <p:spTgt spid="24"/>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uiExpand="1" build="p"/>
      <p:bldP spid="17" grpId="0"/>
      <p:bldP spid="19" grpId="0" uiExpand="1" build="p"/>
      <p:bldP spid="27" grpId="0" animBg="1"/>
      <p:bldP spid="27" grpId="1" animBg="1"/>
      <p:bldP spid="10" grpId="0"/>
      <p:bldP spid="25" grpId="0"/>
      <p:bldP spid="26" grpId="0" animBg="1"/>
      <p:bldP spid="28" grpId="0" animBg="1"/>
      <p:bldP spid="31" grpId="0" animBg="1"/>
      <p:bldP spid="31" grpId="1" animBg="1"/>
      <p:bldP spid="32" grpId="0"/>
      <p:bldP spid="35" grpId="0" animBg="1"/>
      <p:bldP spid="35" grpId="1" animBg="1"/>
      <p:bldP spid="41" grpId="0" animBg="1"/>
      <p:bldP spid="46" grpId="0" animBg="1"/>
      <p:bldP spid="47" grpId="0" animBg="1"/>
      <p:bldP spid="48" grpId="0" animBg="1"/>
      <p:bldP spid="29" grpId="0" animBg="1"/>
      <p:bldP spid="29" grpId="1" animBg="1"/>
      <p:bldP spid="49" grpId="0" uiExpand="1" build="p"/>
      <p:bldP spid="53" grpId="0" animBg="1"/>
      <p:bldP spid="53" grpId="1" animBg="1"/>
      <p:bldP spid="54" grpId="0" animBg="1"/>
      <p:bldP spid="56" grpId="0" animBg="1"/>
      <p:bldP spid="57" grpId="0" animBg="1"/>
      <p:bldP spid="59" grpId="0" animBg="1"/>
      <p:bldP spid="62" grpId="0" animBg="1"/>
      <p:bldP spid="64" grpId="0" animBg="1"/>
      <p:bldP spid="65" grpId="0" animBg="1"/>
      <p:bldP spid="67" grpId="0" animBg="1"/>
      <p:bldP spid="72" grpId="0" animBg="1"/>
      <p:bldP spid="73" grpId="0" animBg="1"/>
    </p:bldLst>
  </p:timing>
</p:sld>
</file>

<file path=ppt/slides/slide61.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4" name="Title 3">
            <a:extLst>
              <a:ext uri="{FF2B5EF4-FFF2-40B4-BE49-F238E27FC236}">
                <a16:creationId xmlns:a16="http://schemas.microsoft.com/office/drawing/2014/main" id="{08C76DEA-F650-51AB-7EE7-9B3064808EC0}"/>
              </a:ext>
            </a:extLst>
          </p:cNvPr>
          <p:cNvSpPr>
            <a:spLocks noGrp="1"/>
          </p:cNvSpPr>
          <p:nvPr>
            <p:ph type="title"/>
          </p:nvPr>
        </p:nvSpPr>
        <p:spPr>
          <a:xfrm>
            <a:off x="838200" y="365125"/>
            <a:ext cx="10515600" cy="1325563"/>
          </a:xfrm>
        </p:spPr>
        <p:txBody>
          <a:bodyPr/>
          <a:lstStyle/>
          <a:p>
            <a:r>
              <a:rPr lang="en-GB" dirty="0"/>
              <a:t>Order of Operations (7)</a:t>
            </a:r>
          </a:p>
        </p:txBody>
      </p:sp>
      <p:sp>
        <p:nvSpPr>
          <p:cNvPr id="6" name="SQL">
            <a:extLst>
              <a:ext uri="{FF2B5EF4-FFF2-40B4-BE49-F238E27FC236}">
                <a16:creationId xmlns:a16="http://schemas.microsoft.com/office/drawing/2014/main" id="{C460184D-D803-F499-E82E-972FB39F9288}"/>
              </a:ext>
            </a:extLst>
          </p:cNvPr>
          <p:cNvSpPr>
            <a:spLocks noChangeArrowheads="1"/>
          </p:cNvSpPr>
          <p:nvPr/>
        </p:nvSpPr>
        <p:spPr bwMode="auto">
          <a:xfrm>
            <a:off x="619125" y="1370838"/>
            <a:ext cx="3429144" cy="132343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91440" tIns="45720" rIns="91440" bIns="45720" numCol="1" anchor="ctr" anchorCtr="0" compatLnSpc="1">
            <a:prstTxWarp prst="textNoShape">
              <a:avLst/>
            </a:prstTxWarp>
            <a:spAutoFit/>
          </a:bodyPr>
          <a:lstStyle/>
          <a:p>
            <a:pPr lvl="0" eaLnBrk="0" fontAlgn="base" hangingPunct="0">
              <a:spcBef>
                <a:spcPct val="0"/>
              </a:spcBef>
              <a:spcAft>
                <a:spcPct val="0"/>
              </a:spcAft>
            </a:pPr>
            <a:r>
              <a:rPr kumimoji="0" lang="en-US" altLang="en-US" sz="2000" b="0" i="0" u="none" strike="noStrike" cap="none" normalizeH="0" baseline="0" dirty="0">
                <a:ln>
                  <a:noFill/>
                </a:ln>
                <a:solidFill>
                  <a:srgbClr val="B2B2B2"/>
                </a:solidFill>
                <a:effectLst/>
                <a:latin typeface="Consolas" panose="020B0609020204030204" pitchFamily="49" charset="0"/>
              </a:rPr>
              <a:t>1 </a:t>
            </a:r>
            <a:r>
              <a:rPr kumimoji="0" lang="en-US" altLang="en-US" sz="2000" b="0" i="0" u="none" strike="noStrike" cap="none" normalizeH="0" baseline="0" dirty="0">
                <a:ln>
                  <a:noFill/>
                </a:ln>
                <a:solidFill>
                  <a:srgbClr val="A71D5D"/>
                </a:solidFill>
                <a:effectLst/>
                <a:latin typeface="Consolas" panose="020B0609020204030204" pitchFamily="49" charset="0"/>
              </a:rPr>
              <a:t>SELECT</a:t>
            </a:r>
            <a:r>
              <a:rPr kumimoji="0" lang="en-US" altLang="en-US" sz="2000" b="0" i="0" u="none" strike="noStrike" cap="none" normalizeH="0" baseline="0" dirty="0">
                <a:ln>
                  <a:noFill/>
                </a:ln>
                <a:solidFill>
                  <a:srgbClr val="000000"/>
                </a:solidFill>
                <a:effectLst/>
                <a:latin typeface="Consolas" panose="020B0609020204030204" pitchFamily="49" charset="0"/>
              </a:rPr>
              <a:t> </a:t>
            </a:r>
            <a:r>
              <a:rPr lang="en-US" altLang="en-US" sz="2000" dirty="0">
                <a:solidFill>
                  <a:srgbClr val="000000"/>
                </a:solidFill>
                <a:latin typeface="Consolas" panose="020B0609020204030204" pitchFamily="49" charset="0"/>
              </a:rPr>
              <a:t>type, COUNT(*)</a:t>
            </a:r>
          </a:p>
          <a:p>
            <a:pPr lvl="0" eaLnBrk="0" fontAlgn="base" hangingPunct="0">
              <a:spcBef>
                <a:spcPct val="0"/>
              </a:spcBef>
              <a:spcAft>
                <a:spcPct val="0"/>
              </a:spcAft>
            </a:pPr>
            <a:r>
              <a:rPr lang="en-US" altLang="en-US" sz="2000" dirty="0">
                <a:solidFill>
                  <a:srgbClr val="B2B2B2"/>
                </a:solidFill>
                <a:latin typeface="Consolas" panose="020B0609020204030204" pitchFamily="49" charset="0"/>
              </a:rPr>
              <a:t>2 </a:t>
            </a:r>
            <a:r>
              <a:rPr lang="en-US" altLang="en-US" sz="2000" dirty="0">
                <a:solidFill>
                  <a:srgbClr val="000000"/>
                </a:solidFill>
                <a:latin typeface="Consolas" panose="020B0609020204030204" pitchFamily="49" charset="0"/>
              </a:rPr>
              <a:t>  </a:t>
            </a:r>
            <a:r>
              <a:rPr lang="en-US" altLang="en-US" sz="2000" dirty="0">
                <a:solidFill>
                  <a:srgbClr val="A71D5D"/>
                </a:solidFill>
                <a:latin typeface="Consolas" panose="020B0609020204030204" pitchFamily="49" charset="0"/>
              </a:rPr>
              <a:t>FROM</a:t>
            </a:r>
            <a:r>
              <a:rPr lang="en-US" altLang="en-US" sz="2000" dirty="0">
                <a:solidFill>
                  <a:srgbClr val="000000"/>
                </a:solidFill>
                <a:latin typeface="Consolas" panose="020B0609020204030204" pitchFamily="49" charset="0"/>
              </a:rPr>
              <a:t> Pet</a:t>
            </a:r>
          </a:p>
          <a:p>
            <a:pPr eaLnBrk="0" fontAlgn="base" hangingPunct="0">
              <a:spcBef>
                <a:spcPct val="0"/>
              </a:spcBef>
              <a:spcAft>
                <a:spcPct val="0"/>
              </a:spcAft>
            </a:pPr>
            <a:r>
              <a:rPr lang="en-US" altLang="en-US" sz="2000" dirty="0">
                <a:solidFill>
                  <a:srgbClr val="B2B2B2"/>
                </a:solidFill>
                <a:latin typeface="Consolas" panose="020B0609020204030204" pitchFamily="49" charset="0"/>
              </a:rPr>
              <a:t>3 </a:t>
            </a:r>
            <a:r>
              <a:rPr lang="en-US" altLang="en-US" sz="2000" dirty="0">
                <a:solidFill>
                  <a:srgbClr val="000000"/>
                </a:solidFill>
                <a:latin typeface="Consolas" panose="020B0609020204030204" pitchFamily="49" charset="0"/>
              </a:rPr>
              <a:t>  </a:t>
            </a:r>
            <a:r>
              <a:rPr lang="en-US" altLang="en-US" sz="2000" dirty="0">
                <a:solidFill>
                  <a:srgbClr val="A71D5D"/>
                </a:solidFill>
                <a:latin typeface="Consolas" panose="020B0609020204030204" pitchFamily="49" charset="0"/>
              </a:rPr>
              <a:t>WHERE</a:t>
            </a:r>
            <a:r>
              <a:rPr lang="en-US" altLang="en-US" sz="2000" dirty="0">
                <a:solidFill>
                  <a:srgbClr val="000000"/>
                </a:solidFill>
                <a:latin typeface="Consolas" panose="020B0609020204030204" pitchFamily="49" charset="0"/>
              </a:rPr>
              <a:t> age &lt;= 6</a:t>
            </a:r>
          </a:p>
          <a:p>
            <a:pPr eaLnBrk="0" fontAlgn="base" hangingPunct="0">
              <a:spcBef>
                <a:spcPct val="0"/>
              </a:spcBef>
              <a:spcAft>
                <a:spcPct val="0"/>
              </a:spcAft>
            </a:pPr>
            <a:r>
              <a:rPr lang="en-US" altLang="en-US" sz="2000" dirty="0">
                <a:solidFill>
                  <a:srgbClr val="B2B2B2"/>
                </a:solidFill>
                <a:latin typeface="Consolas" panose="020B0609020204030204" pitchFamily="49" charset="0"/>
              </a:rPr>
              <a:t>4 </a:t>
            </a:r>
            <a:r>
              <a:rPr lang="en-US" altLang="en-US" sz="2000" dirty="0">
                <a:solidFill>
                  <a:srgbClr val="000000"/>
                </a:solidFill>
                <a:latin typeface="Consolas" panose="020B0609020204030204" pitchFamily="49" charset="0"/>
              </a:rPr>
              <a:t>  </a:t>
            </a:r>
            <a:r>
              <a:rPr lang="en-US" altLang="en-US" sz="2000" dirty="0">
                <a:solidFill>
                  <a:srgbClr val="A71D5D"/>
                </a:solidFill>
                <a:latin typeface="Consolas" panose="020B0609020204030204" pitchFamily="49" charset="0"/>
              </a:rPr>
              <a:t>GROUP BY </a:t>
            </a:r>
            <a:r>
              <a:rPr lang="en-US" altLang="en-US" sz="2000" dirty="0">
                <a:solidFill>
                  <a:srgbClr val="000000"/>
                </a:solidFill>
                <a:latin typeface="Consolas" panose="020B0609020204030204" pitchFamily="49" charset="0"/>
              </a:rPr>
              <a:t>type</a:t>
            </a:r>
            <a:r>
              <a:rPr kumimoji="0" lang="en-US" altLang="en-US" sz="2000" b="0" i="0" u="none" strike="noStrike" cap="none" normalizeH="0" baseline="0" dirty="0">
                <a:ln>
                  <a:noFill/>
                </a:ln>
                <a:solidFill>
                  <a:srgbClr val="000000"/>
                </a:solidFill>
                <a:effectLst/>
                <a:latin typeface="Consolas" panose="020B0609020204030204" pitchFamily="49" charset="0"/>
              </a:rPr>
              <a:t>;</a:t>
            </a:r>
            <a:endParaRPr kumimoji="0" lang="en-US" altLang="en-US" sz="2000" b="0" i="0" u="none" strike="noStrike" cap="none" normalizeH="0" baseline="0" dirty="0">
              <a:ln>
                <a:noFill/>
              </a:ln>
              <a:solidFill>
                <a:schemeClr val="tx1"/>
              </a:solidFill>
              <a:effectLst/>
              <a:latin typeface="Consolas" panose="020B0609020204030204" pitchFamily="49" charset="0"/>
            </a:endParaRPr>
          </a:p>
        </p:txBody>
      </p:sp>
      <p:sp>
        <p:nvSpPr>
          <p:cNvPr id="17" name="Pet">
            <a:extLst>
              <a:ext uri="{FF2B5EF4-FFF2-40B4-BE49-F238E27FC236}">
                <a16:creationId xmlns:a16="http://schemas.microsoft.com/office/drawing/2014/main" id="{37697A85-FE4A-5F49-87D3-DF60452AD532}"/>
              </a:ext>
            </a:extLst>
          </p:cNvPr>
          <p:cNvSpPr txBox="1"/>
          <p:nvPr/>
        </p:nvSpPr>
        <p:spPr>
          <a:xfrm>
            <a:off x="1147564" y="3091527"/>
            <a:ext cx="1771650" cy="369332"/>
          </a:xfrm>
          <a:prstGeom prst="rect">
            <a:avLst/>
          </a:prstGeom>
          <a:noFill/>
        </p:spPr>
        <p:txBody>
          <a:bodyPr wrap="square" rtlCol="0">
            <a:spAutoFit/>
          </a:bodyPr>
          <a:lstStyle/>
          <a:p>
            <a:r>
              <a:rPr lang="en-GB" b="1" dirty="0"/>
              <a:t>Table: Pet</a:t>
            </a:r>
          </a:p>
        </p:txBody>
      </p:sp>
      <p:sp>
        <p:nvSpPr>
          <p:cNvPr id="19" name="Order">
            <a:extLst>
              <a:ext uri="{FF2B5EF4-FFF2-40B4-BE49-F238E27FC236}">
                <a16:creationId xmlns:a16="http://schemas.microsoft.com/office/drawing/2014/main" id="{39027E70-266E-C921-B96A-180149336170}"/>
              </a:ext>
            </a:extLst>
          </p:cNvPr>
          <p:cNvSpPr txBox="1"/>
          <p:nvPr/>
        </p:nvSpPr>
        <p:spPr>
          <a:xfrm>
            <a:off x="8761790" y="490161"/>
            <a:ext cx="2590417" cy="2246769"/>
          </a:xfrm>
          <a:prstGeom prst="rect">
            <a:avLst/>
          </a:prstGeom>
          <a:noFill/>
        </p:spPr>
        <p:txBody>
          <a:bodyPr wrap="square" rtlCol="0">
            <a:spAutoFit/>
          </a:bodyPr>
          <a:lstStyle/>
          <a:p>
            <a:r>
              <a:rPr lang="en-GB" sz="2800" b="1" dirty="0">
                <a:solidFill>
                  <a:srgbClr val="7030A0"/>
                </a:solidFill>
              </a:rPr>
              <a:t>Order</a:t>
            </a:r>
            <a:r>
              <a:rPr lang="en-GB" sz="2800" dirty="0">
                <a:solidFill>
                  <a:srgbClr val="7030A0"/>
                </a:solidFill>
              </a:rPr>
              <a:t>:</a:t>
            </a:r>
          </a:p>
          <a:p>
            <a:pPr lvl="1"/>
            <a:r>
              <a:rPr lang="en-GB" sz="2800" dirty="0">
                <a:solidFill>
                  <a:srgbClr val="7030A0"/>
                </a:solidFill>
              </a:rPr>
              <a:t>1.   </a:t>
            </a:r>
          </a:p>
          <a:p>
            <a:pPr lvl="1"/>
            <a:r>
              <a:rPr lang="en-GB" sz="2800" dirty="0">
                <a:solidFill>
                  <a:srgbClr val="7030A0"/>
                </a:solidFill>
              </a:rPr>
              <a:t>2.   </a:t>
            </a:r>
          </a:p>
          <a:p>
            <a:pPr lvl="1"/>
            <a:r>
              <a:rPr lang="en-GB" sz="2800" dirty="0">
                <a:solidFill>
                  <a:srgbClr val="7030A0"/>
                </a:solidFill>
              </a:rPr>
              <a:t>3.   </a:t>
            </a:r>
          </a:p>
          <a:p>
            <a:pPr lvl="1"/>
            <a:r>
              <a:rPr lang="en-GB" sz="2800" dirty="0">
                <a:solidFill>
                  <a:srgbClr val="7030A0"/>
                </a:solidFill>
              </a:rPr>
              <a:t>4.   </a:t>
            </a:r>
          </a:p>
        </p:txBody>
      </p:sp>
      <p:graphicFrame>
        <p:nvGraphicFramePr>
          <p:cNvPr id="22" name="Pet - Table">
            <a:extLst>
              <a:ext uri="{FF2B5EF4-FFF2-40B4-BE49-F238E27FC236}">
                <a16:creationId xmlns:a16="http://schemas.microsoft.com/office/drawing/2014/main" id="{E1C47C29-B1FD-7991-E626-2F12DC1AFFDE}"/>
              </a:ext>
            </a:extLst>
          </p:cNvPr>
          <p:cNvGraphicFramePr>
            <a:graphicFrameLocks noGrp="1"/>
          </p:cNvGraphicFramePr>
          <p:nvPr/>
        </p:nvGraphicFramePr>
        <p:xfrm>
          <a:off x="1233287" y="3412595"/>
          <a:ext cx="2042287" cy="2914650"/>
        </p:xfrm>
        <a:graphic>
          <a:graphicData uri="http://schemas.openxmlformats.org/drawingml/2006/table">
            <a:tbl>
              <a:tblPr firstRow="1" bandRow="1">
                <a:tableStyleId>{5C22544A-7EE6-4342-B048-85BDC9FD1C3A}</a:tableStyleId>
              </a:tblPr>
              <a:tblGrid>
                <a:gridCol w="812483">
                  <a:extLst>
                    <a:ext uri="{9D8B030D-6E8A-4147-A177-3AD203B41FA5}">
                      <a16:colId xmlns:a16="http://schemas.microsoft.com/office/drawing/2014/main" val="2854243258"/>
                    </a:ext>
                  </a:extLst>
                </a:gridCol>
                <a:gridCol w="787400">
                  <a:extLst>
                    <a:ext uri="{9D8B030D-6E8A-4147-A177-3AD203B41FA5}">
                      <a16:colId xmlns:a16="http://schemas.microsoft.com/office/drawing/2014/main" val="3258369125"/>
                    </a:ext>
                  </a:extLst>
                </a:gridCol>
                <a:gridCol w="442404">
                  <a:extLst>
                    <a:ext uri="{9D8B030D-6E8A-4147-A177-3AD203B41FA5}">
                      <a16:colId xmlns:a16="http://schemas.microsoft.com/office/drawing/2014/main" val="488355367"/>
                    </a:ext>
                  </a:extLst>
                </a:gridCol>
              </a:tblGrid>
              <a:tr h="0">
                <a:tc>
                  <a:txBody>
                    <a:bodyPr/>
                    <a:lstStyle/>
                    <a:p>
                      <a:pPr algn="l"/>
                      <a:r>
                        <a:rPr lang="en-GB" sz="2000" b="0" i="0" dirty="0">
                          <a:solidFill>
                            <a:schemeClr val="bg1"/>
                          </a:solidFill>
                          <a:effectLst/>
                          <a:latin typeface="Calibri" panose="020F0502020204030204" pitchFamily="34" charset="0"/>
                          <a:cs typeface="Calibri" panose="020F0502020204030204" pitchFamily="34" charset="0"/>
                        </a:rPr>
                        <a:t>name</a:t>
                      </a:r>
                    </a:p>
                  </a:txBody>
                  <a:tcPr marL="9525" marR="9525" marT="9525" marB="9525" anchor="ctr"/>
                </a:tc>
                <a:tc>
                  <a:txBody>
                    <a:bodyPr/>
                    <a:lstStyle/>
                    <a:p>
                      <a:pPr algn="l"/>
                      <a:r>
                        <a:rPr lang="en-GB" sz="2000" b="0" i="0" dirty="0">
                          <a:solidFill>
                            <a:schemeClr val="bg1"/>
                          </a:solidFill>
                          <a:effectLst/>
                          <a:latin typeface="Calibri" panose="020F0502020204030204" pitchFamily="34" charset="0"/>
                          <a:cs typeface="Calibri" panose="020F0502020204030204" pitchFamily="34" charset="0"/>
                        </a:rPr>
                        <a:t>type</a:t>
                      </a:r>
                    </a:p>
                  </a:txBody>
                  <a:tcPr marL="9525" marR="9525" marT="9525" marB="9525" anchor="ctr"/>
                </a:tc>
                <a:tc>
                  <a:txBody>
                    <a:bodyPr/>
                    <a:lstStyle/>
                    <a:p>
                      <a:pPr algn="l"/>
                      <a:r>
                        <a:rPr lang="en-GB" sz="2000" b="0" i="0" dirty="0">
                          <a:solidFill>
                            <a:schemeClr val="bg1"/>
                          </a:solidFill>
                          <a:effectLst/>
                          <a:latin typeface="Calibri" panose="020F0502020204030204" pitchFamily="34" charset="0"/>
                          <a:cs typeface="Calibri" panose="020F0502020204030204" pitchFamily="34" charset="0"/>
                        </a:rPr>
                        <a:t>age</a:t>
                      </a:r>
                    </a:p>
                  </a:txBody>
                  <a:tcPr marL="9525" marR="9525" marT="9525" marB="9525" anchor="ctr"/>
                </a:tc>
                <a:extLst>
                  <a:ext uri="{0D108BD9-81ED-4DB2-BD59-A6C34878D82A}">
                    <a16:rowId xmlns:a16="http://schemas.microsoft.com/office/drawing/2014/main" val="4025555614"/>
                  </a:ext>
                </a:extLst>
              </a:tr>
              <a:tr h="0">
                <a:tc>
                  <a:txBody>
                    <a:bodyPr/>
                    <a:lstStyle/>
                    <a:p>
                      <a:pPr algn="l"/>
                      <a:r>
                        <a:rPr lang="en-GB" sz="2000" b="0">
                          <a:solidFill>
                            <a:schemeClr val="tx1"/>
                          </a:solidFill>
                          <a:effectLst/>
                        </a:rPr>
                        <a:t>Pepper</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Cat</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16</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584782578"/>
                  </a:ext>
                </a:extLst>
              </a:tr>
              <a:tr h="0">
                <a:tc>
                  <a:txBody>
                    <a:bodyPr/>
                    <a:lstStyle/>
                    <a:p>
                      <a:pPr algn="l"/>
                      <a:r>
                        <a:rPr lang="en-GB" sz="2000" b="0" dirty="0">
                          <a:solidFill>
                            <a:schemeClr val="tx1"/>
                          </a:solidFill>
                          <a:effectLst/>
                        </a:rPr>
                        <a:t>Cindy</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Dog</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4</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2149849542"/>
                  </a:ext>
                </a:extLst>
              </a:tr>
              <a:tr h="0">
                <a:tc>
                  <a:txBody>
                    <a:bodyPr/>
                    <a:lstStyle/>
                    <a:p>
                      <a:pPr algn="l"/>
                      <a:r>
                        <a:rPr lang="en-GB" sz="2000" b="0">
                          <a:solidFill>
                            <a:schemeClr val="tx1"/>
                          </a:solidFill>
                          <a:effectLst/>
                        </a:rPr>
                        <a:t>Snowy</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Cat</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7</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3316171777"/>
                  </a:ext>
                </a:extLst>
              </a:tr>
              <a:tr h="0">
                <a:tc>
                  <a:txBody>
                    <a:bodyPr/>
                    <a:lstStyle/>
                    <a:p>
                      <a:pPr algn="l"/>
                      <a:r>
                        <a:rPr lang="en-GB" sz="2000" b="0">
                          <a:solidFill>
                            <a:schemeClr val="tx1"/>
                          </a:solidFill>
                          <a:effectLst/>
                        </a:rPr>
                        <a:t>Micky</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Mouse</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1</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3759566993"/>
                  </a:ext>
                </a:extLst>
              </a:tr>
              <a:tr h="0">
                <a:tc>
                  <a:txBody>
                    <a:bodyPr/>
                    <a:lstStyle/>
                    <a:p>
                      <a:pPr algn="l"/>
                      <a:r>
                        <a:rPr lang="en-GB" sz="2000" b="0">
                          <a:solidFill>
                            <a:schemeClr val="tx1"/>
                          </a:solidFill>
                          <a:effectLst/>
                        </a:rPr>
                        <a:t>Minnie</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Mouse</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1</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1300902875"/>
                  </a:ext>
                </a:extLst>
              </a:tr>
              <a:tr h="0">
                <a:tc>
                  <a:txBody>
                    <a:bodyPr/>
                    <a:lstStyle/>
                    <a:p>
                      <a:pPr algn="l"/>
                      <a:r>
                        <a:rPr lang="en-GB" sz="2000" b="0">
                          <a:solidFill>
                            <a:schemeClr val="tx1"/>
                          </a:solidFill>
                          <a:effectLst/>
                        </a:rPr>
                        <a:t>Kitty</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Cat</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9</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812093042"/>
                  </a:ext>
                </a:extLst>
              </a:tr>
              <a:tr h="0">
                <a:tc>
                  <a:txBody>
                    <a:bodyPr/>
                    <a:lstStyle/>
                    <a:p>
                      <a:pPr algn="l"/>
                      <a:r>
                        <a:rPr lang="en-GB" sz="2000" b="0">
                          <a:solidFill>
                            <a:schemeClr val="tx1"/>
                          </a:solidFill>
                          <a:effectLst/>
                        </a:rPr>
                        <a:t>Bonzo</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Dog</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6</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2332571672"/>
                  </a:ext>
                </a:extLst>
              </a:tr>
              <a:tr h="0">
                <a:tc>
                  <a:txBody>
                    <a:bodyPr/>
                    <a:lstStyle/>
                    <a:p>
                      <a:pPr algn="l"/>
                      <a:r>
                        <a:rPr lang="en-GB" sz="2000" b="0" dirty="0">
                          <a:solidFill>
                            <a:schemeClr val="tx1"/>
                          </a:solidFill>
                          <a:effectLst/>
                        </a:rPr>
                        <a:t>Roger</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Rabbit</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3</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4236664047"/>
                  </a:ext>
                </a:extLst>
              </a:tr>
            </a:tbl>
          </a:graphicData>
        </a:graphic>
      </p:graphicFrame>
      <p:graphicFrame>
        <p:nvGraphicFramePr>
          <p:cNvPr id="23" name="Temp - Table">
            <a:extLst>
              <a:ext uri="{FF2B5EF4-FFF2-40B4-BE49-F238E27FC236}">
                <a16:creationId xmlns:a16="http://schemas.microsoft.com/office/drawing/2014/main" id="{57FE39BF-DC05-E516-87E6-26364C7BBE24}"/>
              </a:ext>
            </a:extLst>
          </p:cNvPr>
          <p:cNvGraphicFramePr>
            <a:graphicFrameLocks noGrp="1"/>
          </p:cNvGraphicFramePr>
          <p:nvPr/>
        </p:nvGraphicFramePr>
        <p:xfrm>
          <a:off x="3837781" y="3412595"/>
          <a:ext cx="2042287" cy="2914650"/>
        </p:xfrm>
        <a:graphic>
          <a:graphicData uri="http://schemas.openxmlformats.org/drawingml/2006/table">
            <a:tbl>
              <a:tblPr firstRow="1" bandRow="1">
                <a:tableStyleId>{5C22544A-7EE6-4342-B048-85BDC9FD1C3A}</a:tableStyleId>
              </a:tblPr>
              <a:tblGrid>
                <a:gridCol w="812483">
                  <a:extLst>
                    <a:ext uri="{9D8B030D-6E8A-4147-A177-3AD203B41FA5}">
                      <a16:colId xmlns:a16="http://schemas.microsoft.com/office/drawing/2014/main" val="2854243258"/>
                    </a:ext>
                  </a:extLst>
                </a:gridCol>
                <a:gridCol w="787400">
                  <a:extLst>
                    <a:ext uri="{9D8B030D-6E8A-4147-A177-3AD203B41FA5}">
                      <a16:colId xmlns:a16="http://schemas.microsoft.com/office/drawing/2014/main" val="3258369125"/>
                    </a:ext>
                  </a:extLst>
                </a:gridCol>
                <a:gridCol w="442404">
                  <a:extLst>
                    <a:ext uri="{9D8B030D-6E8A-4147-A177-3AD203B41FA5}">
                      <a16:colId xmlns:a16="http://schemas.microsoft.com/office/drawing/2014/main" val="488355367"/>
                    </a:ext>
                  </a:extLst>
                </a:gridCol>
              </a:tblGrid>
              <a:tr h="0">
                <a:tc>
                  <a:txBody>
                    <a:bodyPr/>
                    <a:lstStyle/>
                    <a:p>
                      <a:pPr algn="l"/>
                      <a:r>
                        <a:rPr lang="en-GB" sz="2000" b="0" i="0" dirty="0">
                          <a:solidFill>
                            <a:schemeClr val="bg1"/>
                          </a:solidFill>
                          <a:effectLst/>
                          <a:latin typeface="Calibri" panose="020F0502020204030204" pitchFamily="34" charset="0"/>
                          <a:cs typeface="Calibri" panose="020F0502020204030204" pitchFamily="34" charset="0"/>
                        </a:rPr>
                        <a:t>name</a:t>
                      </a:r>
                    </a:p>
                  </a:txBody>
                  <a:tcPr marL="9525" marR="9525" marT="9525" marB="9525" anchor="ctr"/>
                </a:tc>
                <a:tc>
                  <a:txBody>
                    <a:bodyPr/>
                    <a:lstStyle/>
                    <a:p>
                      <a:pPr algn="l"/>
                      <a:r>
                        <a:rPr lang="en-GB" sz="2000" b="0" i="0" dirty="0">
                          <a:solidFill>
                            <a:schemeClr val="bg1"/>
                          </a:solidFill>
                          <a:effectLst/>
                          <a:latin typeface="Calibri" panose="020F0502020204030204" pitchFamily="34" charset="0"/>
                          <a:cs typeface="Calibri" panose="020F0502020204030204" pitchFamily="34" charset="0"/>
                        </a:rPr>
                        <a:t>type</a:t>
                      </a:r>
                    </a:p>
                  </a:txBody>
                  <a:tcPr marL="9525" marR="9525" marT="9525" marB="9525" anchor="ctr"/>
                </a:tc>
                <a:tc>
                  <a:txBody>
                    <a:bodyPr/>
                    <a:lstStyle/>
                    <a:p>
                      <a:pPr algn="l"/>
                      <a:r>
                        <a:rPr lang="en-GB" sz="2000" b="0" i="0" dirty="0">
                          <a:solidFill>
                            <a:schemeClr val="bg1"/>
                          </a:solidFill>
                          <a:effectLst/>
                          <a:latin typeface="Calibri" panose="020F0502020204030204" pitchFamily="34" charset="0"/>
                          <a:cs typeface="Calibri" panose="020F0502020204030204" pitchFamily="34" charset="0"/>
                        </a:rPr>
                        <a:t>age</a:t>
                      </a:r>
                    </a:p>
                  </a:txBody>
                  <a:tcPr marL="9525" marR="9525" marT="9525" marB="9525" anchor="ctr"/>
                </a:tc>
                <a:extLst>
                  <a:ext uri="{0D108BD9-81ED-4DB2-BD59-A6C34878D82A}">
                    <a16:rowId xmlns:a16="http://schemas.microsoft.com/office/drawing/2014/main" val="4025555614"/>
                  </a:ext>
                </a:extLst>
              </a:tr>
              <a:tr h="0">
                <a:tc>
                  <a:txBody>
                    <a:bodyPr/>
                    <a:lstStyle/>
                    <a:p>
                      <a:pPr algn="l"/>
                      <a:r>
                        <a:rPr lang="en-GB" sz="2000" b="0" dirty="0">
                          <a:solidFill>
                            <a:schemeClr val="tx1"/>
                          </a:solidFill>
                          <a:effectLst/>
                        </a:rPr>
                        <a:t>Pepper</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Cat</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16</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584782578"/>
                  </a:ext>
                </a:extLst>
              </a:tr>
              <a:tr h="0">
                <a:tc>
                  <a:txBody>
                    <a:bodyPr/>
                    <a:lstStyle/>
                    <a:p>
                      <a:pPr algn="l"/>
                      <a:r>
                        <a:rPr lang="en-GB" sz="2000" b="0" dirty="0">
                          <a:solidFill>
                            <a:schemeClr val="tx1"/>
                          </a:solidFill>
                          <a:effectLst/>
                        </a:rPr>
                        <a:t>Cindy</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Dog</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4</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2149849542"/>
                  </a:ext>
                </a:extLst>
              </a:tr>
              <a:tr h="0">
                <a:tc>
                  <a:txBody>
                    <a:bodyPr/>
                    <a:lstStyle/>
                    <a:p>
                      <a:pPr algn="l"/>
                      <a:r>
                        <a:rPr lang="en-GB" sz="2000" b="0">
                          <a:solidFill>
                            <a:schemeClr val="tx1"/>
                          </a:solidFill>
                          <a:effectLst/>
                        </a:rPr>
                        <a:t>Snowy</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Cat</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7</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3316171777"/>
                  </a:ext>
                </a:extLst>
              </a:tr>
              <a:tr h="0">
                <a:tc>
                  <a:txBody>
                    <a:bodyPr/>
                    <a:lstStyle/>
                    <a:p>
                      <a:pPr algn="l"/>
                      <a:r>
                        <a:rPr lang="en-GB" sz="2000" b="0">
                          <a:solidFill>
                            <a:schemeClr val="tx1"/>
                          </a:solidFill>
                          <a:effectLst/>
                        </a:rPr>
                        <a:t>Micky</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Mouse</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1</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3759566993"/>
                  </a:ext>
                </a:extLst>
              </a:tr>
              <a:tr h="0">
                <a:tc>
                  <a:txBody>
                    <a:bodyPr/>
                    <a:lstStyle/>
                    <a:p>
                      <a:pPr algn="l"/>
                      <a:r>
                        <a:rPr lang="en-GB" sz="2000" b="0">
                          <a:solidFill>
                            <a:schemeClr val="tx1"/>
                          </a:solidFill>
                          <a:effectLst/>
                        </a:rPr>
                        <a:t>Minnie</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Mouse</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1</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1300902875"/>
                  </a:ext>
                </a:extLst>
              </a:tr>
              <a:tr h="0">
                <a:tc>
                  <a:txBody>
                    <a:bodyPr/>
                    <a:lstStyle/>
                    <a:p>
                      <a:pPr algn="l"/>
                      <a:r>
                        <a:rPr lang="en-GB" sz="2000" b="0">
                          <a:solidFill>
                            <a:schemeClr val="tx1"/>
                          </a:solidFill>
                          <a:effectLst/>
                        </a:rPr>
                        <a:t>Kitty</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Cat</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9</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812093042"/>
                  </a:ext>
                </a:extLst>
              </a:tr>
              <a:tr h="0">
                <a:tc>
                  <a:txBody>
                    <a:bodyPr/>
                    <a:lstStyle/>
                    <a:p>
                      <a:pPr algn="l"/>
                      <a:r>
                        <a:rPr lang="en-GB" sz="2000" b="0">
                          <a:solidFill>
                            <a:schemeClr val="tx1"/>
                          </a:solidFill>
                          <a:effectLst/>
                        </a:rPr>
                        <a:t>Bonzo</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Dog</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6</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2332571672"/>
                  </a:ext>
                </a:extLst>
              </a:tr>
              <a:tr h="0">
                <a:tc>
                  <a:txBody>
                    <a:bodyPr/>
                    <a:lstStyle/>
                    <a:p>
                      <a:pPr algn="l"/>
                      <a:r>
                        <a:rPr lang="en-GB" sz="2000" b="0" dirty="0">
                          <a:solidFill>
                            <a:schemeClr val="tx1"/>
                          </a:solidFill>
                          <a:effectLst/>
                        </a:rPr>
                        <a:t>Roger</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Rabbit</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3</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4236664047"/>
                  </a:ext>
                </a:extLst>
              </a:tr>
            </a:tbl>
          </a:graphicData>
        </a:graphic>
      </p:graphicFrame>
      <p:graphicFrame>
        <p:nvGraphicFramePr>
          <p:cNvPr id="24" name="Output - Table">
            <a:extLst>
              <a:ext uri="{FF2B5EF4-FFF2-40B4-BE49-F238E27FC236}">
                <a16:creationId xmlns:a16="http://schemas.microsoft.com/office/drawing/2014/main" id="{31F6E6FA-42D3-E5C9-36B8-B7C6109BDE21}"/>
              </a:ext>
            </a:extLst>
          </p:cNvPr>
          <p:cNvGraphicFramePr>
            <a:graphicFrameLocks noGrp="1"/>
          </p:cNvGraphicFramePr>
          <p:nvPr/>
        </p:nvGraphicFramePr>
        <p:xfrm>
          <a:off x="9046154" y="3412595"/>
          <a:ext cx="1898015" cy="1295400"/>
        </p:xfrm>
        <a:graphic>
          <a:graphicData uri="http://schemas.openxmlformats.org/drawingml/2006/table">
            <a:tbl>
              <a:tblPr firstRow="1" bandRow="1">
                <a:tableStyleId>{5C22544A-7EE6-4342-B048-85BDC9FD1C3A}</a:tableStyleId>
              </a:tblPr>
              <a:tblGrid>
                <a:gridCol w="787400">
                  <a:extLst>
                    <a:ext uri="{9D8B030D-6E8A-4147-A177-3AD203B41FA5}">
                      <a16:colId xmlns:a16="http://schemas.microsoft.com/office/drawing/2014/main" val="2854243258"/>
                    </a:ext>
                  </a:extLst>
                </a:gridCol>
                <a:gridCol w="1110615">
                  <a:extLst>
                    <a:ext uri="{9D8B030D-6E8A-4147-A177-3AD203B41FA5}">
                      <a16:colId xmlns:a16="http://schemas.microsoft.com/office/drawing/2014/main" val="3258369125"/>
                    </a:ext>
                  </a:extLst>
                </a:gridCol>
              </a:tblGrid>
              <a:tr h="0">
                <a:tc>
                  <a:txBody>
                    <a:bodyPr/>
                    <a:lstStyle/>
                    <a:p>
                      <a:pPr algn="l"/>
                      <a:r>
                        <a:rPr lang="en-GB" sz="2000" b="0" i="0" dirty="0">
                          <a:solidFill>
                            <a:schemeClr val="bg1"/>
                          </a:solidFill>
                          <a:effectLst/>
                          <a:latin typeface="Calibri" panose="020F0502020204030204" pitchFamily="34" charset="0"/>
                          <a:cs typeface="Calibri" panose="020F0502020204030204" pitchFamily="34" charset="0"/>
                        </a:rPr>
                        <a:t>type</a:t>
                      </a:r>
                    </a:p>
                  </a:txBody>
                  <a:tcPr marL="9525" marR="9525" marT="9525" marB="9525" anchor="ctr"/>
                </a:tc>
                <a:tc>
                  <a:txBody>
                    <a:bodyPr/>
                    <a:lstStyle/>
                    <a:p>
                      <a:pPr algn="l"/>
                      <a:r>
                        <a:rPr lang="en-GB" sz="2000" b="0" i="0" dirty="0">
                          <a:solidFill>
                            <a:schemeClr val="bg1"/>
                          </a:solidFill>
                          <a:effectLst/>
                          <a:latin typeface="Calibri" panose="020F0502020204030204" pitchFamily="34" charset="0"/>
                          <a:cs typeface="Calibri" panose="020F0502020204030204" pitchFamily="34" charset="0"/>
                        </a:rPr>
                        <a:t>COUNT(*)</a:t>
                      </a:r>
                    </a:p>
                  </a:txBody>
                  <a:tcPr marL="9525" marR="9525" marT="9525" marB="9525" anchor="ctr"/>
                </a:tc>
                <a:extLst>
                  <a:ext uri="{0D108BD9-81ED-4DB2-BD59-A6C34878D82A}">
                    <a16:rowId xmlns:a16="http://schemas.microsoft.com/office/drawing/2014/main" val="4025555614"/>
                  </a:ext>
                </a:extLst>
              </a:tr>
              <a:tr h="0">
                <a:tc>
                  <a:txBody>
                    <a:bodyPr/>
                    <a:lstStyle/>
                    <a:p>
                      <a:pPr algn="l"/>
                      <a:r>
                        <a:rPr lang="en-GB" sz="2000" b="0" i="0" dirty="0">
                          <a:solidFill>
                            <a:schemeClr val="tx1"/>
                          </a:solidFill>
                          <a:effectLst/>
                          <a:latin typeface="Calibri" panose="020F0502020204030204" pitchFamily="34" charset="0"/>
                          <a:cs typeface="Calibri" panose="020F0502020204030204" pitchFamily="34" charset="0"/>
                        </a:rPr>
                        <a:t>Dog</a:t>
                      </a:r>
                    </a:p>
                  </a:txBody>
                  <a:tcPr marL="9525" marR="9525" marT="9525" marB="9525" anchor="ctr"/>
                </a:tc>
                <a:tc>
                  <a:txBody>
                    <a:bodyPr/>
                    <a:lstStyle/>
                    <a:p>
                      <a:pPr algn="l"/>
                      <a:r>
                        <a:rPr lang="en-GB" sz="2000" b="0" i="0" dirty="0">
                          <a:solidFill>
                            <a:schemeClr val="tx1"/>
                          </a:solidFill>
                          <a:effectLst/>
                          <a:latin typeface="Calibri" panose="020F0502020204030204" pitchFamily="34" charset="0"/>
                          <a:cs typeface="Calibri" panose="020F0502020204030204" pitchFamily="34" charset="0"/>
                        </a:rPr>
                        <a:t>2</a:t>
                      </a:r>
                    </a:p>
                  </a:txBody>
                  <a:tcPr marL="9525" marR="9525" marT="9525" marB="9525" anchor="ctr"/>
                </a:tc>
                <a:extLst>
                  <a:ext uri="{0D108BD9-81ED-4DB2-BD59-A6C34878D82A}">
                    <a16:rowId xmlns:a16="http://schemas.microsoft.com/office/drawing/2014/main" val="812093042"/>
                  </a:ext>
                </a:extLst>
              </a:tr>
              <a:tr h="0">
                <a:tc>
                  <a:txBody>
                    <a:bodyPr/>
                    <a:lstStyle/>
                    <a:p>
                      <a:pPr algn="l"/>
                      <a:r>
                        <a:rPr lang="en-GB" sz="2000" b="0" i="0" dirty="0">
                          <a:solidFill>
                            <a:schemeClr val="tx1"/>
                          </a:solidFill>
                          <a:effectLst/>
                          <a:latin typeface="Calibri" panose="020F0502020204030204" pitchFamily="34" charset="0"/>
                          <a:cs typeface="Calibri" panose="020F0502020204030204" pitchFamily="34" charset="0"/>
                        </a:rPr>
                        <a:t>Mouse</a:t>
                      </a:r>
                    </a:p>
                  </a:txBody>
                  <a:tcPr marL="9525" marR="9525" marT="9525" marB="9525" anchor="ctr"/>
                </a:tc>
                <a:tc>
                  <a:txBody>
                    <a:bodyPr/>
                    <a:lstStyle/>
                    <a:p>
                      <a:pPr algn="l"/>
                      <a:r>
                        <a:rPr lang="en-GB" sz="2000" b="0" i="0" dirty="0">
                          <a:solidFill>
                            <a:schemeClr val="tx1"/>
                          </a:solidFill>
                          <a:effectLst/>
                          <a:latin typeface="Calibri" panose="020F0502020204030204" pitchFamily="34" charset="0"/>
                          <a:cs typeface="Calibri" panose="020F0502020204030204" pitchFamily="34" charset="0"/>
                        </a:rPr>
                        <a:t>2</a:t>
                      </a:r>
                    </a:p>
                  </a:txBody>
                  <a:tcPr marL="9525" marR="9525" marT="9525" marB="9525" anchor="ctr"/>
                </a:tc>
                <a:extLst>
                  <a:ext uri="{0D108BD9-81ED-4DB2-BD59-A6C34878D82A}">
                    <a16:rowId xmlns:a16="http://schemas.microsoft.com/office/drawing/2014/main" val="1055241684"/>
                  </a:ext>
                </a:extLst>
              </a:tr>
              <a:tr h="0">
                <a:tc>
                  <a:txBody>
                    <a:bodyPr/>
                    <a:lstStyle/>
                    <a:p>
                      <a:pPr algn="l"/>
                      <a:r>
                        <a:rPr lang="en-GB" sz="2000" b="0" i="0" dirty="0">
                          <a:solidFill>
                            <a:schemeClr val="tx1"/>
                          </a:solidFill>
                          <a:effectLst/>
                          <a:latin typeface="Calibri" panose="020F0502020204030204" pitchFamily="34" charset="0"/>
                          <a:cs typeface="Calibri" panose="020F0502020204030204" pitchFamily="34" charset="0"/>
                        </a:rPr>
                        <a:t>Rabbit</a:t>
                      </a:r>
                    </a:p>
                  </a:txBody>
                  <a:tcPr marL="9525" marR="9525" marT="9525" marB="9525" anchor="ctr"/>
                </a:tc>
                <a:tc>
                  <a:txBody>
                    <a:bodyPr/>
                    <a:lstStyle/>
                    <a:p>
                      <a:pPr algn="l"/>
                      <a:r>
                        <a:rPr lang="en-GB" sz="2000" b="0" i="0" dirty="0">
                          <a:solidFill>
                            <a:schemeClr val="tx1"/>
                          </a:solidFill>
                          <a:effectLst/>
                          <a:latin typeface="Calibri" panose="020F0502020204030204" pitchFamily="34" charset="0"/>
                          <a:cs typeface="Calibri" panose="020F0502020204030204" pitchFamily="34" charset="0"/>
                        </a:rPr>
                        <a:t>1</a:t>
                      </a:r>
                    </a:p>
                  </a:txBody>
                  <a:tcPr marL="9525" marR="9525" marT="9525" marB="9525" anchor="ctr"/>
                </a:tc>
                <a:extLst>
                  <a:ext uri="{0D108BD9-81ED-4DB2-BD59-A6C34878D82A}">
                    <a16:rowId xmlns:a16="http://schemas.microsoft.com/office/drawing/2014/main" val="1637339003"/>
                  </a:ext>
                </a:extLst>
              </a:tr>
            </a:tbl>
          </a:graphicData>
        </a:graphic>
      </p:graphicFrame>
      <p:sp>
        <p:nvSpPr>
          <p:cNvPr id="26" name="Temp - Arrow">
            <a:extLst>
              <a:ext uri="{FF2B5EF4-FFF2-40B4-BE49-F238E27FC236}">
                <a16:creationId xmlns:a16="http://schemas.microsoft.com/office/drawing/2014/main" id="{0812AA0D-71D1-9B9D-4AED-E09E855A4185}"/>
              </a:ext>
            </a:extLst>
          </p:cNvPr>
          <p:cNvSpPr/>
          <p:nvPr/>
        </p:nvSpPr>
        <p:spPr>
          <a:xfrm>
            <a:off x="3318543" y="4748123"/>
            <a:ext cx="464567" cy="264039"/>
          </a:xfrm>
          <a:prstGeom prst="rightArrow">
            <a:avLst/>
          </a:prstGeom>
          <a:solidFill>
            <a:srgbClr val="FF000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28" name="Output - Arrow">
            <a:extLst>
              <a:ext uri="{FF2B5EF4-FFF2-40B4-BE49-F238E27FC236}">
                <a16:creationId xmlns:a16="http://schemas.microsoft.com/office/drawing/2014/main" id="{27833E17-04CE-E6AD-804B-EB51B8F41239}"/>
              </a:ext>
            </a:extLst>
          </p:cNvPr>
          <p:cNvSpPr/>
          <p:nvPr/>
        </p:nvSpPr>
        <p:spPr>
          <a:xfrm>
            <a:off x="8539574" y="3933356"/>
            <a:ext cx="464567" cy="264039"/>
          </a:xfrm>
          <a:prstGeom prst="rightArrow">
            <a:avLst/>
          </a:prstGeom>
          <a:solidFill>
            <a:srgbClr val="FF000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cxnSp>
        <p:nvCxnSpPr>
          <p:cNvPr id="5" name="Select - Arrow">
            <a:extLst>
              <a:ext uri="{FF2B5EF4-FFF2-40B4-BE49-F238E27FC236}">
                <a16:creationId xmlns:a16="http://schemas.microsoft.com/office/drawing/2014/main" id="{74743580-1BBD-44D1-9B4B-3FCD69A573CA}"/>
              </a:ext>
            </a:extLst>
          </p:cNvPr>
          <p:cNvCxnSpPr>
            <a:cxnSpLocks/>
            <a:endCxn id="29" idx="0"/>
          </p:cNvCxnSpPr>
          <p:nvPr/>
        </p:nvCxnSpPr>
        <p:spPr>
          <a:xfrm>
            <a:off x="7622512" y="2820015"/>
            <a:ext cx="0" cy="531997"/>
          </a:xfrm>
          <a:prstGeom prst="straightConnector1">
            <a:avLst/>
          </a:prstGeom>
          <a:ln w="28575">
            <a:solidFill>
              <a:srgbClr val="FF0000"/>
            </a:solidFill>
            <a:headEnd w="lg" len="lg"/>
            <a:tailEnd type="triangle" w="lg" len="lg"/>
          </a:ln>
        </p:spPr>
        <p:style>
          <a:lnRef idx="1">
            <a:schemeClr val="accent1"/>
          </a:lnRef>
          <a:fillRef idx="0">
            <a:schemeClr val="accent1"/>
          </a:fillRef>
          <a:effectRef idx="0">
            <a:schemeClr val="accent1"/>
          </a:effectRef>
          <a:fontRef idx="minor">
            <a:schemeClr val="tx1"/>
          </a:fontRef>
        </p:style>
      </p:cxnSp>
      <p:graphicFrame>
        <p:nvGraphicFramePr>
          <p:cNvPr id="36" name="Group - Table">
            <a:extLst>
              <a:ext uri="{FF2B5EF4-FFF2-40B4-BE49-F238E27FC236}">
                <a16:creationId xmlns:a16="http://schemas.microsoft.com/office/drawing/2014/main" id="{4F27B0EB-B143-43F2-BFD3-AEE124AF9F91}"/>
              </a:ext>
            </a:extLst>
          </p:cNvPr>
          <p:cNvGraphicFramePr>
            <a:graphicFrameLocks noGrp="1"/>
          </p:cNvGraphicFramePr>
          <p:nvPr/>
        </p:nvGraphicFramePr>
        <p:xfrm>
          <a:off x="6432198" y="3415751"/>
          <a:ext cx="2042287" cy="1943100"/>
        </p:xfrm>
        <a:graphic>
          <a:graphicData uri="http://schemas.openxmlformats.org/drawingml/2006/table">
            <a:tbl>
              <a:tblPr firstRow="1" bandRow="1">
                <a:tableStyleId>{5C22544A-7EE6-4342-B048-85BDC9FD1C3A}</a:tableStyleId>
              </a:tblPr>
              <a:tblGrid>
                <a:gridCol w="812483">
                  <a:extLst>
                    <a:ext uri="{9D8B030D-6E8A-4147-A177-3AD203B41FA5}">
                      <a16:colId xmlns:a16="http://schemas.microsoft.com/office/drawing/2014/main" val="2854243258"/>
                    </a:ext>
                  </a:extLst>
                </a:gridCol>
                <a:gridCol w="787400">
                  <a:extLst>
                    <a:ext uri="{9D8B030D-6E8A-4147-A177-3AD203B41FA5}">
                      <a16:colId xmlns:a16="http://schemas.microsoft.com/office/drawing/2014/main" val="3258369125"/>
                    </a:ext>
                  </a:extLst>
                </a:gridCol>
                <a:gridCol w="442404">
                  <a:extLst>
                    <a:ext uri="{9D8B030D-6E8A-4147-A177-3AD203B41FA5}">
                      <a16:colId xmlns:a16="http://schemas.microsoft.com/office/drawing/2014/main" val="488355367"/>
                    </a:ext>
                  </a:extLst>
                </a:gridCol>
              </a:tblGrid>
              <a:tr h="0">
                <a:tc>
                  <a:txBody>
                    <a:bodyPr/>
                    <a:lstStyle/>
                    <a:p>
                      <a:pPr algn="l"/>
                      <a:r>
                        <a:rPr lang="en-GB" sz="2000" b="0" i="0" dirty="0">
                          <a:solidFill>
                            <a:schemeClr val="bg1"/>
                          </a:solidFill>
                          <a:effectLst/>
                          <a:latin typeface="Calibri" panose="020F0502020204030204" pitchFamily="34" charset="0"/>
                          <a:cs typeface="Calibri" panose="020F0502020204030204" pitchFamily="34" charset="0"/>
                        </a:rPr>
                        <a:t>name</a:t>
                      </a:r>
                    </a:p>
                  </a:txBody>
                  <a:tcPr marL="9525" marR="9525" marT="9525" marB="9525" anchor="ctr"/>
                </a:tc>
                <a:tc>
                  <a:txBody>
                    <a:bodyPr/>
                    <a:lstStyle/>
                    <a:p>
                      <a:pPr algn="l"/>
                      <a:r>
                        <a:rPr lang="en-GB" sz="2000" b="0" i="0" dirty="0">
                          <a:solidFill>
                            <a:schemeClr val="bg1"/>
                          </a:solidFill>
                          <a:effectLst/>
                          <a:latin typeface="Calibri" panose="020F0502020204030204" pitchFamily="34" charset="0"/>
                          <a:cs typeface="Calibri" panose="020F0502020204030204" pitchFamily="34" charset="0"/>
                        </a:rPr>
                        <a:t>type</a:t>
                      </a:r>
                    </a:p>
                  </a:txBody>
                  <a:tcPr marL="9525" marR="9525" marT="9525" marB="9525" anchor="ctr"/>
                </a:tc>
                <a:tc>
                  <a:txBody>
                    <a:bodyPr/>
                    <a:lstStyle/>
                    <a:p>
                      <a:pPr algn="l"/>
                      <a:r>
                        <a:rPr lang="en-GB" sz="2000" b="0" i="0" dirty="0">
                          <a:solidFill>
                            <a:schemeClr val="bg1"/>
                          </a:solidFill>
                          <a:effectLst/>
                          <a:latin typeface="Calibri" panose="020F0502020204030204" pitchFamily="34" charset="0"/>
                          <a:cs typeface="Calibri" panose="020F0502020204030204" pitchFamily="34" charset="0"/>
                        </a:rPr>
                        <a:t>age</a:t>
                      </a:r>
                    </a:p>
                  </a:txBody>
                  <a:tcPr marL="9525" marR="9525" marT="9525" marB="9525" anchor="ctr"/>
                </a:tc>
                <a:extLst>
                  <a:ext uri="{0D108BD9-81ED-4DB2-BD59-A6C34878D82A}">
                    <a16:rowId xmlns:a16="http://schemas.microsoft.com/office/drawing/2014/main" val="4025555614"/>
                  </a:ext>
                </a:extLst>
              </a:tr>
              <a:tr h="0">
                <a:tc>
                  <a:txBody>
                    <a:bodyPr/>
                    <a:lstStyle/>
                    <a:p>
                      <a:pPr algn="l"/>
                      <a:r>
                        <a:rPr lang="en-GB" sz="2000" b="0" dirty="0">
                          <a:solidFill>
                            <a:schemeClr val="tx1"/>
                          </a:solidFill>
                          <a:effectLst/>
                        </a:rPr>
                        <a:t>Cindy</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Dog</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i="0" dirty="0">
                          <a:solidFill>
                            <a:schemeClr val="tx1"/>
                          </a:solidFill>
                          <a:effectLst/>
                          <a:latin typeface="Calibri" panose="020F0502020204030204" pitchFamily="34" charset="0"/>
                          <a:cs typeface="Calibri" panose="020F0502020204030204" pitchFamily="34" charset="0"/>
                        </a:rPr>
                        <a:t>4</a:t>
                      </a:r>
                    </a:p>
                  </a:txBody>
                  <a:tcPr marL="9525" marR="9525" marT="9525" marB="9525" anchor="ctr"/>
                </a:tc>
                <a:extLst>
                  <a:ext uri="{0D108BD9-81ED-4DB2-BD59-A6C34878D82A}">
                    <a16:rowId xmlns:a16="http://schemas.microsoft.com/office/drawing/2014/main" val="3759566993"/>
                  </a:ext>
                </a:extLst>
              </a:tr>
              <a:tr h="0">
                <a:tc>
                  <a:txBody>
                    <a:bodyPr/>
                    <a:lstStyle/>
                    <a:p>
                      <a:pPr algn="l"/>
                      <a:r>
                        <a:rPr lang="en-GB" sz="2000" b="0" dirty="0" err="1">
                          <a:solidFill>
                            <a:schemeClr val="tx1"/>
                          </a:solidFill>
                          <a:effectLst/>
                        </a:rPr>
                        <a:t>Bonzo</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i="0" dirty="0">
                          <a:solidFill>
                            <a:schemeClr val="tx1"/>
                          </a:solidFill>
                          <a:effectLst/>
                          <a:latin typeface="Calibri" panose="020F0502020204030204" pitchFamily="34" charset="0"/>
                          <a:cs typeface="Calibri" panose="020F0502020204030204" pitchFamily="34" charset="0"/>
                        </a:rPr>
                        <a:t>Dog</a:t>
                      </a:r>
                    </a:p>
                  </a:txBody>
                  <a:tcPr marL="9525" marR="9525" marT="9525" marB="9525" anchor="ctr"/>
                </a:tc>
                <a:tc>
                  <a:txBody>
                    <a:bodyPr/>
                    <a:lstStyle/>
                    <a:p>
                      <a:pPr algn="l"/>
                      <a:r>
                        <a:rPr lang="en-GB" sz="2000" b="0" i="0" dirty="0">
                          <a:solidFill>
                            <a:schemeClr val="tx1"/>
                          </a:solidFill>
                          <a:effectLst/>
                          <a:latin typeface="Calibri" panose="020F0502020204030204" pitchFamily="34" charset="0"/>
                          <a:cs typeface="Calibri" panose="020F0502020204030204" pitchFamily="34" charset="0"/>
                        </a:rPr>
                        <a:t>6</a:t>
                      </a:r>
                    </a:p>
                  </a:txBody>
                  <a:tcPr marL="9525" marR="9525" marT="9525" marB="9525" anchor="ctr"/>
                </a:tc>
                <a:extLst>
                  <a:ext uri="{0D108BD9-81ED-4DB2-BD59-A6C34878D82A}">
                    <a16:rowId xmlns:a16="http://schemas.microsoft.com/office/drawing/2014/main" val="1300902875"/>
                  </a:ext>
                </a:extLst>
              </a:tr>
              <a:tr h="0">
                <a:tc>
                  <a:txBody>
                    <a:bodyPr/>
                    <a:lstStyle/>
                    <a:p>
                      <a:pPr algn="l"/>
                      <a:r>
                        <a:rPr lang="en-GB" sz="2000" b="0" dirty="0">
                          <a:solidFill>
                            <a:schemeClr val="tx1"/>
                          </a:solidFill>
                          <a:effectLst/>
                        </a:rPr>
                        <a:t>Mickey</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i="0" dirty="0">
                          <a:solidFill>
                            <a:schemeClr val="tx1"/>
                          </a:solidFill>
                          <a:effectLst/>
                          <a:latin typeface="Calibri" panose="020F0502020204030204" pitchFamily="34" charset="0"/>
                          <a:cs typeface="Calibri" panose="020F0502020204030204" pitchFamily="34" charset="0"/>
                        </a:rPr>
                        <a:t>Mouse</a:t>
                      </a:r>
                    </a:p>
                  </a:txBody>
                  <a:tcPr marL="9525" marR="9525" marT="9525" marB="9525" anchor="ctr"/>
                </a:tc>
                <a:tc>
                  <a:txBody>
                    <a:bodyPr/>
                    <a:lstStyle/>
                    <a:p>
                      <a:pPr algn="l"/>
                      <a:r>
                        <a:rPr lang="en-GB" sz="2000" b="0" i="0" dirty="0">
                          <a:solidFill>
                            <a:schemeClr val="tx1"/>
                          </a:solidFill>
                          <a:effectLst/>
                          <a:latin typeface="Calibri" panose="020F0502020204030204" pitchFamily="34" charset="0"/>
                          <a:cs typeface="Calibri" panose="020F0502020204030204" pitchFamily="34" charset="0"/>
                        </a:rPr>
                        <a:t>1</a:t>
                      </a:r>
                    </a:p>
                  </a:txBody>
                  <a:tcPr marL="9525" marR="9525" marT="9525" marB="9525" anchor="ctr"/>
                </a:tc>
                <a:extLst>
                  <a:ext uri="{0D108BD9-81ED-4DB2-BD59-A6C34878D82A}">
                    <a16:rowId xmlns:a16="http://schemas.microsoft.com/office/drawing/2014/main" val="812093042"/>
                  </a:ext>
                </a:extLst>
              </a:tr>
              <a:tr h="0">
                <a:tc>
                  <a:txBody>
                    <a:bodyPr/>
                    <a:lstStyle/>
                    <a:p>
                      <a:pPr algn="l"/>
                      <a:r>
                        <a:rPr lang="en-GB" sz="2000" b="0" i="0" dirty="0">
                          <a:solidFill>
                            <a:schemeClr val="tx1"/>
                          </a:solidFill>
                          <a:effectLst/>
                          <a:latin typeface="Calibri" panose="020F0502020204030204" pitchFamily="34" charset="0"/>
                          <a:cs typeface="Calibri" panose="020F0502020204030204" pitchFamily="34" charset="0"/>
                        </a:rPr>
                        <a:t>Minnie</a:t>
                      </a:r>
                    </a:p>
                  </a:txBody>
                  <a:tcPr marL="9525" marR="9525" marT="9525" marB="9525" anchor="ctr"/>
                </a:tc>
                <a:tc>
                  <a:txBody>
                    <a:bodyPr/>
                    <a:lstStyle/>
                    <a:p>
                      <a:pPr algn="l"/>
                      <a:r>
                        <a:rPr lang="en-GB" sz="2000" b="0" i="0" dirty="0">
                          <a:solidFill>
                            <a:schemeClr val="tx1"/>
                          </a:solidFill>
                          <a:effectLst/>
                          <a:latin typeface="Calibri" panose="020F0502020204030204" pitchFamily="34" charset="0"/>
                          <a:cs typeface="Calibri" panose="020F0502020204030204" pitchFamily="34" charset="0"/>
                        </a:rPr>
                        <a:t>Mouse</a:t>
                      </a:r>
                    </a:p>
                  </a:txBody>
                  <a:tcPr marL="9525" marR="9525" marT="9525" marB="9525" anchor="ctr"/>
                </a:tc>
                <a:tc>
                  <a:txBody>
                    <a:bodyPr/>
                    <a:lstStyle/>
                    <a:p>
                      <a:pPr algn="l"/>
                      <a:r>
                        <a:rPr lang="en-GB" sz="2000" b="0" i="0" dirty="0">
                          <a:solidFill>
                            <a:schemeClr val="tx1"/>
                          </a:solidFill>
                          <a:effectLst/>
                          <a:latin typeface="Calibri" panose="020F0502020204030204" pitchFamily="34" charset="0"/>
                          <a:cs typeface="Calibri" panose="020F0502020204030204" pitchFamily="34" charset="0"/>
                        </a:rPr>
                        <a:t>1</a:t>
                      </a:r>
                    </a:p>
                  </a:txBody>
                  <a:tcPr marL="9525" marR="9525" marT="9525" marB="9525" anchor="ctr"/>
                </a:tc>
                <a:extLst>
                  <a:ext uri="{0D108BD9-81ED-4DB2-BD59-A6C34878D82A}">
                    <a16:rowId xmlns:a16="http://schemas.microsoft.com/office/drawing/2014/main" val="2332571672"/>
                  </a:ext>
                </a:extLst>
              </a:tr>
              <a:tr h="0">
                <a:tc>
                  <a:txBody>
                    <a:bodyPr/>
                    <a:lstStyle/>
                    <a:p>
                      <a:pPr algn="l"/>
                      <a:r>
                        <a:rPr lang="en-GB" sz="2000" b="0" dirty="0">
                          <a:solidFill>
                            <a:schemeClr val="tx1"/>
                          </a:solidFill>
                          <a:effectLst/>
                        </a:rPr>
                        <a:t>Roger</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Rabbit</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3</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4236664047"/>
                  </a:ext>
                </a:extLst>
              </a:tr>
            </a:tbl>
          </a:graphicData>
        </a:graphic>
      </p:graphicFrame>
      <p:sp>
        <p:nvSpPr>
          <p:cNvPr id="41" name="Group - Arrow">
            <a:extLst>
              <a:ext uri="{FF2B5EF4-FFF2-40B4-BE49-F238E27FC236}">
                <a16:creationId xmlns:a16="http://schemas.microsoft.com/office/drawing/2014/main" id="{FFFD03AB-D625-498E-9D39-B561473F8A17}"/>
              </a:ext>
            </a:extLst>
          </p:cNvPr>
          <p:cNvSpPr/>
          <p:nvPr/>
        </p:nvSpPr>
        <p:spPr>
          <a:xfrm>
            <a:off x="5918077" y="4748123"/>
            <a:ext cx="464567" cy="264039"/>
          </a:xfrm>
          <a:prstGeom prst="rightArrow">
            <a:avLst/>
          </a:prstGeom>
          <a:solidFill>
            <a:srgbClr val="FF000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46" name="Group - Dog">
            <a:extLst>
              <a:ext uri="{FF2B5EF4-FFF2-40B4-BE49-F238E27FC236}">
                <a16:creationId xmlns:a16="http://schemas.microsoft.com/office/drawing/2014/main" id="{BFC38AA1-E80C-489B-A065-69A3BEC2FC35}"/>
              </a:ext>
            </a:extLst>
          </p:cNvPr>
          <p:cNvSpPr/>
          <p:nvPr/>
        </p:nvSpPr>
        <p:spPr>
          <a:xfrm>
            <a:off x="6390814" y="3736726"/>
            <a:ext cx="2124000" cy="648000"/>
          </a:xfrm>
          <a:prstGeom prst="rect">
            <a:avLst/>
          </a:prstGeom>
          <a:noFill/>
          <a:ln w="28575">
            <a:solidFill>
              <a:srgbClr val="00B050"/>
            </a:solidFill>
            <a:prstDash val="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dirty="0"/>
          </a:p>
        </p:txBody>
      </p:sp>
      <p:sp>
        <p:nvSpPr>
          <p:cNvPr id="47" name="Group - Mouse">
            <a:extLst>
              <a:ext uri="{FF2B5EF4-FFF2-40B4-BE49-F238E27FC236}">
                <a16:creationId xmlns:a16="http://schemas.microsoft.com/office/drawing/2014/main" id="{BABA6689-7DBF-4BCE-87BB-7559475F170C}"/>
              </a:ext>
            </a:extLst>
          </p:cNvPr>
          <p:cNvSpPr/>
          <p:nvPr/>
        </p:nvSpPr>
        <p:spPr>
          <a:xfrm>
            <a:off x="6390817" y="4409827"/>
            <a:ext cx="2124000" cy="612000"/>
          </a:xfrm>
          <a:prstGeom prst="rect">
            <a:avLst/>
          </a:prstGeom>
          <a:noFill/>
          <a:ln w="28575">
            <a:solidFill>
              <a:srgbClr val="7030A0"/>
            </a:solidFill>
            <a:prstDash val="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dirty="0"/>
          </a:p>
        </p:txBody>
      </p:sp>
      <p:sp>
        <p:nvSpPr>
          <p:cNvPr id="48" name="Group - Rabbit">
            <a:extLst>
              <a:ext uri="{FF2B5EF4-FFF2-40B4-BE49-F238E27FC236}">
                <a16:creationId xmlns:a16="http://schemas.microsoft.com/office/drawing/2014/main" id="{C3B965A4-596D-48CF-B623-7B982A3EAD7A}"/>
              </a:ext>
            </a:extLst>
          </p:cNvPr>
          <p:cNvSpPr/>
          <p:nvPr/>
        </p:nvSpPr>
        <p:spPr>
          <a:xfrm>
            <a:off x="6390818" y="5053291"/>
            <a:ext cx="2124000" cy="324000"/>
          </a:xfrm>
          <a:prstGeom prst="rect">
            <a:avLst/>
          </a:prstGeom>
          <a:noFill/>
          <a:ln w="28575">
            <a:solidFill>
              <a:srgbClr val="00B050"/>
            </a:solidFill>
            <a:prstDash val="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dirty="0"/>
          </a:p>
        </p:txBody>
      </p:sp>
      <p:sp>
        <p:nvSpPr>
          <p:cNvPr id="29" name="type - Column">
            <a:extLst>
              <a:ext uri="{FF2B5EF4-FFF2-40B4-BE49-F238E27FC236}">
                <a16:creationId xmlns:a16="http://schemas.microsoft.com/office/drawing/2014/main" id="{9CFD6623-90F9-8CA0-585A-959ADF79ADE1}"/>
              </a:ext>
            </a:extLst>
          </p:cNvPr>
          <p:cNvSpPr/>
          <p:nvPr/>
        </p:nvSpPr>
        <p:spPr>
          <a:xfrm>
            <a:off x="7226512" y="3352012"/>
            <a:ext cx="792000" cy="2088668"/>
          </a:xfrm>
          <a:prstGeom prst="rect">
            <a:avLst/>
          </a:prstGeom>
          <a:noFill/>
          <a:ln w="28575">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54" name="Minnie - Row">
            <a:extLst>
              <a:ext uri="{FF2B5EF4-FFF2-40B4-BE49-F238E27FC236}">
                <a16:creationId xmlns:a16="http://schemas.microsoft.com/office/drawing/2014/main" id="{22183285-BE31-4A6B-9D42-D99695E6A45F}"/>
              </a:ext>
            </a:extLst>
          </p:cNvPr>
          <p:cNvSpPr/>
          <p:nvPr/>
        </p:nvSpPr>
        <p:spPr>
          <a:xfrm>
            <a:off x="3794077" y="5034420"/>
            <a:ext cx="2124000" cy="312791"/>
          </a:xfrm>
          <a:prstGeom prst="rect">
            <a:avLst/>
          </a:prstGeom>
          <a:noFill/>
          <a:ln w="28575">
            <a:solidFill>
              <a:srgbClr val="7030A0"/>
            </a:solidFill>
            <a:prstDash val="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56" name="Minnie - Purple">
            <a:extLst>
              <a:ext uri="{FF2B5EF4-FFF2-40B4-BE49-F238E27FC236}">
                <a16:creationId xmlns:a16="http://schemas.microsoft.com/office/drawing/2014/main" id="{2DCC5A50-1613-401C-8B96-ACAB5F94810D}"/>
              </a:ext>
            </a:extLst>
          </p:cNvPr>
          <p:cNvSpPr/>
          <p:nvPr/>
        </p:nvSpPr>
        <p:spPr>
          <a:xfrm>
            <a:off x="5440271" y="5030327"/>
            <a:ext cx="432901" cy="312791"/>
          </a:xfrm>
          <a:prstGeom prst="rect">
            <a:avLst/>
          </a:prstGeom>
          <a:solidFill>
            <a:srgbClr val="FF00FF">
              <a:alpha val="24706"/>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57" name="Cindy - Row">
            <a:extLst>
              <a:ext uri="{FF2B5EF4-FFF2-40B4-BE49-F238E27FC236}">
                <a16:creationId xmlns:a16="http://schemas.microsoft.com/office/drawing/2014/main" id="{5298AA5D-FC31-4352-980F-7D95697682B5}"/>
              </a:ext>
            </a:extLst>
          </p:cNvPr>
          <p:cNvSpPr/>
          <p:nvPr/>
        </p:nvSpPr>
        <p:spPr>
          <a:xfrm>
            <a:off x="3791880" y="4062404"/>
            <a:ext cx="2124000" cy="312791"/>
          </a:xfrm>
          <a:prstGeom prst="rect">
            <a:avLst/>
          </a:prstGeom>
          <a:noFill/>
          <a:ln w="28575">
            <a:solidFill>
              <a:srgbClr val="7030A0"/>
            </a:solidFill>
            <a:prstDash val="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59" name="Cindy - Purple">
            <a:extLst>
              <a:ext uri="{FF2B5EF4-FFF2-40B4-BE49-F238E27FC236}">
                <a16:creationId xmlns:a16="http://schemas.microsoft.com/office/drawing/2014/main" id="{C876FE33-042F-49D1-82EA-405FE3A9841A}"/>
              </a:ext>
            </a:extLst>
          </p:cNvPr>
          <p:cNvSpPr/>
          <p:nvPr/>
        </p:nvSpPr>
        <p:spPr>
          <a:xfrm>
            <a:off x="5438074" y="4058311"/>
            <a:ext cx="432901" cy="312791"/>
          </a:xfrm>
          <a:prstGeom prst="rect">
            <a:avLst/>
          </a:prstGeom>
          <a:solidFill>
            <a:srgbClr val="FF00FF">
              <a:alpha val="24706"/>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62" name="Roger - Row">
            <a:extLst>
              <a:ext uri="{FF2B5EF4-FFF2-40B4-BE49-F238E27FC236}">
                <a16:creationId xmlns:a16="http://schemas.microsoft.com/office/drawing/2014/main" id="{AF4F5B4A-5119-461B-A730-C2CFC05AD5F2}"/>
              </a:ext>
            </a:extLst>
          </p:cNvPr>
          <p:cNvSpPr/>
          <p:nvPr/>
        </p:nvSpPr>
        <p:spPr>
          <a:xfrm>
            <a:off x="3795055" y="6010699"/>
            <a:ext cx="2124000" cy="312791"/>
          </a:xfrm>
          <a:prstGeom prst="rect">
            <a:avLst/>
          </a:prstGeom>
          <a:noFill/>
          <a:ln w="28575">
            <a:solidFill>
              <a:srgbClr val="7030A0"/>
            </a:solidFill>
            <a:prstDash val="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64" name="Roger - Purple">
            <a:extLst>
              <a:ext uri="{FF2B5EF4-FFF2-40B4-BE49-F238E27FC236}">
                <a16:creationId xmlns:a16="http://schemas.microsoft.com/office/drawing/2014/main" id="{27C6C047-109C-467B-AB6F-03A4260007C7}"/>
              </a:ext>
            </a:extLst>
          </p:cNvPr>
          <p:cNvSpPr/>
          <p:nvPr/>
        </p:nvSpPr>
        <p:spPr>
          <a:xfrm>
            <a:off x="5441249" y="6006606"/>
            <a:ext cx="432901" cy="312791"/>
          </a:xfrm>
          <a:prstGeom prst="rect">
            <a:avLst/>
          </a:prstGeom>
          <a:solidFill>
            <a:srgbClr val="FF00FF">
              <a:alpha val="24706"/>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65" name="Mickey - Row">
            <a:extLst>
              <a:ext uri="{FF2B5EF4-FFF2-40B4-BE49-F238E27FC236}">
                <a16:creationId xmlns:a16="http://schemas.microsoft.com/office/drawing/2014/main" id="{598695F8-35C9-451B-9533-C0CC8FD292AA}"/>
              </a:ext>
            </a:extLst>
          </p:cNvPr>
          <p:cNvSpPr/>
          <p:nvPr/>
        </p:nvSpPr>
        <p:spPr>
          <a:xfrm>
            <a:off x="3792733" y="4695576"/>
            <a:ext cx="2124000" cy="312791"/>
          </a:xfrm>
          <a:prstGeom prst="rect">
            <a:avLst/>
          </a:prstGeom>
          <a:noFill/>
          <a:ln w="28575">
            <a:solidFill>
              <a:srgbClr val="7030A0"/>
            </a:solidFill>
            <a:prstDash val="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67" name="Mickey - Purple">
            <a:extLst>
              <a:ext uri="{FF2B5EF4-FFF2-40B4-BE49-F238E27FC236}">
                <a16:creationId xmlns:a16="http://schemas.microsoft.com/office/drawing/2014/main" id="{E3CEE837-8FB8-457D-AFCE-B6E66C733969}"/>
              </a:ext>
            </a:extLst>
          </p:cNvPr>
          <p:cNvSpPr/>
          <p:nvPr/>
        </p:nvSpPr>
        <p:spPr>
          <a:xfrm>
            <a:off x="5438927" y="4691483"/>
            <a:ext cx="432901" cy="312791"/>
          </a:xfrm>
          <a:prstGeom prst="rect">
            <a:avLst/>
          </a:prstGeom>
          <a:solidFill>
            <a:srgbClr val="FF00FF">
              <a:alpha val="24706"/>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72" name="Bonzo - Row">
            <a:extLst>
              <a:ext uri="{FF2B5EF4-FFF2-40B4-BE49-F238E27FC236}">
                <a16:creationId xmlns:a16="http://schemas.microsoft.com/office/drawing/2014/main" id="{4EB6B2D9-23CF-433D-B07E-A73EABDFD6CD}"/>
              </a:ext>
            </a:extLst>
          </p:cNvPr>
          <p:cNvSpPr/>
          <p:nvPr/>
        </p:nvSpPr>
        <p:spPr>
          <a:xfrm>
            <a:off x="3783110" y="5689552"/>
            <a:ext cx="2124000" cy="312791"/>
          </a:xfrm>
          <a:prstGeom prst="rect">
            <a:avLst/>
          </a:prstGeom>
          <a:noFill/>
          <a:ln w="28575">
            <a:solidFill>
              <a:srgbClr val="7030A0"/>
            </a:solidFill>
            <a:prstDash val="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73" name="Bonzo - Purple">
            <a:extLst>
              <a:ext uri="{FF2B5EF4-FFF2-40B4-BE49-F238E27FC236}">
                <a16:creationId xmlns:a16="http://schemas.microsoft.com/office/drawing/2014/main" id="{81AAEF91-8D6C-41AE-9495-8BB163EF2292}"/>
              </a:ext>
            </a:extLst>
          </p:cNvPr>
          <p:cNvSpPr/>
          <p:nvPr/>
        </p:nvSpPr>
        <p:spPr>
          <a:xfrm>
            <a:off x="5429304" y="5685459"/>
            <a:ext cx="432901" cy="312791"/>
          </a:xfrm>
          <a:prstGeom prst="rect">
            <a:avLst/>
          </a:prstGeom>
          <a:solidFill>
            <a:srgbClr val="FF00FF">
              <a:alpha val="24706"/>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Tree>
    <p:extLst>
      <p:ext uri="{BB962C8B-B14F-4D97-AF65-F5344CB8AC3E}">
        <p14:creationId xmlns:p14="http://schemas.microsoft.com/office/powerpoint/2010/main" val="2187851890"/>
      </p:ext>
    </p:extLst>
  </p:cSld>
  <p:clrMapOvr>
    <a:masterClrMapping/>
  </p:clrMapOvr>
</p:sld>
</file>

<file path=ppt/slides/slide62.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6C99C3A-A6F0-6A47-0FA8-325C285BA925}"/>
              </a:ext>
            </a:extLst>
          </p:cNvPr>
          <p:cNvSpPr>
            <a:spLocks noGrp="1"/>
          </p:cNvSpPr>
          <p:nvPr>
            <p:ph type="title"/>
          </p:nvPr>
        </p:nvSpPr>
        <p:spPr/>
        <p:txBody>
          <a:bodyPr/>
          <a:lstStyle/>
          <a:p>
            <a:r>
              <a:rPr lang="en-GB" dirty="0"/>
              <a:t>GROUP BY – Example</a:t>
            </a:r>
          </a:p>
        </p:txBody>
      </p:sp>
      <p:graphicFrame>
        <p:nvGraphicFramePr>
          <p:cNvPr id="3" name="Table 2">
            <a:extLst>
              <a:ext uri="{FF2B5EF4-FFF2-40B4-BE49-F238E27FC236}">
                <a16:creationId xmlns:a16="http://schemas.microsoft.com/office/drawing/2014/main" id="{101BDBD7-AA23-4AC9-94B1-A7B6B7AC14B5}"/>
              </a:ext>
            </a:extLst>
          </p:cNvPr>
          <p:cNvGraphicFramePr>
            <a:graphicFrameLocks noGrp="1"/>
          </p:cNvGraphicFramePr>
          <p:nvPr>
            <p:extLst>
              <p:ext uri="{D42A27DB-BD31-4B8C-83A1-F6EECF244321}">
                <p14:modId xmlns:p14="http://schemas.microsoft.com/office/powerpoint/2010/main" val="4012072039"/>
              </p:ext>
            </p:extLst>
          </p:nvPr>
        </p:nvGraphicFramePr>
        <p:xfrm>
          <a:off x="838200" y="2875212"/>
          <a:ext cx="4898518" cy="3813810"/>
        </p:xfrm>
        <a:graphic>
          <a:graphicData uri="http://schemas.openxmlformats.org/drawingml/2006/table">
            <a:tbl>
              <a:tblPr firstRow="1" bandRow="1">
                <a:tableStyleId>{B301B821-A1FF-4177-AEE7-76D212191A09}</a:tableStyleId>
              </a:tblPr>
              <a:tblGrid>
                <a:gridCol w="739331">
                  <a:extLst>
                    <a:ext uri="{9D8B030D-6E8A-4147-A177-3AD203B41FA5}">
                      <a16:colId xmlns:a16="http://schemas.microsoft.com/office/drawing/2014/main" val="866038445"/>
                    </a:ext>
                  </a:extLst>
                </a:gridCol>
                <a:gridCol w="1075436">
                  <a:extLst>
                    <a:ext uri="{9D8B030D-6E8A-4147-A177-3AD203B41FA5}">
                      <a16:colId xmlns:a16="http://schemas.microsoft.com/office/drawing/2014/main" val="2736949927"/>
                    </a:ext>
                  </a:extLst>
                </a:gridCol>
                <a:gridCol w="1397000">
                  <a:extLst>
                    <a:ext uri="{9D8B030D-6E8A-4147-A177-3AD203B41FA5}">
                      <a16:colId xmlns:a16="http://schemas.microsoft.com/office/drawing/2014/main" val="3964339028"/>
                    </a:ext>
                  </a:extLst>
                </a:gridCol>
                <a:gridCol w="782638">
                  <a:extLst>
                    <a:ext uri="{9D8B030D-6E8A-4147-A177-3AD203B41FA5}">
                      <a16:colId xmlns:a16="http://schemas.microsoft.com/office/drawing/2014/main" val="2763166923"/>
                    </a:ext>
                  </a:extLst>
                </a:gridCol>
                <a:gridCol w="904113">
                  <a:extLst>
                    <a:ext uri="{9D8B030D-6E8A-4147-A177-3AD203B41FA5}">
                      <a16:colId xmlns:a16="http://schemas.microsoft.com/office/drawing/2014/main" val="1958612005"/>
                    </a:ext>
                  </a:extLst>
                </a:gridCol>
              </a:tblGrid>
              <a:tr h="0">
                <a:tc>
                  <a:txBody>
                    <a:bodyPr/>
                    <a:lstStyle/>
                    <a:p>
                      <a:pPr algn="l"/>
                      <a:r>
                        <a:rPr lang="en-GB" sz="1800" b="0" i="0" dirty="0">
                          <a:solidFill>
                            <a:srgbClr val="F0F0F0"/>
                          </a:solidFill>
                          <a:effectLst/>
                          <a:latin typeface="+mn-lt"/>
                        </a:rPr>
                        <a:t>laptop</a:t>
                      </a:r>
                    </a:p>
                  </a:txBody>
                  <a:tcPr marL="9525" marR="9525" marT="9525" marB="9525" anchor="ctr"/>
                </a:tc>
                <a:tc>
                  <a:txBody>
                    <a:bodyPr/>
                    <a:lstStyle/>
                    <a:p>
                      <a:pPr algn="l"/>
                      <a:r>
                        <a:rPr lang="en-GB" sz="1800" b="0" i="0" dirty="0">
                          <a:solidFill>
                            <a:srgbClr val="F0F0F0"/>
                          </a:solidFill>
                          <a:effectLst/>
                          <a:latin typeface="+mn-lt"/>
                        </a:rPr>
                        <a:t>make</a:t>
                      </a:r>
                    </a:p>
                  </a:txBody>
                  <a:tcPr marL="9525" marR="9525" marT="9525" marB="9525" anchor="ctr"/>
                </a:tc>
                <a:tc>
                  <a:txBody>
                    <a:bodyPr/>
                    <a:lstStyle/>
                    <a:p>
                      <a:pPr algn="l"/>
                      <a:r>
                        <a:rPr lang="en-GB" sz="1800" b="0" i="0" dirty="0">
                          <a:solidFill>
                            <a:srgbClr val="F0F0F0"/>
                          </a:solidFill>
                          <a:effectLst/>
                          <a:latin typeface="+mn-lt"/>
                        </a:rPr>
                        <a:t>model</a:t>
                      </a:r>
                    </a:p>
                  </a:txBody>
                  <a:tcPr marL="9525" marR="9525" marT="9525" marB="9525" anchor="ctr"/>
                </a:tc>
                <a:tc>
                  <a:txBody>
                    <a:bodyPr/>
                    <a:lstStyle/>
                    <a:p>
                      <a:pPr algn="l"/>
                      <a:r>
                        <a:rPr lang="en-GB" sz="1800" b="0" i="0" dirty="0">
                          <a:solidFill>
                            <a:srgbClr val="F0F0F0"/>
                          </a:solidFill>
                          <a:effectLst/>
                          <a:latin typeface="+mn-lt"/>
                        </a:rPr>
                        <a:t>value</a:t>
                      </a:r>
                    </a:p>
                  </a:txBody>
                  <a:tcPr marL="9525" marR="9525" marT="9525" marB="9525" anchor="ctr"/>
                </a:tc>
                <a:tc>
                  <a:txBody>
                    <a:bodyPr/>
                    <a:lstStyle/>
                    <a:p>
                      <a:pPr algn="l"/>
                      <a:r>
                        <a:rPr lang="en-GB" sz="1800" b="0" i="0" dirty="0">
                          <a:solidFill>
                            <a:srgbClr val="F0F0F0"/>
                          </a:solidFill>
                          <a:effectLst/>
                          <a:latin typeface="+mn-lt"/>
                        </a:rPr>
                        <a:t>working</a:t>
                      </a:r>
                    </a:p>
                  </a:txBody>
                  <a:tcPr marL="9525" marR="9525" marT="9525" marB="9525" anchor="ctr"/>
                </a:tc>
                <a:extLst>
                  <a:ext uri="{0D108BD9-81ED-4DB2-BD59-A6C34878D82A}">
                    <a16:rowId xmlns:a16="http://schemas.microsoft.com/office/drawing/2014/main" val="1093439174"/>
                  </a:ext>
                </a:extLst>
              </a:tr>
              <a:tr h="0">
                <a:tc>
                  <a:txBody>
                    <a:bodyPr/>
                    <a:lstStyle/>
                    <a:p>
                      <a:pPr algn="l"/>
                      <a:r>
                        <a:rPr lang="en-GB" sz="1800" b="0" dirty="0">
                          <a:solidFill>
                            <a:schemeClr val="tx1"/>
                          </a:solidFill>
                          <a:effectLst/>
                          <a:latin typeface="+mn-lt"/>
                        </a:rPr>
                        <a:t>1</a:t>
                      </a:r>
                      <a:endParaRPr lang="en-GB" sz="1800" b="0" i="0" dirty="0">
                        <a:solidFill>
                          <a:schemeClr val="tx1"/>
                        </a:solidFill>
                        <a:effectLst/>
                        <a:latin typeface="+mn-lt"/>
                      </a:endParaRPr>
                    </a:p>
                  </a:txBody>
                  <a:tcPr marL="9525" marR="9525" marT="9525" marB="9525" anchor="ctr"/>
                </a:tc>
                <a:tc>
                  <a:txBody>
                    <a:bodyPr/>
                    <a:lstStyle/>
                    <a:p>
                      <a:pPr algn="l"/>
                      <a:r>
                        <a:rPr lang="en-GB" sz="1800" b="0" dirty="0">
                          <a:solidFill>
                            <a:schemeClr val="tx1"/>
                          </a:solidFill>
                          <a:effectLst/>
                          <a:latin typeface="+mn-lt"/>
                        </a:rPr>
                        <a:t>HP</a:t>
                      </a:r>
                      <a:endParaRPr lang="en-GB" sz="1800" b="0" i="0" dirty="0">
                        <a:solidFill>
                          <a:schemeClr val="tx1"/>
                        </a:solidFill>
                        <a:effectLst/>
                        <a:latin typeface="+mn-lt"/>
                      </a:endParaRPr>
                    </a:p>
                  </a:txBody>
                  <a:tcPr marL="9525" marR="9525" marT="9525" marB="9525" anchor="ctr"/>
                </a:tc>
                <a:tc>
                  <a:txBody>
                    <a:bodyPr/>
                    <a:lstStyle/>
                    <a:p>
                      <a:pPr algn="l"/>
                      <a:r>
                        <a:rPr lang="en-GB" sz="1800" b="0" dirty="0">
                          <a:solidFill>
                            <a:schemeClr val="tx1"/>
                          </a:solidFill>
                          <a:effectLst/>
                          <a:latin typeface="+mn-lt"/>
                        </a:rPr>
                        <a:t>Spectre</a:t>
                      </a:r>
                      <a:endParaRPr lang="en-GB" sz="1800" b="0" i="0" dirty="0">
                        <a:solidFill>
                          <a:schemeClr val="tx1"/>
                        </a:solidFill>
                        <a:effectLst/>
                        <a:latin typeface="+mn-lt"/>
                      </a:endParaRPr>
                    </a:p>
                  </a:txBody>
                  <a:tcPr marL="9525" marR="9525" marT="9525" marB="9525" anchor="ctr"/>
                </a:tc>
                <a:tc>
                  <a:txBody>
                    <a:bodyPr/>
                    <a:lstStyle/>
                    <a:p>
                      <a:pPr algn="l"/>
                      <a:r>
                        <a:rPr lang="en-GB" sz="1800" b="0">
                          <a:solidFill>
                            <a:schemeClr val="tx1"/>
                          </a:solidFill>
                          <a:effectLst/>
                          <a:latin typeface="+mn-lt"/>
                        </a:rPr>
                        <a:t>1700.0</a:t>
                      </a:r>
                      <a:endParaRPr lang="en-GB" sz="1800" b="0" i="0">
                        <a:solidFill>
                          <a:schemeClr val="tx1"/>
                        </a:solidFill>
                        <a:effectLst/>
                        <a:latin typeface="+mn-lt"/>
                      </a:endParaRPr>
                    </a:p>
                  </a:txBody>
                  <a:tcPr marL="9525" marR="9525" marT="9525" marB="9525" anchor="ctr"/>
                </a:tc>
                <a:tc>
                  <a:txBody>
                    <a:bodyPr/>
                    <a:lstStyle/>
                    <a:p>
                      <a:pPr algn="l"/>
                      <a:r>
                        <a:rPr lang="en-GB" sz="1800" b="0" i="0" dirty="0">
                          <a:solidFill>
                            <a:schemeClr val="tx1"/>
                          </a:solidFill>
                          <a:effectLst/>
                          <a:latin typeface="+mn-lt"/>
                        </a:rPr>
                        <a:t>TRUE</a:t>
                      </a:r>
                    </a:p>
                  </a:txBody>
                  <a:tcPr marL="9525" marR="9525" marT="9525" marB="9525" anchor="ctr"/>
                </a:tc>
                <a:extLst>
                  <a:ext uri="{0D108BD9-81ED-4DB2-BD59-A6C34878D82A}">
                    <a16:rowId xmlns:a16="http://schemas.microsoft.com/office/drawing/2014/main" val="4063073802"/>
                  </a:ext>
                </a:extLst>
              </a:tr>
              <a:tr h="0">
                <a:tc>
                  <a:txBody>
                    <a:bodyPr/>
                    <a:lstStyle/>
                    <a:p>
                      <a:pPr algn="l"/>
                      <a:r>
                        <a:rPr lang="en-GB" sz="1800" b="0">
                          <a:solidFill>
                            <a:schemeClr val="tx1"/>
                          </a:solidFill>
                          <a:effectLst/>
                          <a:latin typeface="+mn-lt"/>
                        </a:rPr>
                        <a:t>2</a:t>
                      </a:r>
                      <a:endParaRPr lang="en-GB" sz="1800" b="0" i="0">
                        <a:solidFill>
                          <a:schemeClr val="tx1"/>
                        </a:solidFill>
                        <a:effectLst/>
                        <a:latin typeface="+mn-lt"/>
                      </a:endParaRPr>
                    </a:p>
                  </a:txBody>
                  <a:tcPr marL="9525" marR="9525" marT="9525" marB="9525" anchor="ctr"/>
                </a:tc>
                <a:tc>
                  <a:txBody>
                    <a:bodyPr/>
                    <a:lstStyle/>
                    <a:p>
                      <a:pPr algn="l"/>
                      <a:r>
                        <a:rPr lang="en-GB" sz="1800" b="0" dirty="0">
                          <a:solidFill>
                            <a:schemeClr val="tx1"/>
                          </a:solidFill>
                          <a:effectLst/>
                          <a:latin typeface="+mn-lt"/>
                        </a:rPr>
                        <a:t>Dell</a:t>
                      </a:r>
                      <a:endParaRPr lang="en-GB" sz="1800" b="0" i="0" dirty="0">
                        <a:solidFill>
                          <a:schemeClr val="tx1"/>
                        </a:solidFill>
                        <a:effectLst/>
                        <a:latin typeface="+mn-lt"/>
                      </a:endParaRPr>
                    </a:p>
                  </a:txBody>
                  <a:tcPr marL="9525" marR="9525" marT="9525" marB="9525" anchor="ctr"/>
                </a:tc>
                <a:tc>
                  <a:txBody>
                    <a:bodyPr/>
                    <a:lstStyle/>
                    <a:p>
                      <a:pPr algn="l"/>
                      <a:r>
                        <a:rPr lang="en-GB" sz="1800" b="0" dirty="0">
                          <a:solidFill>
                            <a:schemeClr val="tx1"/>
                          </a:solidFill>
                          <a:effectLst/>
                          <a:latin typeface="+mn-lt"/>
                        </a:rPr>
                        <a:t>Latitude</a:t>
                      </a:r>
                      <a:endParaRPr lang="en-GB" sz="1800" b="0" i="0" dirty="0">
                        <a:solidFill>
                          <a:schemeClr val="tx1"/>
                        </a:solidFill>
                        <a:effectLst/>
                        <a:latin typeface="+mn-lt"/>
                      </a:endParaRPr>
                    </a:p>
                  </a:txBody>
                  <a:tcPr marL="9525" marR="9525" marT="9525" marB="9525" anchor="ctr"/>
                </a:tc>
                <a:tc>
                  <a:txBody>
                    <a:bodyPr/>
                    <a:lstStyle/>
                    <a:p>
                      <a:pPr algn="l"/>
                      <a:r>
                        <a:rPr lang="en-GB" sz="1800" b="0">
                          <a:solidFill>
                            <a:schemeClr val="tx1"/>
                          </a:solidFill>
                          <a:effectLst/>
                          <a:latin typeface="+mn-lt"/>
                        </a:rPr>
                        <a:t>800.0</a:t>
                      </a:r>
                      <a:endParaRPr lang="en-GB" sz="1800" b="0" i="0">
                        <a:solidFill>
                          <a:schemeClr val="tx1"/>
                        </a:solidFill>
                        <a:effectLst/>
                        <a:latin typeface="+mn-lt"/>
                      </a:endParaRPr>
                    </a:p>
                  </a:txBody>
                  <a:tcPr marL="9525" marR="9525" marT="9525" marB="9525" anchor="ctr"/>
                </a:tc>
                <a:tc>
                  <a:txBody>
                    <a:bodyPr/>
                    <a:lstStyle/>
                    <a:p>
                      <a:pPr algn="l"/>
                      <a:r>
                        <a:rPr lang="en-GB" sz="1800" b="0" i="0" dirty="0">
                          <a:solidFill>
                            <a:schemeClr val="tx1"/>
                          </a:solidFill>
                          <a:effectLst/>
                          <a:latin typeface="+mn-lt"/>
                        </a:rPr>
                        <a:t>TRUE</a:t>
                      </a:r>
                    </a:p>
                  </a:txBody>
                  <a:tcPr marL="9525" marR="9525" marT="9525" marB="9525" anchor="ctr"/>
                </a:tc>
                <a:extLst>
                  <a:ext uri="{0D108BD9-81ED-4DB2-BD59-A6C34878D82A}">
                    <a16:rowId xmlns:a16="http://schemas.microsoft.com/office/drawing/2014/main" val="232141973"/>
                  </a:ext>
                </a:extLst>
              </a:tr>
              <a:tr h="0">
                <a:tc>
                  <a:txBody>
                    <a:bodyPr/>
                    <a:lstStyle/>
                    <a:p>
                      <a:pPr algn="l"/>
                      <a:r>
                        <a:rPr lang="en-GB" sz="1800" b="0">
                          <a:solidFill>
                            <a:schemeClr val="tx1"/>
                          </a:solidFill>
                          <a:effectLst/>
                          <a:latin typeface="+mn-lt"/>
                        </a:rPr>
                        <a:t>3</a:t>
                      </a:r>
                      <a:endParaRPr lang="en-GB" sz="1800" b="0" i="0">
                        <a:solidFill>
                          <a:schemeClr val="tx1"/>
                        </a:solidFill>
                        <a:effectLst/>
                        <a:latin typeface="+mn-lt"/>
                      </a:endParaRPr>
                    </a:p>
                  </a:txBody>
                  <a:tcPr marL="9525" marR="9525" marT="9525" marB="9525" anchor="ctr"/>
                </a:tc>
                <a:tc>
                  <a:txBody>
                    <a:bodyPr/>
                    <a:lstStyle/>
                    <a:p>
                      <a:pPr algn="l"/>
                      <a:r>
                        <a:rPr lang="en-GB" sz="1800" b="0" dirty="0">
                          <a:solidFill>
                            <a:schemeClr val="tx1"/>
                          </a:solidFill>
                          <a:effectLst/>
                          <a:latin typeface="+mn-lt"/>
                        </a:rPr>
                        <a:t>Microsoft</a:t>
                      </a:r>
                      <a:endParaRPr lang="en-GB" sz="1800" b="0" i="0" dirty="0">
                        <a:solidFill>
                          <a:schemeClr val="tx1"/>
                        </a:solidFill>
                        <a:effectLst/>
                        <a:latin typeface="+mn-lt"/>
                      </a:endParaRPr>
                    </a:p>
                  </a:txBody>
                  <a:tcPr marL="9525" marR="9525" marT="9525" marB="9525" anchor="ctr"/>
                </a:tc>
                <a:tc>
                  <a:txBody>
                    <a:bodyPr/>
                    <a:lstStyle/>
                    <a:p>
                      <a:pPr algn="l"/>
                      <a:r>
                        <a:rPr lang="en-GB" sz="1800" b="0" dirty="0">
                          <a:solidFill>
                            <a:schemeClr val="tx1"/>
                          </a:solidFill>
                          <a:effectLst/>
                          <a:latin typeface="+mn-lt"/>
                        </a:rPr>
                        <a:t>Surface</a:t>
                      </a:r>
                      <a:endParaRPr lang="en-GB" sz="1800" b="0" i="0" dirty="0">
                        <a:solidFill>
                          <a:schemeClr val="tx1"/>
                        </a:solidFill>
                        <a:effectLst/>
                        <a:latin typeface="+mn-lt"/>
                      </a:endParaRPr>
                    </a:p>
                  </a:txBody>
                  <a:tcPr marL="9525" marR="9525" marT="9525" marB="9525" anchor="ctr"/>
                </a:tc>
                <a:tc>
                  <a:txBody>
                    <a:bodyPr/>
                    <a:lstStyle/>
                    <a:p>
                      <a:pPr algn="l"/>
                      <a:r>
                        <a:rPr lang="en-GB" sz="1800" b="0" dirty="0">
                          <a:solidFill>
                            <a:schemeClr val="tx1"/>
                          </a:solidFill>
                          <a:effectLst/>
                          <a:latin typeface="+mn-lt"/>
                        </a:rPr>
                        <a:t>1850.0</a:t>
                      </a:r>
                      <a:endParaRPr lang="en-GB" sz="1800" b="0" i="0" dirty="0">
                        <a:solidFill>
                          <a:schemeClr val="tx1"/>
                        </a:solidFill>
                        <a:effectLst/>
                        <a:latin typeface="+mn-lt"/>
                      </a:endParaRPr>
                    </a:p>
                  </a:txBody>
                  <a:tcPr marL="9525" marR="9525" marT="9525" marB="9525" anchor="ctr"/>
                </a:tc>
                <a:tc>
                  <a:txBody>
                    <a:bodyPr/>
                    <a:lstStyle/>
                    <a:p>
                      <a:pPr algn="l"/>
                      <a:r>
                        <a:rPr lang="en-GB" sz="1800" b="0" i="0" dirty="0">
                          <a:solidFill>
                            <a:schemeClr val="tx1"/>
                          </a:solidFill>
                          <a:effectLst/>
                          <a:latin typeface="+mn-lt"/>
                        </a:rPr>
                        <a:t>FALSE</a:t>
                      </a:r>
                    </a:p>
                  </a:txBody>
                  <a:tcPr marL="9525" marR="9525" marT="9525" marB="9525" anchor="ctr"/>
                </a:tc>
                <a:extLst>
                  <a:ext uri="{0D108BD9-81ED-4DB2-BD59-A6C34878D82A}">
                    <a16:rowId xmlns:a16="http://schemas.microsoft.com/office/drawing/2014/main" val="46353142"/>
                  </a:ext>
                </a:extLst>
              </a:tr>
              <a:tr h="0">
                <a:tc>
                  <a:txBody>
                    <a:bodyPr/>
                    <a:lstStyle/>
                    <a:p>
                      <a:pPr algn="l"/>
                      <a:r>
                        <a:rPr lang="en-GB" sz="1800" b="0">
                          <a:solidFill>
                            <a:schemeClr val="tx1"/>
                          </a:solidFill>
                          <a:effectLst/>
                          <a:latin typeface="+mn-lt"/>
                        </a:rPr>
                        <a:t>4</a:t>
                      </a:r>
                      <a:endParaRPr lang="en-GB" sz="1800" b="0" i="0">
                        <a:solidFill>
                          <a:schemeClr val="tx1"/>
                        </a:solidFill>
                        <a:effectLst/>
                        <a:latin typeface="+mn-lt"/>
                      </a:endParaRPr>
                    </a:p>
                  </a:txBody>
                  <a:tcPr marL="9525" marR="9525" marT="9525" marB="9525" anchor="ctr"/>
                </a:tc>
                <a:tc>
                  <a:txBody>
                    <a:bodyPr/>
                    <a:lstStyle/>
                    <a:p>
                      <a:pPr algn="l"/>
                      <a:r>
                        <a:rPr lang="en-GB" sz="1800" b="0">
                          <a:solidFill>
                            <a:schemeClr val="tx1"/>
                          </a:solidFill>
                          <a:effectLst/>
                          <a:latin typeface="+mn-lt"/>
                        </a:rPr>
                        <a:t>Dell</a:t>
                      </a:r>
                      <a:endParaRPr lang="en-GB" sz="1800" b="0" i="0">
                        <a:solidFill>
                          <a:schemeClr val="tx1"/>
                        </a:solidFill>
                        <a:effectLst/>
                        <a:latin typeface="+mn-lt"/>
                      </a:endParaRPr>
                    </a:p>
                  </a:txBody>
                  <a:tcPr marL="9525" marR="9525" marT="9525" marB="9525" anchor="ctr"/>
                </a:tc>
                <a:tc>
                  <a:txBody>
                    <a:bodyPr/>
                    <a:lstStyle/>
                    <a:p>
                      <a:pPr algn="l"/>
                      <a:r>
                        <a:rPr lang="en-GB" sz="1800" b="0" dirty="0">
                          <a:solidFill>
                            <a:schemeClr val="tx1"/>
                          </a:solidFill>
                          <a:effectLst/>
                          <a:latin typeface="+mn-lt"/>
                        </a:rPr>
                        <a:t>Inspiron</a:t>
                      </a:r>
                      <a:endParaRPr lang="en-GB" sz="1800" b="0" i="0" dirty="0">
                        <a:solidFill>
                          <a:schemeClr val="tx1"/>
                        </a:solidFill>
                        <a:effectLst/>
                        <a:latin typeface="+mn-lt"/>
                      </a:endParaRPr>
                    </a:p>
                  </a:txBody>
                  <a:tcPr marL="9525" marR="9525" marT="9525" marB="9525" anchor="ctr"/>
                </a:tc>
                <a:tc>
                  <a:txBody>
                    <a:bodyPr/>
                    <a:lstStyle/>
                    <a:p>
                      <a:pPr algn="l"/>
                      <a:r>
                        <a:rPr lang="en-GB" sz="1800" b="0" dirty="0">
                          <a:solidFill>
                            <a:schemeClr val="tx1"/>
                          </a:solidFill>
                          <a:effectLst/>
                          <a:latin typeface="+mn-lt"/>
                        </a:rPr>
                        <a:t>350.0</a:t>
                      </a:r>
                      <a:endParaRPr lang="en-GB" sz="1800" b="0" i="0" dirty="0">
                        <a:solidFill>
                          <a:schemeClr val="tx1"/>
                        </a:solidFill>
                        <a:effectLst/>
                        <a:latin typeface="+mn-lt"/>
                      </a:endParaRPr>
                    </a:p>
                  </a:txBody>
                  <a:tcPr marL="9525" marR="9525" marT="9525" marB="9525" anchor="ctr"/>
                </a:tc>
                <a:tc>
                  <a:txBody>
                    <a:bodyPr/>
                    <a:lstStyle/>
                    <a:p>
                      <a:pPr algn="l"/>
                      <a:r>
                        <a:rPr lang="en-GB" sz="1800" b="0" i="0" dirty="0">
                          <a:solidFill>
                            <a:schemeClr val="tx1"/>
                          </a:solidFill>
                          <a:effectLst/>
                          <a:latin typeface="+mn-lt"/>
                        </a:rPr>
                        <a:t>FALSE</a:t>
                      </a:r>
                    </a:p>
                  </a:txBody>
                  <a:tcPr marL="9525" marR="9525" marT="9525" marB="9525" anchor="ctr"/>
                </a:tc>
                <a:extLst>
                  <a:ext uri="{0D108BD9-81ED-4DB2-BD59-A6C34878D82A}">
                    <a16:rowId xmlns:a16="http://schemas.microsoft.com/office/drawing/2014/main" val="2880612471"/>
                  </a:ext>
                </a:extLst>
              </a:tr>
              <a:tr h="0">
                <a:tc>
                  <a:txBody>
                    <a:bodyPr/>
                    <a:lstStyle/>
                    <a:p>
                      <a:pPr algn="l"/>
                      <a:r>
                        <a:rPr lang="en-GB" sz="1800" b="0">
                          <a:solidFill>
                            <a:schemeClr val="tx1"/>
                          </a:solidFill>
                          <a:effectLst/>
                          <a:latin typeface="+mn-lt"/>
                        </a:rPr>
                        <a:t>5</a:t>
                      </a:r>
                      <a:endParaRPr lang="en-GB" sz="1800" b="0" i="0">
                        <a:solidFill>
                          <a:schemeClr val="tx1"/>
                        </a:solidFill>
                        <a:effectLst/>
                        <a:latin typeface="+mn-lt"/>
                      </a:endParaRPr>
                    </a:p>
                  </a:txBody>
                  <a:tcPr marL="9525" marR="9525" marT="9525" marB="9525" anchor="ctr"/>
                </a:tc>
                <a:tc>
                  <a:txBody>
                    <a:bodyPr/>
                    <a:lstStyle/>
                    <a:p>
                      <a:pPr algn="l"/>
                      <a:r>
                        <a:rPr lang="en-GB" sz="1800" b="0">
                          <a:solidFill>
                            <a:schemeClr val="tx1"/>
                          </a:solidFill>
                          <a:effectLst/>
                          <a:latin typeface="+mn-lt"/>
                        </a:rPr>
                        <a:t>Microsoft</a:t>
                      </a:r>
                      <a:endParaRPr lang="en-GB" sz="1800" b="0" i="0">
                        <a:solidFill>
                          <a:schemeClr val="tx1"/>
                        </a:solidFill>
                        <a:effectLst/>
                        <a:latin typeface="+mn-lt"/>
                      </a:endParaRPr>
                    </a:p>
                  </a:txBody>
                  <a:tcPr marL="9525" marR="9525" marT="9525" marB="9525" anchor="ctr"/>
                </a:tc>
                <a:tc>
                  <a:txBody>
                    <a:bodyPr/>
                    <a:lstStyle/>
                    <a:p>
                      <a:pPr algn="l"/>
                      <a:r>
                        <a:rPr lang="en-GB" sz="1800" b="0" dirty="0">
                          <a:solidFill>
                            <a:schemeClr val="tx1"/>
                          </a:solidFill>
                          <a:effectLst/>
                          <a:latin typeface="+mn-lt"/>
                        </a:rPr>
                        <a:t>Surface Pro</a:t>
                      </a:r>
                      <a:endParaRPr lang="en-GB" sz="1800" b="0" i="0" dirty="0">
                        <a:solidFill>
                          <a:schemeClr val="tx1"/>
                        </a:solidFill>
                        <a:effectLst/>
                        <a:latin typeface="+mn-lt"/>
                      </a:endParaRPr>
                    </a:p>
                  </a:txBody>
                  <a:tcPr marL="9525" marR="9525" marT="9525" marB="9525" anchor="ctr"/>
                </a:tc>
                <a:tc>
                  <a:txBody>
                    <a:bodyPr/>
                    <a:lstStyle/>
                    <a:p>
                      <a:pPr algn="l"/>
                      <a:r>
                        <a:rPr lang="en-GB" sz="1800" b="0" dirty="0">
                          <a:solidFill>
                            <a:schemeClr val="tx1"/>
                          </a:solidFill>
                          <a:effectLst/>
                          <a:latin typeface="+mn-lt"/>
                        </a:rPr>
                        <a:t>1850.0</a:t>
                      </a:r>
                      <a:endParaRPr lang="en-GB" sz="1800" b="0" i="0" dirty="0">
                        <a:solidFill>
                          <a:schemeClr val="tx1"/>
                        </a:solidFill>
                        <a:effectLst/>
                        <a:latin typeface="+mn-lt"/>
                      </a:endParaRPr>
                    </a:p>
                  </a:txBody>
                  <a:tcPr marL="9525" marR="9525" marT="9525" marB="9525" anchor="ctr"/>
                </a:tc>
                <a:tc>
                  <a:txBody>
                    <a:bodyPr/>
                    <a:lstStyle/>
                    <a:p>
                      <a:pPr algn="l"/>
                      <a:r>
                        <a:rPr lang="en-GB" sz="1800" b="0" i="0" dirty="0">
                          <a:solidFill>
                            <a:schemeClr val="tx1"/>
                          </a:solidFill>
                          <a:effectLst/>
                          <a:latin typeface="+mn-lt"/>
                        </a:rPr>
                        <a:t>TRUE</a:t>
                      </a:r>
                    </a:p>
                  </a:txBody>
                  <a:tcPr marL="9525" marR="9525" marT="9525" marB="9525" anchor="ctr"/>
                </a:tc>
                <a:extLst>
                  <a:ext uri="{0D108BD9-81ED-4DB2-BD59-A6C34878D82A}">
                    <a16:rowId xmlns:a16="http://schemas.microsoft.com/office/drawing/2014/main" val="1531399705"/>
                  </a:ext>
                </a:extLst>
              </a:tr>
              <a:tr h="0">
                <a:tc>
                  <a:txBody>
                    <a:bodyPr/>
                    <a:lstStyle/>
                    <a:p>
                      <a:pPr algn="l"/>
                      <a:r>
                        <a:rPr lang="en-GB" sz="1800" b="0">
                          <a:solidFill>
                            <a:schemeClr val="tx1"/>
                          </a:solidFill>
                          <a:effectLst/>
                          <a:latin typeface="+mn-lt"/>
                        </a:rPr>
                        <a:t>6</a:t>
                      </a:r>
                      <a:endParaRPr lang="en-GB" sz="1800" b="0" i="0">
                        <a:solidFill>
                          <a:schemeClr val="tx1"/>
                        </a:solidFill>
                        <a:effectLst/>
                        <a:latin typeface="+mn-lt"/>
                      </a:endParaRPr>
                    </a:p>
                  </a:txBody>
                  <a:tcPr marL="9525" marR="9525" marT="9525" marB="9525" anchor="ctr"/>
                </a:tc>
                <a:tc>
                  <a:txBody>
                    <a:bodyPr/>
                    <a:lstStyle/>
                    <a:p>
                      <a:pPr algn="l"/>
                      <a:r>
                        <a:rPr lang="en-GB" sz="1800" b="0">
                          <a:solidFill>
                            <a:schemeClr val="tx1"/>
                          </a:solidFill>
                          <a:effectLst/>
                          <a:latin typeface="+mn-lt"/>
                        </a:rPr>
                        <a:t>Apple</a:t>
                      </a:r>
                      <a:endParaRPr lang="en-GB" sz="1800" b="0" i="0">
                        <a:solidFill>
                          <a:schemeClr val="tx1"/>
                        </a:solidFill>
                        <a:effectLst/>
                        <a:latin typeface="+mn-lt"/>
                      </a:endParaRPr>
                    </a:p>
                  </a:txBody>
                  <a:tcPr marL="9525" marR="9525" marT="9525" marB="9525" anchor="ctr"/>
                </a:tc>
                <a:tc>
                  <a:txBody>
                    <a:bodyPr/>
                    <a:lstStyle/>
                    <a:p>
                      <a:pPr algn="l"/>
                      <a:r>
                        <a:rPr lang="en-GB" sz="1800" b="0">
                          <a:solidFill>
                            <a:schemeClr val="tx1"/>
                          </a:solidFill>
                          <a:effectLst/>
                          <a:latin typeface="+mn-lt"/>
                        </a:rPr>
                        <a:t>MacBook Air</a:t>
                      </a:r>
                      <a:endParaRPr lang="en-GB" sz="1800" b="0" i="0">
                        <a:solidFill>
                          <a:schemeClr val="tx1"/>
                        </a:solidFill>
                        <a:effectLst/>
                        <a:latin typeface="+mn-lt"/>
                      </a:endParaRPr>
                    </a:p>
                  </a:txBody>
                  <a:tcPr marL="9525" marR="9525" marT="9525" marB="9525" anchor="ctr"/>
                </a:tc>
                <a:tc>
                  <a:txBody>
                    <a:bodyPr/>
                    <a:lstStyle/>
                    <a:p>
                      <a:pPr algn="l"/>
                      <a:r>
                        <a:rPr lang="en-GB" sz="1800" b="0" dirty="0">
                          <a:solidFill>
                            <a:schemeClr val="tx1"/>
                          </a:solidFill>
                          <a:effectLst/>
                          <a:latin typeface="+mn-lt"/>
                        </a:rPr>
                        <a:t>1300.0</a:t>
                      </a:r>
                      <a:endParaRPr lang="en-GB" sz="1800" b="0" i="0" dirty="0">
                        <a:solidFill>
                          <a:schemeClr val="tx1"/>
                        </a:solidFill>
                        <a:effectLst/>
                        <a:latin typeface="+mn-lt"/>
                      </a:endParaRPr>
                    </a:p>
                  </a:txBody>
                  <a:tcPr marL="9525" marR="9525" marT="9525" marB="9525" anchor="ctr"/>
                </a:tc>
                <a:tc>
                  <a:txBody>
                    <a:bodyPr/>
                    <a:lstStyle/>
                    <a:p>
                      <a:pPr algn="l"/>
                      <a:r>
                        <a:rPr lang="en-GB" sz="1800" b="0" i="0" dirty="0">
                          <a:solidFill>
                            <a:schemeClr val="tx1"/>
                          </a:solidFill>
                          <a:effectLst/>
                          <a:latin typeface="+mn-lt"/>
                        </a:rPr>
                        <a:t>TRUE</a:t>
                      </a:r>
                    </a:p>
                  </a:txBody>
                  <a:tcPr marL="9525" marR="9525" marT="9525" marB="9525" anchor="ctr"/>
                </a:tc>
                <a:extLst>
                  <a:ext uri="{0D108BD9-81ED-4DB2-BD59-A6C34878D82A}">
                    <a16:rowId xmlns:a16="http://schemas.microsoft.com/office/drawing/2014/main" val="1637238910"/>
                  </a:ext>
                </a:extLst>
              </a:tr>
              <a:tr h="0">
                <a:tc>
                  <a:txBody>
                    <a:bodyPr/>
                    <a:lstStyle/>
                    <a:p>
                      <a:pPr algn="l"/>
                      <a:r>
                        <a:rPr lang="en-GB" sz="1800" b="0">
                          <a:solidFill>
                            <a:schemeClr val="tx1"/>
                          </a:solidFill>
                          <a:effectLst/>
                          <a:latin typeface="+mn-lt"/>
                        </a:rPr>
                        <a:t>7</a:t>
                      </a:r>
                      <a:endParaRPr lang="en-GB" sz="1800" b="0" i="0">
                        <a:solidFill>
                          <a:schemeClr val="tx1"/>
                        </a:solidFill>
                        <a:effectLst/>
                        <a:latin typeface="+mn-lt"/>
                      </a:endParaRPr>
                    </a:p>
                  </a:txBody>
                  <a:tcPr marL="9525" marR="9525" marT="9525" marB="9525" anchor="ctr"/>
                </a:tc>
                <a:tc>
                  <a:txBody>
                    <a:bodyPr/>
                    <a:lstStyle/>
                    <a:p>
                      <a:pPr algn="l"/>
                      <a:r>
                        <a:rPr lang="en-GB" sz="1800" b="0">
                          <a:solidFill>
                            <a:schemeClr val="tx1"/>
                          </a:solidFill>
                          <a:effectLst/>
                          <a:latin typeface="+mn-lt"/>
                        </a:rPr>
                        <a:t>HP</a:t>
                      </a:r>
                      <a:endParaRPr lang="en-GB" sz="1800" b="0" i="0">
                        <a:solidFill>
                          <a:schemeClr val="tx1"/>
                        </a:solidFill>
                        <a:effectLst/>
                        <a:latin typeface="+mn-lt"/>
                      </a:endParaRPr>
                    </a:p>
                  </a:txBody>
                  <a:tcPr marL="9525" marR="9525" marT="9525" marB="9525" anchor="ctr"/>
                </a:tc>
                <a:tc>
                  <a:txBody>
                    <a:bodyPr/>
                    <a:lstStyle/>
                    <a:p>
                      <a:pPr algn="l"/>
                      <a:r>
                        <a:rPr lang="en-GB" sz="1800" b="0">
                          <a:solidFill>
                            <a:schemeClr val="tx1"/>
                          </a:solidFill>
                          <a:effectLst/>
                          <a:latin typeface="+mn-lt"/>
                        </a:rPr>
                        <a:t>Envy</a:t>
                      </a:r>
                      <a:endParaRPr lang="en-GB" sz="1800" b="0" i="0">
                        <a:solidFill>
                          <a:schemeClr val="tx1"/>
                        </a:solidFill>
                        <a:effectLst/>
                        <a:latin typeface="+mn-lt"/>
                      </a:endParaRPr>
                    </a:p>
                  </a:txBody>
                  <a:tcPr marL="9525" marR="9525" marT="9525" marB="9525" anchor="ctr"/>
                </a:tc>
                <a:tc>
                  <a:txBody>
                    <a:bodyPr/>
                    <a:lstStyle/>
                    <a:p>
                      <a:pPr algn="l"/>
                      <a:r>
                        <a:rPr lang="en-GB" sz="1800" b="0" dirty="0">
                          <a:solidFill>
                            <a:schemeClr val="tx1"/>
                          </a:solidFill>
                          <a:effectLst/>
                          <a:latin typeface="+mn-lt"/>
                        </a:rPr>
                        <a:t>1200.0</a:t>
                      </a:r>
                      <a:endParaRPr lang="en-GB" sz="1800" b="0" i="0" dirty="0">
                        <a:solidFill>
                          <a:schemeClr val="tx1"/>
                        </a:solidFill>
                        <a:effectLst/>
                        <a:latin typeface="+mn-lt"/>
                      </a:endParaRPr>
                    </a:p>
                  </a:txBody>
                  <a:tcPr marL="9525" marR="9525" marT="9525" marB="9525" anchor="ctr"/>
                </a:tc>
                <a:tc>
                  <a:txBody>
                    <a:bodyPr/>
                    <a:lstStyle/>
                    <a:p>
                      <a:pPr algn="l"/>
                      <a:r>
                        <a:rPr lang="en-GB" sz="1800" b="0" i="0" dirty="0">
                          <a:solidFill>
                            <a:schemeClr val="tx1"/>
                          </a:solidFill>
                          <a:effectLst/>
                          <a:latin typeface="+mn-lt"/>
                        </a:rPr>
                        <a:t>TRUE</a:t>
                      </a:r>
                    </a:p>
                  </a:txBody>
                  <a:tcPr marL="9525" marR="9525" marT="9525" marB="9525" anchor="ctr"/>
                </a:tc>
                <a:extLst>
                  <a:ext uri="{0D108BD9-81ED-4DB2-BD59-A6C34878D82A}">
                    <a16:rowId xmlns:a16="http://schemas.microsoft.com/office/drawing/2014/main" val="3357449937"/>
                  </a:ext>
                </a:extLst>
              </a:tr>
              <a:tr h="0">
                <a:tc>
                  <a:txBody>
                    <a:bodyPr/>
                    <a:lstStyle/>
                    <a:p>
                      <a:pPr algn="l"/>
                      <a:r>
                        <a:rPr lang="en-GB" sz="1800" b="0">
                          <a:solidFill>
                            <a:schemeClr val="tx1"/>
                          </a:solidFill>
                          <a:effectLst/>
                          <a:latin typeface="+mn-lt"/>
                        </a:rPr>
                        <a:t>8</a:t>
                      </a:r>
                      <a:endParaRPr lang="en-GB" sz="1800" b="0" i="0">
                        <a:solidFill>
                          <a:schemeClr val="tx1"/>
                        </a:solidFill>
                        <a:effectLst/>
                        <a:latin typeface="+mn-lt"/>
                      </a:endParaRPr>
                    </a:p>
                  </a:txBody>
                  <a:tcPr marL="9525" marR="9525" marT="9525" marB="9525" anchor="ctr"/>
                </a:tc>
                <a:tc>
                  <a:txBody>
                    <a:bodyPr/>
                    <a:lstStyle/>
                    <a:p>
                      <a:pPr algn="l"/>
                      <a:r>
                        <a:rPr lang="en-GB" sz="1800" b="0">
                          <a:solidFill>
                            <a:schemeClr val="tx1"/>
                          </a:solidFill>
                          <a:effectLst/>
                          <a:latin typeface="+mn-lt"/>
                        </a:rPr>
                        <a:t>Microsoft</a:t>
                      </a:r>
                      <a:endParaRPr lang="en-GB" sz="1800" b="0" i="0">
                        <a:solidFill>
                          <a:schemeClr val="tx1"/>
                        </a:solidFill>
                        <a:effectLst/>
                        <a:latin typeface="+mn-lt"/>
                      </a:endParaRPr>
                    </a:p>
                  </a:txBody>
                  <a:tcPr marL="9525" marR="9525" marT="9525" marB="9525" anchor="ctr"/>
                </a:tc>
                <a:tc>
                  <a:txBody>
                    <a:bodyPr/>
                    <a:lstStyle/>
                    <a:p>
                      <a:pPr algn="l"/>
                      <a:r>
                        <a:rPr lang="en-GB" sz="1800" b="0">
                          <a:solidFill>
                            <a:schemeClr val="tx1"/>
                          </a:solidFill>
                          <a:effectLst/>
                          <a:latin typeface="+mn-lt"/>
                        </a:rPr>
                        <a:t>Surface</a:t>
                      </a:r>
                      <a:endParaRPr lang="en-GB" sz="1800" b="0" i="0">
                        <a:solidFill>
                          <a:schemeClr val="tx1"/>
                        </a:solidFill>
                        <a:effectLst/>
                        <a:latin typeface="+mn-lt"/>
                      </a:endParaRPr>
                    </a:p>
                  </a:txBody>
                  <a:tcPr marL="9525" marR="9525" marT="9525" marB="9525" anchor="ctr"/>
                </a:tc>
                <a:tc>
                  <a:txBody>
                    <a:bodyPr/>
                    <a:lstStyle/>
                    <a:p>
                      <a:pPr algn="l"/>
                      <a:r>
                        <a:rPr lang="en-GB" sz="1800" b="0" dirty="0">
                          <a:solidFill>
                            <a:schemeClr val="tx1"/>
                          </a:solidFill>
                          <a:effectLst/>
                          <a:latin typeface="+mn-lt"/>
                        </a:rPr>
                        <a:t>1850.0</a:t>
                      </a:r>
                      <a:endParaRPr lang="en-GB" sz="1800" b="0" i="0" dirty="0">
                        <a:solidFill>
                          <a:schemeClr val="tx1"/>
                        </a:solidFill>
                        <a:effectLst/>
                        <a:latin typeface="+mn-lt"/>
                      </a:endParaRPr>
                    </a:p>
                  </a:txBody>
                  <a:tcPr marL="9525" marR="9525" marT="9525" marB="9525" anchor="ctr"/>
                </a:tc>
                <a:tc>
                  <a:txBody>
                    <a:bodyPr/>
                    <a:lstStyle/>
                    <a:p>
                      <a:pPr algn="l"/>
                      <a:r>
                        <a:rPr lang="en-GB" sz="1800" b="0" i="0" dirty="0">
                          <a:solidFill>
                            <a:schemeClr val="tx1"/>
                          </a:solidFill>
                          <a:effectLst/>
                          <a:latin typeface="+mn-lt"/>
                        </a:rPr>
                        <a:t>TRUE</a:t>
                      </a:r>
                    </a:p>
                  </a:txBody>
                  <a:tcPr marL="9525" marR="9525" marT="9525" marB="9525" anchor="ctr"/>
                </a:tc>
                <a:extLst>
                  <a:ext uri="{0D108BD9-81ED-4DB2-BD59-A6C34878D82A}">
                    <a16:rowId xmlns:a16="http://schemas.microsoft.com/office/drawing/2014/main" val="3911998839"/>
                  </a:ext>
                </a:extLst>
              </a:tr>
              <a:tr h="0">
                <a:tc>
                  <a:txBody>
                    <a:bodyPr/>
                    <a:lstStyle/>
                    <a:p>
                      <a:pPr algn="l"/>
                      <a:r>
                        <a:rPr lang="en-GB" sz="1800" b="0" i="0" dirty="0">
                          <a:solidFill>
                            <a:schemeClr val="tx1"/>
                          </a:solidFill>
                          <a:effectLst/>
                          <a:latin typeface="+mn-lt"/>
                        </a:rPr>
                        <a:t>9</a:t>
                      </a:r>
                    </a:p>
                  </a:txBody>
                  <a:tcPr marL="9525" marR="9525" marT="9525" marB="9525" anchor="ctr"/>
                </a:tc>
                <a:tc>
                  <a:txBody>
                    <a:bodyPr/>
                    <a:lstStyle/>
                    <a:p>
                      <a:pPr algn="l"/>
                      <a:r>
                        <a:rPr lang="en-GB" sz="1800" b="0" i="0" dirty="0">
                          <a:solidFill>
                            <a:schemeClr val="tx1"/>
                          </a:solidFill>
                          <a:effectLst/>
                          <a:latin typeface="+mn-lt"/>
                        </a:rPr>
                        <a:t>Microsoft</a:t>
                      </a:r>
                    </a:p>
                  </a:txBody>
                  <a:tcPr marL="9525" marR="9525" marT="9525" marB="9525" anchor="ct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sz="1800" b="0" dirty="0">
                          <a:solidFill>
                            <a:schemeClr val="tx1"/>
                          </a:solidFill>
                          <a:effectLst/>
                          <a:latin typeface="+mn-lt"/>
                        </a:rPr>
                        <a:t>Surface Pro</a:t>
                      </a:r>
                      <a:endParaRPr lang="en-GB" sz="1800" b="0" i="0" dirty="0">
                        <a:solidFill>
                          <a:schemeClr val="tx1"/>
                        </a:solidFill>
                        <a:effectLst/>
                        <a:latin typeface="+mn-lt"/>
                      </a:endParaRPr>
                    </a:p>
                  </a:txBody>
                  <a:tcPr marL="9525" marR="9525" marT="9525" marB="9525" anchor="ctr"/>
                </a:tc>
                <a:tc>
                  <a:txBody>
                    <a:bodyPr/>
                    <a:lstStyle/>
                    <a:p>
                      <a:pPr algn="l"/>
                      <a:r>
                        <a:rPr lang="en-GB" sz="1800" b="0" i="0" dirty="0">
                          <a:solidFill>
                            <a:schemeClr val="tx1"/>
                          </a:solidFill>
                          <a:effectLst/>
                          <a:latin typeface="+mn-lt"/>
                        </a:rPr>
                        <a:t>1400.0</a:t>
                      </a:r>
                    </a:p>
                  </a:txBody>
                  <a:tcPr marL="9525" marR="9525" marT="9525" marB="9525" anchor="ctr"/>
                </a:tc>
                <a:tc>
                  <a:txBody>
                    <a:bodyPr/>
                    <a:lstStyle/>
                    <a:p>
                      <a:pPr algn="l"/>
                      <a:r>
                        <a:rPr lang="en-GB" sz="1800" b="0" i="0" dirty="0">
                          <a:solidFill>
                            <a:schemeClr val="tx1"/>
                          </a:solidFill>
                          <a:effectLst/>
                          <a:latin typeface="+mn-lt"/>
                        </a:rPr>
                        <a:t>TRUE</a:t>
                      </a:r>
                    </a:p>
                  </a:txBody>
                  <a:tcPr marL="9525" marR="9525" marT="9525" marB="9525" anchor="ctr"/>
                </a:tc>
                <a:extLst>
                  <a:ext uri="{0D108BD9-81ED-4DB2-BD59-A6C34878D82A}">
                    <a16:rowId xmlns:a16="http://schemas.microsoft.com/office/drawing/2014/main" val="3506707579"/>
                  </a:ext>
                </a:extLst>
              </a:tr>
              <a:tr h="0">
                <a:tc>
                  <a:txBody>
                    <a:bodyPr/>
                    <a:lstStyle/>
                    <a:p>
                      <a:pPr algn="l"/>
                      <a:r>
                        <a:rPr lang="en-GB" sz="1800" b="0" i="0" dirty="0">
                          <a:solidFill>
                            <a:schemeClr val="tx1"/>
                          </a:solidFill>
                          <a:effectLst/>
                          <a:latin typeface="+mn-lt"/>
                        </a:rPr>
                        <a:t>10</a:t>
                      </a:r>
                    </a:p>
                  </a:txBody>
                  <a:tcPr marL="9525" marR="9525" marT="9525" marB="9525" anchor="ctr"/>
                </a:tc>
                <a:tc>
                  <a:txBody>
                    <a:bodyPr/>
                    <a:lstStyle/>
                    <a:p>
                      <a:pPr algn="l"/>
                      <a:r>
                        <a:rPr lang="en-GB" sz="1800" b="0" i="0" dirty="0">
                          <a:solidFill>
                            <a:schemeClr val="tx1"/>
                          </a:solidFill>
                          <a:effectLst/>
                          <a:latin typeface="+mn-lt"/>
                        </a:rPr>
                        <a:t>Dell</a:t>
                      </a:r>
                    </a:p>
                  </a:txBody>
                  <a:tcPr marL="9525" marR="9525" marT="9525" marB="9525" anchor="ctr"/>
                </a:tc>
                <a:tc>
                  <a:txBody>
                    <a:bodyPr/>
                    <a:lstStyle/>
                    <a:p>
                      <a:pPr algn="l"/>
                      <a:r>
                        <a:rPr lang="en-GB" sz="1800" b="0" i="0" dirty="0">
                          <a:solidFill>
                            <a:schemeClr val="tx1"/>
                          </a:solidFill>
                          <a:effectLst/>
                          <a:latin typeface="+mn-lt"/>
                        </a:rPr>
                        <a:t>Inspiron</a:t>
                      </a:r>
                    </a:p>
                  </a:txBody>
                  <a:tcPr marL="9525" marR="9525" marT="9525" marB="9525" anchor="ctr"/>
                </a:tc>
                <a:tc>
                  <a:txBody>
                    <a:bodyPr/>
                    <a:lstStyle/>
                    <a:p>
                      <a:pPr algn="l"/>
                      <a:r>
                        <a:rPr lang="en-GB" sz="1800" b="0" i="0" dirty="0">
                          <a:solidFill>
                            <a:schemeClr val="tx1"/>
                          </a:solidFill>
                          <a:effectLst/>
                          <a:latin typeface="+mn-lt"/>
                        </a:rPr>
                        <a:t>450.0</a:t>
                      </a:r>
                    </a:p>
                  </a:txBody>
                  <a:tcPr marL="9525" marR="9525" marT="9525" marB="9525" anchor="ctr"/>
                </a:tc>
                <a:tc>
                  <a:txBody>
                    <a:bodyPr/>
                    <a:lstStyle/>
                    <a:p>
                      <a:pPr algn="l"/>
                      <a:r>
                        <a:rPr lang="en-GB" sz="1800" b="0" i="0" dirty="0">
                          <a:solidFill>
                            <a:schemeClr val="tx1"/>
                          </a:solidFill>
                          <a:effectLst/>
                          <a:latin typeface="+mn-lt"/>
                        </a:rPr>
                        <a:t>TRUE</a:t>
                      </a:r>
                    </a:p>
                  </a:txBody>
                  <a:tcPr marL="9525" marR="9525" marT="9525" marB="9525" anchor="ctr"/>
                </a:tc>
                <a:extLst>
                  <a:ext uri="{0D108BD9-81ED-4DB2-BD59-A6C34878D82A}">
                    <a16:rowId xmlns:a16="http://schemas.microsoft.com/office/drawing/2014/main" val="3082629249"/>
                  </a:ext>
                </a:extLst>
              </a:tr>
              <a:tr h="0">
                <a:tc>
                  <a:txBody>
                    <a:bodyPr/>
                    <a:lstStyle/>
                    <a:p>
                      <a:pPr algn="l"/>
                      <a:r>
                        <a:rPr lang="en-GB" sz="1800" b="0" i="0" dirty="0">
                          <a:solidFill>
                            <a:schemeClr val="tx1"/>
                          </a:solidFill>
                          <a:effectLst/>
                          <a:latin typeface="+mn-lt"/>
                        </a:rPr>
                        <a:t>11</a:t>
                      </a:r>
                    </a:p>
                  </a:txBody>
                  <a:tcPr marL="9525" marR="9525" marT="9525" marB="9525" anchor="ctr"/>
                </a:tc>
                <a:tc>
                  <a:txBody>
                    <a:bodyPr/>
                    <a:lstStyle/>
                    <a:p>
                      <a:pPr algn="l"/>
                      <a:r>
                        <a:rPr lang="en-GB" sz="1800" b="0" i="0" dirty="0">
                          <a:solidFill>
                            <a:schemeClr val="tx1"/>
                          </a:solidFill>
                          <a:effectLst/>
                          <a:latin typeface="+mn-lt"/>
                        </a:rPr>
                        <a:t>Dell</a:t>
                      </a:r>
                    </a:p>
                  </a:txBody>
                  <a:tcPr marL="9525" marR="9525" marT="9525" marB="9525" anchor="ctr"/>
                </a:tc>
                <a:tc>
                  <a:txBody>
                    <a:bodyPr/>
                    <a:lstStyle/>
                    <a:p>
                      <a:pPr algn="l"/>
                      <a:r>
                        <a:rPr lang="en-GB" sz="1800" b="0" i="0" dirty="0">
                          <a:solidFill>
                            <a:schemeClr val="tx1"/>
                          </a:solidFill>
                          <a:effectLst/>
                          <a:latin typeface="+mn-lt"/>
                        </a:rPr>
                        <a:t>Latitude</a:t>
                      </a:r>
                    </a:p>
                  </a:txBody>
                  <a:tcPr marL="9525" marR="9525" marT="9525" marB="9525" anchor="ctr"/>
                </a:tc>
                <a:tc>
                  <a:txBody>
                    <a:bodyPr/>
                    <a:lstStyle/>
                    <a:p>
                      <a:pPr algn="l"/>
                      <a:r>
                        <a:rPr lang="en-GB" sz="1800" b="0" i="0" dirty="0">
                          <a:solidFill>
                            <a:schemeClr val="tx1"/>
                          </a:solidFill>
                          <a:effectLst/>
                          <a:latin typeface="+mn-lt"/>
                        </a:rPr>
                        <a:t>1350.0</a:t>
                      </a:r>
                    </a:p>
                  </a:txBody>
                  <a:tcPr marL="9525" marR="9525" marT="9525" marB="9525" anchor="ctr"/>
                </a:tc>
                <a:tc>
                  <a:txBody>
                    <a:bodyPr/>
                    <a:lstStyle/>
                    <a:p>
                      <a:pPr algn="l"/>
                      <a:r>
                        <a:rPr lang="en-GB" sz="1800" b="0" i="0" dirty="0">
                          <a:solidFill>
                            <a:schemeClr val="tx1"/>
                          </a:solidFill>
                          <a:effectLst/>
                          <a:latin typeface="+mn-lt"/>
                        </a:rPr>
                        <a:t>FALSE</a:t>
                      </a:r>
                    </a:p>
                  </a:txBody>
                  <a:tcPr marL="9525" marR="9525" marT="9525" marB="9525" anchor="ctr"/>
                </a:tc>
                <a:extLst>
                  <a:ext uri="{0D108BD9-81ED-4DB2-BD59-A6C34878D82A}">
                    <a16:rowId xmlns:a16="http://schemas.microsoft.com/office/drawing/2014/main" val="2916729631"/>
                  </a:ext>
                </a:extLst>
              </a:tr>
              <a:tr h="0">
                <a:tc>
                  <a:txBody>
                    <a:bodyPr/>
                    <a:lstStyle/>
                    <a:p>
                      <a:pPr algn="l"/>
                      <a:r>
                        <a:rPr lang="en-GB" sz="1800" b="0" i="0" dirty="0">
                          <a:solidFill>
                            <a:schemeClr val="tx1"/>
                          </a:solidFill>
                          <a:effectLst/>
                          <a:latin typeface="+mn-lt"/>
                        </a:rPr>
                        <a:t>12</a:t>
                      </a:r>
                    </a:p>
                  </a:txBody>
                  <a:tcPr marL="9525" marR="9525" marT="9525" marB="9525" anchor="ctr"/>
                </a:tc>
                <a:tc>
                  <a:txBody>
                    <a:bodyPr/>
                    <a:lstStyle/>
                    <a:p>
                      <a:pPr algn="l"/>
                      <a:r>
                        <a:rPr lang="en-GB" sz="1800" b="0" i="0" dirty="0">
                          <a:solidFill>
                            <a:schemeClr val="tx1"/>
                          </a:solidFill>
                          <a:effectLst/>
                          <a:latin typeface="+mn-lt"/>
                        </a:rPr>
                        <a:t>Microsoft</a:t>
                      </a:r>
                    </a:p>
                  </a:txBody>
                  <a:tcPr marL="9525" marR="9525" marT="9525" marB="9525" anchor="ctr"/>
                </a:tc>
                <a:tc>
                  <a:txBody>
                    <a:bodyPr/>
                    <a:lstStyle/>
                    <a:p>
                      <a:pPr algn="l"/>
                      <a:r>
                        <a:rPr lang="en-GB" sz="1800" b="0" i="0" dirty="0">
                          <a:solidFill>
                            <a:schemeClr val="tx1"/>
                          </a:solidFill>
                          <a:effectLst/>
                          <a:latin typeface="+mn-lt"/>
                        </a:rPr>
                        <a:t>Surface</a:t>
                      </a:r>
                    </a:p>
                  </a:txBody>
                  <a:tcPr marL="9525" marR="9525" marT="9525" marB="9525" anchor="ctr"/>
                </a:tc>
                <a:tc>
                  <a:txBody>
                    <a:bodyPr/>
                    <a:lstStyle/>
                    <a:p>
                      <a:pPr algn="l"/>
                      <a:r>
                        <a:rPr lang="en-GB" sz="1800" b="0" i="0" dirty="0">
                          <a:solidFill>
                            <a:schemeClr val="tx1"/>
                          </a:solidFill>
                          <a:effectLst/>
                          <a:latin typeface="+mn-lt"/>
                        </a:rPr>
                        <a:t>1350.0</a:t>
                      </a:r>
                    </a:p>
                  </a:txBody>
                  <a:tcPr marL="9525" marR="9525" marT="9525" marB="9525" anchor="ctr"/>
                </a:tc>
                <a:tc>
                  <a:txBody>
                    <a:bodyPr/>
                    <a:lstStyle/>
                    <a:p>
                      <a:pPr algn="l"/>
                      <a:r>
                        <a:rPr lang="en-GB" sz="1800" b="0" i="0" dirty="0">
                          <a:solidFill>
                            <a:schemeClr val="tx1"/>
                          </a:solidFill>
                          <a:effectLst/>
                          <a:latin typeface="+mn-lt"/>
                        </a:rPr>
                        <a:t>FALSE</a:t>
                      </a:r>
                    </a:p>
                  </a:txBody>
                  <a:tcPr marL="9525" marR="9525" marT="9525" marB="9525" anchor="ctr"/>
                </a:tc>
                <a:extLst>
                  <a:ext uri="{0D108BD9-81ED-4DB2-BD59-A6C34878D82A}">
                    <a16:rowId xmlns:a16="http://schemas.microsoft.com/office/drawing/2014/main" val="227676196"/>
                  </a:ext>
                </a:extLst>
              </a:tr>
            </a:tbl>
          </a:graphicData>
        </a:graphic>
      </p:graphicFrame>
      <p:sp>
        <p:nvSpPr>
          <p:cNvPr id="4" name="Rectangle 1">
            <a:extLst>
              <a:ext uri="{FF2B5EF4-FFF2-40B4-BE49-F238E27FC236}">
                <a16:creationId xmlns:a16="http://schemas.microsoft.com/office/drawing/2014/main" id="{E5870479-DC4B-89DD-6014-9CC89A52ED37}"/>
              </a:ext>
            </a:extLst>
          </p:cNvPr>
          <p:cNvSpPr>
            <a:spLocks noChangeArrowheads="1"/>
          </p:cNvSpPr>
          <p:nvPr/>
        </p:nvSpPr>
        <p:spPr bwMode="auto">
          <a:xfrm>
            <a:off x="838200" y="1497781"/>
            <a:ext cx="3097323" cy="92333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91440" tIns="45720" rIns="91440" bIns="45720" numCol="1" anchor="ctr" anchorCtr="0" compatLnSpc="1">
            <a:prstTxWarp prst="textNoShape">
              <a:avLst/>
            </a:prstTxWarp>
            <a:spAutoFit/>
          </a:bodyPr>
          <a:lstStyle/>
          <a:p>
            <a:pPr marL="0" marR="0" lvl="0" indent="0" algn="l" defTabSz="914400" rtl="0" eaLnBrk="0" fontAlgn="base" latinLnBrk="0" hangingPunct="0">
              <a:lnSpc>
                <a:spcPct val="100000"/>
              </a:lnSpc>
              <a:spcBef>
                <a:spcPct val="0"/>
              </a:spcBef>
              <a:spcAft>
                <a:spcPct val="0"/>
              </a:spcAft>
              <a:buClrTx/>
              <a:buSzTx/>
              <a:buFontTx/>
              <a:buNone/>
              <a:tabLst/>
            </a:pPr>
            <a:r>
              <a:rPr kumimoji="0" lang="en-US" altLang="en-US" b="0" i="0" u="none" strike="noStrike" cap="none" normalizeH="0" baseline="0" dirty="0">
                <a:ln>
                  <a:noFill/>
                </a:ln>
                <a:solidFill>
                  <a:srgbClr val="B2B2B2"/>
                </a:solidFill>
                <a:effectLst/>
                <a:latin typeface="Consolas" panose="020B0609020204030204" pitchFamily="49" charset="0"/>
              </a:rPr>
              <a:t>1 </a:t>
            </a:r>
            <a:r>
              <a:rPr kumimoji="0" lang="en-US" altLang="en-US" b="0" i="0" u="none" strike="noStrike" cap="none" normalizeH="0" baseline="0" dirty="0">
                <a:ln>
                  <a:noFill/>
                </a:ln>
                <a:solidFill>
                  <a:srgbClr val="A71D5D"/>
                </a:solidFill>
                <a:effectLst/>
                <a:latin typeface="Consolas" panose="020B0609020204030204" pitchFamily="49" charset="0"/>
              </a:rPr>
              <a:t>SELECT</a:t>
            </a:r>
            <a:r>
              <a:rPr kumimoji="0" lang="en-US" altLang="en-US" b="0" i="0" u="none" strike="noStrike" cap="none" normalizeH="0" baseline="0" dirty="0">
                <a:ln>
                  <a:noFill/>
                </a:ln>
                <a:solidFill>
                  <a:srgbClr val="000000"/>
                </a:solidFill>
                <a:effectLst/>
                <a:latin typeface="Consolas" panose="020B0609020204030204" pitchFamily="49" charset="0"/>
              </a:rPr>
              <a:t> </a:t>
            </a:r>
            <a:r>
              <a:rPr lang="en-US" altLang="en-US" dirty="0">
                <a:solidFill>
                  <a:srgbClr val="000000"/>
                </a:solidFill>
                <a:latin typeface="Consolas" panose="020B0609020204030204" pitchFamily="49" charset="0"/>
              </a:rPr>
              <a:t>make, COUNT(*)</a:t>
            </a:r>
            <a:endParaRPr kumimoji="0" lang="en-US" altLang="en-US" b="0" i="0" u="none" strike="noStrike" cap="none" normalizeH="0" baseline="0" dirty="0">
              <a:ln>
                <a:noFill/>
              </a:ln>
              <a:solidFill>
                <a:srgbClr val="000000"/>
              </a:solidFill>
              <a:effectLst/>
              <a:latin typeface="Consolas" panose="020B0609020204030204" pitchFamily="49" charset="0"/>
            </a:endParaRPr>
          </a:p>
          <a:p>
            <a:pPr lvl="0" eaLnBrk="0" fontAlgn="base" hangingPunct="0">
              <a:spcBef>
                <a:spcPct val="0"/>
              </a:spcBef>
              <a:spcAft>
                <a:spcPct val="0"/>
              </a:spcAft>
            </a:pPr>
            <a:r>
              <a:rPr kumimoji="0" lang="en-US" altLang="en-US" b="0" i="0" u="none" strike="noStrike" cap="none" normalizeH="0" baseline="0" dirty="0">
                <a:ln>
                  <a:noFill/>
                </a:ln>
                <a:solidFill>
                  <a:srgbClr val="B2B2B2"/>
                </a:solidFill>
                <a:effectLst/>
                <a:latin typeface="Consolas" panose="020B0609020204030204" pitchFamily="49" charset="0"/>
              </a:rPr>
              <a:t>2 </a:t>
            </a:r>
            <a:r>
              <a:rPr kumimoji="0" lang="en-US" altLang="en-US" b="0" i="0" u="none" strike="noStrike" cap="none" normalizeH="0" baseline="0" dirty="0">
                <a:ln>
                  <a:noFill/>
                </a:ln>
                <a:solidFill>
                  <a:srgbClr val="000000"/>
                </a:solidFill>
                <a:effectLst/>
                <a:latin typeface="Consolas" panose="020B0609020204030204" pitchFamily="49" charset="0"/>
              </a:rPr>
              <a:t>  </a:t>
            </a:r>
            <a:r>
              <a:rPr kumimoji="0" lang="en-US" altLang="en-US" b="0" i="0" u="none" strike="noStrike" cap="none" normalizeH="0" baseline="0" dirty="0">
                <a:ln>
                  <a:noFill/>
                </a:ln>
                <a:solidFill>
                  <a:srgbClr val="A71D5D"/>
                </a:solidFill>
                <a:effectLst/>
                <a:latin typeface="Consolas" panose="020B0609020204030204" pitchFamily="49" charset="0"/>
              </a:rPr>
              <a:t>FROM</a:t>
            </a:r>
            <a:r>
              <a:rPr kumimoji="0" lang="en-US" altLang="en-US" b="0" i="0" u="none" strike="noStrike" cap="none" normalizeH="0" baseline="0" dirty="0">
                <a:ln>
                  <a:noFill/>
                </a:ln>
                <a:solidFill>
                  <a:srgbClr val="000000"/>
                </a:solidFill>
                <a:effectLst/>
                <a:latin typeface="Consolas" panose="020B0609020204030204" pitchFamily="49" charset="0"/>
              </a:rPr>
              <a:t> Laptop</a:t>
            </a:r>
            <a:endParaRPr lang="en-US" altLang="en-US" dirty="0">
              <a:solidFill>
                <a:srgbClr val="000000"/>
              </a:solidFill>
              <a:latin typeface="Consolas" panose="020B0609020204030204" pitchFamily="49" charset="0"/>
            </a:endParaRPr>
          </a:p>
          <a:p>
            <a:pPr lvl="0" eaLnBrk="0" fontAlgn="base" hangingPunct="0">
              <a:spcBef>
                <a:spcPct val="0"/>
              </a:spcBef>
              <a:spcAft>
                <a:spcPct val="0"/>
              </a:spcAft>
            </a:pPr>
            <a:r>
              <a:rPr lang="en-US" altLang="en-US" dirty="0">
                <a:solidFill>
                  <a:srgbClr val="B2B2B2"/>
                </a:solidFill>
                <a:latin typeface="Consolas" panose="020B0609020204030204" pitchFamily="49" charset="0"/>
              </a:rPr>
              <a:t>3 </a:t>
            </a:r>
            <a:r>
              <a:rPr lang="en-US" altLang="en-US" dirty="0">
                <a:solidFill>
                  <a:srgbClr val="000000"/>
                </a:solidFill>
                <a:latin typeface="Consolas" panose="020B0609020204030204" pitchFamily="49" charset="0"/>
              </a:rPr>
              <a:t>  </a:t>
            </a:r>
            <a:r>
              <a:rPr lang="en-US" altLang="en-US" dirty="0">
                <a:solidFill>
                  <a:srgbClr val="A71D5D"/>
                </a:solidFill>
                <a:latin typeface="Consolas" panose="020B0609020204030204" pitchFamily="49" charset="0"/>
              </a:rPr>
              <a:t>GROUP BY</a:t>
            </a:r>
            <a:r>
              <a:rPr lang="en-US" altLang="en-US" dirty="0">
                <a:solidFill>
                  <a:srgbClr val="000000"/>
                </a:solidFill>
                <a:latin typeface="Consolas" panose="020B0609020204030204" pitchFamily="49" charset="0"/>
              </a:rPr>
              <a:t> make;</a:t>
            </a:r>
            <a:endParaRPr lang="en-US" altLang="en-US" dirty="0">
              <a:latin typeface="Consolas" panose="020B0609020204030204" pitchFamily="49" charset="0"/>
            </a:endParaRPr>
          </a:p>
        </p:txBody>
      </p:sp>
      <p:graphicFrame>
        <p:nvGraphicFramePr>
          <p:cNvPr id="5" name="Table 4">
            <a:extLst>
              <a:ext uri="{FF2B5EF4-FFF2-40B4-BE49-F238E27FC236}">
                <a16:creationId xmlns:a16="http://schemas.microsoft.com/office/drawing/2014/main" id="{A2CD0D12-F55D-2CC8-C1DB-E06546BBAC38}"/>
              </a:ext>
            </a:extLst>
          </p:cNvPr>
          <p:cNvGraphicFramePr>
            <a:graphicFrameLocks noGrp="1"/>
          </p:cNvGraphicFramePr>
          <p:nvPr>
            <p:extLst>
              <p:ext uri="{D42A27DB-BD31-4B8C-83A1-F6EECF244321}">
                <p14:modId xmlns:p14="http://schemas.microsoft.com/office/powerpoint/2010/main" val="1145448175"/>
              </p:ext>
            </p:extLst>
          </p:nvPr>
        </p:nvGraphicFramePr>
        <p:xfrm>
          <a:off x="6455282" y="2875212"/>
          <a:ext cx="4898518" cy="3813810"/>
        </p:xfrm>
        <a:graphic>
          <a:graphicData uri="http://schemas.openxmlformats.org/drawingml/2006/table">
            <a:tbl>
              <a:tblPr firstRow="1" bandRow="1">
                <a:tableStyleId>{B301B821-A1FF-4177-AEE7-76D212191A09}</a:tableStyleId>
              </a:tblPr>
              <a:tblGrid>
                <a:gridCol w="739331">
                  <a:extLst>
                    <a:ext uri="{9D8B030D-6E8A-4147-A177-3AD203B41FA5}">
                      <a16:colId xmlns:a16="http://schemas.microsoft.com/office/drawing/2014/main" val="866038445"/>
                    </a:ext>
                  </a:extLst>
                </a:gridCol>
                <a:gridCol w="1075436">
                  <a:extLst>
                    <a:ext uri="{9D8B030D-6E8A-4147-A177-3AD203B41FA5}">
                      <a16:colId xmlns:a16="http://schemas.microsoft.com/office/drawing/2014/main" val="2736949927"/>
                    </a:ext>
                  </a:extLst>
                </a:gridCol>
                <a:gridCol w="1397000">
                  <a:extLst>
                    <a:ext uri="{9D8B030D-6E8A-4147-A177-3AD203B41FA5}">
                      <a16:colId xmlns:a16="http://schemas.microsoft.com/office/drawing/2014/main" val="3964339028"/>
                    </a:ext>
                  </a:extLst>
                </a:gridCol>
                <a:gridCol w="782638">
                  <a:extLst>
                    <a:ext uri="{9D8B030D-6E8A-4147-A177-3AD203B41FA5}">
                      <a16:colId xmlns:a16="http://schemas.microsoft.com/office/drawing/2014/main" val="2763166923"/>
                    </a:ext>
                  </a:extLst>
                </a:gridCol>
                <a:gridCol w="904113">
                  <a:extLst>
                    <a:ext uri="{9D8B030D-6E8A-4147-A177-3AD203B41FA5}">
                      <a16:colId xmlns:a16="http://schemas.microsoft.com/office/drawing/2014/main" val="1958612005"/>
                    </a:ext>
                  </a:extLst>
                </a:gridCol>
              </a:tblGrid>
              <a:tr h="0">
                <a:tc>
                  <a:txBody>
                    <a:bodyPr/>
                    <a:lstStyle/>
                    <a:p>
                      <a:pPr algn="l"/>
                      <a:r>
                        <a:rPr lang="en-GB" sz="1800" b="0" i="0" dirty="0">
                          <a:solidFill>
                            <a:srgbClr val="F0F0F0"/>
                          </a:solidFill>
                          <a:effectLst/>
                          <a:latin typeface="+mn-lt"/>
                        </a:rPr>
                        <a:t>laptop</a:t>
                      </a:r>
                    </a:p>
                  </a:txBody>
                  <a:tcPr marL="9525" marR="9525" marT="9525" marB="9525" anchor="ctr"/>
                </a:tc>
                <a:tc>
                  <a:txBody>
                    <a:bodyPr/>
                    <a:lstStyle/>
                    <a:p>
                      <a:pPr algn="l"/>
                      <a:r>
                        <a:rPr lang="en-GB" sz="1800" b="0" i="0" dirty="0">
                          <a:solidFill>
                            <a:srgbClr val="F0F0F0"/>
                          </a:solidFill>
                          <a:effectLst/>
                          <a:latin typeface="+mn-lt"/>
                        </a:rPr>
                        <a:t>make</a:t>
                      </a:r>
                    </a:p>
                  </a:txBody>
                  <a:tcPr marL="9525" marR="9525" marT="9525" marB="9525" anchor="ctr"/>
                </a:tc>
                <a:tc>
                  <a:txBody>
                    <a:bodyPr/>
                    <a:lstStyle/>
                    <a:p>
                      <a:pPr algn="l"/>
                      <a:r>
                        <a:rPr lang="en-GB" sz="1800" b="0" i="0" dirty="0">
                          <a:solidFill>
                            <a:srgbClr val="F0F0F0"/>
                          </a:solidFill>
                          <a:effectLst/>
                          <a:latin typeface="+mn-lt"/>
                        </a:rPr>
                        <a:t>model</a:t>
                      </a:r>
                    </a:p>
                  </a:txBody>
                  <a:tcPr marL="9525" marR="9525" marT="9525" marB="9525" anchor="ctr"/>
                </a:tc>
                <a:tc>
                  <a:txBody>
                    <a:bodyPr/>
                    <a:lstStyle/>
                    <a:p>
                      <a:pPr algn="l"/>
                      <a:r>
                        <a:rPr lang="en-GB" sz="1800" b="0" i="0" dirty="0">
                          <a:solidFill>
                            <a:srgbClr val="F0F0F0"/>
                          </a:solidFill>
                          <a:effectLst/>
                          <a:latin typeface="+mn-lt"/>
                        </a:rPr>
                        <a:t>value</a:t>
                      </a:r>
                    </a:p>
                  </a:txBody>
                  <a:tcPr marL="9525" marR="9525" marT="9525" marB="9525" anchor="ctr"/>
                </a:tc>
                <a:tc>
                  <a:txBody>
                    <a:bodyPr/>
                    <a:lstStyle/>
                    <a:p>
                      <a:pPr algn="l"/>
                      <a:r>
                        <a:rPr lang="en-GB" sz="1800" b="0" i="0" dirty="0">
                          <a:solidFill>
                            <a:srgbClr val="F0F0F0"/>
                          </a:solidFill>
                          <a:effectLst/>
                          <a:latin typeface="+mn-lt"/>
                        </a:rPr>
                        <a:t>working</a:t>
                      </a:r>
                    </a:p>
                  </a:txBody>
                  <a:tcPr marL="9525" marR="9525" marT="9525" marB="9525" anchor="ctr"/>
                </a:tc>
                <a:extLst>
                  <a:ext uri="{0D108BD9-81ED-4DB2-BD59-A6C34878D82A}">
                    <a16:rowId xmlns:a16="http://schemas.microsoft.com/office/drawing/2014/main" val="1093439174"/>
                  </a:ext>
                </a:extLst>
              </a:tr>
              <a:tr h="0">
                <a:tc>
                  <a:txBody>
                    <a:bodyPr/>
                    <a:lstStyle/>
                    <a:p>
                      <a:pPr algn="l"/>
                      <a:r>
                        <a:rPr lang="en-GB" sz="1800" b="0">
                          <a:solidFill>
                            <a:schemeClr val="tx1"/>
                          </a:solidFill>
                          <a:effectLst/>
                          <a:latin typeface="+mn-lt"/>
                        </a:rPr>
                        <a:t>6</a:t>
                      </a:r>
                      <a:endParaRPr lang="en-GB" sz="1800" b="0" i="0">
                        <a:solidFill>
                          <a:schemeClr val="tx1"/>
                        </a:solidFill>
                        <a:effectLst/>
                        <a:latin typeface="+mn-lt"/>
                      </a:endParaRPr>
                    </a:p>
                  </a:txBody>
                  <a:tcPr marL="9525" marR="9525" marT="9525" marB="9525" anchor="ctr"/>
                </a:tc>
                <a:tc>
                  <a:txBody>
                    <a:bodyPr/>
                    <a:lstStyle/>
                    <a:p>
                      <a:pPr algn="l"/>
                      <a:r>
                        <a:rPr lang="en-GB" sz="1800" b="0" dirty="0">
                          <a:solidFill>
                            <a:schemeClr val="tx1"/>
                          </a:solidFill>
                          <a:effectLst/>
                          <a:latin typeface="+mn-lt"/>
                        </a:rPr>
                        <a:t>Apple</a:t>
                      </a:r>
                      <a:endParaRPr lang="en-GB" sz="1800" b="0" i="0" dirty="0">
                        <a:solidFill>
                          <a:schemeClr val="tx1"/>
                        </a:solidFill>
                        <a:effectLst/>
                        <a:latin typeface="+mn-lt"/>
                      </a:endParaRPr>
                    </a:p>
                  </a:txBody>
                  <a:tcPr marL="9525" marR="9525" marT="9525" marB="9525" anchor="ctr"/>
                </a:tc>
                <a:tc>
                  <a:txBody>
                    <a:bodyPr/>
                    <a:lstStyle/>
                    <a:p>
                      <a:pPr algn="l"/>
                      <a:r>
                        <a:rPr lang="en-GB" sz="1800" b="0">
                          <a:solidFill>
                            <a:schemeClr val="tx1"/>
                          </a:solidFill>
                          <a:effectLst/>
                          <a:latin typeface="+mn-lt"/>
                        </a:rPr>
                        <a:t>MacBook Air</a:t>
                      </a:r>
                      <a:endParaRPr lang="en-GB" sz="1800" b="0" i="0">
                        <a:solidFill>
                          <a:schemeClr val="tx1"/>
                        </a:solidFill>
                        <a:effectLst/>
                        <a:latin typeface="+mn-lt"/>
                      </a:endParaRPr>
                    </a:p>
                  </a:txBody>
                  <a:tcPr marL="9525" marR="9525" marT="9525" marB="9525" anchor="ctr"/>
                </a:tc>
                <a:tc>
                  <a:txBody>
                    <a:bodyPr/>
                    <a:lstStyle/>
                    <a:p>
                      <a:pPr algn="l"/>
                      <a:r>
                        <a:rPr lang="en-GB" sz="1800" b="0" dirty="0">
                          <a:solidFill>
                            <a:schemeClr val="tx1"/>
                          </a:solidFill>
                          <a:effectLst/>
                          <a:latin typeface="+mn-lt"/>
                        </a:rPr>
                        <a:t>1300.0</a:t>
                      </a:r>
                      <a:endParaRPr lang="en-GB" sz="1800" b="0" i="0" dirty="0">
                        <a:solidFill>
                          <a:schemeClr val="tx1"/>
                        </a:solidFill>
                        <a:effectLst/>
                        <a:latin typeface="+mn-lt"/>
                      </a:endParaRPr>
                    </a:p>
                  </a:txBody>
                  <a:tcPr marL="9525" marR="9525" marT="9525" marB="9525" anchor="ctr"/>
                </a:tc>
                <a:tc>
                  <a:txBody>
                    <a:bodyPr/>
                    <a:lstStyle/>
                    <a:p>
                      <a:pPr algn="l"/>
                      <a:r>
                        <a:rPr lang="en-GB" sz="1800" b="0" i="0" dirty="0">
                          <a:solidFill>
                            <a:schemeClr val="tx1"/>
                          </a:solidFill>
                          <a:effectLst/>
                          <a:latin typeface="+mn-lt"/>
                        </a:rPr>
                        <a:t>TRUE</a:t>
                      </a:r>
                    </a:p>
                  </a:txBody>
                  <a:tcPr marL="9525" marR="9525" marT="9525" marB="9525" anchor="ctr"/>
                </a:tc>
                <a:extLst>
                  <a:ext uri="{0D108BD9-81ED-4DB2-BD59-A6C34878D82A}">
                    <a16:rowId xmlns:a16="http://schemas.microsoft.com/office/drawing/2014/main" val="1637238910"/>
                  </a:ext>
                </a:extLst>
              </a:tr>
              <a:tr h="0">
                <a:tc>
                  <a:txBody>
                    <a:bodyPr/>
                    <a:lstStyle/>
                    <a:p>
                      <a:pPr algn="l"/>
                      <a:r>
                        <a:rPr lang="en-GB" sz="1800" b="0" dirty="0">
                          <a:solidFill>
                            <a:schemeClr val="tx1"/>
                          </a:solidFill>
                          <a:effectLst/>
                          <a:latin typeface="+mn-lt"/>
                        </a:rPr>
                        <a:t>2</a:t>
                      </a:r>
                      <a:endParaRPr lang="en-GB" sz="1800" b="0" i="0" dirty="0">
                        <a:solidFill>
                          <a:schemeClr val="tx1"/>
                        </a:solidFill>
                        <a:effectLst/>
                        <a:latin typeface="+mn-lt"/>
                      </a:endParaRPr>
                    </a:p>
                  </a:txBody>
                  <a:tcPr marL="9525" marR="9525" marT="9525" marB="9525" anchor="ctr"/>
                </a:tc>
                <a:tc>
                  <a:txBody>
                    <a:bodyPr/>
                    <a:lstStyle/>
                    <a:p>
                      <a:pPr algn="l"/>
                      <a:r>
                        <a:rPr lang="en-GB" sz="1800" b="0" dirty="0">
                          <a:solidFill>
                            <a:schemeClr val="tx1"/>
                          </a:solidFill>
                          <a:effectLst/>
                          <a:latin typeface="+mn-lt"/>
                        </a:rPr>
                        <a:t>Dell</a:t>
                      </a:r>
                      <a:endParaRPr lang="en-GB" sz="1800" b="0" i="0" dirty="0">
                        <a:solidFill>
                          <a:schemeClr val="tx1"/>
                        </a:solidFill>
                        <a:effectLst/>
                        <a:latin typeface="+mn-lt"/>
                      </a:endParaRPr>
                    </a:p>
                  </a:txBody>
                  <a:tcPr marL="9525" marR="9525" marT="9525" marB="9525" anchor="ctr"/>
                </a:tc>
                <a:tc>
                  <a:txBody>
                    <a:bodyPr/>
                    <a:lstStyle/>
                    <a:p>
                      <a:pPr algn="l"/>
                      <a:r>
                        <a:rPr lang="en-GB" sz="1800" b="0" dirty="0">
                          <a:solidFill>
                            <a:schemeClr val="tx1"/>
                          </a:solidFill>
                          <a:effectLst/>
                          <a:latin typeface="+mn-lt"/>
                        </a:rPr>
                        <a:t>Latitude</a:t>
                      </a:r>
                      <a:endParaRPr lang="en-GB" sz="1800" b="0" i="0" dirty="0">
                        <a:solidFill>
                          <a:schemeClr val="tx1"/>
                        </a:solidFill>
                        <a:effectLst/>
                        <a:latin typeface="+mn-lt"/>
                      </a:endParaRPr>
                    </a:p>
                  </a:txBody>
                  <a:tcPr marL="9525" marR="9525" marT="9525" marB="9525" anchor="ctr"/>
                </a:tc>
                <a:tc>
                  <a:txBody>
                    <a:bodyPr/>
                    <a:lstStyle/>
                    <a:p>
                      <a:pPr algn="l"/>
                      <a:r>
                        <a:rPr lang="en-GB" sz="1800" b="0">
                          <a:solidFill>
                            <a:schemeClr val="tx1"/>
                          </a:solidFill>
                          <a:effectLst/>
                          <a:latin typeface="+mn-lt"/>
                        </a:rPr>
                        <a:t>800.0</a:t>
                      </a:r>
                      <a:endParaRPr lang="en-GB" sz="1800" b="0" i="0">
                        <a:solidFill>
                          <a:schemeClr val="tx1"/>
                        </a:solidFill>
                        <a:effectLst/>
                        <a:latin typeface="+mn-lt"/>
                      </a:endParaRPr>
                    </a:p>
                  </a:txBody>
                  <a:tcPr marL="9525" marR="9525" marT="9525" marB="9525" anchor="ctr"/>
                </a:tc>
                <a:tc>
                  <a:txBody>
                    <a:bodyPr/>
                    <a:lstStyle/>
                    <a:p>
                      <a:pPr algn="l"/>
                      <a:r>
                        <a:rPr lang="en-GB" sz="1800" b="0" i="0" dirty="0">
                          <a:solidFill>
                            <a:schemeClr val="tx1"/>
                          </a:solidFill>
                          <a:effectLst/>
                          <a:latin typeface="+mn-lt"/>
                        </a:rPr>
                        <a:t>TRUE</a:t>
                      </a:r>
                    </a:p>
                  </a:txBody>
                  <a:tcPr marL="9525" marR="9525" marT="9525" marB="9525" anchor="ctr"/>
                </a:tc>
                <a:extLst>
                  <a:ext uri="{0D108BD9-81ED-4DB2-BD59-A6C34878D82A}">
                    <a16:rowId xmlns:a16="http://schemas.microsoft.com/office/drawing/2014/main" val="3304647142"/>
                  </a:ext>
                </a:extLst>
              </a:tr>
              <a:tr h="0">
                <a:tc>
                  <a:txBody>
                    <a:bodyPr/>
                    <a:lstStyle/>
                    <a:p>
                      <a:pPr algn="l"/>
                      <a:r>
                        <a:rPr lang="en-GB" sz="1800" b="0" dirty="0">
                          <a:solidFill>
                            <a:schemeClr val="tx1"/>
                          </a:solidFill>
                          <a:effectLst/>
                          <a:latin typeface="+mn-lt"/>
                        </a:rPr>
                        <a:t>4</a:t>
                      </a:r>
                      <a:endParaRPr lang="en-GB" sz="1800" b="0" i="0" dirty="0">
                        <a:solidFill>
                          <a:schemeClr val="tx1"/>
                        </a:solidFill>
                        <a:effectLst/>
                        <a:latin typeface="+mn-lt"/>
                      </a:endParaRPr>
                    </a:p>
                  </a:txBody>
                  <a:tcPr marL="9525" marR="9525" marT="9525" marB="9525" anchor="ctr"/>
                </a:tc>
                <a:tc>
                  <a:txBody>
                    <a:bodyPr/>
                    <a:lstStyle/>
                    <a:p>
                      <a:pPr algn="l"/>
                      <a:r>
                        <a:rPr lang="en-GB" sz="1800" b="0" dirty="0">
                          <a:solidFill>
                            <a:schemeClr val="tx1"/>
                          </a:solidFill>
                          <a:effectLst/>
                          <a:latin typeface="+mn-lt"/>
                        </a:rPr>
                        <a:t>Dell</a:t>
                      </a:r>
                      <a:endParaRPr lang="en-GB" sz="1800" b="0" i="0" dirty="0">
                        <a:solidFill>
                          <a:schemeClr val="tx1"/>
                        </a:solidFill>
                        <a:effectLst/>
                        <a:latin typeface="+mn-lt"/>
                      </a:endParaRPr>
                    </a:p>
                  </a:txBody>
                  <a:tcPr marL="9525" marR="9525" marT="9525" marB="9525" anchor="ctr"/>
                </a:tc>
                <a:tc>
                  <a:txBody>
                    <a:bodyPr/>
                    <a:lstStyle/>
                    <a:p>
                      <a:pPr algn="l"/>
                      <a:r>
                        <a:rPr lang="en-GB" sz="1800" b="0" dirty="0">
                          <a:solidFill>
                            <a:schemeClr val="tx1"/>
                          </a:solidFill>
                          <a:effectLst/>
                          <a:latin typeface="+mn-lt"/>
                        </a:rPr>
                        <a:t>Inspiron</a:t>
                      </a:r>
                      <a:endParaRPr lang="en-GB" sz="1800" b="0" i="0" dirty="0">
                        <a:solidFill>
                          <a:schemeClr val="tx1"/>
                        </a:solidFill>
                        <a:effectLst/>
                        <a:latin typeface="+mn-lt"/>
                      </a:endParaRPr>
                    </a:p>
                  </a:txBody>
                  <a:tcPr marL="9525" marR="9525" marT="9525" marB="9525" anchor="ctr"/>
                </a:tc>
                <a:tc>
                  <a:txBody>
                    <a:bodyPr/>
                    <a:lstStyle/>
                    <a:p>
                      <a:pPr algn="l"/>
                      <a:r>
                        <a:rPr lang="en-GB" sz="1800" b="0" dirty="0">
                          <a:solidFill>
                            <a:schemeClr val="tx1"/>
                          </a:solidFill>
                          <a:effectLst/>
                          <a:latin typeface="+mn-lt"/>
                        </a:rPr>
                        <a:t>450.0</a:t>
                      </a:r>
                      <a:endParaRPr lang="en-GB" sz="1800" b="0" i="0" dirty="0">
                        <a:solidFill>
                          <a:schemeClr val="tx1"/>
                        </a:solidFill>
                        <a:effectLst/>
                        <a:latin typeface="+mn-lt"/>
                      </a:endParaRPr>
                    </a:p>
                  </a:txBody>
                  <a:tcPr marL="9525" marR="9525" marT="9525" marB="9525" anchor="ctr"/>
                </a:tc>
                <a:tc>
                  <a:txBody>
                    <a:bodyPr/>
                    <a:lstStyle/>
                    <a:p>
                      <a:pPr algn="l"/>
                      <a:r>
                        <a:rPr lang="en-GB" sz="1800" b="0" i="0" dirty="0">
                          <a:solidFill>
                            <a:schemeClr val="tx1"/>
                          </a:solidFill>
                          <a:effectLst/>
                          <a:latin typeface="+mn-lt"/>
                        </a:rPr>
                        <a:t>FALSE</a:t>
                      </a:r>
                    </a:p>
                  </a:txBody>
                  <a:tcPr marL="9525" marR="9525" marT="9525" marB="9525" anchor="ctr"/>
                </a:tc>
                <a:extLst>
                  <a:ext uri="{0D108BD9-81ED-4DB2-BD59-A6C34878D82A}">
                    <a16:rowId xmlns:a16="http://schemas.microsoft.com/office/drawing/2014/main" val="1996779865"/>
                  </a:ext>
                </a:extLst>
              </a:tr>
              <a:tr h="0">
                <a:tc>
                  <a:txBody>
                    <a:bodyPr/>
                    <a:lstStyle/>
                    <a:p>
                      <a:pPr algn="l"/>
                      <a:r>
                        <a:rPr lang="en-GB" sz="1800" b="0" i="0" dirty="0">
                          <a:solidFill>
                            <a:schemeClr val="tx1"/>
                          </a:solidFill>
                          <a:effectLst/>
                          <a:latin typeface="+mn-lt"/>
                        </a:rPr>
                        <a:t>10</a:t>
                      </a:r>
                    </a:p>
                  </a:txBody>
                  <a:tcPr marL="9525" marR="9525" marT="9525" marB="9525" anchor="ctr"/>
                </a:tc>
                <a:tc>
                  <a:txBody>
                    <a:bodyPr/>
                    <a:lstStyle/>
                    <a:p>
                      <a:pPr algn="l"/>
                      <a:r>
                        <a:rPr lang="en-GB" sz="1800" b="0" i="0" dirty="0">
                          <a:solidFill>
                            <a:schemeClr val="tx1"/>
                          </a:solidFill>
                          <a:effectLst/>
                          <a:latin typeface="+mn-lt"/>
                        </a:rPr>
                        <a:t>Dell</a:t>
                      </a:r>
                    </a:p>
                  </a:txBody>
                  <a:tcPr marL="9525" marR="9525" marT="9525" marB="9525" anchor="ctr"/>
                </a:tc>
                <a:tc>
                  <a:txBody>
                    <a:bodyPr/>
                    <a:lstStyle/>
                    <a:p>
                      <a:pPr algn="l"/>
                      <a:r>
                        <a:rPr lang="en-GB" sz="1800" b="0" i="0" dirty="0">
                          <a:solidFill>
                            <a:schemeClr val="tx1"/>
                          </a:solidFill>
                          <a:effectLst/>
                          <a:latin typeface="+mn-lt"/>
                        </a:rPr>
                        <a:t>Inspiron</a:t>
                      </a:r>
                    </a:p>
                  </a:txBody>
                  <a:tcPr marL="9525" marR="9525" marT="9525" marB="9525" anchor="ctr"/>
                </a:tc>
                <a:tc>
                  <a:txBody>
                    <a:bodyPr/>
                    <a:lstStyle/>
                    <a:p>
                      <a:pPr algn="l"/>
                      <a:r>
                        <a:rPr lang="en-GB" sz="1800" b="0" i="0" dirty="0">
                          <a:solidFill>
                            <a:schemeClr val="tx1"/>
                          </a:solidFill>
                          <a:effectLst/>
                          <a:latin typeface="+mn-lt"/>
                        </a:rPr>
                        <a:t>450.0</a:t>
                      </a:r>
                    </a:p>
                  </a:txBody>
                  <a:tcPr marL="9525" marR="9525" marT="9525" marB="9525" anchor="ctr"/>
                </a:tc>
                <a:tc>
                  <a:txBody>
                    <a:bodyPr/>
                    <a:lstStyle/>
                    <a:p>
                      <a:pPr algn="l"/>
                      <a:r>
                        <a:rPr lang="en-GB" sz="1800" b="0" i="0" dirty="0">
                          <a:solidFill>
                            <a:schemeClr val="tx1"/>
                          </a:solidFill>
                          <a:effectLst/>
                          <a:latin typeface="+mn-lt"/>
                        </a:rPr>
                        <a:t>TRUE</a:t>
                      </a:r>
                    </a:p>
                  </a:txBody>
                  <a:tcPr marL="9525" marR="9525" marT="9525" marB="9525" anchor="ctr"/>
                </a:tc>
                <a:extLst>
                  <a:ext uri="{0D108BD9-81ED-4DB2-BD59-A6C34878D82A}">
                    <a16:rowId xmlns:a16="http://schemas.microsoft.com/office/drawing/2014/main" val="3259839310"/>
                  </a:ext>
                </a:extLst>
              </a:tr>
              <a:tr h="0">
                <a:tc>
                  <a:txBody>
                    <a:bodyPr/>
                    <a:lstStyle/>
                    <a:p>
                      <a:pPr algn="l"/>
                      <a:r>
                        <a:rPr lang="en-GB" sz="1800" b="0" i="0" dirty="0">
                          <a:solidFill>
                            <a:schemeClr val="tx1"/>
                          </a:solidFill>
                          <a:effectLst/>
                          <a:latin typeface="+mn-lt"/>
                        </a:rPr>
                        <a:t>11</a:t>
                      </a:r>
                    </a:p>
                  </a:txBody>
                  <a:tcPr marL="9525" marR="9525" marT="9525" marB="9525" anchor="ctr"/>
                </a:tc>
                <a:tc>
                  <a:txBody>
                    <a:bodyPr/>
                    <a:lstStyle/>
                    <a:p>
                      <a:pPr algn="l"/>
                      <a:r>
                        <a:rPr lang="en-GB" sz="1800" b="0" i="0" dirty="0">
                          <a:solidFill>
                            <a:schemeClr val="tx1"/>
                          </a:solidFill>
                          <a:effectLst/>
                          <a:latin typeface="+mn-lt"/>
                        </a:rPr>
                        <a:t>Dell</a:t>
                      </a:r>
                    </a:p>
                  </a:txBody>
                  <a:tcPr marL="9525" marR="9525" marT="9525" marB="9525" anchor="ctr"/>
                </a:tc>
                <a:tc>
                  <a:txBody>
                    <a:bodyPr/>
                    <a:lstStyle/>
                    <a:p>
                      <a:pPr algn="l"/>
                      <a:r>
                        <a:rPr lang="en-GB" sz="1800" b="0" dirty="0">
                          <a:solidFill>
                            <a:schemeClr val="tx1"/>
                          </a:solidFill>
                          <a:effectLst/>
                          <a:latin typeface="+mn-lt"/>
                        </a:rPr>
                        <a:t>Latitude</a:t>
                      </a:r>
                      <a:endParaRPr lang="en-GB" sz="1800" b="0" i="0" dirty="0">
                        <a:solidFill>
                          <a:schemeClr val="tx1"/>
                        </a:solidFill>
                        <a:effectLst/>
                        <a:latin typeface="+mn-lt"/>
                      </a:endParaRPr>
                    </a:p>
                  </a:txBody>
                  <a:tcPr marL="9525" marR="9525" marT="9525" marB="9525" anchor="ctr"/>
                </a:tc>
                <a:tc>
                  <a:txBody>
                    <a:bodyPr/>
                    <a:lstStyle/>
                    <a:p>
                      <a:pPr algn="l"/>
                      <a:r>
                        <a:rPr lang="en-GB" sz="1800" b="0" i="0" dirty="0">
                          <a:solidFill>
                            <a:schemeClr val="tx1"/>
                          </a:solidFill>
                          <a:effectLst/>
                          <a:latin typeface="+mn-lt"/>
                        </a:rPr>
                        <a:t>1350.0</a:t>
                      </a:r>
                    </a:p>
                  </a:txBody>
                  <a:tcPr marL="9525" marR="9525" marT="9525" marB="9525" anchor="ctr"/>
                </a:tc>
                <a:tc>
                  <a:txBody>
                    <a:bodyPr/>
                    <a:lstStyle/>
                    <a:p>
                      <a:pPr algn="l"/>
                      <a:r>
                        <a:rPr lang="en-GB" sz="1800" b="0" i="0" dirty="0">
                          <a:solidFill>
                            <a:schemeClr val="tx1"/>
                          </a:solidFill>
                          <a:effectLst/>
                          <a:latin typeface="+mn-lt"/>
                        </a:rPr>
                        <a:t>FALSE</a:t>
                      </a:r>
                    </a:p>
                  </a:txBody>
                  <a:tcPr marL="9525" marR="9525" marT="9525" marB="9525" anchor="ctr"/>
                </a:tc>
                <a:extLst>
                  <a:ext uri="{0D108BD9-81ED-4DB2-BD59-A6C34878D82A}">
                    <a16:rowId xmlns:a16="http://schemas.microsoft.com/office/drawing/2014/main" val="1385799640"/>
                  </a:ext>
                </a:extLst>
              </a:tr>
              <a:tr h="0">
                <a:tc>
                  <a:txBody>
                    <a:bodyPr/>
                    <a:lstStyle/>
                    <a:p>
                      <a:pPr algn="l"/>
                      <a:r>
                        <a:rPr lang="en-GB" sz="1800" b="0" dirty="0">
                          <a:solidFill>
                            <a:schemeClr val="tx1"/>
                          </a:solidFill>
                          <a:effectLst/>
                          <a:latin typeface="+mn-lt"/>
                        </a:rPr>
                        <a:t>1</a:t>
                      </a:r>
                      <a:endParaRPr lang="en-GB" sz="1800" b="0" i="0" dirty="0">
                        <a:solidFill>
                          <a:schemeClr val="tx1"/>
                        </a:solidFill>
                        <a:effectLst/>
                        <a:latin typeface="+mn-lt"/>
                      </a:endParaRPr>
                    </a:p>
                  </a:txBody>
                  <a:tcPr marL="9525" marR="9525" marT="9525" marB="9525" anchor="ctr"/>
                </a:tc>
                <a:tc>
                  <a:txBody>
                    <a:bodyPr/>
                    <a:lstStyle/>
                    <a:p>
                      <a:pPr algn="l"/>
                      <a:r>
                        <a:rPr lang="en-GB" sz="1800" b="0" dirty="0">
                          <a:solidFill>
                            <a:schemeClr val="tx1"/>
                          </a:solidFill>
                          <a:effectLst/>
                          <a:latin typeface="+mn-lt"/>
                        </a:rPr>
                        <a:t>HP</a:t>
                      </a:r>
                      <a:endParaRPr lang="en-GB" sz="1800" b="0" i="0" dirty="0">
                        <a:solidFill>
                          <a:schemeClr val="tx1"/>
                        </a:solidFill>
                        <a:effectLst/>
                        <a:latin typeface="+mn-lt"/>
                      </a:endParaRPr>
                    </a:p>
                  </a:txBody>
                  <a:tcPr marL="9525" marR="9525" marT="9525" marB="9525" anchor="ctr"/>
                </a:tc>
                <a:tc>
                  <a:txBody>
                    <a:bodyPr/>
                    <a:lstStyle/>
                    <a:p>
                      <a:pPr algn="l"/>
                      <a:r>
                        <a:rPr lang="en-GB" sz="1800" b="0">
                          <a:solidFill>
                            <a:schemeClr val="tx1"/>
                          </a:solidFill>
                          <a:effectLst/>
                          <a:latin typeface="+mn-lt"/>
                        </a:rPr>
                        <a:t>Spectre</a:t>
                      </a:r>
                      <a:endParaRPr lang="en-GB" sz="1800" b="0" i="0">
                        <a:solidFill>
                          <a:schemeClr val="tx1"/>
                        </a:solidFill>
                        <a:effectLst/>
                        <a:latin typeface="+mn-lt"/>
                      </a:endParaRPr>
                    </a:p>
                  </a:txBody>
                  <a:tcPr marL="9525" marR="9525" marT="9525" marB="9525" anchor="ctr"/>
                </a:tc>
                <a:tc>
                  <a:txBody>
                    <a:bodyPr/>
                    <a:lstStyle/>
                    <a:p>
                      <a:pPr algn="l"/>
                      <a:r>
                        <a:rPr lang="en-GB" sz="1800" b="0">
                          <a:solidFill>
                            <a:schemeClr val="tx1"/>
                          </a:solidFill>
                          <a:effectLst/>
                          <a:latin typeface="+mn-lt"/>
                        </a:rPr>
                        <a:t>1700.0</a:t>
                      </a:r>
                      <a:endParaRPr lang="en-GB" sz="1800" b="0" i="0">
                        <a:solidFill>
                          <a:schemeClr val="tx1"/>
                        </a:solidFill>
                        <a:effectLst/>
                        <a:latin typeface="+mn-lt"/>
                      </a:endParaRPr>
                    </a:p>
                  </a:txBody>
                  <a:tcPr marL="9525" marR="9525" marT="9525" marB="9525" anchor="ctr"/>
                </a:tc>
                <a:tc>
                  <a:txBody>
                    <a:bodyPr/>
                    <a:lstStyle/>
                    <a:p>
                      <a:pPr algn="l"/>
                      <a:r>
                        <a:rPr lang="en-GB" sz="1800" b="0" i="0" dirty="0">
                          <a:solidFill>
                            <a:schemeClr val="tx1"/>
                          </a:solidFill>
                          <a:effectLst/>
                          <a:latin typeface="+mn-lt"/>
                        </a:rPr>
                        <a:t>TRUE</a:t>
                      </a:r>
                    </a:p>
                  </a:txBody>
                  <a:tcPr marL="9525" marR="9525" marT="9525" marB="9525" anchor="ctr"/>
                </a:tc>
                <a:extLst>
                  <a:ext uri="{0D108BD9-81ED-4DB2-BD59-A6C34878D82A}">
                    <a16:rowId xmlns:a16="http://schemas.microsoft.com/office/drawing/2014/main" val="1617216029"/>
                  </a:ext>
                </a:extLst>
              </a:tr>
              <a:tr h="0">
                <a:tc>
                  <a:txBody>
                    <a:bodyPr/>
                    <a:lstStyle/>
                    <a:p>
                      <a:pPr algn="l"/>
                      <a:r>
                        <a:rPr lang="en-GB" sz="1800" b="0" dirty="0">
                          <a:solidFill>
                            <a:schemeClr val="tx1"/>
                          </a:solidFill>
                          <a:effectLst/>
                          <a:latin typeface="+mn-lt"/>
                        </a:rPr>
                        <a:t>7</a:t>
                      </a:r>
                      <a:endParaRPr lang="en-GB" sz="1800" b="0" i="0" dirty="0">
                        <a:solidFill>
                          <a:schemeClr val="tx1"/>
                        </a:solidFill>
                        <a:effectLst/>
                        <a:latin typeface="+mn-lt"/>
                      </a:endParaRPr>
                    </a:p>
                  </a:txBody>
                  <a:tcPr marL="9525" marR="9525" marT="9525" marB="9525" anchor="ctr"/>
                </a:tc>
                <a:tc>
                  <a:txBody>
                    <a:bodyPr/>
                    <a:lstStyle/>
                    <a:p>
                      <a:pPr algn="l"/>
                      <a:r>
                        <a:rPr lang="en-GB" sz="1800" b="0">
                          <a:solidFill>
                            <a:schemeClr val="tx1"/>
                          </a:solidFill>
                          <a:effectLst/>
                          <a:latin typeface="+mn-lt"/>
                        </a:rPr>
                        <a:t>HP</a:t>
                      </a:r>
                      <a:endParaRPr lang="en-GB" sz="1800" b="0" i="0">
                        <a:solidFill>
                          <a:schemeClr val="tx1"/>
                        </a:solidFill>
                        <a:effectLst/>
                        <a:latin typeface="+mn-lt"/>
                      </a:endParaRPr>
                    </a:p>
                  </a:txBody>
                  <a:tcPr marL="9525" marR="9525" marT="9525" marB="9525" anchor="ctr"/>
                </a:tc>
                <a:tc>
                  <a:txBody>
                    <a:bodyPr/>
                    <a:lstStyle/>
                    <a:p>
                      <a:pPr algn="l"/>
                      <a:r>
                        <a:rPr lang="en-GB" sz="1800" b="0">
                          <a:solidFill>
                            <a:schemeClr val="tx1"/>
                          </a:solidFill>
                          <a:effectLst/>
                          <a:latin typeface="+mn-lt"/>
                        </a:rPr>
                        <a:t>Envy</a:t>
                      </a:r>
                      <a:endParaRPr lang="en-GB" sz="1800" b="0" i="0">
                        <a:solidFill>
                          <a:schemeClr val="tx1"/>
                        </a:solidFill>
                        <a:effectLst/>
                        <a:latin typeface="+mn-lt"/>
                      </a:endParaRPr>
                    </a:p>
                  </a:txBody>
                  <a:tcPr marL="9525" marR="9525" marT="9525" marB="9525" anchor="ctr"/>
                </a:tc>
                <a:tc>
                  <a:txBody>
                    <a:bodyPr/>
                    <a:lstStyle/>
                    <a:p>
                      <a:pPr algn="l"/>
                      <a:r>
                        <a:rPr lang="en-GB" sz="1800" b="0" dirty="0">
                          <a:solidFill>
                            <a:schemeClr val="tx1"/>
                          </a:solidFill>
                          <a:effectLst/>
                          <a:latin typeface="+mn-lt"/>
                        </a:rPr>
                        <a:t>1200.0</a:t>
                      </a:r>
                      <a:endParaRPr lang="en-GB" sz="1800" b="0" i="0" dirty="0">
                        <a:solidFill>
                          <a:schemeClr val="tx1"/>
                        </a:solidFill>
                        <a:effectLst/>
                        <a:latin typeface="+mn-lt"/>
                      </a:endParaRPr>
                    </a:p>
                  </a:txBody>
                  <a:tcPr marL="9525" marR="9525" marT="9525" marB="9525" anchor="ctr"/>
                </a:tc>
                <a:tc>
                  <a:txBody>
                    <a:bodyPr/>
                    <a:lstStyle/>
                    <a:p>
                      <a:pPr algn="l"/>
                      <a:r>
                        <a:rPr lang="en-GB" sz="1800" b="0" i="0" dirty="0">
                          <a:solidFill>
                            <a:schemeClr val="tx1"/>
                          </a:solidFill>
                          <a:effectLst/>
                          <a:latin typeface="+mn-lt"/>
                        </a:rPr>
                        <a:t>TRUE</a:t>
                      </a:r>
                    </a:p>
                  </a:txBody>
                  <a:tcPr marL="9525" marR="9525" marT="9525" marB="9525" anchor="ctr"/>
                </a:tc>
                <a:extLst>
                  <a:ext uri="{0D108BD9-81ED-4DB2-BD59-A6C34878D82A}">
                    <a16:rowId xmlns:a16="http://schemas.microsoft.com/office/drawing/2014/main" val="1047840998"/>
                  </a:ext>
                </a:extLst>
              </a:tr>
              <a:tr h="0">
                <a:tc>
                  <a:txBody>
                    <a:bodyPr/>
                    <a:lstStyle/>
                    <a:p>
                      <a:pPr algn="l"/>
                      <a:r>
                        <a:rPr lang="en-GB" sz="1800" b="0" dirty="0">
                          <a:solidFill>
                            <a:schemeClr val="tx1"/>
                          </a:solidFill>
                          <a:effectLst/>
                          <a:latin typeface="+mn-lt"/>
                        </a:rPr>
                        <a:t>3</a:t>
                      </a:r>
                      <a:endParaRPr lang="en-GB" sz="1800" b="0" i="0" dirty="0">
                        <a:solidFill>
                          <a:schemeClr val="tx1"/>
                        </a:solidFill>
                        <a:effectLst/>
                        <a:latin typeface="+mn-lt"/>
                      </a:endParaRPr>
                    </a:p>
                  </a:txBody>
                  <a:tcPr marL="9525" marR="9525" marT="9525" marB="9525" anchor="ctr"/>
                </a:tc>
                <a:tc>
                  <a:txBody>
                    <a:bodyPr/>
                    <a:lstStyle/>
                    <a:p>
                      <a:pPr algn="l"/>
                      <a:r>
                        <a:rPr lang="en-GB" sz="1800" b="0" dirty="0">
                          <a:solidFill>
                            <a:schemeClr val="tx1"/>
                          </a:solidFill>
                          <a:effectLst/>
                          <a:latin typeface="+mn-lt"/>
                        </a:rPr>
                        <a:t>Microsoft</a:t>
                      </a:r>
                      <a:endParaRPr lang="en-GB" sz="1800" b="0" i="0" dirty="0">
                        <a:solidFill>
                          <a:schemeClr val="tx1"/>
                        </a:solidFill>
                        <a:effectLst/>
                        <a:latin typeface="+mn-lt"/>
                      </a:endParaRPr>
                    </a:p>
                  </a:txBody>
                  <a:tcPr marL="9525" marR="9525" marT="9525" marB="9525" anchor="ctr"/>
                </a:tc>
                <a:tc>
                  <a:txBody>
                    <a:bodyPr/>
                    <a:lstStyle/>
                    <a:p>
                      <a:pPr algn="l"/>
                      <a:r>
                        <a:rPr lang="en-GB" sz="1800" b="0" dirty="0">
                          <a:solidFill>
                            <a:schemeClr val="tx1"/>
                          </a:solidFill>
                          <a:effectLst/>
                          <a:latin typeface="+mn-lt"/>
                        </a:rPr>
                        <a:t>Surface</a:t>
                      </a:r>
                      <a:endParaRPr lang="en-GB" sz="1800" b="0" i="0" dirty="0">
                        <a:solidFill>
                          <a:schemeClr val="tx1"/>
                        </a:solidFill>
                        <a:effectLst/>
                        <a:latin typeface="+mn-lt"/>
                      </a:endParaRPr>
                    </a:p>
                  </a:txBody>
                  <a:tcPr marL="9525" marR="9525" marT="9525" marB="9525" anchor="ctr"/>
                </a:tc>
                <a:tc>
                  <a:txBody>
                    <a:bodyPr/>
                    <a:lstStyle/>
                    <a:p>
                      <a:pPr algn="l"/>
                      <a:r>
                        <a:rPr lang="en-GB" sz="1800" b="0" dirty="0">
                          <a:solidFill>
                            <a:schemeClr val="tx1"/>
                          </a:solidFill>
                          <a:effectLst/>
                          <a:latin typeface="+mn-lt"/>
                        </a:rPr>
                        <a:t>1850.0</a:t>
                      </a:r>
                      <a:endParaRPr lang="en-GB" sz="1800" b="0" i="0" dirty="0">
                        <a:solidFill>
                          <a:schemeClr val="tx1"/>
                        </a:solidFill>
                        <a:effectLst/>
                        <a:latin typeface="+mn-lt"/>
                      </a:endParaRPr>
                    </a:p>
                  </a:txBody>
                  <a:tcPr marL="9525" marR="9525" marT="9525" marB="9525" anchor="ctr"/>
                </a:tc>
                <a:tc>
                  <a:txBody>
                    <a:bodyPr/>
                    <a:lstStyle/>
                    <a:p>
                      <a:pPr algn="l"/>
                      <a:r>
                        <a:rPr lang="en-GB" sz="1800" b="0" i="0" dirty="0">
                          <a:solidFill>
                            <a:schemeClr val="tx1"/>
                          </a:solidFill>
                          <a:effectLst/>
                          <a:latin typeface="+mn-lt"/>
                        </a:rPr>
                        <a:t>FALSE</a:t>
                      </a:r>
                    </a:p>
                  </a:txBody>
                  <a:tcPr marL="9525" marR="9525" marT="9525" marB="9525" anchor="ctr"/>
                </a:tc>
                <a:extLst>
                  <a:ext uri="{0D108BD9-81ED-4DB2-BD59-A6C34878D82A}">
                    <a16:rowId xmlns:a16="http://schemas.microsoft.com/office/drawing/2014/main" val="3282835673"/>
                  </a:ext>
                </a:extLst>
              </a:tr>
              <a:tr h="0">
                <a:tc>
                  <a:txBody>
                    <a:bodyPr/>
                    <a:lstStyle/>
                    <a:p>
                      <a:pPr algn="l"/>
                      <a:r>
                        <a:rPr lang="en-GB" sz="1800" b="0" dirty="0">
                          <a:solidFill>
                            <a:schemeClr val="tx1"/>
                          </a:solidFill>
                          <a:effectLst/>
                          <a:latin typeface="+mn-lt"/>
                        </a:rPr>
                        <a:t>5</a:t>
                      </a:r>
                      <a:endParaRPr lang="en-GB" sz="1800" b="0" i="0" dirty="0">
                        <a:solidFill>
                          <a:schemeClr val="tx1"/>
                        </a:solidFill>
                        <a:effectLst/>
                        <a:latin typeface="+mn-lt"/>
                      </a:endParaRPr>
                    </a:p>
                  </a:txBody>
                  <a:tcPr marL="9525" marR="9525" marT="9525" marB="9525" anchor="ctr"/>
                </a:tc>
                <a:tc>
                  <a:txBody>
                    <a:bodyPr/>
                    <a:lstStyle/>
                    <a:p>
                      <a:pPr algn="l"/>
                      <a:r>
                        <a:rPr lang="en-GB" sz="1800" b="0">
                          <a:solidFill>
                            <a:schemeClr val="tx1"/>
                          </a:solidFill>
                          <a:effectLst/>
                          <a:latin typeface="+mn-lt"/>
                        </a:rPr>
                        <a:t>Microsoft</a:t>
                      </a:r>
                      <a:endParaRPr lang="en-GB" sz="1800" b="0" i="0">
                        <a:solidFill>
                          <a:schemeClr val="tx1"/>
                        </a:solidFill>
                        <a:effectLst/>
                        <a:latin typeface="+mn-lt"/>
                      </a:endParaRPr>
                    </a:p>
                  </a:txBody>
                  <a:tcPr marL="9525" marR="9525" marT="9525" marB="9525" anchor="ctr"/>
                </a:tc>
                <a:tc>
                  <a:txBody>
                    <a:bodyPr/>
                    <a:lstStyle/>
                    <a:p>
                      <a:pPr algn="l"/>
                      <a:r>
                        <a:rPr lang="en-GB" sz="1800" b="0" dirty="0">
                          <a:solidFill>
                            <a:schemeClr val="tx1"/>
                          </a:solidFill>
                          <a:effectLst/>
                          <a:latin typeface="+mn-lt"/>
                        </a:rPr>
                        <a:t>Surface Pro</a:t>
                      </a:r>
                      <a:endParaRPr lang="en-GB" sz="1800" b="0" i="0" dirty="0">
                        <a:solidFill>
                          <a:schemeClr val="tx1"/>
                        </a:solidFill>
                        <a:effectLst/>
                        <a:latin typeface="+mn-lt"/>
                      </a:endParaRPr>
                    </a:p>
                  </a:txBody>
                  <a:tcPr marL="9525" marR="9525" marT="9525" marB="9525" anchor="ctr"/>
                </a:tc>
                <a:tc>
                  <a:txBody>
                    <a:bodyPr/>
                    <a:lstStyle/>
                    <a:p>
                      <a:pPr algn="l"/>
                      <a:r>
                        <a:rPr lang="en-GB" sz="1800" b="0" dirty="0">
                          <a:solidFill>
                            <a:schemeClr val="tx1"/>
                          </a:solidFill>
                          <a:effectLst/>
                          <a:latin typeface="+mn-lt"/>
                        </a:rPr>
                        <a:t>1850.0</a:t>
                      </a:r>
                      <a:endParaRPr lang="en-GB" sz="1800" b="0" i="0" dirty="0">
                        <a:solidFill>
                          <a:schemeClr val="tx1"/>
                        </a:solidFill>
                        <a:effectLst/>
                        <a:latin typeface="+mn-lt"/>
                      </a:endParaRPr>
                    </a:p>
                  </a:txBody>
                  <a:tcPr marL="9525" marR="9525" marT="9525" marB="9525" anchor="ctr"/>
                </a:tc>
                <a:tc>
                  <a:txBody>
                    <a:bodyPr/>
                    <a:lstStyle/>
                    <a:p>
                      <a:pPr algn="l"/>
                      <a:r>
                        <a:rPr lang="en-GB" sz="1800" b="0" i="0" dirty="0">
                          <a:solidFill>
                            <a:schemeClr val="tx1"/>
                          </a:solidFill>
                          <a:effectLst/>
                          <a:latin typeface="+mn-lt"/>
                        </a:rPr>
                        <a:t>TRUE</a:t>
                      </a:r>
                    </a:p>
                  </a:txBody>
                  <a:tcPr marL="9525" marR="9525" marT="9525" marB="9525" anchor="ctr"/>
                </a:tc>
                <a:extLst>
                  <a:ext uri="{0D108BD9-81ED-4DB2-BD59-A6C34878D82A}">
                    <a16:rowId xmlns:a16="http://schemas.microsoft.com/office/drawing/2014/main" val="3958997875"/>
                  </a:ext>
                </a:extLst>
              </a:tr>
              <a:tr h="0">
                <a:tc>
                  <a:txBody>
                    <a:bodyPr/>
                    <a:lstStyle/>
                    <a:p>
                      <a:pPr algn="l"/>
                      <a:r>
                        <a:rPr lang="en-GB" sz="1800" b="0" dirty="0">
                          <a:solidFill>
                            <a:schemeClr val="tx1"/>
                          </a:solidFill>
                          <a:effectLst/>
                          <a:latin typeface="+mn-lt"/>
                        </a:rPr>
                        <a:t>8</a:t>
                      </a:r>
                      <a:endParaRPr lang="en-GB" sz="1800" b="0" i="0" dirty="0">
                        <a:solidFill>
                          <a:schemeClr val="tx1"/>
                        </a:solidFill>
                        <a:effectLst/>
                        <a:latin typeface="+mn-lt"/>
                      </a:endParaRPr>
                    </a:p>
                  </a:txBody>
                  <a:tcPr marL="9525" marR="9525" marT="9525" marB="9525" anchor="ctr"/>
                </a:tc>
                <a:tc>
                  <a:txBody>
                    <a:bodyPr/>
                    <a:lstStyle/>
                    <a:p>
                      <a:pPr algn="l"/>
                      <a:r>
                        <a:rPr lang="en-GB" sz="1800" b="0">
                          <a:solidFill>
                            <a:schemeClr val="tx1"/>
                          </a:solidFill>
                          <a:effectLst/>
                          <a:latin typeface="+mn-lt"/>
                        </a:rPr>
                        <a:t>Microsoft</a:t>
                      </a:r>
                      <a:endParaRPr lang="en-GB" sz="1800" b="0" i="0">
                        <a:solidFill>
                          <a:schemeClr val="tx1"/>
                        </a:solidFill>
                        <a:effectLst/>
                        <a:latin typeface="+mn-lt"/>
                      </a:endParaRPr>
                    </a:p>
                  </a:txBody>
                  <a:tcPr marL="9525" marR="9525" marT="9525" marB="9525" anchor="ctr"/>
                </a:tc>
                <a:tc>
                  <a:txBody>
                    <a:bodyPr/>
                    <a:lstStyle/>
                    <a:p>
                      <a:pPr algn="l"/>
                      <a:r>
                        <a:rPr lang="en-GB" sz="1800" b="0">
                          <a:solidFill>
                            <a:schemeClr val="tx1"/>
                          </a:solidFill>
                          <a:effectLst/>
                          <a:latin typeface="+mn-lt"/>
                        </a:rPr>
                        <a:t>Surface</a:t>
                      </a:r>
                      <a:endParaRPr lang="en-GB" sz="1800" b="0" i="0">
                        <a:solidFill>
                          <a:schemeClr val="tx1"/>
                        </a:solidFill>
                        <a:effectLst/>
                        <a:latin typeface="+mn-lt"/>
                      </a:endParaRPr>
                    </a:p>
                  </a:txBody>
                  <a:tcPr marL="9525" marR="9525" marT="9525" marB="9525" anchor="ctr"/>
                </a:tc>
                <a:tc>
                  <a:txBody>
                    <a:bodyPr/>
                    <a:lstStyle/>
                    <a:p>
                      <a:pPr algn="l"/>
                      <a:r>
                        <a:rPr lang="en-GB" sz="1800" b="0" dirty="0">
                          <a:solidFill>
                            <a:schemeClr val="tx1"/>
                          </a:solidFill>
                          <a:effectLst/>
                          <a:latin typeface="+mn-lt"/>
                        </a:rPr>
                        <a:t>1850.0</a:t>
                      </a:r>
                      <a:endParaRPr lang="en-GB" sz="1800" b="0" i="0" dirty="0">
                        <a:solidFill>
                          <a:schemeClr val="tx1"/>
                        </a:solidFill>
                        <a:effectLst/>
                        <a:latin typeface="+mn-lt"/>
                      </a:endParaRPr>
                    </a:p>
                  </a:txBody>
                  <a:tcPr marL="9525" marR="9525" marT="9525" marB="9525" anchor="ctr"/>
                </a:tc>
                <a:tc>
                  <a:txBody>
                    <a:bodyPr/>
                    <a:lstStyle/>
                    <a:p>
                      <a:pPr algn="l"/>
                      <a:r>
                        <a:rPr lang="en-GB" sz="1800" b="0" i="0" dirty="0">
                          <a:solidFill>
                            <a:schemeClr val="tx1"/>
                          </a:solidFill>
                          <a:effectLst/>
                          <a:latin typeface="+mn-lt"/>
                        </a:rPr>
                        <a:t>TRUE</a:t>
                      </a:r>
                    </a:p>
                  </a:txBody>
                  <a:tcPr marL="9525" marR="9525" marT="9525" marB="9525" anchor="ctr"/>
                </a:tc>
                <a:extLst>
                  <a:ext uri="{0D108BD9-81ED-4DB2-BD59-A6C34878D82A}">
                    <a16:rowId xmlns:a16="http://schemas.microsoft.com/office/drawing/2014/main" val="3274876902"/>
                  </a:ext>
                </a:extLst>
              </a:tr>
              <a:tr h="0">
                <a:tc>
                  <a:txBody>
                    <a:bodyPr/>
                    <a:lstStyle/>
                    <a:p>
                      <a:pPr algn="l"/>
                      <a:r>
                        <a:rPr lang="en-GB" sz="1800" b="0" i="0" dirty="0">
                          <a:solidFill>
                            <a:schemeClr val="tx1"/>
                          </a:solidFill>
                          <a:effectLst/>
                          <a:latin typeface="+mn-lt"/>
                        </a:rPr>
                        <a:t>9</a:t>
                      </a:r>
                    </a:p>
                  </a:txBody>
                  <a:tcPr marL="9525" marR="9525" marT="9525" marB="9525" anchor="ctr"/>
                </a:tc>
                <a:tc>
                  <a:txBody>
                    <a:bodyPr/>
                    <a:lstStyle/>
                    <a:p>
                      <a:pPr algn="l"/>
                      <a:r>
                        <a:rPr lang="en-GB" sz="1800" b="0" i="0" dirty="0">
                          <a:solidFill>
                            <a:schemeClr val="tx1"/>
                          </a:solidFill>
                          <a:effectLst/>
                          <a:latin typeface="+mn-lt"/>
                        </a:rPr>
                        <a:t>Microsoft</a:t>
                      </a:r>
                    </a:p>
                  </a:txBody>
                  <a:tcPr marL="9525" marR="9525" marT="9525" marB="9525" anchor="ctr"/>
                </a:tc>
                <a:tc>
                  <a:txBody>
                    <a:bodyPr/>
                    <a:lstStyle/>
                    <a:p>
                      <a:pPr algn="l"/>
                      <a:r>
                        <a:rPr lang="en-GB" sz="1800" b="0" i="0" dirty="0">
                          <a:solidFill>
                            <a:schemeClr val="tx1"/>
                          </a:solidFill>
                          <a:effectLst/>
                          <a:latin typeface="+mn-lt"/>
                        </a:rPr>
                        <a:t>Surface Pro</a:t>
                      </a:r>
                    </a:p>
                  </a:txBody>
                  <a:tcPr marL="9525" marR="9525" marT="9525" marB="9525" anchor="ctr"/>
                </a:tc>
                <a:tc>
                  <a:txBody>
                    <a:bodyPr/>
                    <a:lstStyle/>
                    <a:p>
                      <a:pPr algn="l"/>
                      <a:r>
                        <a:rPr lang="en-GB" sz="1800" b="0" i="0" dirty="0">
                          <a:solidFill>
                            <a:schemeClr val="tx1"/>
                          </a:solidFill>
                          <a:effectLst/>
                          <a:latin typeface="+mn-lt"/>
                        </a:rPr>
                        <a:t>1400.0</a:t>
                      </a:r>
                    </a:p>
                  </a:txBody>
                  <a:tcPr marL="9525" marR="9525" marT="9525" marB="9525" anchor="ctr"/>
                </a:tc>
                <a:tc>
                  <a:txBody>
                    <a:bodyPr/>
                    <a:lstStyle/>
                    <a:p>
                      <a:pPr algn="l"/>
                      <a:r>
                        <a:rPr lang="en-GB" sz="1800" b="0" i="0" dirty="0">
                          <a:solidFill>
                            <a:schemeClr val="tx1"/>
                          </a:solidFill>
                          <a:effectLst/>
                          <a:latin typeface="+mn-lt"/>
                        </a:rPr>
                        <a:t>TRUE</a:t>
                      </a:r>
                    </a:p>
                  </a:txBody>
                  <a:tcPr marL="9525" marR="9525" marT="9525" marB="9525" anchor="ctr"/>
                </a:tc>
                <a:extLst>
                  <a:ext uri="{0D108BD9-81ED-4DB2-BD59-A6C34878D82A}">
                    <a16:rowId xmlns:a16="http://schemas.microsoft.com/office/drawing/2014/main" val="63666839"/>
                  </a:ext>
                </a:extLst>
              </a:tr>
              <a:tr h="0">
                <a:tc>
                  <a:txBody>
                    <a:bodyPr/>
                    <a:lstStyle/>
                    <a:p>
                      <a:pPr algn="l"/>
                      <a:r>
                        <a:rPr lang="en-GB" sz="1800" b="0" i="0" dirty="0">
                          <a:solidFill>
                            <a:schemeClr val="tx1"/>
                          </a:solidFill>
                          <a:effectLst/>
                          <a:latin typeface="+mn-lt"/>
                        </a:rPr>
                        <a:t>12</a:t>
                      </a:r>
                    </a:p>
                  </a:txBody>
                  <a:tcPr marL="9525" marR="9525" marT="9525" marB="9525" anchor="ctr"/>
                </a:tc>
                <a:tc>
                  <a:txBody>
                    <a:bodyPr/>
                    <a:lstStyle/>
                    <a:p>
                      <a:pPr algn="l"/>
                      <a:r>
                        <a:rPr lang="en-GB" sz="1800" b="0" i="0" dirty="0">
                          <a:solidFill>
                            <a:schemeClr val="tx1"/>
                          </a:solidFill>
                          <a:effectLst/>
                          <a:latin typeface="+mn-lt"/>
                        </a:rPr>
                        <a:t>Microsoft</a:t>
                      </a:r>
                    </a:p>
                  </a:txBody>
                  <a:tcPr marL="9525" marR="9525" marT="9525" marB="9525" anchor="ctr"/>
                </a:tc>
                <a:tc>
                  <a:txBody>
                    <a:bodyPr/>
                    <a:lstStyle/>
                    <a:p>
                      <a:pPr algn="l"/>
                      <a:r>
                        <a:rPr lang="en-GB" sz="1800" b="0" i="0" dirty="0">
                          <a:solidFill>
                            <a:schemeClr val="tx1"/>
                          </a:solidFill>
                          <a:effectLst/>
                          <a:latin typeface="+mn-lt"/>
                        </a:rPr>
                        <a:t>Surface</a:t>
                      </a:r>
                    </a:p>
                  </a:txBody>
                  <a:tcPr marL="9525" marR="9525" marT="9525" marB="9525" anchor="ctr"/>
                </a:tc>
                <a:tc>
                  <a:txBody>
                    <a:bodyPr/>
                    <a:lstStyle/>
                    <a:p>
                      <a:pPr algn="l"/>
                      <a:r>
                        <a:rPr lang="en-GB" sz="1800" b="0" i="0" dirty="0">
                          <a:solidFill>
                            <a:schemeClr val="tx1"/>
                          </a:solidFill>
                          <a:effectLst/>
                          <a:latin typeface="+mn-lt"/>
                        </a:rPr>
                        <a:t>1350.0</a:t>
                      </a:r>
                    </a:p>
                  </a:txBody>
                  <a:tcPr marL="9525" marR="9525" marT="9525" marB="9525" anchor="ctr"/>
                </a:tc>
                <a:tc>
                  <a:txBody>
                    <a:bodyPr/>
                    <a:lstStyle/>
                    <a:p>
                      <a:pPr algn="l"/>
                      <a:r>
                        <a:rPr lang="en-GB" sz="1800" b="0" i="0" dirty="0">
                          <a:solidFill>
                            <a:schemeClr val="tx1"/>
                          </a:solidFill>
                          <a:effectLst/>
                          <a:latin typeface="+mn-lt"/>
                        </a:rPr>
                        <a:t>FALSE</a:t>
                      </a:r>
                    </a:p>
                  </a:txBody>
                  <a:tcPr marL="9525" marR="9525" marT="9525" marB="9525" anchor="ctr"/>
                </a:tc>
                <a:extLst>
                  <a:ext uri="{0D108BD9-81ED-4DB2-BD59-A6C34878D82A}">
                    <a16:rowId xmlns:a16="http://schemas.microsoft.com/office/drawing/2014/main" val="2208196089"/>
                  </a:ext>
                </a:extLst>
              </a:tr>
            </a:tbl>
          </a:graphicData>
        </a:graphic>
      </p:graphicFrame>
      <p:sp>
        <p:nvSpPr>
          <p:cNvPr id="6" name="TextBox 5">
            <a:extLst>
              <a:ext uri="{FF2B5EF4-FFF2-40B4-BE49-F238E27FC236}">
                <a16:creationId xmlns:a16="http://schemas.microsoft.com/office/drawing/2014/main" id="{6A000952-B354-22AB-5E3C-40BD9EFC1768}"/>
              </a:ext>
            </a:extLst>
          </p:cNvPr>
          <p:cNvSpPr txBox="1"/>
          <p:nvPr/>
        </p:nvSpPr>
        <p:spPr>
          <a:xfrm>
            <a:off x="781122" y="2536987"/>
            <a:ext cx="1771650" cy="369332"/>
          </a:xfrm>
          <a:prstGeom prst="rect">
            <a:avLst/>
          </a:prstGeom>
          <a:noFill/>
        </p:spPr>
        <p:txBody>
          <a:bodyPr wrap="square" rtlCol="0">
            <a:spAutoFit/>
          </a:bodyPr>
          <a:lstStyle/>
          <a:p>
            <a:r>
              <a:rPr lang="en-GB" b="1" dirty="0"/>
              <a:t>Table: Laptop</a:t>
            </a:r>
          </a:p>
        </p:txBody>
      </p:sp>
      <p:sp>
        <p:nvSpPr>
          <p:cNvPr id="7" name="Rectangle 6">
            <a:extLst>
              <a:ext uri="{FF2B5EF4-FFF2-40B4-BE49-F238E27FC236}">
                <a16:creationId xmlns:a16="http://schemas.microsoft.com/office/drawing/2014/main" id="{8BF49693-EDF0-BFD8-9E36-1EE54837DB7F}"/>
              </a:ext>
            </a:extLst>
          </p:cNvPr>
          <p:cNvSpPr/>
          <p:nvPr/>
        </p:nvSpPr>
        <p:spPr>
          <a:xfrm>
            <a:off x="6384162" y="3154680"/>
            <a:ext cx="5040000" cy="298838"/>
          </a:xfrm>
          <a:prstGeom prst="rect">
            <a:avLst/>
          </a:prstGeom>
          <a:noFill/>
          <a:ln w="28575">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8" name="Rectangle 7">
            <a:extLst>
              <a:ext uri="{FF2B5EF4-FFF2-40B4-BE49-F238E27FC236}">
                <a16:creationId xmlns:a16="http://schemas.microsoft.com/office/drawing/2014/main" id="{D05EF893-4D00-17E8-E2F6-14708A1FB533}"/>
              </a:ext>
            </a:extLst>
          </p:cNvPr>
          <p:cNvSpPr/>
          <p:nvPr/>
        </p:nvSpPr>
        <p:spPr>
          <a:xfrm>
            <a:off x="6384162" y="3474788"/>
            <a:ext cx="5040000" cy="1128642"/>
          </a:xfrm>
          <a:prstGeom prst="rect">
            <a:avLst/>
          </a:prstGeom>
          <a:noFill/>
          <a:ln w="28575">
            <a:solidFill>
              <a:schemeClr val="accent6">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9" name="Rectangle 8">
            <a:extLst>
              <a:ext uri="{FF2B5EF4-FFF2-40B4-BE49-F238E27FC236}">
                <a16:creationId xmlns:a16="http://schemas.microsoft.com/office/drawing/2014/main" id="{451D59B1-C794-964C-1718-12EA778DEE39}"/>
              </a:ext>
            </a:extLst>
          </p:cNvPr>
          <p:cNvSpPr/>
          <p:nvPr/>
        </p:nvSpPr>
        <p:spPr>
          <a:xfrm>
            <a:off x="6384162" y="4623750"/>
            <a:ext cx="5040000" cy="576000"/>
          </a:xfrm>
          <a:prstGeom prst="rect">
            <a:avLst/>
          </a:prstGeom>
          <a:noFill/>
          <a:ln w="28575">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10" name="Rectangle 9">
            <a:extLst>
              <a:ext uri="{FF2B5EF4-FFF2-40B4-BE49-F238E27FC236}">
                <a16:creationId xmlns:a16="http://schemas.microsoft.com/office/drawing/2014/main" id="{583F86E8-E916-562E-D4E1-A2CABAEFE58B}"/>
              </a:ext>
            </a:extLst>
          </p:cNvPr>
          <p:cNvSpPr/>
          <p:nvPr/>
        </p:nvSpPr>
        <p:spPr>
          <a:xfrm>
            <a:off x="6384162" y="5222240"/>
            <a:ext cx="5040000" cy="1476000"/>
          </a:xfrm>
          <a:prstGeom prst="rect">
            <a:avLst/>
          </a:prstGeom>
          <a:noFill/>
          <a:ln w="28575">
            <a:solidFill>
              <a:schemeClr val="accent6">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11" name="Right Arrow 9">
            <a:extLst>
              <a:ext uri="{FF2B5EF4-FFF2-40B4-BE49-F238E27FC236}">
                <a16:creationId xmlns:a16="http://schemas.microsoft.com/office/drawing/2014/main" id="{64FF9BBB-E6BC-7BCD-BC80-7611848F5C74}"/>
              </a:ext>
            </a:extLst>
          </p:cNvPr>
          <p:cNvSpPr/>
          <p:nvPr/>
        </p:nvSpPr>
        <p:spPr>
          <a:xfrm>
            <a:off x="5863716" y="4650097"/>
            <a:ext cx="464567" cy="264039"/>
          </a:xfrm>
          <a:prstGeom prst="rightArrow">
            <a:avLst/>
          </a:prstGeom>
          <a:solidFill>
            <a:srgbClr val="FF000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12" name="Rectangle 11">
            <a:extLst>
              <a:ext uri="{FF2B5EF4-FFF2-40B4-BE49-F238E27FC236}">
                <a16:creationId xmlns:a16="http://schemas.microsoft.com/office/drawing/2014/main" id="{B0CDEF5F-2C8F-7C27-5298-FE52DB4AAD40}"/>
              </a:ext>
            </a:extLst>
          </p:cNvPr>
          <p:cNvSpPr/>
          <p:nvPr/>
        </p:nvSpPr>
        <p:spPr>
          <a:xfrm>
            <a:off x="7098454" y="2796153"/>
            <a:ext cx="1100666" cy="3971925"/>
          </a:xfrm>
          <a:prstGeom prst="rect">
            <a:avLst/>
          </a:prstGeom>
          <a:noFill/>
          <a:ln w="28575">
            <a:solidFill>
              <a:srgbClr val="7030A0"/>
            </a:solidFill>
            <a:prstDash val="lg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graphicFrame>
        <p:nvGraphicFramePr>
          <p:cNvPr id="15" name="Table 14">
            <a:extLst>
              <a:ext uri="{FF2B5EF4-FFF2-40B4-BE49-F238E27FC236}">
                <a16:creationId xmlns:a16="http://schemas.microsoft.com/office/drawing/2014/main" id="{EC0439F8-64CE-A07F-D4D9-C1A345299400}"/>
              </a:ext>
            </a:extLst>
          </p:cNvPr>
          <p:cNvGraphicFramePr>
            <a:graphicFrameLocks noGrp="1"/>
          </p:cNvGraphicFramePr>
          <p:nvPr>
            <p:extLst>
              <p:ext uri="{D42A27DB-BD31-4B8C-83A1-F6EECF244321}">
                <p14:modId xmlns:p14="http://schemas.microsoft.com/office/powerpoint/2010/main" val="1019508825"/>
              </p:ext>
            </p:extLst>
          </p:nvPr>
        </p:nvGraphicFramePr>
        <p:xfrm>
          <a:off x="9103360" y="650454"/>
          <a:ext cx="2250440" cy="1619250"/>
        </p:xfrm>
        <a:graphic>
          <a:graphicData uri="http://schemas.openxmlformats.org/drawingml/2006/table">
            <a:tbl>
              <a:tblPr firstRow="1" bandRow="1">
                <a:tableStyleId>{5C22544A-7EE6-4342-B048-85BDC9FD1C3A}</a:tableStyleId>
              </a:tblPr>
              <a:tblGrid>
                <a:gridCol w="1075436">
                  <a:extLst>
                    <a:ext uri="{9D8B030D-6E8A-4147-A177-3AD203B41FA5}">
                      <a16:colId xmlns:a16="http://schemas.microsoft.com/office/drawing/2014/main" val="1685519844"/>
                    </a:ext>
                  </a:extLst>
                </a:gridCol>
                <a:gridCol w="1175004">
                  <a:extLst>
                    <a:ext uri="{9D8B030D-6E8A-4147-A177-3AD203B41FA5}">
                      <a16:colId xmlns:a16="http://schemas.microsoft.com/office/drawing/2014/main" val="4003051366"/>
                    </a:ext>
                  </a:extLst>
                </a:gridCol>
              </a:tblGrid>
              <a:tr h="0">
                <a:tc>
                  <a:txBody>
                    <a:bodyPr/>
                    <a:lstStyle/>
                    <a:p>
                      <a:pPr algn="l"/>
                      <a:r>
                        <a:rPr lang="en-GB" sz="2000" b="0" i="0" dirty="0">
                          <a:solidFill>
                            <a:srgbClr val="F0F0F0"/>
                          </a:solidFill>
                          <a:effectLst/>
                          <a:latin typeface="+mn-lt"/>
                        </a:rPr>
                        <a:t>make</a:t>
                      </a:r>
                    </a:p>
                  </a:txBody>
                  <a:tcPr marL="9525" marR="9525" marT="9525" marB="9525" anchor="ctr"/>
                </a:tc>
                <a:tc>
                  <a:txBody>
                    <a:bodyPr/>
                    <a:lstStyle/>
                    <a:p>
                      <a:pPr algn="r"/>
                      <a:r>
                        <a:rPr lang="en-GB" sz="2000" b="0" i="0" dirty="0">
                          <a:solidFill>
                            <a:srgbClr val="F0F0F0"/>
                          </a:solidFill>
                          <a:effectLst/>
                          <a:latin typeface="+mn-lt"/>
                        </a:rPr>
                        <a:t>COUNT(*)</a:t>
                      </a:r>
                    </a:p>
                  </a:txBody>
                  <a:tcPr marL="9525" marR="9525" marT="9525" marB="9525" anchor="ctr"/>
                </a:tc>
                <a:extLst>
                  <a:ext uri="{0D108BD9-81ED-4DB2-BD59-A6C34878D82A}">
                    <a16:rowId xmlns:a16="http://schemas.microsoft.com/office/drawing/2014/main" val="1005830642"/>
                  </a:ext>
                </a:extLst>
              </a:tr>
              <a:tr h="0">
                <a:tc>
                  <a:txBody>
                    <a:bodyPr/>
                    <a:lstStyle/>
                    <a:p>
                      <a:pPr algn="l"/>
                      <a:r>
                        <a:rPr lang="en-GB" sz="2000" b="0" dirty="0">
                          <a:solidFill>
                            <a:schemeClr val="tx1"/>
                          </a:solidFill>
                          <a:effectLst/>
                          <a:latin typeface="+mn-lt"/>
                        </a:rPr>
                        <a:t>Apple</a:t>
                      </a:r>
                      <a:endParaRPr lang="en-GB" sz="2000" b="0" i="0" dirty="0">
                        <a:solidFill>
                          <a:schemeClr val="tx1"/>
                        </a:solidFill>
                        <a:effectLst/>
                        <a:latin typeface="+mn-lt"/>
                      </a:endParaRPr>
                    </a:p>
                  </a:txBody>
                  <a:tcPr marL="9525" marR="9525" marT="9525" marB="9525" anchor="ctr"/>
                </a:tc>
                <a:tc>
                  <a:txBody>
                    <a:bodyPr/>
                    <a:lstStyle/>
                    <a:p>
                      <a:pPr algn="r"/>
                      <a:r>
                        <a:rPr lang="en-GB" sz="2000" b="0" dirty="0">
                          <a:solidFill>
                            <a:schemeClr val="tx1"/>
                          </a:solidFill>
                          <a:effectLst/>
                          <a:latin typeface="+mn-lt"/>
                        </a:rPr>
                        <a:t>1</a:t>
                      </a:r>
                      <a:endParaRPr lang="en-GB" sz="2000" b="0" i="0" dirty="0">
                        <a:solidFill>
                          <a:schemeClr val="tx1"/>
                        </a:solidFill>
                        <a:effectLst/>
                        <a:latin typeface="+mn-lt"/>
                      </a:endParaRPr>
                    </a:p>
                  </a:txBody>
                  <a:tcPr marL="9525" marR="9525" marT="9525" marB="9525" anchor="ctr"/>
                </a:tc>
                <a:extLst>
                  <a:ext uri="{0D108BD9-81ED-4DB2-BD59-A6C34878D82A}">
                    <a16:rowId xmlns:a16="http://schemas.microsoft.com/office/drawing/2014/main" val="3331619444"/>
                  </a:ext>
                </a:extLst>
              </a:tr>
              <a:tr h="0">
                <a:tc>
                  <a:txBody>
                    <a:bodyPr/>
                    <a:lstStyle/>
                    <a:p>
                      <a:pPr algn="l"/>
                      <a:r>
                        <a:rPr lang="en-GB" sz="2000" b="0" dirty="0">
                          <a:solidFill>
                            <a:schemeClr val="tx1"/>
                          </a:solidFill>
                          <a:effectLst/>
                          <a:latin typeface="+mn-lt"/>
                        </a:rPr>
                        <a:t>Dell</a:t>
                      </a:r>
                      <a:endParaRPr lang="en-GB" sz="2000" b="0" i="0" dirty="0">
                        <a:solidFill>
                          <a:schemeClr val="tx1"/>
                        </a:solidFill>
                        <a:effectLst/>
                        <a:latin typeface="+mn-lt"/>
                      </a:endParaRPr>
                    </a:p>
                  </a:txBody>
                  <a:tcPr marL="9525" marR="9525" marT="9525" marB="9525" anchor="ctr"/>
                </a:tc>
                <a:tc>
                  <a:txBody>
                    <a:bodyPr/>
                    <a:lstStyle/>
                    <a:p>
                      <a:pPr algn="r"/>
                      <a:r>
                        <a:rPr lang="en-GB" sz="2000" b="0" i="0" dirty="0">
                          <a:solidFill>
                            <a:schemeClr val="tx1"/>
                          </a:solidFill>
                          <a:effectLst/>
                          <a:latin typeface="+mn-lt"/>
                        </a:rPr>
                        <a:t>4</a:t>
                      </a:r>
                    </a:p>
                  </a:txBody>
                  <a:tcPr marL="9525" marR="9525" marT="9525" marB="9525" anchor="ctr"/>
                </a:tc>
                <a:extLst>
                  <a:ext uri="{0D108BD9-81ED-4DB2-BD59-A6C34878D82A}">
                    <a16:rowId xmlns:a16="http://schemas.microsoft.com/office/drawing/2014/main" val="2271403973"/>
                  </a:ext>
                </a:extLst>
              </a:tr>
              <a:tr h="0">
                <a:tc>
                  <a:txBody>
                    <a:bodyPr/>
                    <a:lstStyle/>
                    <a:p>
                      <a:pPr algn="l"/>
                      <a:r>
                        <a:rPr lang="en-GB" sz="2000" b="0">
                          <a:solidFill>
                            <a:schemeClr val="tx1"/>
                          </a:solidFill>
                          <a:effectLst/>
                          <a:latin typeface="+mn-lt"/>
                        </a:rPr>
                        <a:t>HP</a:t>
                      </a:r>
                      <a:endParaRPr lang="en-GB" sz="2000" b="0" i="0">
                        <a:solidFill>
                          <a:schemeClr val="tx1"/>
                        </a:solidFill>
                        <a:effectLst/>
                        <a:latin typeface="+mn-lt"/>
                      </a:endParaRPr>
                    </a:p>
                  </a:txBody>
                  <a:tcPr marL="9525" marR="9525" marT="9525" marB="9525" anchor="ctr"/>
                </a:tc>
                <a:tc>
                  <a:txBody>
                    <a:bodyPr/>
                    <a:lstStyle/>
                    <a:p>
                      <a:pPr algn="r"/>
                      <a:r>
                        <a:rPr lang="en-GB" sz="2000" b="0" dirty="0">
                          <a:solidFill>
                            <a:schemeClr val="tx1"/>
                          </a:solidFill>
                          <a:effectLst/>
                          <a:latin typeface="+mn-lt"/>
                        </a:rPr>
                        <a:t>2</a:t>
                      </a:r>
                      <a:endParaRPr lang="en-GB" sz="2000" b="0" i="0" dirty="0">
                        <a:solidFill>
                          <a:schemeClr val="tx1"/>
                        </a:solidFill>
                        <a:effectLst/>
                        <a:latin typeface="+mn-lt"/>
                      </a:endParaRPr>
                    </a:p>
                  </a:txBody>
                  <a:tcPr marL="9525" marR="9525" marT="9525" marB="9525" anchor="ctr"/>
                </a:tc>
                <a:extLst>
                  <a:ext uri="{0D108BD9-81ED-4DB2-BD59-A6C34878D82A}">
                    <a16:rowId xmlns:a16="http://schemas.microsoft.com/office/drawing/2014/main" val="2545716863"/>
                  </a:ext>
                </a:extLst>
              </a:tr>
              <a:tr h="0">
                <a:tc>
                  <a:txBody>
                    <a:bodyPr/>
                    <a:lstStyle/>
                    <a:p>
                      <a:pPr algn="l"/>
                      <a:r>
                        <a:rPr lang="en-GB" sz="2000" b="0" dirty="0">
                          <a:solidFill>
                            <a:schemeClr val="tx1"/>
                          </a:solidFill>
                          <a:effectLst/>
                          <a:latin typeface="+mn-lt"/>
                        </a:rPr>
                        <a:t>Microsoft</a:t>
                      </a:r>
                      <a:endParaRPr lang="en-GB" sz="2000" b="0" i="0" dirty="0">
                        <a:solidFill>
                          <a:schemeClr val="tx1"/>
                        </a:solidFill>
                        <a:effectLst/>
                        <a:latin typeface="+mn-lt"/>
                      </a:endParaRPr>
                    </a:p>
                  </a:txBody>
                  <a:tcPr marL="9525" marR="9525" marT="9525" marB="9525" anchor="ctr"/>
                </a:tc>
                <a:tc>
                  <a:txBody>
                    <a:bodyPr/>
                    <a:lstStyle/>
                    <a:p>
                      <a:pPr algn="r"/>
                      <a:r>
                        <a:rPr lang="en-GB" sz="2000" b="0" i="0" dirty="0">
                          <a:solidFill>
                            <a:schemeClr val="tx1"/>
                          </a:solidFill>
                          <a:effectLst/>
                          <a:latin typeface="+mn-lt"/>
                        </a:rPr>
                        <a:t>5</a:t>
                      </a:r>
                    </a:p>
                  </a:txBody>
                  <a:tcPr marL="9525" marR="9525" marT="9525" marB="9525" anchor="ctr"/>
                </a:tc>
                <a:extLst>
                  <a:ext uri="{0D108BD9-81ED-4DB2-BD59-A6C34878D82A}">
                    <a16:rowId xmlns:a16="http://schemas.microsoft.com/office/drawing/2014/main" val="2578011961"/>
                  </a:ext>
                </a:extLst>
              </a:tr>
            </a:tbl>
          </a:graphicData>
        </a:graphic>
      </p:graphicFrame>
      <p:sp>
        <p:nvSpPr>
          <p:cNvPr id="16" name="Right Arrow 9">
            <a:extLst>
              <a:ext uri="{FF2B5EF4-FFF2-40B4-BE49-F238E27FC236}">
                <a16:creationId xmlns:a16="http://schemas.microsoft.com/office/drawing/2014/main" id="{1BECEBE5-599B-7661-BE97-C0ED003726F3}"/>
              </a:ext>
            </a:extLst>
          </p:cNvPr>
          <p:cNvSpPr/>
          <p:nvPr/>
        </p:nvSpPr>
        <p:spPr>
          <a:xfrm rot="16200000">
            <a:off x="10066658" y="2416948"/>
            <a:ext cx="464567" cy="264039"/>
          </a:xfrm>
          <a:prstGeom prst="rightArrow">
            <a:avLst/>
          </a:prstGeom>
          <a:solidFill>
            <a:srgbClr val="FF000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Tree>
    <p:extLst>
      <p:ext uri="{BB962C8B-B14F-4D97-AF65-F5344CB8AC3E}">
        <p14:creationId xmlns:p14="http://schemas.microsoft.com/office/powerpoint/2010/main" val="3610594677"/>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6"/>
                                        </p:tgtEl>
                                        <p:attrNameLst>
                                          <p:attrName>style.visibility</p:attrName>
                                        </p:attrNameLst>
                                      </p:cBhvr>
                                      <p:to>
                                        <p:strVal val="visible"/>
                                      </p:to>
                                    </p:set>
                                    <p:animEffect transition="in" filter="wipe(left)">
                                      <p:cBhvr>
                                        <p:cTn id="7" dur="500"/>
                                        <p:tgtEl>
                                          <p:spTgt spid="6"/>
                                        </p:tgtEl>
                                      </p:cBhvr>
                                    </p:animEffect>
                                  </p:childTnLst>
                                </p:cTn>
                              </p:par>
                            </p:childTnLst>
                          </p:cTn>
                        </p:par>
                        <p:par>
                          <p:cTn id="8" fill="hold">
                            <p:stCondLst>
                              <p:cond delay="500"/>
                            </p:stCondLst>
                            <p:childTnLst>
                              <p:par>
                                <p:cTn id="9" presetID="22" presetClass="entr" presetSubtype="1" fill="hold" nodeType="afterEffect">
                                  <p:stCondLst>
                                    <p:cond delay="0"/>
                                  </p:stCondLst>
                                  <p:childTnLst>
                                    <p:set>
                                      <p:cBhvr>
                                        <p:cTn id="10" dur="1" fill="hold">
                                          <p:stCondLst>
                                            <p:cond delay="0"/>
                                          </p:stCondLst>
                                        </p:cTn>
                                        <p:tgtEl>
                                          <p:spTgt spid="3"/>
                                        </p:tgtEl>
                                        <p:attrNameLst>
                                          <p:attrName>style.visibility</p:attrName>
                                        </p:attrNameLst>
                                      </p:cBhvr>
                                      <p:to>
                                        <p:strVal val="visible"/>
                                      </p:to>
                                    </p:set>
                                    <p:animEffect transition="in" filter="wipe(up)">
                                      <p:cBhvr>
                                        <p:cTn id="11" dur="4000"/>
                                        <p:tgtEl>
                                          <p:spTgt spid="3"/>
                                        </p:tgtEl>
                                      </p:cBhvr>
                                    </p:animEffect>
                                  </p:childTnLst>
                                </p:cTn>
                              </p:par>
                            </p:childTnLst>
                          </p:cTn>
                        </p:par>
                      </p:childTnLst>
                    </p:cTn>
                  </p:par>
                  <p:par>
                    <p:cTn id="12" fill="hold">
                      <p:stCondLst>
                        <p:cond delay="indefinite"/>
                      </p:stCondLst>
                      <p:childTnLst>
                        <p:par>
                          <p:cTn id="13" fill="hold">
                            <p:stCondLst>
                              <p:cond delay="0"/>
                            </p:stCondLst>
                            <p:childTnLst>
                              <p:par>
                                <p:cTn id="14" presetID="22" presetClass="entr" presetSubtype="8" fill="hold" grpId="0" nodeType="clickEffect">
                                  <p:stCondLst>
                                    <p:cond delay="0"/>
                                  </p:stCondLst>
                                  <p:childTnLst>
                                    <p:set>
                                      <p:cBhvr>
                                        <p:cTn id="15" dur="1" fill="hold">
                                          <p:stCondLst>
                                            <p:cond delay="0"/>
                                          </p:stCondLst>
                                        </p:cTn>
                                        <p:tgtEl>
                                          <p:spTgt spid="4"/>
                                        </p:tgtEl>
                                        <p:attrNameLst>
                                          <p:attrName>style.visibility</p:attrName>
                                        </p:attrNameLst>
                                      </p:cBhvr>
                                      <p:to>
                                        <p:strVal val="visible"/>
                                      </p:to>
                                    </p:set>
                                    <p:animEffect transition="in" filter="wipe(left)">
                                      <p:cBhvr>
                                        <p:cTn id="16" dur="2000"/>
                                        <p:tgtEl>
                                          <p:spTgt spid="4"/>
                                        </p:tgtEl>
                                      </p:cBhvr>
                                    </p:animEffect>
                                  </p:childTnLst>
                                </p:cTn>
                              </p:par>
                            </p:childTnLst>
                          </p:cTn>
                        </p:par>
                      </p:childTnLst>
                    </p:cTn>
                  </p:par>
                  <p:par>
                    <p:cTn id="17" fill="hold">
                      <p:stCondLst>
                        <p:cond delay="indefinite"/>
                      </p:stCondLst>
                      <p:childTnLst>
                        <p:par>
                          <p:cTn id="18" fill="hold">
                            <p:stCondLst>
                              <p:cond delay="0"/>
                            </p:stCondLst>
                            <p:childTnLst>
                              <p:par>
                                <p:cTn id="19" presetID="22" presetClass="entr" presetSubtype="8" fill="hold" grpId="0" nodeType="clickEffect">
                                  <p:stCondLst>
                                    <p:cond delay="0"/>
                                  </p:stCondLst>
                                  <p:childTnLst>
                                    <p:set>
                                      <p:cBhvr>
                                        <p:cTn id="20" dur="1" fill="hold">
                                          <p:stCondLst>
                                            <p:cond delay="0"/>
                                          </p:stCondLst>
                                        </p:cTn>
                                        <p:tgtEl>
                                          <p:spTgt spid="11"/>
                                        </p:tgtEl>
                                        <p:attrNameLst>
                                          <p:attrName>style.visibility</p:attrName>
                                        </p:attrNameLst>
                                      </p:cBhvr>
                                      <p:to>
                                        <p:strVal val="visible"/>
                                      </p:to>
                                    </p:set>
                                    <p:animEffect transition="in" filter="wipe(left)">
                                      <p:cBhvr>
                                        <p:cTn id="21" dur="1000"/>
                                        <p:tgtEl>
                                          <p:spTgt spid="11"/>
                                        </p:tgtEl>
                                      </p:cBhvr>
                                    </p:animEffect>
                                  </p:childTnLst>
                                </p:cTn>
                              </p:par>
                            </p:childTnLst>
                          </p:cTn>
                        </p:par>
                        <p:par>
                          <p:cTn id="22" fill="hold">
                            <p:stCondLst>
                              <p:cond delay="1000"/>
                            </p:stCondLst>
                            <p:childTnLst>
                              <p:par>
                                <p:cTn id="23" presetID="22" presetClass="entr" presetSubtype="1" fill="hold" nodeType="afterEffect">
                                  <p:stCondLst>
                                    <p:cond delay="0"/>
                                  </p:stCondLst>
                                  <p:childTnLst>
                                    <p:set>
                                      <p:cBhvr>
                                        <p:cTn id="24" dur="1" fill="hold">
                                          <p:stCondLst>
                                            <p:cond delay="0"/>
                                          </p:stCondLst>
                                        </p:cTn>
                                        <p:tgtEl>
                                          <p:spTgt spid="5"/>
                                        </p:tgtEl>
                                        <p:attrNameLst>
                                          <p:attrName>style.visibility</p:attrName>
                                        </p:attrNameLst>
                                      </p:cBhvr>
                                      <p:to>
                                        <p:strVal val="visible"/>
                                      </p:to>
                                    </p:set>
                                    <p:animEffect transition="in" filter="wipe(up)">
                                      <p:cBhvr>
                                        <p:cTn id="25" dur="4000"/>
                                        <p:tgtEl>
                                          <p:spTgt spid="5"/>
                                        </p:tgtEl>
                                      </p:cBhvr>
                                    </p:animEffect>
                                  </p:childTnLst>
                                </p:cTn>
                              </p:par>
                            </p:childTnLst>
                          </p:cTn>
                        </p:par>
                      </p:childTnLst>
                    </p:cTn>
                  </p:par>
                  <p:par>
                    <p:cTn id="26" fill="hold">
                      <p:stCondLst>
                        <p:cond delay="indefinite"/>
                      </p:stCondLst>
                      <p:childTnLst>
                        <p:par>
                          <p:cTn id="27" fill="hold">
                            <p:stCondLst>
                              <p:cond delay="0"/>
                            </p:stCondLst>
                            <p:childTnLst>
                              <p:par>
                                <p:cTn id="28" presetID="22" presetClass="entr" presetSubtype="8" fill="hold" grpId="0" nodeType="clickEffect">
                                  <p:stCondLst>
                                    <p:cond delay="0"/>
                                  </p:stCondLst>
                                  <p:childTnLst>
                                    <p:set>
                                      <p:cBhvr>
                                        <p:cTn id="29" dur="1" fill="hold">
                                          <p:stCondLst>
                                            <p:cond delay="0"/>
                                          </p:stCondLst>
                                        </p:cTn>
                                        <p:tgtEl>
                                          <p:spTgt spid="7"/>
                                        </p:tgtEl>
                                        <p:attrNameLst>
                                          <p:attrName>style.visibility</p:attrName>
                                        </p:attrNameLst>
                                      </p:cBhvr>
                                      <p:to>
                                        <p:strVal val="visible"/>
                                      </p:to>
                                    </p:set>
                                    <p:animEffect transition="in" filter="wipe(left)">
                                      <p:cBhvr>
                                        <p:cTn id="30" dur="2000"/>
                                        <p:tgtEl>
                                          <p:spTgt spid="7"/>
                                        </p:tgtEl>
                                      </p:cBhvr>
                                    </p:animEffect>
                                  </p:childTnLst>
                                </p:cTn>
                              </p:par>
                            </p:childTnLst>
                          </p:cTn>
                        </p:par>
                        <p:par>
                          <p:cTn id="31" fill="hold">
                            <p:stCondLst>
                              <p:cond delay="2000"/>
                            </p:stCondLst>
                            <p:childTnLst>
                              <p:par>
                                <p:cTn id="32" presetID="22" presetClass="entr" presetSubtype="8" fill="hold" grpId="0" nodeType="afterEffect">
                                  <p:stCondLst>
                                    <p:cond delay="0"/>
                                  </p:stCondLst>
                                  <p:childTnLst>
                                    <p:set>
                                      <p:cBhvr>
                                        <p:cTn id="33" dur="1" fill="hold">
                                          <p:stCondLst>
                                            <p:cond delay="0"/>
                                          </p:stCondLst>
                                        </p:cTn>
                                        <p:tgtEl>
                                          <p:spTgt spid="8"/>
                                        </p:tgtEl>
                                        <p:attrNameLst>
                                          <p:attrName>style.visibility</p:attrName>
                                        </p:attrNameLst>
                                      </p:cBhvr>
                                      <p:to>
                                        <p:strVal val="visible"/>
                                      </p:to>
                                    </p:set>
                                    <p:animEffect transition="in" filter="wipe(left)">
                                      <p:cBhvr>
                                        <p:cTn id="34" dur="2000"/>
                                        <p:tgtEl>
                                          <p:spTgt spid="8"/>
                                        </p:tgtEl>
                                      </p:cBhvr>
                                    </p:animEffect>
                                  </p:childTnLst>
                                </p:cTn>
                              </p:par>
                            </p:childTnLst>
                          </p:cTn>
                        </p:par>
                        <p:par>
                          <p:cTn id="35" fill="hold">
                            <p:stCondLst>
                              <p:cond delay="4000"/>
                            </p:stCondLst>
                            <p:childTnLst>
                              <p:par>
                                <p:cTn id="36" presetID="22" presetClass="entr" presetSubtype="8" fill="hold" grpId="0" nodeType="afterEffect">
                                  <p:stCondLst>
                                    <p:cond delay="0"/>
                                  </p:stCondLst>
                                  <p:childTnLst>
                                    <p:set>
                                      <p:cBhvr>
                                        <p:cTn id="37" dur="1" fill="hold">
                                          <p:stCondLst>
                                            <p:cond delay="0"/>
                                          </p:stCondLst>
                                        </p:cTn>
                                        <p:tgtEl>
                                          <p:spTgt spid="9"/>
                                        </p:tgtEl>
                                        <p:attrNameLst>
                                          <p:attrName>style.visibility</p:attrName>
                                        </p:attrNameLst>
                                      </p:cBhvr>
                                      <p:to>
                                        <p:strVal val="visible"/>
                                      </p:to>
                                    </p:set>
                                    <p:animEffect transition="in" filter="wipe(left)">
                                      <p:cBhvr>
                                        <p:cTn id="38" dur="2000"/>
                                        <p:tgtEl>
                                          <p:spTgt spid="9"/>
                                        </p:tgtEl>
                                      </p:cBhvr>
                                    </p:animEffect>
                                  </p:childTnLst>
                                </p:cTn>
                              </p:par>
                            </p:childTnLst>
                          </p:cTn>
                        </p:par>
                        <p:par>
                          <p:cTn id="39" fill="hold">
                            <p:stCondLst>
                              <p:cond delay="6000"/>
                            </p:stCondLst>
                            <p:childTnLst>
                              <p:par>
                                <p:cTn id="40" presetID="22" presetClass="entr" presetSubtype="8" fill="hold" grpId="0" nodeType="afterEffect">
                                  <p:stCondLst>
                                    <p:cond delay="0"/>
                                  </p:stCondLst>
                                  <p:childTnLst>
                                    <p:set>
                                      <p:cBhvr>
                                        <p:cTn id="41" dur="1" fill="hold">
                                          <p:stCondLst>
                                            <p:cond delay="0"/>
                                          </p:stCondLst>
                                        </p:cTn>
                                        <p:tgtEl>
                                          <p:spTgt spid="10"/>
                                        </p:tgtEl>
                                        <p:attrNameLst>
                                          <p:attrName>style.visibility</p:attrName>
                                        </p:attrNameLst>
                                      </p:cBhvr>
                                      <p:to>
                                        <p:strVal val="visible"/>
                                      </p:to>
                                    </p:set>
                                    <p:animEffect transition="in" filter="wipe(left)">
                                      <p:cBhvr>
                                        <p:cTn id="42" dur="2000"/>
                                        <p:tgtEl>
                                          <p:spTgt spid="10"/>
                                        </p:tgtEl>
                                      </p:cBhvr>
                                    </p:animEffect>
                                  </p:childTnLst>
                                </p:cTn>
                              </p:par>
                            </p:childTnLst>
                          </p:cTn>
                        </p:par>
                      </p:childTnLst>
                    </p:cTn>
                  </p:par>
                  <p:par>
                    <p:cTn id="43" fill="hold">
                      <p:stCondLst>
                        <p:cond delay="indefinite"/>
                      </p:stCondLst>
                      <p:childTnLst>
                        <p:par>
                          <p:cTn id="44" fill="hold">
                            <p:stCondLst>
                              <p:cond delay="0"/>
                            </p:stCondLst>
                            <p:childTnLst>
                              <p:par>
                                <p:cTn id="45" presetID="22" presetClass="entr" presetSubtype="1" fill="hold" grpId="0" nodeType="clickEffect">
                                  <p:stCondLst>
                                    <p:cond delay="0"/>
                                  </p:stCondLst>
                                  <p:childTnLst>
                                    <p:set>
                                      <p:cBhvr>
                                        <p:cTn id="46" dur="1" fill="hold">
                                          <p:stCondLst>
                                            <p:cond delay="0"/>
                                          </p:stCondLst>
                                        </p:cTn>
                                        <p:tgtEl>
                                          <p:spTgt spid="12"/>
                                        </p:tgtEl>
                                        <p:attrNameLst>
                                          <p:attrName>style.visibility</p:attrName>
                                        </p:attrNameLst>
                                      </p:cBhvr>
                                      <p:to>
                                        <p:strVal val="visible"/>
                                      </p:to>
                                    </p:set>
                                    <p:animEffect transition="in" filter="wipe(up)">
                                      <p:cBhvr>
                                        <p:cTn id="47" dur="2000"/>
                                        <p:tgtEl>
                                          <p:spTgt spid="12"/>
                                        </p:tgtEl>
                                      </p:cBhvr>
                                    </p:animEffect>
                                  </p:childTnLst>
                                </p:cTn>
                              </p:par>
                            </p:childTnLst>
                          </p:cTn>
                        </p:par>
                      </p:childTnLst>
                    </p:cTn>
                  </p:par>
                  <p:par>
                    <p:cTn id="48" fill="hold">
                      <p:stCondLst>
                        <p:cond delay="indefinite"/>
                      </p:stCondLst>
                      <p:childTnLst>
                        <p:par>
                          <p:cTn id="49" fill="hold">
                            <p:stCondLst>
                              <p:cond delay="0"/>
                            </p:stCondLst>
                            <p:childTnLst>
                              <p:par>
                                <p:cTn id="50" presetID="22" presetClass="entr" presetSubtype="8" fill="hold" grpId="0" nodeType="clickEffect">
                                  <p:stCondLst>
                                    <p:cond delay="0"/>
                                  </p:stCondLst>
                                  <p:childTnLst>
                                    <p:set>
                                      <p:cBhvr>
                                        <p:cTn id="51" dur="1" fill="hold">
                                          <p:stCondLst>
                                            <p:cond delay="0"/>
                                          </p:stCondLst>
                                        </p:cTn>
                                        <p:tgtEl>
                                          <p:spTgt spid="16"/>
                                        </p:tgtEl>
                                        <p:attrNameLst>
                                          <p:attrName>style.visibility</p:attrName>
                                        </p:attrNameLst>
                                      </p:cBhvr>
                                      <p:to>
                                        <p:strVal val="visible"/>
                                      </p:to>
                                    </p:set>
                                    <p:animEffect transition="in" filter="wipe(left)">
                                      <p:cBhvr>
                                        <p:cTn id="52" dur="1000"/>
                                        <p:tgtEl>
                                          <p:spTgt spid="16"/>
                                        </p:tgtEl>
                                      </p:cBhvr>
                                    </p:animEffect>
                                  </p:childTnLst>
                                </p:cTn>
                              </p:par>
                            </p:childTnLst>
                          </p:cTn>
                        </p:par>
                        <p:par>
                          <p:cTn id="53" fill="hold">
                            <p:stCondLst>
                              <p:cond delay="1000"/>
                            </p:stCondLst>
                            <p:childTnLst>
                              <p:par>
                                <p:cTn id="54" presetID="22" presetClass="entr" presetSubtype="1" fill="hold" nodeType="afterEffect">
                                  <p:stCondLst>
                                    <p:cond delay="0"/>
                                  </p:stCondLst>
                                  <p:childTnLst>
                                    <p:set>
                                      <p:cBhvr>
                                        <p:cTn id="55" dur="1" fill="hold">
                                          <p:stCondLst>
                                            <p:cond delay="0"/>
                                          </p:stCondLst>
                                        </p:cTn>
                                        <p:tgtEl>
                                          <p:spTgt spid="15"/>
                                        </p:tgtEl>
                                        <p:attrNameLst>
                                          <p:attrName>style.visibility</p:attrName>
                                        </p:attrNameLst>
                                      </p:cBhvr>
                                      <p:to>
                                        <p:strVal val="visible"/>
                                      </p:to>
                                    </p:set>
                                    <p:animEffect transition="in" filter="wipe(up)">
                                      <p:cBhvr>
                                        <p:cTn id="56" dur="2000"/>
                                        <p:tgtEl>
                                          <p:spTgt spid="15"/>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p:bldP spid="6" grpId="0"/>
      <p:bldP spid="7" grpId="0" animBg="1"/>
      <p:bldP spid="8" grpId="0" animBg="1"/>
      <p:bldP spid="9" grpId="0" animBg="1"/>
      <p:bldP spid="10" grpId="0" animBg="1"/>
      <p:bldP spid="11" grpId="0" animBg="1"/>
      <p:bldP spid="12" grpId="0" animBg="1"/>
      <p:bldP spid="16" grpId="0" animBg="1"/>
    </p:bldLst>
  </p:timing>
</p:sld>
</file>

<file path=ppt/slides/slide63.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6C99C3A-A6F0-6A47-0FA8-325C285BA925}"/>
              </a:ext>
            </a:extLst>
          </p:cNvPr>
          <p:cNvSpPr>
            <a:spLocks noGrp="1"/>
          </p:cNvSpPr>
          <p:nvPr>
            <p:ph type="title"/>
          </p:nvPr>
        </p:nvSpPr>
        <p:spPr/>
        <p:txBody>
          <a:bodyPr/>
          <a:lstStyle/>
          <a:p>
            <a:r>
              <a:rPr lang="en-GB" dirty="0"/>
              <a:t>GROUP BY – Example</a:t>
            </a:r>
          </a:p>
        </p:txBody>
      </p:sp>
      <p:graphicFrame>
        <p:nvGraphicFramePr>
          <p:cNvPr id="3" name="Table 2">
            <a:extLst>
              <a:ext uri="{FF2B5EF4-FFF2-40B4-BE49-F238E27FC236}">
                <a16:creationId xmlns:a16="http://schemas.microsoft.com/office/drawing/2014/main" id="{101BDBD7-AA23-4AC9-94B1-A7B6B7AC14B5}"/>
              </a:ext>
            </a:extLst>
          </p:cNvPr>
          <p:cNvGraphicFramePr>
            <a:graphicFrameLocks noGrp="1"/>
          </p:cNvGraphicFramePr>
          <p:nvPr/>
        </p:nvGraphicFramePr>
        <p:xfrm>
          <a:off x="838200" y="2875212"/>
          <a:ext cx="4898518" cy="3813810"/>
        </p:xfrm>
        <a:graphic>
          <a:graphicData uri="http://schemas.openxmlformats.org/drawingml/2006/table">
            <a:tbl>
              <a:tblPr firstRow="1" bandRow="1">
                <a:tableStyleId>{B301B821-A1FF-4177-AEE7-76D212191A09}</a:tableStyleId>
              </a:tblPr>
              <a:tblGrid>
                <a:gridCol w="739331">
                  <a:extLst>
                    <a:ext uri="{9D8B030D-6E8A-4147-A177-3AD203B41FA5}">
                      <a16:colId xmlns:a16="http://schemas.microsoft.com/office/drawing/2014/main" val="866038445"/>
                    </a:ext>
                  </a:extLst>
                </a:gridCol>
                <a:gridCol w="1075436">
                  <a:extLst>
                    <a:ext uri="{9D8B030D-6E8A-4147-A177-3AD203B41FA5}">
                      <a16:colId xmlns:a16="http://schemas.microsoft.com/office/drawing/2014/main" val="2736949927"/>
                    </a:ext>
                  </a:extLst>
                </a:gridCol>
                <a:gridCol w="1397000">
                  <a:extLst>
                    <a:ext uri="{9D8B030D-6E8A-4147-A177-3AD203B41FA5}">
                      <a16:colId xmlns:a16="http://schemas.microsoft.com/office/drawing/2014/main" val="3964339028"/>
                    </a:ext>
                  </a:extLst>
                </a:gridCol>
                <a:gridCol w="782638">
                  <a:extLst>
                    <a:ext uri="{9D8B030D-6E8A-4147-A177-3AD203B41FA5}">
                      <a16:colId xmlns:a16="http://schemas.microsoft.com/office/drawing/2014/main" val="2763166923"/>
                    </a:ext>
                  </a:extLst>
                </a:gridCol>
                <a:gridCol w="904113">
                  <a:extLst>
                    <a:ext uri="{9D8B030D-6E8A-4147-A177-3AD203B41FA5}">
                      <a16:colId xmlns:a16="http://schemas.microsoft.com/office/drawing/2014/main" val="1958612005"/>
                    </a:ext>
                  </a:extLst>
                </a:gridCol>
              </a:tblGrid>
              <a:tr h="0">
                <a:tc>
                  <a:txBody>
                    <a:bodyPr/>
                    <a:lstStyle/>
                    <a:p>
                      <a:pPr algn="l"/>
                      <a:r>
                        <a:rPr lang="en-GB" sz="1800" b="0" i="0" dirty="0">
                          <a:solidFill>
                            <a:srgbClr val="F0F0F0"/>
                          </a:solidFill>
                          <a:effectLst/>
                          <a:latin typeface="+mn-lt"/>
                        </a:rPr>
                        <a:t>laptop</a:t>
                      </a:r>
                    </a:p>
                  </a:txBody>
                  <a:tcPr marL="9525" marR="9525" marT="9525" marB="9525" anchor="ctr"/>
                </a:tc>
                <a:tc>
                  <a:txBody>
                    <a:bodyPr/>
                    <a:lstStyle/>
                    <a:p>
                      <a:pPr algn="l"/>
                      <a:r>
                        <a:rPr lang="en-GB" sz="1800" b="0" i="0" dirty="0">
                          <a:solidFill>
                            <a:srgbClr val="F0F0F0"/>
                          </a:solidFill>
                          <a:effectLst/>
                          <a:latin typeface="+mn-lt"/>
                        </a:rPr>
                        <a:t>make</a:t>
                      </a:r>
                    </a:p>
                  </a:txBody>
                  <a:tcPr marL="9525" marR="9525" marT="9525" marB="9525" anchor="ctr"/>
                </a:tc>
                <a:tc>
                  <a:txBody>
                    <a:bodyPr/>
                    <a:lstStyle/>
                    <a:p>
                      <a:pPr algn="l"/>
                      <a:r>
                        <a:rPr lang="en-GB" sz="1800" b="0" i="0" dirty="0">
                          <a:solidFill>
                            <a:srgbClr val="F0F0F0"/>
                          </a:solidFill>
                          <a:effectLst/>
                          <a:latin typeface="+mn-lt"/>
                        </a:rPr>
                        <a:t>model</a:t>
                      </a:r>
                    </a:p>
                  </a:txBody>
                  <a:tcPr marL="9525" marR="9525" marT="9525" marB="9525" anchor="ctr"/>
                </a:tc>
                <a:tc>
                  <a:txBody>
                    <a:bodyPr/>
                    <a:lstStyle/>
                    <a:p>
                      <a:pPr algn="l"/>
                      <a:r>
                        <a:rPr lang="en-GB" sz="1800" b="0" i="0" dirty="0">
                          <a:solidFill>
                            <a:srgbClr val="F0F0F0"/>
                          </a:solidFill>
                          <a:effectLst/>
                          <a:latin typeface="+mn-lt"/>
                        </a:rPr>
                        <a:t>value</a:t>
                      </a:r>
                    </a:p>
                  </a:txBody>
                  <a:tcPr marL="9525" marR="9525" marT="9525" marB="9525" anchor="ctr"/>
                </a:tc>
                <a:tc>
                  <a:txBody>
                    <a:bodyPr/>
                    <a:lstStyle/>
                    <a:p>
                      <a:pPr algn="l"/>
                      <a:r>
                        <a:rPr lang="en-GB" sz="1800" b="0" i="0" dirty="0">
                          <a:solidFill>
                            <a:srgbClr val="F0F0F0"/>
                          </a:solidFill>
                          <a:effectLst/>
                          <a:latin typeface="+mn-lt"/>
                        </a:rPr>
                        <a:t>working</a:t>
                      </a:r>
                    </a:p>
                  </a:txBody>
                  <a:tcPr marL="9525" marR="9525" marT="9525" marB="9525" anchor="ctr"/>
                </a:tc>
                <a:extLst>
                  <a:ext uri="{0D108BD9-81ED-4DB2-BD59-A6C34878D82A}">
                    <a16:rowId xmlns:a16="http://schemas.microsoft.com/office/drawing/2014/main" val="1093439174"/>
                  </a:ext>
                </a:extLst>
              </a:tr>
              <a:tr h="0">
                <a:tc>
                  <a:txBody>
                    <a:bodyPr/>
                    <a:lstStyle/>
                    <a:p>
                      <a:pPr algn="l"/>
                      <a:r>
                        <a:rPr lang="en-GB" sz="1800" b="0" dirty="0">
                          <a:solidFill>
                            <a:schemeClr val="tx1"/>
                          </a:solidFill>
                          <a:effectLst/>
                          <a:latin typeface="+mn-lt"/>
                        </a:rPr>
                        <a:t>1</a:t>
                      </a:r>
                      <a:endParaRPr lang="en-GB" sz="1800" b="0" i="0" dirty="0">
                        <a:solidFill>
                          <a:schemeClr val="tx1"/>
                        </a:solidFill>
                        <a:effectLst/>
                        <a:latin typeface="+mn-lt"/>
                      </a:endParaRPr>
                    </a:p>
                  </a:txBody>
                  <a:tcPr marL="9525" marR="9525" marT="9525" marB="9525" anchor="ctr"/>
                </a:tc>
                <a:tc>
                  <a:txBody>
                    <a:bodyPr/>
                    <a:lstStyle/>
                    <a:p>
                      <a:pPr algn="l"/>
                      <a:r>
                        <a:rPr lang="en-GB" sz="1800" b="0" dirty="0">
                          <a:solidFill>
                            <a:schemeClr val="tx1"/>
                          </a:solidFill>
                          <a:effectLst/>
                          <a:latin typeface="+mn-lt"/>
                        </a:rPr>
                        <a:t>HP</a:t>
                      </a:r>
                      <a:endParaRPr lang="en-GB" sz="1800" b="0" i="0" dirty="0">
                        <a:solidFill>
                          <a:schemeClr val="tx1"/>
                        </a:solidFill>
                        <a:effectLst/>
                        <a:latin typeface="+mn-lt"/>
                      </a:endParaRPr>
                    </a:p>
                  </a:txBody>
                  <a:tcPr marL="9525" marR="9525" marT="9525" marB="9525" anchor="ctr"/>
                </a:tc>
                <a:tc>
                  <a:txBody>
                    <a:bodyPr/>
                    <a:lstStyle/>
                    <a:p>
                      <a:pPr algn="l"/>
                      <a:r>
                        <a:rPr lang="en-GB" sz="1800" b="0" dirty="0">
                          <a:solidFill>
                            <a:schemeClr val="tx1"/>
                          </a:solidFill>
                          <a:effectLst/>
                          <a:latin typeface="+mn-lt"/>
                        </a:rPr>
                        <a:t>Spectre</a:t>
                      </a:r>
                      <a:endParaRPr lang="en-GB" sz="1800" b="0" i="0" dirty="0">
                        <a:solidFill>
                          <a:schemeClr val="tx1"/>
                        </a:solidFill>
                        <a:effectLst/>
                        <a:latin typeface="+mn-lt"/>
                      </a:endParaRPr>
                    </a:p>
                  </a:txBody>
                  <a:tcPr marL="9525" marR="9525" marT="9525" marB="9525" anchor="ctr"/>
                </a:tc>
                <a:tc>
                  <a:txBody>
                    <a:bodyPr/>
                    <a:lstStyle/>
                    <a:p>
                      <a:pPr algn="l"/>
                      <a:r>
                        <a:rPr lang="en-GB" sz="1800" b="0">
                          <a:solidFill>
                            <a:schemeClr val="tx1"/>
                          </a:solidFill>
                          <a:effectLst/>
                          <a:latin typeface="+mn-lt"/>
                        </a:rPr>
                        <a:t>1700.0</a:t>
                      </a:r>
                      <a:endParaRPr lang="en-GB" sz="1800" b="0" i="0">
                        <a:solidFill>
                          <a:schemeClr val="tx1"/>
                        </a:solidFill>
                        <a:effectLst/>
                        <a:latin typeface="+mn-lt"/>
                      </a:endParaRPr>
                    </a:p>
                  </a:txBody>
                  <a:tcPr marL="9525" marR="9525" marT="9525" marB="9525" anchor="ctr"/>
                </a:tc>
                <a:tc>
                  <a:txBody>
                    <a:bodyPr/>
                    <a:lstStyle/>
                    <a:p>
                      <a:pPr algn="l"/>
                      <a:r>
                        <a:rPr lang="en-GB" sz="1800" b="0" i="0" dirty="0">
                          <a:solidFill>
                            <a:schemeClr val="tx1"/>
                          </a:solidFill>
                          <a:effectLst/>
                          <a:latin typeface="+mn-lt"/>
                        </a:rPr>
                        <a:t>TRUE</a:t>
                      </a:r>
                    </a:p>
                  </a:txBody>
                  <a:tcPr marL="9525" marR="9525" marT="9525" marB="9525" anchor="ctr"/>
                </a:tc>
                <a:extLst>
                  <a:ext uri="{0D108BD9-81ED-4DB2-BD59-A6C34878D82A}">
                    <a16:rowId xmlns:a16="http://schemas.microsoft.com/office/drawing/2014/main" val="4063073802"/>
                  </a:ext>
                </a:extLst>
              </a:tr>
              <a:tr h="0">
                <a:tc>
                  <a:txBody>
                    <a:bodyPr/>
                    <a:lstStyle/>
                    <a:p>
                      <a:pPr algn="l"/>
                      <a:r>
                        <a:rPr lang="en-GB" sz="1800" b="0">
                          <a:solidFill>
                            <a:schemeClr val="tx1"/>
                          </a:solidFill>
                          <a:effectLst/>
                          <a:latin typeface="+mn-lt"/>
                        </a:rPr>
                        <a:t>2</a:t>
                      </a:r>
                      <a:endParaRPr lang="en-GB" sz="1800" b="0" i="0">
                        <a:solidFill>
                          <a:schemeClr val="tx1"/>
                        </a:solidFill>
                        <a:effectLst/>
                        <a:latin typeface="+mn-lt"/>
                      </a:endParaRPr>
                    </a:p>
                  </a:txBody>
                  <a:tcPr marL="9525" marR="9525" marT="9525" marB="9525" anchor="ctr"/>
                </a:tc>
                <a:tc>
                  <a:txBody>
                    <a:bodyPr/>
                    <a:lstStyle/>
                    <a:p>
                      <a:pPr algn="l"/>
                      <a:r>
                        <a:rPr lang="en-GB" sz="1800" b="0" dirty="0">
                          <a:solidFill>
                            <a:schemeClr val="tx1"/>
                          </a:solidFill>
                          <a:effectLst/>
                          <a:latin typeface="+mn-lt"/>
                        </a:rPr>
                        <a:t>Dell</a:t>
                      </a:r>
                      <a:endParaRPr lang="en-GB" sz="1800" b="0" i="0" dirty="0">
                        <a:solidFill>
                          <a:schemeClr val="tx1"/>
                        </a:solidFill>
                        <a:effectLst/>
                        <a:latin typeface="+mn-lt"/>
                      </a:endParaRPr>
                    </a:p>
                  </a:txBody>
                  <a:tcPr marL="9525" marR="9525" marT="9525" marB="9525" anchor="ctr"/>
                </a:tc>
                <a:tc>
                  <a:txBody>
                    <a:bodyPr/>
                    <a:lstStyle/>
                    <a:p>
                      <a:pPr algn="l"/>
                      <a:r>
                        <a:rPr lang="en-GB" sz="1800" b="0" dirty="0">
                          <a:solidFill>
                            <a:schemeClr val="tx1"/>
                          </a:solidFill>
                          <a:effectLst/>
                          <a:latin typeface="+mn-lt"/>
                        </a:rPr>
                        <a:t>Latitude</a:t>
                      </a:r>
                      <a:endParaRPr lang="en-GB" sz="1800" b="0" i="0" dirty="0">
                        <a:solidFill>
                          <a:schemeClr val="tx1"/>
                        </a:solidFill>
                        <a:effectLst/>
                        <a:latin typeface="+mn-lt"/>
                      </a:endParaRPr>
                    </a:p>
                  </a:txBody>
                  <a:tcPr marL="9525" marR="9525" marT="9525" marB="9525" anchor="ctr"/>
                </a:tc>
                <a:tc>
                  <a:txBody>
                    <a:bodyPr/>
                    <a:lstStyle/>
                    <a:p>
                      <a:pPr algn="l"/>
                      <a:r>
                        <a:rPr lang="en-GB" sz="1800" b="0">
                          <a:solidFill>
                            <a:schemeClr val="tx1"/>
                          </a:solidFill>
                          <a:effectLst/>
                          <a:latin typeface="+mn-lt"/>
                        </a:rPr>
                        <a:t>800.0</a:t>
                      </a:r>
                      <a:endParaRPr lang="en-GB" sz="1800" b="0" i="0">
                        <a:solidFill>
                          <a:schemeClr val="tx1"/>
                        </a:solidFill>
                        <a:effectLst/>
                        <a:latin typeface="+mn-lt"/>
                      </a:endParaRPr>
                    </a:p>
                  </a:txBody>
                  <a:tcPr marL="9525" marR="9525" marT="9525" marB="9525" anchor="ctr"/>
                </a:tc>
                <a:tc>
                  <a:txBody>
                    <a:bodyPr/>
                    <a:lstStyle/>
                    <a:p>
                      <a:pPr algn="l"/>
                      <a:r>
                        <a:rPr lang="en-GB" sz="1800" b="0" i="0" dirty="0">
                          <a:solidFill>
                            <a:schemeClr val="tx1"/>
                          </a:solidFill>
                          <a:effectLst/>
                          <a:latin typeface="+mn-lt"/>
                        </a:rPr>
                        <a:t>TRUE</a:t>
                      </a:r>
                    </a:p>
                  </a:txBody>
                  <a:tcPr marL="9525" marR="9525" marT="9525" marB="9525" anchor="ctr"/>
                </a:tc>
                <a:extLst>
                  <a:ext uri="{0D108BD9-81ED-4DB2-BD59-A6C34878D82A}">
                    <a16:rowId xmlns:a16="http://schemas.microsoft.com/office/drawing/2014/main" val="232141973"/>
                  </a:ext>
                </a:extLst>
              </a:tr>
              <a:tr h="0">
                <a:tc>
                  <a:txBody>
                    <a:bodyPr/>
                    <a:lstStyle/>
                    <a:p>
                      <a:pPr algn="l"/>
                      <a:r>
                        <a:rPr lang="en-GB" sz="1800" b="0">
                          <a:solidFill>
                            <a:schemeClr val="tx1"/>
                          </a:solidFill>
                          <a:effectLst/>
                          <a:latin typeface="+mn-lt"/>
                        </a:rPr>
                        <a:t>3</a:t>
                      </a:r>
                      <a:endParaRPr lang="en-GB" sz="1800" b="0" i="0">
                        <a:solidFill>
                          <a:schemeClr val="tx1"/>
                        </a:solidFill>
                        <a:effectLst/>
                        <a:latin typeface="+mn-lt"/>
                      </a:endParaRPr>
                    </a:p>
                  </a:txBody>
                  <a:tcPr marL="9525" marR="9525" marT="9525" marB="9525" anchor="ctr"/>
                </a:tc>
                <a:tc>
                  <a:txBody>
                    <a:bodyPr/>
                    <a:lstStyle/>
                    <a:p>
                      <a:pPr algn="l"/>
                      <a:r>
                        <a:rPr lang="en-GB" sz="1800" b="0" dirty="0">
                          <a:solidFill>
                            <a:schemeClr val="tx1"/>
                          </a:solidFill>
                          <a:effectLst/>
                          <a:latin typeface="+mn-lt"/>
                        </a:rPr>
                        <a:t>Microsoft</a:t>
                      </a:r>
                      <a:endParaRPr lang="en-GB" sz="1800" b="0" i="0" dirty="0">
                        <a:solidFill>
                          <a:schemeClr val="tx1"/>
                        </a:solidFill>
                        <a:effectLst/>
                        <a:latin typeface="+mn-lt"/>
                      </a:endParaRPr>
                    </a:p>
                  </a:txBody>
                  <a:tcPr marL="9525" marR="9525" marT="9525" marB="9525" anchor="ctr"/>
                </a:tc>
                <a:tc>
                  <a:txBody>
                    <a:bodyPr/>
                    <a:lstStyle/>
                    <a:p>
                      <a:pPr algn="l"/>
                      <a:r>
                        <a:rPr lang="en-GB" sz="1800" b="0" dirty="0">
                          <a:solidFill>
                            <a:schemeClr val="tx1"/>
                          </a:solidFill>
                          <a:effectLst/>
                          <a:latin typeface="+mn-lt"/>
                        </a:rPr>
                        <a:t>Surface</a:t>
                      </a:r>
                      <a:endParaRPr lang="en-GB" sz="1800" b="0" i="0" dirty="0">
                        <a:solidFill>
                          <a:schemeClr val="tx1"/>
                        </a:solidFill>
                        <a:effectLst/>
                        <a:latin typeface="+mn-lt"/>
                      </a:endParaRPr>
                    </a:p>
                  </a:txBody>
                  <a:tcPr marL="9525" marR="9525" marT="9525" marB="9525" anchor="ctr"/>
                </a:tc>
                <a:tc>
                  <a:txBody>
                    <a:bodyPr/>
                    <a:lstStyle/>
                    <a:p>
                      <a:pPr algn="l"/>
                      <a:r>
                        <a:rPr lang="en-GB" sz="1800" b="0" dirty="0">
                          <a:solidFill>
                            <a:schemeClr val="tx1"/>
                          </a:solidFill>
                          <a:effectLst/>
                          <a:latin typeface="+mn-lt"/>
                        </a:rPr>
                        <a:t>1850.0</a:t>
                      </a:r>
                      <a:endParaRPr lang="en-GB" sz="1800" b="0" i="0" dirty="0">
                        <a:solidFill>
                          <a:schemeClr val="tx1"/>
                        </a:solidFill>
                        <a:effectLst/>
                        <a:latin typeface="+mn-lt"/>
                      </a:endParaRPr>
                    </a:p>
                  </a:txBody>
                  <a:tcPr marL="9525" marR="9525" marT="9525" marB="9525" anchor="ctr"/>
                </a:tc>
                <a:tc>
                  <a:txBody>
                    <a:bodyPr/>
                    <a:lstStyle/>
                    <a:p>
                      <a:pPr algn="l"/>
                      <a:r>
                        <a:rPr lang="en-GB" sz="1800" b="0" i="0" dirty="0">
                          <a:solidFill>
                            <a:schemeClr val="tx1"/>
                          </a:solidFill>
                          <a:effectLst/>
                          <a:latin typeface="+mn-lt"/>
                        </a:rPr>
                        <a:t>FALSE</a:t>
                      </a:r>
                    </a:p>
                  </a:txBody>
                  <a:tcPr marL="9525" marR="9525" marT="9525" marB="9525" anchor="ctr"/>
                </a:tc>
                <a:extLst>
                  <a:ext uri="{0D108BD9-81ED-4DB2-BD59-A6C34878D82A}">
                    <a16:rowId xmlns:a16="http://schemas.microsoft.com/office/drawing/2014/main" val="46353142"/>
                  </a:ext>
                </a:extLst>
              </a:tr>
              <a:tr h="0">
                <a:tc>
                  <a:txBody>
                    <a:bodyPr/>
                    <a:lstStyle/>
                    <a:p>
                      <a:pPr algn="l"/>
                      <a:r>
                        <a:rPr lang="en-GB" sz="1800" b="0">
                          <a:solidFill>
                            <a:schemeClr val="tx1"/>
                          </a:solidFill>
                          <a:effectLst/>
                          <a:latin typeface="+mn-lt"/>
                        </a:rPr>
                        <a:t>4</a:t>
                      </a:r>
                      <a:endParaRPr lang="en-GB" sz="1800" b="0" i="0">
                        <a:solidFill>
                          <a:schemeClr val="tx1"/>
                        </a:solidFill>
                        <a:effectLst/>
                        <a:latin typeface="+mn-lt"/>
                      </a:endParaRPr>
                    </a:p>
                  </a:txBody>
                  <a:tcPr marL="9525" marR="9525" marT="9525" marB="9525" anchor="ctr"/>
                </a:tc>
                <a:tc>
                  <a:txBody>
                    <a:bodyPr/>
                    <a:lstStyle/>
                    <a:p>
                      <a:pPr algn="l"/>
                      <a:r>
                        <a:rPr lang="en-GB" sz="1800" b="0">
                          <a:solidFill>
                            <a:schemeClr val="tx1"/>
                          </a:solidFill>
                          <a:effectLst/>
                          <a:latin typeface="+mn-lt"/>
                        </a:rPr>
                        <a:t>Dell</a:t>
                      </a:r>
                      <a:endParaRPr lang="en-GB" sz="1800" b="0" i="0">
                        <a:solidFill>
                          <a:schemeClr val="tx1"/>
                        </a:solidFill>
                        <a:effectLst/>
                        <a:latin typeface="+mn-lt"/>
                      </a:endParaRPr>
                    </a:p>
                  </a:txBody>
                  <a:tcPr marL="9525" marR="9525" marT="9525" marB="9525" anchor="ctr"/>
                </a:tc>
                <a:tc>
                  <a:txBody>
                    <a:bodyPr/>
                    <a:lstStyle/>
                    <a:p>
                      <a:pPr algn="l"/>
                      <a:r>
                        <a:rPr lang="en-GB" sz="1800" b="0" dirty="0">
                          <a:solidFill>
                            <a:schemeClr val="tx1"/>
                          </a:solidFill>
                          <a:effectLst/>
                          <a:latin typeface="+mn-lt"/>
                        </a:rPr>
                        <a:t>Inspiron</a:t>
                      </a:r>
                      <a:endParaRPr lang="en-GB" sz="1800" b="0" i="0" dirty="0">
                        <a:solidFill>
                          <a:schemeClr val="tx1"/>
                        </a:solidFill>
                        <a:effectLst/>
                        <a:latin typeface="+mn-lt"/>
                      </a:endParaRPr>
                    </a:p>
                  </a:txBody>
                  <a:tcPr marL="9525" marR="9525" marT="9525" marB="9525" anchor="ctr"/>
                </a:tc>
                <a:tc>
                  <a:txBody>
                    <a:bodyPr/>
                    <a:lstStyle/>
                    <a:p>
                      <a:pPr algn="l"/>
                      <a:r>
                        <a:rPr lang="en-GB" sz="1800" b="0" dirty="0">
                          <a:solidFill>
                            <a:schemeClr val="tx1"/>
                          </a:solidFill>
                          <a:effectLst/>
                          <a:latin typeface="+mn-lt"/>
                        </a:rPr>
                        <a:t>350.0</a:t>
                      </a:r>
                      <a:endParaRPr lang="en-GB" sz="1800" b="0" i="0" dirty="0">
                        <a:solidFill>
                          <a:schemeClr val="tx1"/>
                        </a:solidFill>
                        <a:effectLst/>
                        <a:latin typeface="+mn-lt"/>
                      </a:endParaRPr>
                    </a:p>
                  </a:txBody>
                  <a:tcPr marL="9525" marR="9525" marT="9525" marB="9525" anchor="ctr"/>
                </a:tc>
                <a:tc>
                  <a:txBody>
                    <a:bodyPr/>
                    <a:lstStyle/>
                    <a:p>
                      <a:pPr algn="l"/>
                      <a:r>
                        <a:rPr lang="en-GB" sz="1800" b="0" i="0" dirty="0">
                          <a:solidFill>
                            <a:schemeClr val="tx1"/>
                          </a:solidFill>
                          <a:effectLst/>
                          <a:latin typeface="+mn-lt"/>
                        </a:rPr>
                        <a:t>FALSE</a:t>
                      </a:r>
                    </a:p>
                  </a:txBody>
                  <a:tcPr marL="9525" marR="9525" marT="9525" marB="9525" anchor="ctr"/>
                </a:tc>
                <a:extLst>
                  <a:ext uri="{0D108BD9-81ED-4DB2-BD59-A6C34878D82A}">
                    <a16:rowId xmlns:a16="http://schemas.microsoft.com/office/drawing/2014/main" val="2880612471"/>
                  </a:ext>
                </a:extLst>
              </a:tr>
              <a:tr h="0">
                <a:tc>
                  <a:txBody>
                    <a:bodyPr/>
                    <a:lstStyle/>
                    <a:p>
                      <a:pPr algn="l"/>
                      <a:r>
                        <a:rPr lang="en-GB" sz="1800" b="0">
                          <a:solidFill>
                            <a:schemeClr val="tx1"/>
                          </a:solidFill>
                          <a:effectLst/>
                          <a:latin typeface="+mn-lt"/>
                        </a:rPr>
                        <a:t>5</a:t>
                      </a:r>
                      <a:endParaRPr lang="en-GB" sz="1800" b="0" i="0">
                        <a:solidFill>
                          <a:schemeClr val="tx1"/>
                        </a:solidFill>
                        <a:effectLst/>
                        <a:latin typeface="+mn-lt"/>
                      </a:endParaRPr>
                    </a:p>
                  </a:txBody>
                  <a:tcPr marL="9525" marR="9525" marT="9525" marB="9525" anchor="ctr"/>
                </a:tc>
                <a:tc>
                  <a:txBody>
                    <a:bodyPr/>
                    <a:lstStyle/>
                    <a:p>
                      <a:pPr algn="l"/>
                      <a:r>
                        <a:rPr lang="en-GB" sz="1800" b="0">
                          <a:solidFill>
                            <a:schemeClr val="tx1"/>
                          </a:solidFill>
                          <a:effectLst/>
                          <a:latin typeface="+mn-lt"/>
                        </a:rPr>
                        <a:t>Microsoft</a:t>
                      </a:r>
                      <a:endParaRPr lang="en-GB" sz="1800" b="0" i="0">
                        <a:solidFill>
                          <a:schemeClr val="tx1"/>
                        </a:solidFill>
                        <a:effectLst/>
                        <a:latin typeface="+mn-lt"/>
                      </a:endParaRPr>
                    </a:p>
                  </a:txBody>
                  <a:tcPr marL="9525" marR="9525" marT="9525" marB="9525" anchor="ctr"/>
                </a:tc>
                <a:tc>
                  <a:txBody>
                    <a:bodyPr/>
                    <a:lstStyle/>
                    <a:p>
                      <a:pPr algn="l"/>
                      <a:r>
                        <a:rPr lang="en-GB" sz="1800" b="0" dirty="0">
                          <a:solidFill>
                            <a:schemeClr val="tx1"/>
                          </a:solidFill>
                          <a:effectLst/>
                          <a:latin typeface="+mn-lt"/>
                        </a:rPr>
                        <a:t>Surface Pro</a:t>
                      </a:r>
                      <a:endParaRPr lang="en-GB" sz="1800" b="0" i="0" dirty="0">
                        <a:solidFill>
                          <a:schemeClr val="tx1"/>
                        </a:solidFill>
                        <a:effectLst/>
                        <a:latin typeface="+mn-lt"/>
                      </a:endParaRPr>
                    </a:p>
                  </a:txBody>
                  <a:tcPr marL="9525" marR="9525" marT="9525" marB="9525" anchor="ctr"/>
                </a:tc>
                <a:tc>
                  <a:txBody>
                    <a:bodyPr/>
                    <a:lstStyle/>
                    <a:p>
                      <a:pPr algn="l"/>
                      <a:r>
                        <a:rPr lang="en-GB" sz="1800" b="0" dirty="0">
                          <a:solidFill>
                            <a:schemeClr val="tx1"/>
                          </a:solidFill>
                          <a:effectLst/>
                          <a:latin typeface="+mn-lt"/>
                        </a:rPr>
                        <a:t>1850.0</a:t>
                      </a:r>
                      <a:endParaRPr lang="en-GB" sz="1800" b="0" i="0" dirty="0">
                        <a:solidFill>
                          <a:schemeClr val="tx1"/>
                        </a:solidFill>
                        <a:effectLst/>
                        <a:latin typeface="+mn-lt"/>
                      </a:endParaRPr>
                    </a:p>
                  </a:txBody>
                  <a:tcPr marL="9525" marR="9525" marT="9525" marB="9525" anchor="ctr"/>
                </a:tc>
                <a:tc>
                  <a:txBody>
                    <a:bodyPr/>
                    <a:lstStyle/>
                    <a:p>
                      <a:pPr algn="l"/>
                      <a:r>
                        <a:rPr lang="en-GB" sz="1800" b="0" i="0" dirty="0">
                          <a:solidFill>
                            <a:schemeClr val="tx1"/>
                          </a:solidFill>
                          <a:effectLst/>
                          <a:latin typeface="+mn-lt"/>
                        </a:rPr>
                        <a:t>TRUE</a:t>
                      </a:r>
                    </a:p>
                  </a:txBody>
                  <a:tcPr marL="9525" marR="9525" marT="9525" marB="9525" anchor="ctr"/>
                </a:tc>
                <a:extLst>
                  <a:ext uri="{0D108BD9-81ED-4DB2-BD59-A6C34878D82A}">
                    <a16:rowId xmlns:a16="http://schemas.microsoft.com/office/drawing/2014/main" val="1531399705"/>
                  </a:ext>
                </a:extLst>
              </a:tr>
              <a:tr h="0">
                <a:tc>
                  <a:txBody>
                    <a:bodyPr/>
                    <a:lstStyle/>
                    <a:p>
                      <a:pPr algn="l"/>
                      <a:r>
                        <a:rPr lang="en-GB" sz="1800" b="0">
                          <a:solidFill>
                            <a:schemeClr val="tx1"/>
                          </a:solidFill>
                          <a:effectLst/>
                          <a:latin typeface="+mn-lt"/>
                        </a:rPr>
                        <a:t>6</a:t>
                      </a:r>
                      <a:endParaRPr lang="en-GB" sz="1800" b="0" i="0">
                        <a:solidFill>
                          <a:schemeClr val="tx1"/>
                        </a:solidFill>
                        <a:effectLst/>
                        <a:latin typeface="+mn-lt"/>
                      </a:endParaRPr>
                    </a:p>
                  </a:txBody>
                  <a:tcPr marL="9525" marR="9525" marT="9525" marB="9525" anchor="ctr"/>
                </a:tc>
                <a:tc>
                  <a:txBody>
                    <a:bodyPr/>
                    <a:lstStyle/>
                    <a:p>
                      <a:pPr algn="l"/>
                      <a:r>
                        <a:rPr lang="en-GB" sz="1800" b="0">
                          <a:solidFill>
                            <a:schemeClr val="tx1"/>
                          </a:solidFill>
                          <a:effectLst/>
                          <a:latin typeface="+mn-lt"/>
                        </a:rPr>
                        <a:t>Apple</a:t>
                      </a:r>
                      <a:endParaRPr lang="en-GB" sz="1800" b="0" i="0">
                        <a:solidFill>
                          <a:schemeClr val="tx1"/>
                        </a:solidFill>
                        <a:effectLst/>
                        <a:latin typeface="+mn-lt"/>
                      </a:endParaRPr>
                    </a:p>
                  </a:txBody>
                  <a:tcPr marL="9525" marR="9525" marT="9525" marB="9525" anchor="ctr"/>
                </a:tc>
                <a:tc>
                  <a:txBody>
                    <a:bodyPr/>
                    <a:lstStyle/>
                    <a:p>
                      <a:pPr algn="l"/>
                      <a:r>
                        <a:rPr lang="en-GB" sz="1800" b="0">
                          <a:solidFill>
                            <a:schemeClr val="tx1"/>
                          </a:solidFill>
                          <a:effectLst/>
                          <a:latin typeface="+mn-lt"/>
                        </a:rPr>
                        <a:t>MacBook Air</a:t>
                      </a:r>
                      <a:endParaRPr lang="en-GB" sz="1800" b="0" i="0">
                        <a:solidFill>
                          <a:schemeClr val="tx1"/>
                        </a:solidFill>
                        <a:effectLst/>
                        <a:latin typeface="+mn-lt"/>
                      </a:endParaRPr>
                    </a:p>
                  </a:txBody>
                  <a:tcPr marL="9525" marR="9525" marT="9525" marB="9525" anchor="ctr"/>
                </a:tc>
                <a:tc>
                  <a:txBody>
                    <a:bodyPr/>
                    <a:lstStyle/>
                    <a:p>
                      <a:pPr algn="l"/>
                      <a:r>
                        <a:rPr lang="en-GB" sz="1800" b="0" dirty="0">
                          <a:solidFill>
                            <a:schemeClr val="tx1"/>
                          </a:solidFill>
                          <a:effectLst/>
                          <a:latin typeface="+mn-lt"/>
                        </a:rPr>
                        <a:t>1300.0</a:t>
                      </a:r>
                      <a:endParaRPr lang="en-GB" sz="1800" b="0" i="0" dirty="0">
                        <a:solidFill>
                          <a:schemeClr val="tx1"/>
                        </a:solidFill>
                        <a:effectLst/>
                        <a:latin typeface="+mn-lt"/>
                      </a:endParaRPr>
                    </a:p>
                  </a:txBody>
                  <a:tcPr marL="9525" marR="9525" marT="9525" marB="9525" anchor="ctr"/>
                </a:tc>
                <a:tc>
                  <a:txBody>
                    <a:bodyPr/>
                    <a:lstStyle/>
                    <a:p>
                      <a:pPr algn="l"/>
                      <a:r>
                        <a:rPr lang="en-GB" sz="1800" b="0" i="0" dirty="0">
                          <a:solidFill>
                            <a:schemeClr val="tx1"/>
                          </a:solidFill>
                          <a:effectLst/>
                          <a:latin typeface="+mn-lt"/>
                        </a:rPr>
                        <a:t>TRUE</a:t>
                      </a:r>
                    </a:p>
                  </a:txBody>
                  <a:tcPr marL="9525" marR="9525" marT="9525" marB="9525" anchor="ctr"/>
                </a:tc>
                <a:extLst>
                  <a:ext uri="{0D108BD9-81ED-4DB2-BD59-A6C34878D82A}">
                    <a16:rowId xmlns:a16="http://schemas.microsoft.com/office/drawing/2014/main" val="1637238910"/>
                  </a:ext>
                </a:extLst>
              </a:tr>
              <a:tr h="0">
                <a:tc>
                  <a:txBody>
                    <a:bodyPr/>
                    <a:lstStyle/>
                    <a:p>
                      <a:pPr algn="l"/>
                      <a:r>
                        <a:rPr lang="en-GB" sz="1800" b="0">
                          <a:solidFill>
                            <a:schemeClr val="tx1"/>
                          </a:solidFill>
                          <a:effectLst/>
                          <a:latin typeface="+mn-lt"/>
                        </a:rPr>
                        <a:t>7</a:t>
                      </a:r>
                      <a:endParaRPr lang="en-GB" sz="1800" b="0" i="0">
                        <a:solidFill>
                          <a:schemeClr val="tx1"/>
                        </a:solidFill>
                        <a:effectLst/>
                        <a:latin typeface="+mn-lt"/>
                      </a:endParaRPr>
                    </a:p>
                  </a:txBody>
                  <a:tcPr marL="9525" marR="9525" marT="9525" marB="9525" anchor="ctr"/>
                </a:tc>
                <a:tc>
                  <a:txBody>
                    <a:bodyPr/>
                    <a:lstStyle/>
                    <a:p>
                      <a:pPr algn="l"/>
                      <a:r>
                        <a:rPr lang="en-GB" sz="1800" b="0">
                          <a:solidFill>
                            <a:schemeClr val="tx1"/>
                          </a:solidFill>
                          <a:effectLst/>
                          <a:latin typeface="+mn-lt"/>
                        </a:rPr>
                        <a:t>HP</a:t>
                      </a:r>
                      <a:endParaRPr lang="en-GB" sz="1800" b="0" i="0">
                        <a:solidFill>
                          <a:schemeClr val="tx1"/>
                        </a:solidFill>
                        <a:effectLst/>
                        <a:latin typeface="+mn-lt"/>
                      </a:endParaRPr>
                    </a:p>
                  </a:txBody>
                  <a:tcPr marL="9525" marR="9525" marT="9525" marB="9525" anchor="ctr"/>
                </a:tc>
                <a:tc>
                  <a:txBody>
                    <a:bodyPr/>
                    <a:lstStyle/>
                    <a:p>
                      <a:pPr algn="l"/>
                      <a:r>
                        <a:rPr lang="en-GB" sz="1800" b="0">
                          <a:solidFill>
                            <a:schemeClr val="tx1"/>
                          </a:solidFill>
                          <a:effectLst/>
                          <a:latin typeface="+mn-lt"/>
                        </a:rPr>
                        <a:t>Envy</a:t>
                      </a:r>
                      <a:endParaRPr lang="en-GB" sz="1800" b="0" i="0">
                        <a:solidFill>
                          <a:schemeClr val="tx1"/>
                        </a:solidFill>
                        <a:effectLst/>
                        <a:latin typeface="+mn-lt"/>
                      </a:endParaRPr>
                    </a:p>
                  </a:txBody>
                  <a:tcPr marL="9525" marR="9525" marT="9525" marB="9525" anchor="ctr"/>
                </a:tc>
                <a:tc>
                  <a:txBody>
                    <a:bodyPr/>
                    <a:lstStyle/>
                    <a:p>
                      <a:pPr algn="l"/>
                      <a:r>
                        <a:rPr lang="en-GB" sz="1800" b="0" dirty="0">
                          <a:solidFill>
                            <a:schemeClr val="tx1"/>
                          </a:solidFill>
                          <a:effectLst/>
                          <a:latin typeface="+mn-lt"/>
                        </a:rPr>
                        <a:t>1200.0</a:t>
                      </a:r>
                      <a:endParaRPr lang="en-GB" sz="1800" b="0" i="0" dirty="0">
                        <a:solidFill>
                          <a:schemeClr val="tx1"/>
                        </a:solidFill>
                        <a:effectLst/>
                        <a:latin typeface="+mn-lt"/>
                      </a:endParaRPr>
                    </a:p>
                  </a:txBody>
                  <a:tcPr marL="9525" marR="9525" marT="9525" marB="9525" anchor="ctr"/>
                </a:tc>
                <a:tc>
                  <a:txBody>
                    <a:bodyPr/>
                    <a:lstStyle/>
                    <a:p>
                      <a:pPr algn="l"/>
                      <a:r>
                        <a:rPr lang="en-GB" sz="1800" b="0" i="0" dirty="0">
                          <a:solidFill>
                            <a:schemeClr val="tx1"/>
                          </a:solidFill>
                          <a:effectLst/>
                          <a:latin typeface="+mn-lt"/>
                        </a:rPr>
                        <a:t>TRUE</a:t>
                      </a:r>
                    </a:p>
                  </a:txBody>
                  <a:tcPr marL="9525" marR="9525" marT="9525" marB="9525" anchor="ctr"/>
                </a:tc>
                <a:extLst>
                  <a:ext uri="{0D108BD9-81ED-4DB2-BD59-A6C34878D82A}">
                    <a16:rowId xmlns:a16="http://schemas.microsoft.com/office/drawing/2014/main" val="3357449937"/>
                  </a:ext>
                </a:extLst>
              </a:tr>
              <a:tr h="0">
                <a:tc>
                  <a:txBody>
                    <a:bodyPr/>
                    <a:lstStyle/>
                    <a:p>
                      <a:pPr algn="l"/>
                      <a:r>
                        <a:rPr lang="en-GB" sz="1800" b="0">
                          <a:solidFill>
                            <a:schemeClr val="tx1"/>
                          </a:solidFill>
                          <a:effectLst/>
                          <a:latin typeface="+mn-lt"/>
                        </a:rPr>
                        <a:t>8</a:t>
                      </a:r>
                      <a:endParaRPr lang="en-GB" sz="1800" b="0" i="0">
                        <a:solidFill>
                          <a:schemeClr val="tx1"/>
                        </a:solidFill>
                        <a:effectLst/>
                        <a:latin typeface="+mn-lt"/>
                      </a:endParaRPr>
                    </a:p>
                  </a:txBody>
                  <a:tcPr marL="9525" marR="9525" marT="9525" marB="9525" anchor="ctr"/>
                </a:tc>
                <a:tc>
                  <a:txBody>
                    <a:bodyPr/>
                    <a:lstStyle/>
                    <a:p>
                      <a:pPr algn="l"/>
                      <a:r>
                        <a:rPr lang="en-GB" sz="1800" b="0">
                          <a:solidFill>
                            <a:schemeClr val="tx1"/>
                          </a:solidFill>
                          <a:effectLst/>
                          <a:latin typeface="+mn-lt"/>
                        </a:rPr>
                        <a:t>Microsoft</a:t>
                      </a:r>
                      <a:endParaRPr lang="en-GB" sz="1800" b="0" i="0">
                        <a:solidFill>
                          <a:schemeClr val="tx1"/>
                        </a:solidFill>
                        <a:effectLst/>
                        <a:latin typeface="+mn-lt"/>
                      </a:endParaRPr>
                    </a:p>
                  </a:txBody>
                  <a:tcPr marL="9525" marR="9525" marT="9525" marB="9525" anchor="ctr"/>
                </a:tc>
                <a:tc>
                  <a:txBody>
                    <a:bodyPr/>
                    <a:lstStyle/>
                    <a:p>
                      <a:pPr algn="l"/>
                      <a:r>
                        <a:rPr lang="en-GB" sz="1800" b="0">
                          <a:solidFill>
                            <a:schemeClr val="tx1"/>
                          </a:solidFill>
                          <a:effectLst/>
                          <a:latin typeface="+mn-lt"/>
                        </a:rPr>
                        <a:t>Surface</a:t>
                      </a:r>
                      <a:endParaRPr lang="en-GB" sz="1800" b="0" i="0">
                        <a:solidFill>
                          <a:schemeClr val="tx1"/>
                        </a:solidFill>
                        <a:effectLst/>
                        <a:latin typeface="+mn-lt"/>
                      </a:endParaRPr>
                    </a:p>
                  </a:txBody>
                  <a:tcPr marL="9525" marR="9525" marT="9525" marB="9525" anchor="ctr"/>
                </a:tc>
                <a:tc>
                  <a:txBody>
                    <a:bodyPr/>
                    <a:lstStyle/>
                    <a:p>
                      <a:pPr algn="l"/>
                      <a:r>
                        <a:rPr lang="en-GB" sz="1800" b="0" dirty="0">
                          <a:solidFill>
                            <a:schemeClr val="tx1"/>
                          </a:solidFill>
                          <a:effectLst/>
                          <a:latin typeface="+mn-lt"/>
                        </a:rPr>
                        <a:t>1850.0</a:t>
                      </a:r>
                      <a:endParaRPr lang="en-GB" sz="1800" b="0" i="0" dirty="0">
                        <a:solidFill>
                          <a:schemeClr val="tx1"/>
                        </a:solidFill>
                        <a:effectLst/>
                        <a:latin typeface="+mn-lt"/>
                      </a:endParaRPr>
                    </a:p>
                  </a:txBody>
                  <a:tcPr marL="9525" marR="9525" marT="9525" marB="9525" anchor="ctr"/>
                </a:tc>
                <a:tc>
                  <a:txBody>
                    <a:bodyPr/>
                    <a:lstStyle/>
                    <a:p>
                      <a:pPr algn="l"/>
                      <a:r>
                        <a:rPr lang="en-GB" sz="1800" b="0" i="0" dirty="0">
                          <a:solidFill>
                            <a:schemeClr val="tx1"/>
                          </a:solidFill>
                          <a:effectLst/>
                          <a:latin typeface="+mn-lt"/>
                        </a:rPr>
                        <a:t>TRUE</a:t>
                      </a:r>
                    </a:p>
                  </a:txBody>
                  <a:tcPr marL="9525" marR="9525" marT="9525" marB="9525" anchor="ctr"/>
                </a:tc>
                <a:extLst>
                  <a:ext uri="{0D108BD9-81ED-4DB2-BD59-A6C34878D82A}">
                    <a16:rowId xmlns:a16="http://schemas.microsoft.com/office/drawing/2014/main" val="3911998839"/>
                  </a:ext>
                </a:extLst>
              </a:tr>
              <a:tr h="0">
                <a:tc>
                  <a:txBody>
                    <a:bodyPr/>
                    <a:lstStyle/>
                    <a:p>
                      <a:pPr algn="l"/>
                      <a:r>
                        <a:rPr lang="en-GB" sz="1800" b="0" i="0" dirty="0">
                          <a:solidFill>
                            <a:schemeClr val="tx1"/>
                          </a:solidFill>
                          <a:effectLst/>
                          <a:latin typeface="+mn-lt"/>
                        </a:rPr>
                        <a:t>9</a:t>
                      </a:r>
                    </a:p>
                  </a:txBody>
                  <a:tcPr marL="9525" marR="9525" marT="9525" marB="9525" anchor="ctr"/>
                </a:tc>
                <a:tc>
                  <a:txBody>
                    <a:bodyPr/>
                    <a:lstStyle/>
                    <a:p>
                      <a:pPr algn="l"/>
                      <a:r>
                        <a:rPr lang="en-GB" sz="1800" b="0" i="0" dirty="0">
                          <a:solidFill>
                            <a:schemeClr val="tx1"/>
                          </a:solidFill>
                          <a:effectLst/>
                          <a:latin typeface="+mn-lt"/>
                        </a:rPr>
                        <a:t>Microsoft</a:t>
                      </a:r>
                    </a:p>
                  </a:txBody>
                  <a:tcPr marL="9525" marR="9525" marT="9525" marB="9525" anchor="ct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sz="1800" b="0" dirty="0">
                          <a:solidFill>
                            <a:schemeClr val="tx1"/>
                          </a:solidFill>
                          <a:effectLst/>
                          <a:latin typeface="+mn-lt"/>
                        </a:rPr>
                        <a:t>Surface Pro</a:t>
                      </a:r>
                      <a:endParaRPr lang="en-GB" sz="1800" b="0" i="0" dirty="0">
                        <a:solidFill>
                          <a:schemeClr val="tx1"/>
                        </a:solidFill>
                        <a:effectLst/>
                        <a:latin typeface="+mn-lt"/>
                      </a:endParaRPr>
                    </a:p>
                  </a:txBody>
                  <a:tcPr marL="9525" marR="9525" marT="9525" marB="9525" anchor="ctr"/>
                </a:tc>
                <a:tc>
                  <a:txBody>
                    <a:bodyPr/>
                    <a:lstStyle/>
                    <a:p>
                      <a:pPr algn="l"/>
                      <a:r>
                        <a:rPr lang="en-GB" sz="1800" b="0" i="0" dirty="0">
                          <a:solidFill>
                            <a:schemeClr val="tx1"/>
                          </a:solidFill>
                          <a:effectLst/>
                          <a:latin typeface="+mn-lt"/>
                        </a:rPr>
                        <a:t>1400.0</a:t>
                      </a:r>
                    </a:p>
                  </a:txBody>
                  <a:tcPr marL="9525" marR="9525" marT="9525" marB="9525" anchor="ctr"/>
                </a:tc>
                <a:tc>
                  <a:txBody>
                    <a:bodyPr/>
                    <a:lstStyle/>
                    <a:p>
                      <a:pPr algn="l"/>
                      <a:r>
                        <a:rPr lang="en-GB" sz="1800" b="0" i="0" dirty="0">
                          <a:solidFill>
                            <a:schemeClr val="tx1"/>
                          </a:solidFill>
                          <a:effectLst/>
                          <a:latin typeface="+mn-lt"/>
                        </a:rPr>
                        <a:t>TRUE</a:t>
                      </a:r>
                    </a:p>
                  </a:txBody>
                  <a:tcPr marL="9525" marR="9525" marT="9525" marB="9525" anchor="ctr"/>
                </a:tc>
                <a:extLst>
                  <a:ext uri="{0D108BD9-81ED-4DB2-BD59-A6C34878D82A}">
                    <a16:rowId xmlns:a16="http://schemas.microsoft.com/office/drawing/2014/main" val="3506707579"/>
                  </a:ext>
                </a:extLst>
              </a:tr>
              <a:tr h="0">
                <a:tc>
                  <a:txBody>
                    <a:bodyPr/>
                    <a:lstStyle/>
                    <a:p>
                      <a:pPr algn="l"/>
                      <a:r>
                        <a:rPr lang="en-GB" sz="1800" b="0" i="0" dirty="0">
                          <a:solidFill>
                            <a:schemeClr val="tx1"/>
                          </a:solidFill>
                          <a:effectLst/>
                          <a:latin typeface="+mn-lt"/>
                        </a:rPr>
                        <a:t>10</a:t>
                      </a:r>
                    </a:p>
                  </a:txBody>
                  <a:tcPr marL="9525" marR="9525" marT="9525" marB="9525" anchor="ctr"/>
                </a:tc>
                <a:tc>
                  <a:txBody>
                    <a:bodyPr/>
                    <a:lstStyle/>
                    <a:p>
                      <a:pPr algn="l"/>
                      <a:r>
                        <a:rPr lang="en-GB" sz="1800" b="0" i="0" dirty="0">
                          <a:solidFill>
                            <a:schemeClr val="tx1"/>
                          </a:solidFill>
                          <a:effectLst/>
                          <a:latin typeface="+mn-lt"/>
                        </a:rPr>
                        <a:t>Dell</a:t>
                      </a:r>
                    </a:p>
                  </a:txBody>
                  <a:tcPr marL="9525" marR="9525" marT="9525" marB="9525" anchor="ctr"/>
                </a:tc>
                <a:tc>
                  <a:txBody>
                    <a:bodyPr/>
                    <a:lstStyle/>
                    <a:p>
                      <a:pPr algn="l"/>
                      <a:r>
                        <a:rPr lang="en-GB" sz="1800" b="0" i="0" dirty="0">
                          <a:solidFill>
                            <a:schemeClr val="tx1"/>
                          </a:solidFill>
                          <a:effectLst/>
                          <a:latin typeface="+mn-lt"/>
                        </a:rPr>
                        <a:t>Inspiron</a:t>
                      </a:r>
                    </a:p>
                  </a:txBody>
                  <a:tcPr marL="9525" marR="9525" marT="9525" marB="9525" anchor="ctr"/>
                </a:tc>
                <a:tc>
                  <a:txBody>
                    <a:bodyPr/>
                    <a:lstStyle/>
                    <a:p>
                      <a:pPr algn="l"/>
                      <a:r>
                        <a:rPr lang="en-GB" sz="1800" b="0" i="0" dirty="0">
                          <a:solidFill>
                            <a:schemeClr val="tx1"/>
                          </a:solidFill>
                          <a:effectLst/>
                          <a:latin typeface="+mn-lt"/>
                        </a:rPr>
                        <a:t>450.0</a:t>
                      </a:r>
                    </a:p>
                  </a:txBody>
                  <a:tcPr marL="9525" marR="9525" marT="9525" marB="9525" anchor="ctr"/>
                </a:tc>
                <a:tc>
                  <a:txBody>
                    <a:bodyPr/>
                    <a:lstStyle/>
                    <a:p>
                      <a:pPr algn="l"/>
                      <a:r>
                        <a:rPr lang="en-GB" sz="1800" b="0" i="0" dirty="0">
                          <a:solidFill>
                            <a:schemeClr val="tx1"/>
                          </a:solidFill>
                          <a:effectLst/>
                          <a:latin typeface="+mn-lt"/>
                        </a:rPr>
                        <a:t>TRUE</a:t>
                      </a:r>
                    </a:p>
                  </a:txBody>
                  <a:tcPr marL="9525" marR="9525" marT="9525" marB="9525" anchor="ctr"/>
                </a:tc>
                <a:extLst>
                  <a:ext uri="{0D108BD9-81ED-4DB2-BD59-A6C34878D82A}">
                    <a16:rowId xmlns:a16="http://schemas.microsoft.com/office/drawing/2014/main" val="3082629249"/>
                  </a:ext>
                </a:extLst>
              </a:tr>
              <a:tr h="0">
                <a:tc>
                  <a:txBody>
                    <a:bodyPr/>
                    <a:lstStyle/>
                    <a:p>
                      <a:pPr algn="l"/>
                      <a:r>
                        <a:rPr lang="en-GB" sz="1800" b="0" i="0" dirty="0">
                          <a:solidFill>
                            <a:schemeClr val="tx1"/>
                          </a:solidFill>
                          <a:effectLst/>
                          <a:latin typeface="+mn-lt"/>
                        </a:rPr>
                        <a:t>11</a:t>
                      </a:r>
                    </a:p>
                  </a:txBody>
                  <a:tcPr marL="9525" marR="9525" marT="9525" marB="9525" anchor="ctr"/>
                </a:tc>
                <a:tc>
                  <a:txBody>
                    <a:bodyPr/>
                    <a:lstStyle/>
                    <a:p>
                      <a:pPr algn="l"/>
                      <a:r>
                        <a:rPr lang="en-GB" sz="1800" b="0" i="0" dirty="0">
                          <a:solidFill>
                            <a:schemeClr val="tx1"/>
                          </a:solidFill>
                          <a:effectLst/>
                          <a:latin typeface="+mn-lt"/>
                        </a:rPr>
                        <a:t>Dell</a:t>
                      </a:r>
                    </a:p>
                  </a:txBody>
                  <a:tcPr marL="9525" marR="9525" marT="9525" marB="9525" anchor="ctr"/>
                </a:tc>
                <a:tc>
                  <a:txBody>
                    <a:bodyPr/>
                    <a:lstStyle/>
                    <a:p>
                      <a:pPr algn="l"/>
                      <a:r>
                        <a:rPr lang="en-GB" sz="1800" b="0" i="0" dirty="0">
                          <a:solidFill>
                            <a:schemeClr val="tx1"/>
                          </a:solidFill>
                          <a:effectLst/>
                          <a:latin typeface="+mn-lt"/>
                        </a:rPr>
                        <a:t>Latitude</a:t>
                      </a:r>
                    </a:p>
                  </a:txBody>
                  <a:tcPr marL="9525" marR="9525" marT="9525" marB="9525" anchor="ctr"/>
                </a:tc>
                <a:tc>
                  <a:txBody>
                    <a:bodyPr/>
                    <a:lstStyle/>
                    <a:p>
                      <a:pPr algn="l"/>
                      <a:r>
                        <a:rPr lang="en-GB" sz="1800" b="0" i="0" dirty="0">
                          <a:solidFill>
                            <a:schemeClr val="tx1"/>
                          </a:solidFill>
                          <a:effectLst/>
                          <a:latin typeface="+mn-lt"/>
                        </a:rPr>
                        <a:t>1350.0</a:t>
                      </a:r>
                    </a:p>
                  </a:txBody>
                  <a:tcPr marL="9525" marR="9525" marT="9525" marB="9525" anchor="ctr"/>
                </a:tc>
                <a:tc>
                  <a:txBody>
                    <a:bodyPr/>
                    <a:lstStyle/>
                    <a:p>
                      <a:pPr algn="l"/>
                      <a:r>
                        <a:rPr lang="en-GB" sz="1800" b="0" i="0" dirty="0">
                          <a:solidFill>
                            <a:schemeClr val="tx1"/>
                          </a:solidFill>
                          <a:effectLst/>
                          <a:latin typeface="+mn-lt"/>
                        </a:rPr>
                        <a:t>FALSE</a:t>
                      </a:r>
                    </a:p>
                  </a:txBody>
                  <a:tcPr marL="9525" marR="9525" marT="9525" marB="9525" anchor="ctr"/>
                </a:tc>
                <a:extLst>
                  <a:ext uri="{0D108BD9-81ED-4DB2-BD59-A6C34878D82A}">
                    <a16:rowId xmlns:a16="http://schemas.microsoft.com/office/drawing/2014/main" val="2916729631"/>
                  </a:ext>
                </a:extLst>
              </a:tr>
              <a:tr h="0">
                <a:tc>
                  <a:txBody>
                    <a:bodyPr/>
                    <a:lstStyle/>
                    <a:p>
                      <a:pPr algn="l"/>
                      <a:r>
                        <a:rPr lang="en-GB" sz="1800" b="0" i="0" dirty="0">
                          <a:solidFill>
                            <a:schemeClr val="tx1"/>
                          </a:solidFill>
                          <a:effectLst/>
                          <a:latin typeface="+mn-lt"/>
                        </a:rPr>
                        <a:t>12</a:t>
                      </a:r>
                    </a:p>
                  </a:txBody>
                  <a:tcPr marL="9525" marR="9525" marT="9525" marB="9525" anchor="ctr"/>
                </a:tc>
                <a:tc>
                  <a:txBody>
                    <a:bodyPr/>
                    <a:lstStyle/>
                    <a:p>
                      <a:pPr algn="l"/>
                      <a:r>
                        <a:rPr lang="en-GB" sz="1800" b="0" i="0" dirty="0">
                          <a:solidFill>
                            <a:schemeClr val="tx1"/>
                          </a:solidFill>
                          <a:effectLst/>
                          <a:latin typeface="+mn-lt"/>
                        </a:rPr>
                        <a:t>Microsoft</a:t>
                      </a:r>
                    </a:p>
                  </a:txBody>
                  <a:tcPr marL="9525" marR="9525" marT="9525" marB="9525" anchor="ctr"/>
                </a:tc>
                <a:tc>
                  <a:txBody>
                    <a:bodyPr/>
                    <a:lstStyle/>
                    <a:p>
                      <a:pPr algn="l"/>
                      <a:r>
                        <a:rPr lang="en-GB" sz="1800" b="0" i="0" dirty="0">
                          <a:solidFill>
                            <a:schemeClr val="tx1"/>
                          </a:solidFill>
                          <a:effectLst/>
                          <a:latin typeface="+mn-lt"/>
                        </a:rPr>
                        <a:t>Surface</a:t>
                      </a:r>
                    </a:p>
                  </a:txBody>
                  <a:tcPr marL="9525" marR="9525" marT="9525" marB="9525" anchor="ctr"/>
                </a:tc>
                <a:tc>
                  <a:txBody>
                    <a:bodyPr/>
                    <a:lstStyle/>
                    <a:p>
                      <a:pPr algn="l"/>
                      <a:r>
                        <a:rPr lang="en-GB" sz="1800" b="0" i="0" dirty="0">
                          <a:solidFill>
                            <a:schemeClr val="tx1"/>
                          </a:solidFill>
                          <a:effectLst/>
                          <a:latin typeface="+mn-lt"/>
                        </a:rPr>
                        <a:t>1350.0</a:t>
                      </a:r>
                    </a:p>
                  </a:txBody>
                  <a:tcPr marL="9525" marR="9525" marT="9525" marB="9525" anchor="ctr"/>
                </a:tc>
                <a:tc>
                  <a:txBody>
                    <a:bodyPr/>
                    <a:lstStyle/>
                    <a:p>
                      <a:pPr algn="l"/>
                      <a:r>
                        <a:rPr lang="en-GB" sz="1800" b="0" i="0" dirty="0">
                          <a:solidFill>
                            <a:schemeClr val="tx1"/>
                          </a:solidFill>
                          <a:effectLst/>
                          <a:latin typeface="+mn-lt"/>
                        </a:rPr>
                        <a:t>FALSE</a:t>
                      </a:r>
                    </a:p>
                  </a:txBody>
                  <a:tcPr marL="9525" marR="9525" marT="9525" marB="9525" anchor="ctr"/>
                </a:tc>
                <a:extLst>
                  <a:ext uri="{0D108BD9-81ED-4DB2-BD59-A6C34878D82A}">
                    <a16:rowId xmlns:a16="http://schemas.microsoft.com/office/drawing/2014/main" val="227676196"/>
                  </a:ext>
                </a:extLst>
              </a:tr>
            </a:tbl>
          </a:graphicData>
        </a:graphic>
      </p:graphicFrame>
      <p:sp>
        <p:nvSpPr>
          <p:cNvPr id="4" name="Rectangle 1">
            <a:extLst>
              <a:ext uri="{FF2B5EF4-FFF2-40B4-BE49-F238E27FC236}">
                <a16:creationId xmlns:a16="http://schemas.microsoft.com/office/drawing/2014/main" id="{E5870479-DC4B-89DD-6014-9CC89A52ED37}"/>
              </a:ext>
            </a:extLst>
          </p:cNvPr>
          <p:cNvSpPr>
            <a:spLocks noChangeArrowheads="1"/>
          </p:cNvSpPr>
          <p:nvPr/>
        </p:nvSpPr>
        <p:spPr bwMode="auto">
          <a:xfrm>
            <a:off x="838200" y="1497781"/>
            <a:ext cx="3097323" cy="92333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91440" tIns="45720" rIns="91440" bIns="45720" numCol="1" anchor="ctr" anchorCtr="0" compatLnSpc="1">
            <a:prstTxWarp prst="textNoShape">
              <a:avLst/>
            </a:prstTxWarp>
            <a:spAutoFit/>
          </a:bodyPr>
          <a:lstStyle/>
          <a:p>
            <a:pPr marL="0" marR="0" lvl="0" indent="0" algn="l" defTabSz="914400" rtl="0" eaLnBrk="0" fontAlgn="base" latinLnBrk="0" hangingPunct="0">
              <a:lnSpc>
                <a:spcPct val="100000"/>
              </a:lnSpc>
              <a:spcBef>
                <a:spcPct val="0"/>
              </a:spcBef>
              <a:spcAft>
                <a:spcPct val="0"/>
              </a:spcAft>
              <a:buClrTx/>
              <a:buSzTx/>
              <a:buFontTx/>
              <a:buNone/>
              <a:tabLst/>
            </a:pPr>
            <a:r>
              <a:rPr kumimoji="0" lang="en-US" altLang="en-US" b="0" i="0" u="none" strike="noStrike" cap="none" normalizeH="0" baseline="0" dirty="0">
                <a:ln>
                  <a:noFill/>
                </a:ln>
                <a:solidFill>
                  <a:srgbClr val="B2B2B2"/>
                </a:solidFill>
                <a:effectLst/>
                <a:latin typeface="Consolas" panose="020B0609020204030204" pitchFamily="49" charset="0"/>
              </a:rPr>
              <a:t>1 </a:t>
            </a:r>
            <a:r>
              <a:rPr kumimoji="0" lang="en-US" altLang="en-US" b="0" i="0" u="none" strike="noStrike" cap="none" normalizeH="0" baseline="0" dirty="0">
                <a:ln>
                  <a:noFill/>
                </a:ln>
                <a:solidFill>
                  <a:srgbClr val="A71D5D"/>
                </a:solidFill>
                <a:effectLst/>
                <a:latin typeface="Consolas" panose="020B0609020204030204" pitchFamily="49" charset="0"/>
              </a:rPr>
              <a:t>SELECT</a:t>
            </a:r>
            <a:r>
              <a:rPr kumimoji="0" lang="en-US" altLang="en-US" b="0" i="0" u="none" strike="noStrike" cap="none" normalizeH="0" baseline="0" dirty="0">
                <a:ln>
                  <a:noFill/>
                </a:ln>
                <a:solidFill>
                  <a:srgbClr val="000000"/>
                </a:solidFill>
                <a:effectLst/>
                <a:latin typeface="Consolas" panose="020B0609020204030204" pitchFamily="49" charset="0"/>
              </a:rPr>
              <a:t> </a:t>
            </a:r>
            <a:r>
              <a:rPr lang="en-US" altLang="en-US" dirty="0">
                <a:solidFill>
                  <a:srgbClr val="000000"/>
                </a:solidFill>
                <a:latin typeface="Consolas" panose="020B0609020204030204" pitchFamily="49" charset="0"/>
              </a:rPr>
              <a:t>make, COUNT(*)</a:t>
            </a:r>
            <a:endParaRPr kumimoji="0" lang="en-US" altLang="en-US" b="0" i="0" u="none" strike="noStrike" cap="none" normalizeH="0" baseline="0" dirty="0">
              <a:ln>
                <a:noFill/>
              </a:ln>
              <a:solidFill>
                <a:srgbClr val="000000"/>
              </a:solidFill>
              <a:effectLst/>
              <a:latin typeface="Consolas" panose="020B0609020204030204" pitchFamily="49" charset="0"/>
            </a:endParaRPr>
          </a:p>
          <a:p>
            <a:pPr lvl="0" eaLnBrk="0" fontAlgn="base" hangingPunct="0">
              <a:spcBef>
                <a:spcPct val="0"/>
              </a:spcBef>
              <a:spcAft>
                <a:spcPct val="0"/>
              </a:spcAft>
            </a:pPr>
            <a:r>
              <a:rPr kumimoji="0" lang="en-US" altLang="en-US" b="0" i="0" u="none" strike="noStrike" cap="none" normalizeH="0" baseline="0" dirty="0">
                <a:ln>
                  <a:noFill/>
                </a:ln>
                <a:solidFill>
                  <a:srgbClr val="B2B2B2"/>
                </a:solidFill>
                <a:effectLst/>
                <a:latin typeface="Consolas" panose="020B0609020204030204" pitchFamily="49" charset="0"/>
              </a:rPr>
              <a:t>2 </a:t>
            </a:r>
            <a:r>
              <a:rPr kumimoji="0" lang="en-US" altLang="en-US" b="0" i="0" u="none" strike="noStrike" cap="none" normalizeH="0" baseline="0" dirty="0">
                <a:ln>
                  <a:noFill/>
                </a:ln>
                <a:solidFill>
                  <a:srgbClr val="000000"/>
                </a:solidFill>
                <a:effectLst/>
                <a:latin typeface="Consolas" panose="020B0609020204030204" pitchFamily="49" charset="0"/>
              </a:rPr>
              <a:t>  </a:t>
            </a:r>
            <a:r>
              <a:rPr kumimoji="0" lang="en-US" altLang="en-US" b="0" i="0" u="none" strike="noStrike" cap="none" normalizeH="0" baseline="0" dirty="0">
                <a:ln>
                  <a:noFill/>
                </a:ln>
                <a:solidFill>
                  <a:srgbClr val="A71D5D"/>
                </a:solidFill>
                <a:effectLst/>
                <a:latin typeface="Consolas" panose="020B0609020204030204" pitchFamily="49" charset="0"/>
              </a:rPr>
              <a:t>FROM</a:t>
            </a:r>
            <a:r>
              <a:rPr kumimoji="0" lang="en-US" altLang="en-US" b="0" i="0" u="none" strike="noStrike" cap="none" normalizeH="0" baseline="0" dirty="0">
                <a:ln>
                  <a:noFill/>
                </a:ln>
                <a:solidFill>
                  <a:srgbClr val="000000"/>
                </a:solidFill>
                <a:effectLst/>
                <a:latin typeface="Consolas" panose="020B0609020204030204" pitchFamily="49" charset="0"/>
              </a:rPr>
              <a:t> Laptop</a:t>
            </a:r>
            <a:endParaRPr lang="en-US" altLang="en-US" dirty="0">
              <a:solidFill>
                <a:srgbClr val="000000"/>
              </a:solidFill>
              <a:latin typeface="Consolas" panose="020B0609020204030204" pitchFamily="49" charset="0"/>
            </a:endParaRPr>
          </a:p>
          <a:p>
            <a:pPr lvl="0" eaLnBrk="0" fontAlgn="base" hangingPunct="0">
              <a:spcBef>
                <a:spcPct val="0"/>
              </a:spcBef>
              <a:spcAft>
                <a:spcPct val="0"/>
              </a:spcAft>
            </a:pPr>
            <a:r>
              <a:rPr lang="en-US" altLang="en-US" dirty="0">
                <a:solidFill>
                  <a:srgbClr val="B2B2B2"/>
                </a:solidFill>
                <a:latin typeface="Consolas" panose="020B0609020204030204" pitchFamily="49" charset="0"/>
              </a:rPr>
              <a:t>3 </a:t>
            </a:r>
            <a:r>
              <a:rPr lang="en-US" altLang="en-US" dirty="0">
                <a:solidFill>
                  <a:srgbClr val="000000"/>
                </a:solidFill>
                <a:latin typeface="Consolas" panose="020B0609020204030204" pitchFamily="49" charset="0"/>
              </a:rPr>
              <a:t>  </a:t>
            </a:r>
            <a:r>
              <a:rPr lang="en-US" altLang="en-US" dirty="0">
                <a:solidFill>
                  <a:srgbClr val="A71D5D"/>
                </a:solidFill>
                <a:latin typeface="Consolas" panose="020B0609020204030204" pitchFamily="49" charset="0"/>
              </a:rPr>
              <a:t>GROUP BY</a:t>
            </a:r>
            <a:r>
              <a:rPr lang="en-US" altLang="en-US" dirty="0">
                <a:solidFill>
                  <a:srgbClr val="000000"/>
                </a:solidFill>
                <a:latin typeface="Consolas" panose="020B0609020204030204" pitchFamily="49" charset="0"/>
              </a:rPr>
              <a:t> make;</a:t>
            </a:r>
            <a:endParaRPr lang="en-US" altLang="en-US" dirty="0">
              <a:latin typeface="Consolas" panose="020B0609020204030204" pitchFamily="49" charset="0"/>
            </a:endParaRPr>
          </a:p>
        </p:txBody>
      </p:sp>
      <p:graphicFrame>
        <p:nvGraphicFramePr>
          <p:cNvPr id="5" name="Table 4">
            <a:extLst>
              <a:ext uri="{FF2B5EF4-FFF2-40B4-BE49-F238E27FC236}">
                <a16:creationId xmlns:a16="http://schemas.microsoft.com/office/drawing/2014/main" id="{A2CD0D12-F55D-2CC8-C1DB-E06546BBAC38}"/>
              </a:ext>
            </a:extLst>
          </p:cNvPr>
          <p:cNvGraphicFramePr>
            <a:graphicFrameLocks noGrp="1"/>
          </p:cNvGraphicFramePr>
          <p:nvPr/>
        </p:nvGraphicFramePr>
        <p:xfrm>
          <a:off x="6455282" y="2875212"/>
          <a:ext cx="4898518" cy="3813810"/>
        </p:xfrm>
        <a:graphic>
          <a:graphicData uri="http://schemas.openxmlformats.org/drawingml/2006/table">
            <a:tbl>
              <a:tblPr firstRow="1" bandRow="1">
                <a:tableStyleId>{B301B821-A1FF-4177-AEE7-76D212191A09}</a:tableStyleId>
              </a:tblPr>
              <a:tblGrid>
                <a:gridCol w="739331">
                  <a:extLst>
                    <a:ext uri="{9D8B030D-6E8A-4147-A177-3AD203B41FA5}">
                      <a16:colId xmlns:a16="http://schemas.microsoft.com/office/drawing/2014/main" val="866038445"/>
                    </a:ext>
                  </a:extLst>
                </a:gridCol>
                <a:gridCol w="1075436">
                  <a:extLst>
                    <a:ext uri="{9D8B030D-6E8A-4147-A177-3AD203B41FA5}">
                      <a16:colId xmlns:a16="http://schemas.microsoft.com/office/drawing/2014/main" val="2736949927"/>
                    </a:ext>
                  </a:extLst>
                </a:gridCol>
                <a:gridCol w="1397000">
                  <a:extLst>
                    <a:ext uri="{9D8B030D-6E8A-4147-A177-3AD203B41FA5}">
                      <a16:colId xmlns:a16="http://schemas.microsoft.com/office/drawing/2014/main" val="3964339028"/>
                    </a:ext>
                  </a:extLst>
                </a:gridCol>
                <a:gridCol w="782638">
                  <a:extLst>
                    <a:ext uri="{9D8B030D-6E8A-4147-A177-3AD203B41FA5}">
                      <a16:colId xmlns:a16="http://schemas.microsoft.com/office/drawing/2014/main" val="2763166923"/>
                    </a:ext>
                  </a:extLst>
                </a:gridCol>
                <a:gridCol w="904113">
                  <a:extLst>
                    <a:ext uri="{9D8B030D-6E8A-4147-A177-3AD203B41FA5}">
                      <a16:colId xmlns:a16="http://schemas.microsoft.com/office/drawing/2014/main" val="1958612005"/>
                    </a:ext>
                  </a:extLst>
                </a:gridCol>
              </a:tblGrid>
              <a:tr h="0">
                <a:tc>
                  <a:txBody>
                    <a:bodyPr/>
                    <a:lstStyle/>
                    <a:p>
                      <a:pPr algn="l"/>
                      <a:r>
                        <a:rPr lang="en-GB" sz="1800" b="0" i="0" dirty="0">
                          <a:solidFill>
                            <a:srgbClr val="F0F0F0"/>
                          </a:solidFill>
                          <a:effectLst/>
                          <a:latin typeface="+mn-lt"/>
                        </a:rPr>
                        <a:t>laptop</a:t>
                      </a:r>
                    </a:p>
                  </a:txBody>
                  <a:tcPr marL="9525" marR="9525" marT="9525" marB="9525" anchor="ctr"/>
                </a:tc>
                <a:tc>
                  <a:txBody>
                    <a:bodyPr/>
                    <a:lstStyle/>
                    <a:p>
                      <a:pPr algn="l"/>
                      <a:r>
                        <a:rPr lang="en-GB" sz="1800" b="0" i="0" dirty="0">
                          <a:solidFill>
                            <a:srgbClr val="F0F0F0"/>
                          </a:solidFill>
                          <a:effectLst/>
                          <a:latin typeface="+mn-lt"/>
                        </a:rPr>
                        <a:t>make</a:t>
                      </a:r>
                    </a:p>
                  </a:txBody>
                  <a:tcPr marL="9525" marR="9525" marT="9525" marB="9525" anchor="ctr"/>
                </a:tc>
                <a:tc>
                  <a:txBody>
                    <a:bodyPr/>
                    <a:lstStyle/>
                    <a:p>
                      <a:pPr algn="l"/>
                      <a:r>
                        <a:rPr lang="en-GB" sz="1800" b="0" i="0" dirty="0">
                          <a:solidFill>
                            <a:srgbClr val="F0F0F0"/>
                          </a:solidFill>
                          <a:effectLst/>
                          <a:latin typeface="+mn-lt"/>
                        </a:rPr>
                        <a:t>model</a:t>
                      </a:r>
                    </a:p>
                  </a:txBody>
                  <a:tcPr marL="9525" marR="9525" marT="9525" marB="9525" anchor="ctr"/>
                </a:tc>
                <a:tc>
                  <a:txBody>
                    <a:bodyPr/>
                    <a:lstStyle/>
                    <a:p>
                      <a:pPr algn="l"/>
                      <a:r>
                        <a:rPr lang="en-GB" sz="1800" b="0" i="0" dirty="0">
                          <a:solidFill>
                            <a:srgbClr val="F0F0F0"/>
                          </a:solidFill>
                          <a:effectLst/>
                          <a:latin typeface="+mn-lt"/>
                        </a:rPr>
                        <a:t>value</a:t>
                      </a:r>
                    </a:p>
                  </a:txBody>
                  <a:tcPr marL="9525" marR="9525" marT="9525" marB="9525" anchor="ctr"/>
                </a:tc>
                <a:tc>
                  <a:txBody>
                    <a:bodyPr/>
                    <a:lstStyle/>
                    <a:p>
                      <a:pPr algn="l"/>
                      <a:r>
                        <a:rPr lang="en-GB" sz="1800" b="0" i="0" dirty="0">
                          <a:solidFill>
                            <a:srgbClr val="F0F0F0"/>
                          </a:solidFill>
                          <a:effectLst/>
                          <a:latin typeface="+mn-lt"/>
                        </a:rPr>
                        <a:t>working</a:t>
                      </a:r>
                    </a:p>
                  </a:txBody>
                  <a:tcPr marL="9525" marR="9525" marT="9525" marB="9525" anchor="ctr"/>
                </a:tc>
                <a:extLst>
                  <a:ext uri="{0D108BD9-81ED-4DB2-BD59-A6C34878D82A}">
                    <a16:rowId xmlns:a16="http://schemas.microsoft.com/office/drawing/2014/main" val="1093439174"/>
                  </a:ext>
                </a:extLst>
              </a:tr>
              <a:tr h="0">
                <a:tc>
                  <a:txBody>
                    <a:bodyPr/>
                    <a:lstStyle/>
                    <a:p>
                      <a:pPr algn="l"/>
                      <a:r>
                        <a:rPr lang="en-GB" sz="1800" b="0">
                          <a:solidFill>
                            <a:schemeClr val="tx1"/>
                          </a:solidFill>
                          <a:effectLst/>
                          <a:latin typeface="+mn-lt"/>
                        </a:rPr>
                        <a:t>6</a:t>
                      </a:r>
                      <a:endParaRPr lang="en-GB" sz="1800" b="0" i="0">
                        <a:solidFill>
                          <a:schemeClr val="tx1"/>
                        </a:solidFill>
                        <a:effectLst/>
                        <a:latin typeface="+mn-lt"/>
                      </a:endParaRPr>
                    </a:p>
                  </a:txBody>
                  <a:tcPr marL="9525" marR="9525" marT="9525" marB="9525" anchor="ctr"/>
                </a:tc>
                <a:tc>
                  <a:txBody>
                    <a:bodyPr/>
                    <a:lstStyle/>
                    <a:p>
                      <a:pPr algn="l"/>
                      <a:r>
                        <a:rPr lang="en-GB" sz="1800" b="0" dirty="0">
                          <a:solidFill>
                            <a:schemeClr val="tx1"/>
                          </a:solidFill>
                          <a:effectLst/>
                          <a:latin typeface="+mn-lt"/>
                        </a:rPr>
                        <a:t>Apple</a:t>
                      </a:r>
                      <a:endParaRPr lang="en-GB" sz="1800" b="0" i="0" dirty="0">
                        <a:solidFill>
                          <a:schemeClr val="tx1"/>
                        </a:solidFill>
                        <a:effectLst/>
                        <a:latin typeface="+mn-lt"/>
                      </a:endParaRPr>
                    </a:p>
                  </a:txBody>
                  <a:tcPr marL="9525" marR="9525" marT="9525" marB="9525" anchor="ctr"/>
                </a:tc>
                <a:tc>
                  <a:txBody>
                    <a:bodyPr/>
                    <a:lstStyle/>
                    <a:p>
                      <a:pPr algn="l"/>
                      <a:r>
                        <a:rPr lang="en-GB" sz="1800" b="0">
                          <a:solidFill>
                            <a:schemeClr val="tx1"/>
                          </a:solidFill>
                          <a:effectLst/>
                          <a:latin typeface="+mn-lt"/>
                        </a:rPr>
                        <a:t>MacBook Air</a:t>
                      </a:r>
                      <a:endParaRPr lang="en-GB" sz="1800" b="0" i="0">
                        <a:solidFill>
                          <a:schemeClr val="tx1"/>
                        </a:solidFill>
                        <a:effectLst/>
                        <a:latin typeface="+mn-lt"/>
                      </a:endParaRPr>
                    </a:p>
                  </a:txBody>
                  <a:tcPr marL="9525" marR="9525" marT="9525" marB="9525" anchor="ctr"/>
                </a:tc>
                <a:tc>
                  <a:txBody>
                    <a:bodyPr/>
                    <a:lstStyle/>
                    <a:p>
                      <a:pPr algn="l"/>
                      <a:r>
                        <a:rPr lang="en-GB" sz="1800" b="0" dirty="0">
                          <a:solidFill>
                            <a:schemeClr val="tx1"/>
                          </a:solidFill>
                          <a:effectLst/>
                          <a:latin typeface="+mn-lt"/>
                        </a:rPr>
                        <a:t>1300.0</a:t>
                      </a:r>
                      <a:endParaRPr lang="en-GB" sz="1800" b="0" i="0" dirty="0">
                        <a:solidFill>
                          <a:schemeClr val="tx1"/>
                        </a:solidFill>
                        <a:effectLst/>
                        <a:latin typeface="+mn-lt"/>
                      </a:endParaRPr>
                    </a:p>
                  </a:txBody>
                  <a:tcPr marL="9525" marR="9525" marT="9525" marB="9525" anchor="ctr"/>
                </a:tc>
                <a:tc>
                  <a:txBody>
                    <a:bodyPr/>
                    <a:lstStyle/>
                    <a:p>
                      <a:pPr algn="l"/>
                      <a:r>
                        <a:rPr lang="en-GB" sz="1800" b="0" i="0" dirty="0">
                          <a:solidFill>
                            <a:schemeClr val="tx1"/>
                          </a:solidFill>
                          <a:effectLst/>
                          <a:latin typeface="+mn-lt"/>
                        </a:rPr>
                        <a:t>TRUE</a:t>
                      </a:r>
                    </a:p>
                  </a:txBody>
                  <a:tcPr marL="9525" marR="9525" marT="9525" marB="9525" anchor="ctr"/>
                </a:tc>
                <a:extLst>
                  <a:ext uri="{0D108BD9-81ED-4DB2-BD59-A6C34878D82A}">
                    <a16:rowId xmlns:a16="http://schemas.microsoft.com/office/drawing/2014/main" val="1637238910"/>
                  </a:ext>
                </a:extLst>
              </a:tr>
              <a:tr h="0">
                <a:tc>
                  <a:txBody>
                    <a:bodyPr/>
                    <a:lstStyle/>
                    <a:p>
                      <a:pPr algn="l"/>
                      <a:r>
                        <a:rPr lang="en-GB" sz="1800" b="0" dirty="0">
                          <a:solidFill>
                            <a:schemeClr val="tx1"/>
                          </a:solidFill>
                          <a:effectLst/>
                          <a:latin typeface="+mn-lt"/>
                        </a:rPr>
                        <a:t>2</a:t>
                      </a:r>
                      <a:endParaRPr lang="en-GB" sz="1800" b="0" i="0" dirty="0">
                        <a:solidFill>
                          <a:schemeClr val="tx1"/>
                        </a:solidFill>
                        <a:effectLst/>
                        <a:latin typeface="+mn-lt"/>
                      </a:endParaRPr>
                    </a:p>
                  </a:txBody>
                  <a:tcPr marL="9525" marR="9525" marT="9525" marB="9525" anchor="ctr"/>
                </a:tc>
                <a:tc>
                  <a:txBody>
                    <a:bodyPr/>
                    <a:lstStyle/>
                    <a:p>
                      <a:pPr algn="l"/>
                      <a:r>
                        <a:rPr lang="en-GB" sz="1800" b="0" dirty="0">
                          <a:solidFill>
                            <a:schemeClr val="tx1"/>
                          </a:solidFill>
                          <a:effectLst/>
                          <a:latin typeface="+mn-lt"/>
                        </a:rPr>
                        <a:t>Dell</a:t>
                      </a:r>
                      <a:endParaRPr lang="en-GB" sz="1800" b="0" i="0" dirty="0">
                        <a:solidFill>
                          <a:schemeClr val="tx1"/>
                        </a:solidFill>
                        <a:effectLst/>
                        <a:latin typeface="+mn-lt"/>
                      </a:endParaRPr>
                    </a:p>
                  </a:txBody>
                  <a:tcPr marL="9525" marR="9525" marT="9525" marB="9525" anchor="ctr"/>
                </a:tc>
                <a:tc>
                  <a:txBody>
                    <a:bodyPr/>
                    <a:lstStyle/>
                    <a:p>
                      <a:pPr algn="l"/>
                      <a:r>
                        <a:rPr lang="en-GB" sz="1800" b="0" dirty="0">
                          <a:solidFill>
                            <a:schemeClr val="tx1"/>
                          </a:solidFill>
                          <a:effectLst/>
                          <a:latin typeface="+mn-lt"/>
                        </a:rPr>
                        <a:t>Latitude</a:t>
                      </a:r>
                      <a:endParaRPr lang="en-GB" sz="1800" b="0" i="0" dirty="0">
                        <a:solidFill>
                          <a:schemeClr val="tx1"/>
                        </a:solidFill>
                        <a:effectLst/>
                        <a:latin typeface="+mn-lt"/>
                      </a:endParaRPr>
                    </a:p>
                  </a:txBody>
                  <a:tcPr marL="9525" marR="9525" marT="9525" marB="9525" anchor="ctr"/>
                </a:tc>
                <a:tc>
                  <a:txBody>
                    <a:bodyPr/>
                    <a:lstStyle/>
                    <a:p>
                      <a:pPr algn="l"/>
                      <a:r>
                        <a:rPr lang="en-GB" sz="1800" b="0">
                          <a:solidFill>
                            <a:schemeClr val="tx1"/>
                          </a:solidFill>
                          <a:effectLst/>
                          <a:latin typeface="+mn-lt"/>
                        </a:rPr>
                        <a:t>800.0</a:t>
                      </a:r>
                      <a:endParaRPr lang="en-GB" sz="1800" b="0" i="0">
                        <a:solidFill>
                          <a:schemeClr val="tx1"/>
                        </a:solidFill>
                        <a:effectLst/>
                        <a:latin typeface="+mn-lt"/>
                      </a:endParaRPr>
                    </a:p>
                  </a:txBody>
                  <a:tcPr marL="9525" marR="9525" marT="9525" marB="9525" anchor="ctr"/>
                </a:tc>
                <a:tc>
                  <a:txBody>
                    <a:bodyPr/>
                    <a:lstStyle/>
                    <a:p>
                      <a:pPr algn="l"/>
                      <a:r>
                        <a:rPr lang="en-GB" sz="1800" b="0" i="0" dirty="0">
                          <a:solidFill>
                            <a:schemeClr val="tx1"/>
                          </a:solidFill>
                          <a:effectLst/>
                          <a:latin typeface="+mn-lt"/>
                        </a:rPr>
                        <a:t>TRUE</a:t>
                      </a:r>
                    </a:p>
                  </a:txBody>
                  <a:tcPr marL="9525" marR="9525" marT="9525" marB="9525" anchor="ctr"/>
                </a:tc>
                <a:extLst>
                  <a:ext uri="{0D108BD9-81ED-4DB2-BD59-A6C34878D82A}">
                    <a16:rowId xmlns:a16="http://schemas.microsoft.com/office/drawing/2014/main" val="3304647142"/>
                  </a:ext>
                </a:extLst>
              </a:tr>
              <a:tr h="0">
                <a:tc>
                  <a:txBody>
                    <a:bodyPr/>
                    <a:lstStyle/>
                    <a:p>
                      <a:pPr algn="l"/>
                      <a:r>
                        <a:rPr lang="en-GB" sz="1800" b="0" dirty="0">
                          <a:solidFill>
                            <a:schemeClr val="tx1"/>
                          </a:solidFill>
                          <a:effectLst/>
                          <a:latin typeface="+mn-lt"/>
                        </a:rPr>
                        <a:t>4</a:t>
                      </a:r>
                      <a:endParaRPr lang="en-GB" sz="1800" b="0" i="0" dirty="0">
                        <a:solidFill>
                          <a:schemeClr val="tx1"/>
                        </a:solidFill>
                        <a:effectLst/>
                        <a:latin typeface="+mn-lt"/>
                      </a:endParaRPr>
                    </a:p>
                  </a:txBody>
                  <a:tcPr marL="9525" marR="9525" marT="9525" marB="9525" anchor="ctr"/>
                </a:tc>
                <a:tc>
                  <a:txBody>
                    <a:bodyPr/>
                    <a:lstStyle/>
                    <a:p>
                      <a:pPr algn="l"/>
                      <a:r>
                        <a:rPr lang="en-GB" sz="1800" b="0" dirty="0">
                          <a:solidFill>
                            <a:schemeClr val="tx1"/>
                          </a:solidFill>
                          <a:effectLst/>
                          <a:latin typeface="+mn-lt"/>
                        </a:rPr>
                        <a:t>Dell</a:t>
                      </a:r>
                      <a:endParaRPr lang="en-GB" sz="1800" b="0" i="0" dirty="0">
                        <a:solidFill>
                          <a:schemeClr val="tx1"/>
                        </a:solidFill>
                        <a:effectLst/>
                        <a:latin typeface="+mn-lt"/>
                      </a:endParaRPr>
                    </a:p>
                  </a:txBody>
                  <a:tcPr marL="9525" marR="9525" marT="9525" marB="9525" anchor="ctr"/>
                </a:tc>
                <a:tc>
                  <a:txBody>
                    <a:bodyPr/>
                    <a:lstStyle/>
                    <a:p>
                      <a:pPr algn="l"/>
                      <a:r>
                        <a:rPr lang="en-GB" sz="1800" b="0" dirty="0">
                          <a:solidFill>
                            <a:schemeClr val="tx1"/>
                          </a:solidFill>
                          <a:effectLst/>
                          <a:latin typeface="+mn-lt"/>
                        </a:rPr>
                        <a:t>Inspiron</a:t>
                      </a:r>
                      <a:endParaRPr lang="en-GB" sz="1800" b="0" i="0" dirty="0">
                        <a:solidFill>
                          <a:schemeClr val="tx1"/>
                        </a:solidFill>
                        <a:effectLst/>
                        <a:latin typeface="+mn-lt"/>
                      </a:endParaRPr>
                    </a:p>
                  </a:txBody>
                  <a:tcPr marL="9525" marR="9525" marT="9525" marB="9525" anchor="ctr"/>
                </a:tc>
                <a:tc>
                  <a:txBody>
                    <a:bodyPr/>
                    <a:lstStyle/>
                    <a:p>
                      <a:pPr algn="l"/>
                      <a:r>
                        <a:rPr lang="en-GB" sz="1800" b="0" dirty="0">
                          <a:solidFill>
                            <a:schemeClr val="tx1"/>
                          </a:solidFill>
                          <a:effectLst/>
                          <a:latin typeface="+mn-lt"/>
                        </a:rPr>
                        <a:t>450.0</a:t>
                      </a:r>
                      <a:endParaRPr lang="en-GB" sz="1800" b="0" i="0" dirty="0">
                        <a:solidFill>
                          <a:schemeClr val="tx1"/>
                        </a:solidFill>
                        <a:effectLst/>
                        <a:latin typeface="+mn-lt"/>
                      </a:endParaRPr>
                    </a:p>
                  </a:txBody>
                  <a:tcPr marL="9525" marR="9525" marT="9525" marB="9525" anchor="ctr"/>
                </a:tc>
                <a:tc>
                  <a:txBody>
                    <a:bodyPr/>
                    <a:lstStyle/>
                    <a:p>
                      <a:pPr algn="l"/>
                      <a:r>
                        <a:rPr lang="en-GB" sz="1800" b="0" i="0" dirty="0">
                          <a:solidFill>
                            <a:schemeClr val="tx1"/>
                          </a:solidFill>
                          <a:effectLst/>
                          <a:latin typeface="+mn-lt"/>
                        </a:rPr>
                        <a:t>FALSE</a:t>
                      </a:r>
                    </a:p>
                  </a:txBody>
                  <a:tcPr marL="9525" marR="9525" marT="9525" marB="9525" anchor="ctr"/>
                </a:tc>
                <a:extLst>
                  <a:ext uri="{0D108BD9-81ED-4DB2-BD59-A6C34878D82A}">
                    <a16:rowId xmlns:a16="http://schemas.microsoft.com/office/drawing/2014/main" val="1996779865"/>
                  </a:ext>
                </a:extLst>
              </a:tr>
              <a:tr h="0">
                <a:tc>
                  <a:txBody>
                    <a:bodyPr/>
                    <a:lstStyle/>
                    <a:p>
                      <a:pPr algn="l"/>
                      <a:r>
                        <a:rPr lang="en-GB" sz="1800" b="0" i="0" dirty="0">
                          <a:solidFill>
                            <a:schemeClr val="tx1"/>
                          </a:solidFill>
                          <a:effectLst/>
                          <a:latin typeface="+mn-lt"/>
                        </a:rPr>
                        <a:t>10</a:t>
                      </a:r>
                    </a:p>
                  </a:txBody>
                  <a:tcPr marL="9525" marR="9525" marT="9525" marB="9525" anchor="ctr"/>
                </a:tc>
                <a:tc>
                  <a:txBody>
                    <a:bodyPr/>
                    <a:lstStyle/>
                    <a:p>
                      <a:pPr algn="l"/>
                      <a:r>
                        <a:rPr lang="en-GB" sz="1800" b="0" i="0" dirty="0">
                          <a:solidFill>
                            <a:schemeClr val="tx1"/>
                          </a:solidFill>
                          <a:effectLst/>
                          <a:latin typeface="+mn-lt"/>
                        </a:rPr>
                        <a:t>Dell</a:t>
                      </a:r>
                    </a:p>
                  </a:txBody>
                  <a:tcPr marL="9525" marR="9525" marT="9525" marB="9525" anchor="ctr"/>
                </a:tc>
                <a:tc>
                  <a:txBody>
                    <a:bodyPr/>
                    <a:lstStyle/>
                    <a:p>
                      <a:pPr algn="l"/>
                      <a:r>
                        <a:rPr lang="en-GB" sz="1800" b="0" i="0" dirty="0">
                          <a:solidFill>
                            <a:schemeClr val="tx1"/>
                          </a:solidFill>
                          <a:effectLst/>
                          <a:latin typeface="+mn-lt"/>
                        </a:rPr>
                        <a:t>Inspiron</a:t>
                      </a:r>
                    </a:p>
                  </a:txBody>
                  <a:tcPr marL="9525" marR="9525" marT="9525" marB="9525" anchor="ctr"/>
                </a:tc>
                <a:tc>
                  <a:txBody>
                    <a:bodyPr/>
                    <a:lstStyle/>
                    <a:p>
                      <a:pPr algn="l"/>
                      <a:r>
                        <a:rPr lang="en-GB" sz="1800" b="0" i="0" dirty="0">
                          <a:solidFill>
                            <a:schemeClr val="tx1"/>
                          </a:solidFill>
                          <a:effectLst/>
                          <a:latin typeface="+mn-lt"/>
                        </a:rPr>
                        <a:t>450.0</a:t>
                      </a:r>
                    </a:p>
                  </a:txBody>
                  <a:tcPr marL="9525" marR="9525" marT="9525" marB="9525" anchor="ctr"/>
                </a:tc>
                <a:tc>
                  <a:txBody>
                    <a:bodyPr/>
                    <a:lstStyle/>
                    <a:p>
                      <a:pPr algn="l"/>
                      <a:r>
                        <a:rPr lang="en-GB" sz="1800" b="0" i="0" dirty="0">
                          <a:solidFill>
                            <a:schemeClr val="tx1"/>
                          </a:solidFill>
                          <a:effectLst/>
                          <a:latin typeface="+mn-lt"/>
                        </a:rPr>
                        <a:t>TRUE</a:t>
                      </a:r>
                    </a:p>
                  </a:txBody>
                  <a:tcPr marL="9525" marR="9525" marT="9525" marB="9525" anchor="ctr"/>
                </a:tc>
                <a:extLst>
                  <a:ext uri="{0D108BD9-81ED-4DB2-BD59-A6C34878D82A}">
                    <a16:rowId xmlns:a16="http://schemas.microsoft.com/office/drawing/2014/main" val="3259839310"/>
                  </a:ext>
                </a:extLst>
              </a:tr>
              <a:tr h="0">
                <a:tc>
                  <a:txBody>
                    <a:bodyPr/>
                    <a:lstStyle/>
                    <a:p>
                      <a:pPr algn="l"/>
                      <a:r>
                        <a:rPr lang="en-GB" sz="1800" b="0" i="0" dirty="0">
                          <a:solidFill>
                            <a:schemeClr val="tx1"/>
                          </a:solidFill>
                          <a:effectLst/>
                          <a:latin typeface="+mn-lt"/>
                        </a:rPr>
                        <a:t>11</a:t>
                      </a:r>
                    </a:p>
                  </a:txBody>
                  <a:tcPr marL="9525" marR="9525" marT="9525" marB="9525" anchor="ctr"/>
                </a:tc>
                <a:tc>
                  <a:txBody>
                    <a:bodyPr/>
                    <a:lstStyle/>
                    <a:p>
                      <a:pPr algn="l"/>
                      <a:r>
                        <a:rPr lang="en-GB" sz="1800" b="0" i="0" dirty="0">
                          <a:solidFill>
                            <a:schemeClr val="tx1"/>
                          </a:solidFill>
                          <a:effectLst/>
                          <a:latin typeface="+mn-lt"/>
                        </a:rPr>
                        <a:t>Dell</a:t>
                      </a:r>
                    </a:p>
                  </a:txBody>
                  <a:tcPr marL="9525" marR="9525" marT="9525" marB="9525" anchor="ctr"/>
                </a:tc>
                <a:tc>
                  <a:txBody>
                    <a:bodyPr/>
                    <a:lstStyle/>
                    <a:p>
                      <a:pPr algn="l"/>
                      <a:r>
                        <a:rPr lang="en-GB" sz="1800" b="0" dirty="0">
                          <a:solidFill>
                            <a:schemeClr val="tx1"/>
                          </a:solidFill>
                          <a:effectLst/>
                          <a:latin typeface="+mn-lt"/>
                        </a:rPr>
                        <a:t>Latitude</a:t>
                      </a:r>
                      <a:endParaRPr lang="en-GB" sz="1800" b="0" i="0" dirty="0">
                        <a:solidFill>
                          <a:schemeClr val="tx1"/>
                        </a:solidFill>
                        <a:effectLst/>
                        <a:latin typeface="+mn-lt"/>
                      </a:endParaRPr>
                    </a:p>
                  </a:txBody>
                  <a:tcPr marL="9525" marR="9525" marT="9525" marB="9525" anchor="ctr"/>
                </a:tc>
                <a:tc>
                  <a:txBody>
                    <a:bodyPr/>
                    <a:lstStyle/>
                    <a:p>
                      <a:pPr algn="l"/>
                      <a:r>
                        <a:rPr lang="en-GB" sz="1800" b="0" i="0" dirty="0">
                          <a:solidFill>
                            <a:schemeClr val="tx1"/>
                          </a:solidFill>
                          <a:effectLst/>
                          <a:latin typeface="+mn-lt"/>
                        </a:rPr>
                        <a:t>1350.0</a:t>
                      </a:r>
                    </a:p>
                  </a:txBody>
                  <a:tcPr marL="9525" marR="9525" marT="9525" marB="9525" anchor="ctr"/>
                </a:tc>
                <a:tc>
                  <a:txBody>
                    <a:bodyPr/>
                    <a:lstStyle/>
                    <a:p>
                      <a:pPr algn="l"/>
                      <a:r>
                        <a:rPr lang="en-GB" sz="1800" b="0" i="0" dirty="0">
                          <a:solidFill>
                            <a:schemeClr val="tx1"/>
                          </a:solidFill>
                          <a:effectLst/>
                          <a:latin typeface="+mn-lt"/>
                        </a:rPr>
                        <a:t>FALSE</a:t>
                      </a:r>
                    </a:p>
                  </a:txBody>
                  <a:tcPr marL="9525" marR="9525" marT="9525" marB="9525" anchor="ctr"/>
                </a:tc>
                <a:extLst>
                  <a:ext uri="{0D108BD9-81ED-4DB2-BD59-A6C34878D82A}">
                    <a16:rowId xmlns:a16="http://schemas.microsoft.com/office/drawing/2014/main" val="1385799640"/>
                  </a:ext>
                </a:extLst>
              </a:tr>
              <a:tr h="0">
                <a:tc>
                  <a:txBody>
                    <a:bodyPr/>
                    <a:lstStyle/>
                    <a:p>
                      <a:pPr algn="l"/>
                      <a:r>
                        <a:rPr lang="en-GB" sz="1800" b="0" dirty="0">
                          <a:solidFill>
                            <a:schemeClr val="tx1"/>
                          </a:solidFill>
                          <a:effectLst/>
                          <a:latin typeface="+mn-lt"/>
                        </a:rPr>
                        <a:t>1</a:t>
                      </a:r>
                      <a:endParaRPr lang="en-GB" sz="1800" b="0" i="0" dirty="0">
                        <a:solidFill>
                          <a:schemeClr val="tx1"/>
                        </a:solidFill>
                        <a:effectLst/>
                        <a:latin typeface="+mn-lt"/>
                      </a:endParaRPr>
                    </a:p>
                  </a:txBody>
                  <a:tcPr marL="9525" marR="9525" marT="9525" marB="9525" anchor="ctr"/>
                </a:tc>
                <a:tc>
                  <a:txBody>
                    <a:bodyPr/>
                    <a:lstStyle/>
                    <a:p>
                      <a:pPr algn="l"/>
                      <a:r>
                        <a:rPr lang="en-GB" sz="1800" b="0" dirty="0">
                          <a:solidFill>
                            <a:schemeClr val="tx1"/>
                          </a:solidFill>
                          <a:effectLst/>
                          <a:latin typeface="+mn-lt"/>
                        </a:rPr>
                        <a:t>HP</a:t>
                      </a:r>
                      <a:endParaRPr lang="en-GB" sz="1800" b="0" i="0" dirty="0">
                        <a:solidFill>
                          <a:schemeClr val="tx1"/>
                        </a:solidFill>
                        <a:effectLst/>
                        <a:latin typeface="+mn-lt"/>
                      </a:endParaRPr>
                    </a:p>
                  </a:txBody>
                  <a:tcPr marL="9525" marR="9525" marT="9525" marB="9525" anchor="ctr"/>
                </a:tc>
                <a:tc>
                  <a:txBody>
                    <a:bodyPr/>
                    <a:lstStyle/>
                    <a:p>
                      <a:pPr algn="l"/>
                      <a:r>
                        <a:rPr lang="en-GB" sz="1800" b="0">
                          <a:solidFill>
                            <a:schemeClr val="tx1"/>
                          </a:solidFill>
                          <a:effectLst/>
                          <a:latin typeface="+mn-lt"/>
                        </a:rPr>
                        <a:t>Spectre</a:t>
                      </a:r>
                      <a:endParaRPr lang="en-GB" sz="1800" b="0" i="0">
                        <a:solidFill>
                          <a:schemeClr val="tx1"/>
                        </a:solidFill>
                        <a:effectLst/>
                        <a:latin typeface="+mn-lt"/>
                      </a:endParaRPr>
                    </a:p>
                  </a:txBody>
                  <a:tcPr marL="9525" marR="9525" marT="9525" marB="9525" anchor="ctr"/>
                </a:tc>
                <a:tc>
                  <a:txBody>
                    <a:bodyPr/>
                    <a:lstStyle/>
                    <a:p>
                      <a:pPr algn="l"/>
                      <a:r>
                        <a:rPr lang="en-GB" sz="1800" b="0">
                          <a:solidFill>
                            <a:schemeClr val="tx1"/>
                          </a:solidFill>
                          <a:effectLst/>
                          <a:latin typeface="+mn-lt"/>
                        </a:rPr>
                        <a:t>1700.0</a:t>
                      </a:r>
                      <a:endParaRPr lang="en-GB" sz="1800" b="0" i="0">
                        <a:solidFill>
                          <a:schemeClr val="tx1"/>
                        </a:solidFill>
                        <a:effectLst/>
                        <a:latin typeface="+mn-lt"/>
                      </a:endParaRPr>
                    </a:p>
                  </a:txBody>
                  <a:tcPr marL="9525" marR="9525" marT="9525" marB="9525" anchor="ctr"/>
                </a:tc>
                <a:tc>
                  <a:txBody>
                    <a:bodyPr/>
                    <a:lstStyle/>
                    <a:p>
                      <a:pPr algn="l"/>
                      <a:r>
                        <a:rPr lang="en-GB" sz="1800" b="0" i="0" dirty="0">
                          <a:solidFill>
                            <a:schemeClr val="tx1"/>
                          </a:solidFill>
                          <a:effectLst/>
                          <a:latin typeface="+mn-lt"/>
                        </a:rPr>
                        <a:t>TRUE</a:t>
                      </a:r>
                    </a:p>
                  </a:txBody>
                  <a:tcPr marL="9525" marR="9525" marT="9525" marB="9525" anchor="ctr"/>
                </a:tc>
                <a:extLst>
                  <a:ext uri="{0D108BD9-81ED-4DB2-BD59-A6C34878D82A}">
                    <a16:rowId xmlns:a16="http://schemas.microsoft.com/office/drawing/2014/main" val="1617216029"/>
                  </a:ext>
                </a:extLst>
              </a:tr>
              <a:tr h="0">
                <a:tc>
                  <a:txBody>
                    <a:bodyPr/>
                    <a:lstStyle/>
                    <a:p>
                      <a:pPr algn="l"/>
                      <a:r>
                        <a:rPr lang="en-GB" sz="1800" b="0" dirty="0">
                          <a:solidFill>
                            <a:schemeClr val="tx1"/>
                          </a:solidFill>
                          <a:effectLst/>
                          <a:latin typeface="+mn-lt"/>
                        </a:rPr>
                        <a:t>7</a:t>
                      </a:r>
                      <a:endParaRPr lang="en-GB" sz="1800" b="0" i="0" dirty="0">
                        <a:solidFill>
                          <a:schemeClr val="tx1"/>
                        </a:solidFill>
                        <a:effectLst/>
                        <a:latin typeface="+mn-lt"/>
                      </a:endParaRPr>
                    </a:p>
                  </a:txBody>
                  <a:tcPr marL="9525" marR="9525" marT="9525" marB="9525" anchor="ctr"/>
                </a:tc>
                <a:tc>
                  <a:txBody>
                    <a:bodyPr/>
                    <a:lstStyle/>
                    <a:p>
                      <a:pPr algn="l"/>
                      <a:r>
                        <a:rPr lang="en-GB" sz="1800" b="0">
                          <a:solidFill>
                            <a:schemeClr val="tx1"/>
                          </a:solidFill>
                          <a:effectLst/>
                          <a:latin typeface="+mn-lt"/>
                        </a:rPr>
                        <a:t>HP</a:t>
                      </a:r>
                      <a:endParaRPr lang="en-GB" sz="1800" b="0" i="0">
                        <a:solidFill>
                          <a:schemeClr val="tx1"/>
                        </a:solidFill>
                        <a:effectLst/>
                        <a:latin typeface="+mn-lt"/>
                      </a:endParaRPr>
                    </a:p>
                  </a:txBody>
                  <a:tcPr marL="9525" marR="9525" marT="9525" marB="9525" anchor="ctr"/>
                </a:tc>
                <a:tc>
                  <a:txBody>
                    <a:bodyPr/>
                    <a:lstStyle/>
                    <a:p>
                      <a:pPr algn="l"/>
                      <a:r>
                        <a:rPr lang="en-GB" sz="1800" b="0">
                          <a:solidFill>
                            <a:schemeClr val="tx1"/>
                          </a:solidFill>
                          <a:effectLst/>
                          <a:latin typeface="+mn-lt"/>
                        </a:rPr>
                        <a:t>Envy</a:t>
                      </a:r>
                      <a:endParaRPr lang="en-GB" sz="1800" b="0" i="0">
                        <a:solidFill>
                          <a:schemeClr val="tx1"/>
                        </a:solidFill>
                        <a:effectLst/>
                        <a:latin typeface="+mn-lt"/>
                      </a:endParaRPr>
                    </a:p>
                  </a:txBody>
                  <a:tcPr marL="9525" marR="9525" marT="9525" marB="9525" anchor="ctr"/>
                </a:tc>
                <a:tc>
                  <a:txBody>
                    <a:bodyPr/>
                    <a:lstStyle/>
                    <a:p>
                      <a:pPr algn="l"/>
                      <a:r>
                        <a:rPr lang="en-GB" sz="1800" b="0" dirty="0">
                          <a:solidFill>
                            <a:schemeClr val="tx1"/>
                          </a:solidFill>
                          <a:effectLst/>
                          <a:latin typeface="+mn-lt"/>
                        </a:rPr>
                        <a:t>1200.0</a:t>
                      </a:r>
                      <a:endParaRPr lang="en-GB" sz="1800" b="0" i="0" dirty="0">
                        <a:solidFill>
                          <a:schemeClr val="tx1"/>
                        </a:solidFill>
                        <a:effectLst/>
                        <a:latin typeface="+mn-lt"/>
                      </a:endParaRPr>
                    </a:p>
                  </a:txBody>
                  <a:tcPr marL="9525" marR="9525" marT="9525" marB="9525" anchor="ctr"/>
                </a:tc>
                <a:tc>
                  <a:txBody>
                    <a:bodyPr/>
                    <a:lstStyle/>
                    <a:p>
                      <a:pPr algn="l"/>
                      <a:r>
                        <a:rPr lang="en-GB" sz="1800" b="0" i="0" dirty="0">
                          <a:solidFill>
                            <a:schemeClr val="tx1"/>
                          </a:solidFill>
                          <a:effectLst/>
                          <a:latin typeface="+mn-lt"/>
                        </a:rPr>
                        <a:t>TRUE</a:t>
                      </a:r>
                    </a:p>
                  </a:txBody>
                  <a:tcPr marL="9525" marR="9525" marT="9525" marB="9525" anchor="ctr"/>
                </a:tc>
                <a:extLst>
                  <a:ext uri="{0D108BD9-81ED-4DB2-BD59-A6C34878D82A}">
                    <a16:rowId xmlns:a16="http://schemas.microsoft.com/office/drawing/2014/main" val="1047840998"/>
                  </a:ext>
                </a:extLst>
              </a:tr>
              <a:tr h="0">
                <a:tc>
                  <a:txBody>
                    <a:bodyPr/>
                    <a:lstStyle/>
                    <a:p>
                      <a:pPr algn="l"/>
                      <a:r>
                        <a:rPr lang="en-GB" sz="1800" b="0" dirty="0">
                          <a:solidFill>
                            <a:schemeClr val="tx1"/>
                          </a:solidFill>
                          <a:effectLst/>
                          <a:latin typeface="+mn-lt"/>
                        </a:rPr>
                        <a:t>3</a:t>
                      </a:r>
                      <a:endParaRPr lang="en-GB" sz="1800" b="0" i="0" dirty="0">
                        <a:solidFill>
                          <a:schemeClr val="tx1"/>
                        </a:solidFill>
                        <a:effectLst/>
                        <a:latin typeface="+mn-lt"/>
                      </a:endParaRPr>
                    </a:p>
                  </a:txBody>
                  <a:tcPr marL="9525" marR="9525" marT="9525" marB="9525" anchor="ctr"/>
                </a:tc>
                <a:tc>
                  <a:txBody>
                    <a:bodyPr/>
                    <a:lstStyle/>
                    <a:p>
                      <a:pPr algn="l"/>
                      <a:r>
                        <a:rPr lang="en-GB" sz="1800" b="0" dirty="0">
                          <a:solidFill>
                            <a:schemeClr val="tx1"/>
                          </a:solidFill>
                          <a:effectLst/>
                          <a:latin typeface="+mn-lt"/>
                        </a:rPr>
                        <a:t>Microsoft</a:t>
                      </a:r>
                      <a:endParaRPr lang="en-GB" sz="1800" b="0" i="0" dirty="0">
                        <a:solidFill>
                          <a:schemeClr val="tx1"/>
                        </a:solidFill>
                        <a:effectLst/>
                        <a:latin typeface="+mn-lt"/>
                      </a:endParaRPr>
                    </a:p>
                  </a:txBody>
                  <a:tcPr marL="9525" marR="9525" marT="9525" marB="9525" anchor="ctr"/>
                </a:tc>
                <a:tc>
                  <a:txBody>
                    <a:bodyPr/>
                    <a:lstStyle/>
                    <a:p>
                      <a:pPr algn="l"/>
                      <a:r>
                        <a:rPr lang="en-GB" sz="1800" b="0" dirty="0">
                          <a:solidFill>
                            <a:schemeClr val="tx1"/>
                          </a:solidFill>
                          <a:effectLst/>
                          <a:latin typeface="+mn-lt"/>
                        </a:rPr>
                        <a:t>Surface</a:t>
                      </a:r>
                      <a:endParaRPr lang="en-GB" sz="1800" b="0" i="0" dirty="0">
                        <a:solidFill>
                          <a:schemeClr val="tx1"/>
                        </a:solidFill>
                        <a:effectLst/>
                        <a:latin typeface="+mn-lt"/>
                      </a:endParaRPr>
                    </a:p>
                  </a:txBody>
                  <a:tcPr marL="9525" marR="9525" marT="9525" marB="9525" anchor="ctr"/>
                </a:tc>
                <a:tc>
                  <a:txBody>
                    <a:bodyPr/>
                    <a:lstStyle/>
                    <a:p>
                      <a:pPr algn="l"/>
                      <a:r>
                        <a:rPr lang="en-GB" sz="1800" b="0" dirty="0">
                          <a:solidFill>
                            <a:schemeClr val="tx1"/>
                          </a:solidFill>
                          <a:effectLst/>
                          <a:latin typeface="+mn-lt"/>
                        </a:rPr>
                        <a:t>1850.0</a:t>
                      </a:r>
                      <a:endParaRPr lang="en-GB" sz="1800" b="0" i="0" dirty="0">
                        <a:solidFill>
                          <a:schemeClr val="tx1"/>
                        </a:solidFill>
                        <a:effectLst/>
                        <a:latin typeface="+mn-lt"/>
                      </a:endParaRPr>
                    </a:p>
                  </a:txBody>
                  <a:tcPr marL="9525" marR="9525" marT="9525" marB="9525" anchor="ctr"/>
                </a:tc>
                <a:tc>
                  <a:txBody>
                    <a:bodyPr/>
                    <a:lstStyle/>
                    <a:p>
                      <a:pPr algn="l"/>
                      <a:r>
                        <a:rPr lang="en-GB" sz="1800" b="0" i="0" dirty="0">
                          <a:solidFill>
                            <a:schemeClr val="tx1"/>
                          </a:solidFill>
                          <a:effectLst/>
                          <a:latin typeface="+mn-lt"/>
                        </a:rPr>
                        <a:t>FALSE</a:t>
                      </a:r>
                    </a:p>
                  </a:txBody>
                  <a:tcPr marL="9525" marR="9525" marT="9525" marB="9525" anchor="ctr"/>
                </a:tc>
                <a:extLst>
                  <a:ext uri="{0D108BD9-81ED-4DB2-BD59-A6C34878D82A}">
                    <a16:rowId xmlns:a16="http://schemas.microsoft.com/office/drawing/2014/main" val="3282835673"/>
                  </a:ext>
                </a:extLst>
              </a:tr>
              <a:tr h="0">
                <a:tc>
                  <a:txBody>
                    <a:bodyPr/>
                    <a:lstStyle/>
                    <a:p>
                      <a:pPr algn="l"/>
                      <a:r>
                        <a:rPr lang="en-GB" sz="1800" b="0" dirty="0">
                          <a:solidFill>
                            <a:schemeClr val="tx1"/>
                          </a:solidFill>
                          <a:effectLst/>
                          <a:latin typeface="+mn-lt"/>
                        </a:rPr>
                        <a:t>5</a:t>
                      </a:r>
                      <a:endParaRPr lang="en-GB" sz="1800" b="0" i="0" dirty="0">
                        <a:solidFill>
                          <a:schemeClr val="tx1"/>
                        </a:solidFill>
                        <a:effectLst/>
                        <a:latin typeface="+mn-lt"/>
                      </a:endParaRPr>
                    </a:p>
                  </a:txBody>
                  <a:tcPr marL="9525" marR="9525" marT="9525" marB="9525" anchor="ctr"/>
                </a:tc>
                <a:tc>
                  <a:txBody>
                    <a:bodyPr/>
                    <a:lstStyle/>
                    <a:p>
                      <a:pPr algn="l"/>
                      <a:r>
                        <a:rPr lang="en-GB" sz="1800" b="0">
                          <a:solidFill>
                            <a:schemeClr val="tx1"/>
                          </a:solidFill>
                          <a:effectLst/>
                          <a:latin typeface="+mn-lt"/>
                        </a:rPr>
                        <a:t>Microsoft</a:t>
                      </a:r>
                      <a:endParaRPr lang="en-GB" sz="1800" b="0" i="0">
                        <a:solidFill>
                          <a:schemeClr val="tx1"/>
                        </a:solidFill>
                        <a:effectLst/>
                        <a:latin typeface="+mn-lt"/>
                      </a:endParaRPr>
                    </a:p>
                  </a:txBody>
                  <a:tcPr marL="9525" marR="9525" marT="9525" marB="9525" anchor="ctr"/>
                </a:tc>
                <a:tc>
                  <a:txBody>
                    <a:bodyPr/>
                    <a:lstStyle/>
                    <a:p>
                      <a:pPr algn="l"/>
                      <a:r>
                        <a:rPr lang="en-GB" sz="1800" b="0" dirty="0">
                          <a:solidFill>
                            <a:schemeClr val="tx1"/>
                          </a:solidFill>
                          <a:effectLst/>
                          <a:latin typeface="+mn-lt"/>
                        </a:rPr>
                        <a:t>Surface Pro</a:t>
                      </a:r>
                      <a:endParaRPr lang="en-GB" sz="1800" b="0" i="0" dirty="0">
                        <a:solidFill>
                          <a:schemeClr val="tx1"/>
                        </a:solidFill>
                        <a:effectLst/>
                        <a:latin typeface="+mn-lt"/>
                      </a:endParaRPr>
                    </a:p>
                  </a:txBody>
                  <a:tcPr marL="9525" marR="9525" marT="9525" marB="9525" anchor="ctr"/>
                </a:tc>
                <a:tc>
                  <a:txBody>
                    <a:bodyPr/>
                    <a:lstStyle/>
                    <a:p>
                      <a:pPr algn="l"/>
                      <a:r>
                        <a:rPr lang="en-GB" sz="1800" b="0" dirty="0">
                          <a:solidFill>
                            <a:schemeClr val="tx1"/>
                          </a:solidFill>
                          <a:effectLst/>
                          <a:latin typeface="+mn-lt"/>
                        </a:rPr>
                        <a:t>1850.0</a:t>
                      </a:r>
                      <a:endParaRPr lang="en-GB" sz="1800" b="0" i="0" dirty="0">
                        <a:solidFill>
                          <a:schemeClr val="tx1"/>
                        </a:solidFill>
                        <a:effectLst/>
                        <a:latin typeface="+mn-lt"/>
                      </a:endParaRPr>
                    </a:p>
                  </a:txBody>
                  <a:tcPr marL="9525" marR="9525" marT="9525" marB="9525" anchor="ctr"/>
                </a:tc>
                <a:tc>
                  <a:txBody>
                    <a:bodyPr/>
                    <a:lstStyle/>
                    <a:p>
                      <a:pPr algn="l"/>
                      <a:r>
                        <a:rPr lang="en-GB" sz="1800" b="0" i="0" dirty="0">
                          <a:solidFill>
                            <a:schemeClr val="tx1"/>
                          </a:solidFill>
                          <a:effectLst/>
                          <a:latin typeface="+mn-lt"/>
                        </a:rPr>
                        <a:t>TRUE</a:t>
                      </a:r>
                    </a:p>
                  </a:txBody>
                  <a:tcPr marL="9525" marR="9525" marT="9525" marB="9525" anchor="ctr"/>
                </a:tc>
                <a:extLst>
                  <a:ext uri="{0D108BD9-81ED-4DB2-BD59-A6C34878D82A}">
                    <a16:rowId xmlns:a16="http://schemas.microsoft.com/office/drawing/2014/main" val="3958997875"/>
                  </a:ext>
                </a:extLst>
              </a:tr>
              <a:tr h="0">
                <a:tc>
                  <a:txBody>
                    <a:bodyPr/>
                    <a:lstStyle/>
                    <a:p>
                      <a:pPr algn="l"/>
                      <a:r>
                        <a:rPr lang="en-GB" sz="1800" b="0" dirty="0">
                          <a:solidFill>
                            <a:schemeClr val="tx1"/>
                          </a:solidFill>
                          <a:effectLst/>
                          <a:latin typeface="+mn-lt"/>
                        </a:rPr>
                        <a:t>8</a:t>
                      </a:r>
                      <a:endParaRPr lang="en-GB" sz="1800" b="0" i="0" dirty="0">
                        <a:solidFill>
                          <a:schemeClr val="tx1"/>
                        </a:solidFill>
                        <a:effectLst/>
                        <a:latin typeface="+mn-lt"/>
                      </a:endParaRPr>
                    </a:p>
                  </a:txBody>
                  <a:tcPr marL="9525" marR="9525" marT="9525" marB="9525" anchor="ctr"/>
                </a:tc>
                <a:tc>
                  <a:txBody>
                    <a:bodyPr/>
                    <a:lstStyle/>
                    <a:p>
                      <a:pPr algn="l"/>
                      <a:r>
                        <a:rPr lang="en-GB" sz="1800" b="0">
                          <a:solidFill>
                            <a:schemeClr val="tx1"/>
                          </a:solidFill>
                          <a:effectLst/>
                          <a:latin typeface="+mn-lt"/>
                        </a:rPr>
                        <a:t>Microsoft</a:t>
                      </a:r>
                      <a:endParaRPr lang="en-GB" sz="1800" b="0" i="0">
                        <a:solidFill>
                          <a:schemeClr val="tx1"/>
                        </a:solidFill>
                        <a:effectLst/>
                        <a:latin typeface="+mn-lt"/>
                      </a:endParaRPr>
                    </a:p>
                  </a:txBody>
                  <a:tcPr marL="9525" marR="9525" marT="9525" marB="9525" anchor="ctr"/>
                </a:tc>
                <a:tc>
                  <a:txBody>
                    <a:bodyPr/>
                    <a:lstStyle/>
                    <a:p>
                      <a:pPr algn="l"/>
                      <a:r>
                        <a:rPr lang="en-GB" sz="1800" b="0">
                          <a:solidFill>
                            <a:schemeClr val="tx1"/>
                          </a:solidFill>
                          <a:effectLst/>
                          <a:latin typeface="+mn-lt"/>
                        </a:rPr>
                        <a:t>Surface</a:t>
                      </a:r>
                      <a:endParaRPr lang="en-GB" sz="1800" b="0" i="0">
                        <a:solidFill>
                          <a:schemeClr val="tx1"/>
                        </a:solidFill>
                        <a:effectLst/>
                        <a:latin typeface="+mn-lt"/>
                      </a:endParaRPr>
                    </a:p>
                  </a:txBody>
                  <a:tcPr marL="9525" marR="9525" marT="9525" marB="9525" anchor="ctr"/>
                </a:tc>
                <a:tc>
                  <a:txBody>
                    <a:bodyPr/>
                    <a:lstStyle/>
                    <a:p>
                      <a:pPr algn="l"/>
                      <a:r>
                        <a:rPr lang="en-GB" sz="1800" b="0" dirty="0">
                          <a:solidFill>
                            <a:schemeClr val="tx1"/>
                          </a:solidFill>
                          <a:effectLst/>
                          <a:latin typeface="+mn-lt"/>
                        </a:rPr>
                        <a:t>1850.0</a:t>
                      </a:r>
                      <a:endParaRPr lang="en-GB" sz="1800" b="0" i="0" dirty="0">
                        <a:solidFill>
                          <a:schemeClr val="tx1"/>
                        </a:solidFill>
                        <a:effectLst/>
                        <a:latin typeface="+mn-lt"/>
                      </a:endParaRPr>
                    </a:p>
                  </a:txBody>
                  <a:tcPr marL="9525" marR="9525" marT="9525" marB="9525" anchor="ctr"/>
                </a:tc>
                <a:tc>
                  <a:txBody>
                    <a:bodyPr/>
                    <a:lstStyle/>
                    <a:p>
                      <a:pPr algn="l"/>
                      <a:r>
                        <a:rPr lang="en-GB" sz="1800" b="0" i="0" dirty="0">
                          <a:solidFill>
                            <a:schemeClr val="tx1"/>
                          </a:solidFill>
                          <a:effectLst/>
                          <a:latin typeface="+mn-lt"/>
                        </a:rPr>
                        <a:t>TRUE</a:t>
                      </a:r>
                    </a:p>
                  </a:txBody>
                  <a:tcPr marL="9525" marR="9525" marT="9525" marB="9525" anchor="ctr"/>
                </a:tc>
                <a:extLst>
                  <a:ext uri="{0D108BD9-81ED-4DB2-BD59-A6C34878D82A}">
                    <a16:rowId xmlns:a16="http://schemas.microsoft.com/office/drawing/2014/main" val="3274876902"/>
                  </a:ext>
                </a:extLst>
              </a:tr>
              <a:tr h="0">
                <a:tc>
                  <a:txBody>
                    <a:bodyPr/>
                    <a:lstStyle/>
                    <a:p>
                      <a:pPr algn="l"/>
                      <a:r>
                        <a:rPr lang="en-GB" sz="1800" b="0" i="0" dirty="0">
                          <a:solidFill>
                            <a:schemeClr val="tx1"/>
                          </a:solidFill>
                          <a:effectLst/>
                          <a:latin typeface="+mn-lt"/>
                        </a:rPr>
                        <a:t>9</a:t>
                      </a:r>
                    </a:p>
                  </a:txBody>
                  <a:tcPr marL="9525" marR="9525" marT="9525" marB="9525" anchor="ctr"/>
                </a:tc>
                <a:tc>
                  <a:txBody>
                    <a:bodyPr/>
                    <a:lstStyle/>
                    <a:p>
                      <a:pPr algn="l"/>
                      <a:r>
                        <a:rPr lang="en-GB" sz="1800" b="0" i="0" dirty="0">
                          <a:solidFill>
                            <a:schemeClr val="tx1"/>
                          </a:solidFill>
                          <a:effectLst/>
                          <a:latin typeface="+mn-lt"/>
                        </a:rPr>
                        <a:t>Microsoft</a:t>
                      </a:r>
                    </a:p>
                  </a:txBody>
                  <a:tcPr marL="9525" marR="9525" marT="9525" marB="9525" anchor="ctr"/>
                </a:tc>
                <a:tc>
                  <a:txBody>
                    <a:bodyPr/>
                    <a:lstStyle/>
                    <a:p>
                      <a:pPr algn="l"/>
                      <a:r>
                        <a:rPr lang="en-GB" sz="1800" b="0" i="0" dirty="0">
                          <a:solidFill>
                            <a:schemeClr val="tx1"/>
                          </a:solidFill>
                          <a:effectLst/>
                          <a:latin typeface="+mn-lt"/>
                        </a:rPr>
                        <a:t>Surface Pro</a:t>
                      </a:r>
                    </a:p>
                  </a:txBody>
                  <a:tcPr marL="9525" marR="9525" marT="9525" marB="9525" anchor="ctr"/>
                </a:tc>
                <a:tc>
                  <a:txBody>
                    <a:bodyPr/>
                    <a:lstStyle/>
                    <a:p>
                      <a:pPr algn="l"/>
                      <a:r>
                        <a:rPr lang="en-GB" sz="1800" b="0" i="0" dirty="0">
                          <a:solidFill>
                            <a:schemeClr val="tx1"/>
                          </a:solidFill>
                          <a:effectLst/>
                          <a:latin typeface="+mn-lt"/>
                        </a:rPr>
                        <a:t>1400.0</a:t>
                      </a:r>
                    </a:p>
                  </a:txBody>
                  <a:tcPr marL="9525" marR="9525" marT="9525" marB="9525" anchor="ctr"/>
                </a:tc>
                <a:tc>
                  <a:txBody>
                    <a:bodyPr/>
                    <a:lstStyle/>
                    <a:p>
                      <a:pPr algn="l"/>
                      <a:r>
                        <a:rPr lang="en-GB" sz="1800" b="0" i="0" dirty="0">
                          <a:solidFill>
                            <a:schemeClr val="tx1"/>
                          </a:solidFill>
                          <a:effectLst/>
                          <a:latin typeface="+mn-lt"/>
                        </a:rPr>
                        <a:t>TRUE</a:t>
                      </a:r>
                    </a:p>
                  </a:txBody>
                  <a:tcPr marL="9525" marR="9525" marT="9525" marB="9525" anchor="ctr"/>
                </a:tc>
                <a:extLst>
                  <a:ext uri="{0D108BD9-81ED-4DB2-BD59-A6C34878D82A}">
                    <a16:rowId xmlns:a16="http://schemas.microsoft.com/office/drawing/2014/main" val="63666839"/>
                  </a:ext>
                </a:extLst>
              </a:tr>
              <a:tr h="0">
                <a:tc>
                  <a:txBody>
                    <a:bodyPr/>
                    <a:lstStyle/>
                    <a:p>
                      <a:pPr algn="l"/>
                      <a:r>
                        <a:rPr lang="en-GB" sz="1800" b="0" i="0" dirty="0">
                          <a:solidFill>
                            <a:schemeClr val="tx1"/>
                          </a:solidFill>
                          <a:effectLst/>
                          <a:latin typeface="+mn-lt"/>
                        </a:rPr>
                        <a:t>12</a:t>
                      </a:r>
                    </a:p>
                  </a:txBody>
                  <a:tcPr marL="9525" marR="9525" marT="9525" marB="9525" anchor="ctr"/>
                </a:tc>
                <a:tc>
                  <a:txBody>
                    <a:bodyPr/>
                    <a:lstStyle/>
                    <a:p>
                      <a:pPr algn="l"/>
                      <a:r>
                        <a:rPr lang="en-GB" sz="1800" b="0" i="0" dirty="0">
                          <a:solidFill>
                            <a:schemeClr val="tx1"/>
                          </a:solidFill>
                          <a:effectLst/>
                          <a:latin typeface="+mn-lt"/>
                        </a:rPr>
                        <a:t>Microsoft</a:t>
                      </a:r>
                    </a:p>
                  </a:txBody>
                  <a:tcPr marL="9525" marR="9525" marT="9525" marB="9525" anchor="ctr"/>
                </a:tc>
                <a:tc>
                  <a:txBody>
                    <a:bodyPr/>
                    <a:lstStyle/>
                    <a:p>
                      <a:pPr algn="l"/>
                      <a:r>
                        <a:rPr lang="en-GB" sz="1800" b="0" i="0" dirty="0">
                          <a:solidFill>
                            <a:schemeClr val="tx1"/>
                          </a:solidFill>
                          <a:effectLst/>
                          <a:latin typeface="+mn-lt"/>
                        </a:rPr>
                        <a:t>Surface</a:t>
                      </a:r>
                    </a:p>
                  </a:txBody>
                  <a:tcPr marL="9525" marR="9525" marT="9525" marB="9525" anchor="ctr"/>
                </a:tc>
                <a:tc>
                  <a:txBody>
                    <a:bodyPr/>
                    <a:lstStyle/>
                    <a:p>
                      <a:pPr algn="l"/>
                      <a:r>
                        <a:rPr lang="en-GB" sz="1800" b="0" i="0" dirty="0">
                          <a:solidFill>
                            <a:schemeClr val="tx1"/>
                          </a:solidFill>
                          <a:effectLst/>
                          <a:latin typeface="+mn-lt"/>
                        </a:rPr>
                        <a:t>1350.0</a:t>
                      </a:r>
                    </a:p>
                  </a:txBody>
                  <a:tcPr marL="9525" marR="9525" marT="9525" marB="9525" anchor="ctr"/>
                </a:tc>
                <a:tc>
                  <a:txBody>
                    <a:bodyPr/>
                    <a:lstStyle/>
                    <a:p>
                      <a:pPr algn="l"/>
                      <a:r>
                        <a:rPr lang="en-GB" sz="1800" b="0" i="0" dirty="0">
                          <a:solidFill>
                            <a:schemeClr val="tx1"/>
                          </a:solidFill>
                          <a:effectLst/>
                          <a:latin typeface="+mn-lt"/>
                        </a:rPr>
                        <a:t>FALSE</a:t>
                      </a:r>
                    </a:p>
                  </a:txBody>
                  <a:tcPr marL="9525" marR="9525" marT="9525" marB="9525" anchor="ctr"/>
                </a:tc>
                <a:extLst>
                  <a:ext uri="{0D108BD9-81ED-4DB2-BD59-A6C34878D82A}">
                    <a16:rowId xmlns:a16="http://schemas.microsoft.com/office/drawing/2014/main" val="2208196089"/>
                  </a:ext>
                </a:extLst>
              </a:tr>
            </a:tbl>
          </a:graphicData>
        </a:graphic>
      </p:graphicFrame>
      <p:sp>
        <p:nvSpPr>
          <p:cNvPr id="6" name="TextBox 5">
            <a:extLst>
              <a:ext uri="{FF2B5EF4-FFF2-40B4-BE49-F238E27FC236}">
                <a16:creationId xmlns:a16="http://schemas.microsoft.com/office/drawing/2014/main" id="{6A000952-B354-22AB-5E3C-40BD9EFC1768}"/>
              </a:ext>
            </a:extLst>
          </p:cNvPr>
          <p:cNvSpPr txBox="1"/>
          <p:nvPr/>
        </p:nvSpPr>
        <p:spPr>
          <a:xfrm>
            <a:off x="781122" y="2536987"/>
            <a:ext cx="1771650" cy="369332"/>
          </a:xfrm>
          <a:prstGeom prst="rect">
            <a:avLst/>
          </a:prstGeom>
          <a:noFill/>
        </p:spPr>
        <p:txBody>
          <a:bodyPr wrap="square" rtlCol="0">
            <a:spAutoFit/>
          </a:bodyPr>
          <a:lstStyle/>
          <a:p>
            <a:r>
              <a:rPr lang="en-GB" b="1" dirty="0"/>
              <a:t>Table: Laptop</a:t>
            </a:r>
          </a:p>
        </p:txBody>
      </p:sp>
      <p:graphicFrame>
        <p:nvGraphicFramePr>
          <p:cNvPr id="13" name="Table 12">
            <a:extLst>
              <a:ext uri="{FF2B5EF4-FFF2-40B4-BE49-F238E27FC236}">
                <a16:creationId xmlns:a16="http://schemas.microsoft.com/office/drawing/2014/main" id="{EA824408-8548-D9FA-9D6C-AF268D0875E7}"/>
              </a:ext>
            </a:extLst>
          </p:cNvPr>
          <p:cNvGraphicFramePr>
            <a:graphicFrameLocks noGrp="1"/>
          </p:cNvGraphicFramePr>
          <p:nvPr>
            <p:extLst>
              <p:ext uri="{D42A27DB-BD31-4B8C-83A1-F6EECF244321}">
                <p14:modId xmlns:p14="http://schemas.microsoft.com/office/powerpoint/2010/main" val="3537749798"/>
              </p:ext>
            </p:extLst>
          </p:nvPr>
        </p:nvGraphicFramePr>
        <p:xfrm>
          <a:off x="9103360" y="650454"/>
          <a:ext cx="2250440" cy="1619250"/>
        </p:xfrm>
        <a:graphic>
          <a:graphicData uri="http://schemas.openxmlformats.org/drawingml/2006/table">
            <a:tbl>
              <a:tblPr firstRow="1" bandRow="1">
                <a:tableStyleId>{5C22544A-7EE6-4342-B048-85BDC9FD1C3A}</a:tableStyleId>
              </a:tblPr>
              <a:tblGrid>
                <a:gridCol w="1075436">
                  <a:extLst>
                    <a:ext uri="{9D8B030D-6E8A-4147-A177-3AD203B41FA5}">
                      <a16:colId xmlns:a16="http://schemas.microsoft.com/office/drawing/2014/main" val="1685519844"/>
                    </a:ext>
                  </a:extLst>
                </a:gridCol>
                <a:gridCol w="1175004">
                  <a:extLst>
                    <a:ext uri="{9D8B030D-6E8A-4147-A177-3AD203B41FA5}">
                      <a16:colId xmlns:a16="http://schemas.microsoft.com/office/drawing/2014/main" val="4003051366"/>
                    </a:ext>
                  </a:extLst>
                </a:gridCol>
              </a:tblGrid>
              <a:tr h="0">
                <a:tc>
                  <a:txBody>
                    <a:bodyPr/>
                    <a:lstStyle/>
                    <a:p>
                      <a:pPr algn="l"/>
                      <a:r>
                        <a:rPr lang="en-GB" sz="2000" b="0" i="0" dirty="0">
                          <a:solidFill>
                            <a:srgbClr val="F0F0F0"/>
                          </a:solidFill>
                          <a:effectLst/>
                          <a:latin typeface="+mn-lt"/>
                        </a:rPr>
                        <a:t>make</a:t>
                      </a:r>
                    </a:p>
                  </a:txBody>
                  <a:tcPr marL="9525" marR="9525" marT="9525" marB="9525" anchor="ctr"/>
                </a:tc>
                <a:tc>
                  <a:txBody>
                    <a:bodyPr/>
                    <a:lstStyle/>
                    <a:p>
                      <a:pPr algn="r"/>
                      <a:r>
                        <a:rPr lang="en-GB" sz="2000" b="0" i="0" dirty="0">
                          <a:solidFill>
                            <a:srgbClr val="F0F0F0"/>
                          </a:solidFill>
                          <a:effectLst/>
                          <a:latin typeface="+mn-lt"/>
                        </a:rPr>
                        <a:t>COUNT(*)</a:t>
                      </a:r>
                    </a:p>
                  </a:txBody>
                  <a:tcPr marL="9525" marR="9525" marT="9525" marB="9525" anchor="ctr"/>
                </a:tc>
                <a:extLst>
                  <a:ext uri="{0D108BD9-81ED-4DB2-BD59-A6C34878D82A}">
                    <a16:rowId xmlns:a16="http://schemas.microsoft.com/office/drawing/2014/main" val="1005830642"/>
                  </a:ext>
                </a:extLst>
              </a:tr>
              <a:tr h="0">
                <a:tc>
                  <a:txBody>
                    <a:bodyPr/>
                    <a:lstStyle/>
                    <a:p>
                      <a:pPr algn="l"/>
                      <a:r>
                        <a:rPr lang="en-GB" sz="2000" b="0" dirty="0">
                          <a:solidFill>
                            <a:schemeClr val="tx1"/>
                          </a:solidFill>
                          <a:effectLst/>
                          <a:latin typeface="+mn-lt"/>
                        </a:rPr>
                        <a:t>Apple</a:t>
                      </a:r>
                      <a:endParaRPr lang="en-GB" sz="2000" b="0" i="0" dirty="0">
                        <a:solidFill>
                          <a:schemeClr val="tx1"/>
                        </a:solidFill>
                        <a:effectLst/>
                        <a:latin typeface="+mn-lt"/>
                      </a:endParaRPr>
                    </a:p>
                  </a:txBody>
                  <a:tcPr marL="9525" marR="9525" marT="9525" marB="9525" anchor="ctr"/>
                </a:tc>
                <a:tc>
                  <a:txBody>
                    <a:bodyPr/>
                    <a:lstStyle/>
                    <a:p>
                      <a:pPr algn="r"/>
                      <a:endParaRPr lang="en-GB" sz="2000" b="0" i="0" dirty="0">
                        <a:solidFill>
                          <a:schemeClr val="tx1"/>
                        </a:solidFill>
                        <a:effectLst/>
                        <a:latin typeface="+mn-lt"/>
                      </a:endParaRPr>
                    </a:p>
                  </a:txBody>
                  <a:tcPr marL="9525" marR="9525" marT="9525" marB="9525" anchor="ctr"/>
                </a:tc>
                <a:extLst>
                  <a:ext uri="{0D108BD9-81ED-4DB2-BD59-A6C34878D82A}">
                    <a16:rowId xmlns:a16="http://schemas.microsoft.com/office/drawing/2014/main" val="3331619444"/>
                  </a:ext>
                </a:extLst>
              </a:tr>
              <a:tr h="0">
                <a:tc>
                  <a:txBody>
                    <a:bodyPr/>
                    <a:lstStyle/>
                    <a:p>
                      <a:pPr algn="l"/>
                      <a:r>
                        <a:rPr lang="en-GB" sz="2000" b="0" dirty="0">
                          <a:solidFill>
                            <a:schemeClr val="tx1"/>
                          </a:solidFill>
                          <a:effectLst/>
                          <a:latin typeface="+mn-lt"/>
                        </a:rPr>
                        <a:t>Dell</a:t>
                      </a:r>
                      <a:endParaRPr lang="en-GB" sz="2000" b="0" i="0" dirty="0">
                        <a:solidFill>
                          <a:schemeClr val="tx1"/>
                        </a:solidFill>
                        <a:effectLst/>
                        <a:latin typeface="+mn-lt"/>
                      </a:endParaRPr>
                    </a:p>
                  </a:txBody>
                  <a:tcPr marL="9525" marR="9525" marT="9525" marB="9525" anchor="ctr"/>
                </a:tc>
                <a:tc>
                  <a:txBody>
                    <a:bodyPr/>
                    <a:lstStyle/>
                    <a:p>
                      <a:pPr algn="r"/>
                      <a:endParaRPr lang="en-GB" sz="2000" b="0" i="0" dirty="0">
                        <a:solidFill>
                          <a:schemeClr val="tx1"/>
                        </a:solidFill>
                        <a:effectLst/>
                        <a:latin typeface="+mn-lt"/>
                      </a:endParaRPr>
                    </a:p>
                  </a:txBody>
                  <a:tcPr marL="9525" marR="9525" marT="9525" marB="9525" anchor="ctr"/>
                </a:tc>
                <a:extLst>
                  <a:ext uri="{0D108BD9-81ED-4DB2-BD59-A6C34878D82A}">
                    <a16:rowId xmlns:a16="http://schemas.microsoft.com/office/drawing/2014/main" val="2271403973"/>
                  </a:ext>
                </a:extLst>
              </a:tr>
              <a:tr h="0">
                <a:tc>
                  <a:txBody>
                    <a:bodyPr/>
                    <a:lstStyle/>
                    <a:p>
                      <a:pPr algn="l"/>
                      <a:r>
                        <a:rPr lang="en-GB" sz="2000" b="0">
                          <a:solidFill>
                            <a:schemeClr val="tx1"/>
                          </a:solidFill>
                          <a:effectLst/>
                          <a:latin typeface="+mn-lt"/>
                        </a:rPr>
                        <a:t>HP</a:t>
                      </a:r>
                      <a:endParaRPr lang="en-GB" sz="2000" b="0" i="0">
                        <a:solidFill>
                          <a:schemeClr val="tx1"/>
                        </a:solidFill>
                        <a:effectLst/>
                        <a:latin typeface="+mn-lt"/>
                      </a:endParaRPr>
                    </a:p>
                  </a:txBody>
                  <a:tcPr marL="9525" marR="9525" marT="9525" marB="9525" anchor="ctr"/>
                </a:tc>
                <a:tc>
                  <a:txBody>
                    <a:bodyPr/>
                    <a:lstStyle/>
                    <a:p>
                      <a:pPr algn="r"/>
                      <a:endParaRPr lang="en-GB" sz="2000" b="0" i="0" dirty="0">
                        <a:solidFill>
                          <a:schemeClr val="tx1"/>
                        </a:solidFill>
                        <a:effectLst/>
                        <a:latin typeface="+mn-lt"/>
                      </a:endParaRPr>
                    </a:p>
                  </a:txBody>
                  <a:tcPr marL="9525" marR="9525" marT="9525" marB="9525" anchor="ctr"/>
                </a:tc>
                <a:extLst>
                  <a:ext uri="{0D108BD9-81ED-4DB2-BD59-A6C34878D82A}">
                    <a16:rowId xmlns:a16="http://schemas.microsoft.com/office/drawing/2014/main" val="2545716863"/>
                  </a:ext>
                </a:extLst>
              </a:tr>
              <a:tr h="0">
                <a:tc>
                  <a:txBody>
                    <a:bodyPr/>
                    <a:lstStyle/>
                    <a:p>
                      <a:pPr algn="l"/>
                      <a:r>
                        <a:rPr lang="en-GB" sz="2000" b="0" dirty="0">
                          <a:solidFill>
                            <a:schemeClr val="tx1"/>
                          </a:solidFill>
                          <a:effectLst/>
                          <a:latin typeface="+mn-lt"/>
                        </a:rPr>
                        <a:t>Microsoft</a:t>
                      </a:r>
                      <a:endParaRPr lang="en-GB" sz="2000" b="0" i="0" dirty="0">
                        <a:solidFill>
                          <a:schemeClr val="tx1"/>
                        </a:solidFill>
                        <a:effectLst/>
                        <a:latin typeface="+mn-lt"/>
                      </a:endParaRPr>
                    </a:p>
                  </a:txBody>
                  <a:tcPr marL="9525" marR="9525" marT="9525" marB="9525" anchor="ctr"/>
                </a:tc>
                <a:tc>
                  <a:txBody>
                    <a:bodyPr/>
                    <a:lstStyle/>
                    <a:p>
                      <a:pPr algn="r"/>
                      <a:endParaRPr lang="en-GB" sz="2000" b="0" i="0" dirty="0">
                        <a:solidFill>
                          <a:schemeClr val="tx1"/>
                        </a:solidFill>
                        <a:effectLst/>
                        <a:latin typeface="+mn-lt"/>
                      </a:endParaRPr>
                    </a:p>
                  </a:txBody>
                  <a:tcPr marL="9525" marR="9525" marT="9525" marB="9525" anchor="ctr"/>
                </a:tc>
                <a:extLst>
                  <a:ext uri="{0D108BD9-81ED-4DB2-BD59-A6C34878D82A}">
                    <a16:rowId xmlns:a16="http://schemas.microsoft.com/office/drawing/2014/main" val="2578011961"/>
                  </a:ext>
                </a:extLst>
              </a:tr>
            </a:tbl>
          </a:graphicData>
        </a:graphic>
      </p:graphicFrame>
    </p:spTree>
    <p:extLst>
      <p:ext uri="{BB962C8B-B14F-4D97-AF65-F5344CB8AC3E}">
        <p14:creationId xmlns:p14="http://schemas.microsoft.com/office/powerpoint/2010/main" val="2149083771"/>
      </p:ext>
    </p:extLst>
  </p:cSld>
  <p:clrMapOvr>
    <a:masterClrMapping/>
  </p:clrMapOvr>
</p:sld>
</file>

<file path=ppt/slides/slide6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GB" dirty="0"/>
              <a:t>Learning Intentions</a:t>
            </a:r>
          </a:p>
        </p:txBody>
      </p:sp>
      <p:sp>
        <p:nvSpPr>
          <p:cNvPr id="3" name="Content Placeholder 2"/>
          <p:cNvSpPr>
            <a:spLocks noGrp="1"/>
          </p:cNvSpPr>
          <p:nvPr>
            <p:ph idx="1"/>
          </p:nvPr>
        </p:nvSpPr>
        <p:spPr/>
        <p:txBody>
          <a:bodyPr/>
          <a:lstStyle/>
          <a:p>
            <a:r>
              <a:rPr lang="en-GB" dirty="0"/>
              <a:t>Describe and use the result of a SQL query in a second query</a:t>
            </a:r>
          </a:p>
        </p:txBody>
      </p:sp>
    </p:spTree>
    <p:extLst>
      <p:ext uri="{BB962C8B-B14F-4D97-AF65-F5344CB8AC3E}">
        <p14:creationId xmlns:p14="http://schemas.microsoft.com/office/powerpoint/2010/main" val="697983056"/>
      </p:ext>
    </p:extLst>
  </p:cSld>
  <p:clrMapOvr>
    <a:masterClrMapping/>
  </p:clrMapOvr>
</p:sld>
</file>

<file path=ppt/slides/slide6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CE87805-17F2-4B70-B505-57FB17E1FEE3}"/>
              </a:ext>
            </a:extLst>
          </p:cNvPr>
          <p:cNvSpPr>
            <a:spLocks noGrp="1"/>
          </p:cNvSpPr>
          <p:nvPr>
            <p:ph type="title"/>
          </p:nvPr>
        </p:nvSpPr>
        <p:spPr/>
        <p:txBody>
          <a:bodyPr>
            <a:normAutofit/>
          </a:bodyPr>
          <a:lstStyle/>
          <a:p>
            <a:r>
              <a:rPr lang="en-GB" dirty="0"/>
              <a:t>SELECT – Oldest Pupils</a:t>
            </a:r>
          </a:p>
        </p:txBody>
      </p:sp>
      <p:sp>
        <p:nvSpPr>
          <p:cNvPr id="3" name="Content Placeholder 2">
            <a:extLst>
              <a:ext uri="{FF2B5EF4-FFF2-40B4-BE49-F238E27FC236}">
                <a16:creationId xmlns:a16="http://schemas.microsoft.com/office/drawing/2014/main" id="{E4EE7085-4C5B-409B-8843-A8A3D3CB6E90}"/>
              </a:ext>
            </a:extLst>
          </p:cNvPr>
          <p:cNvSpPr>
            <a:spLocks noGrp="1"/>
          </p:cNvSpPr>
          <p:nvPr>
            <p:ph idx="1"/>
          </p:nvPr>
        </p:nvSpPr>
        <p:spPr/>
        <p:txBody>
          <a:bodyPr>
            <a:normAutofit/>
          </a:bodyPr>
          <a:lstStyle/>
          <a:p>
            <a:pPr marL="0" lvl="0" indent="0" eaLnBrk="0" fontAlgn="base" hangingPunct="0">
              <a:lnSpc>
                <a:spcPct val="100000"/>
              </a:lnSpc>
              <a:spcBef>
                <a:spcPct val="0"/>
              </a:spcBef>
              <a:spcAft>
                <a:spcPct val="0"/>
              </a:spcAft>
              <a:buNone/>
            </a:pPr>
            <a:r>
              <a:rPr lang="en-US" altLang="en-US" sz="4000" dirty="0">
                <a:solidFill>
                  <a:srgbClr val="B2B2B2"/>
                </a:solidFill>
                <a:latin typeface="Consolas" panose="020B0609020204030204" pitchFamily="49" charset="0"/>
              </a:rPr>
              <a:t>1</a:t>
            </a:r>
            <a:r>
              <a:rPr lang="en-US" altLang="en-US" sz="4000" dirty="0">
                <a:solidFill>
                  <a:srgbClr val="000000"/>
                </a:solidFill>
                <a:latin typeface="Consolas" panose="020B0609020204030204" pitchFamily="49" charset="0"/>
              </a:rPr>
              <a:t> </a:t>
            </a:r>
            <a:r>
              <a:rPr lang="en-US" altLang="en-US" sz="4000" dirty="0">
                <a:solidFill>
                  <a:srgbClr val="A71D5D"/>
                </a:solidFill>
                <a:latin typeface="Consolas" panose="020B0609020204030204" pitchFamily="49" charset="0"/>
              </a:rPr>
              <a:t>SELECT</a:t>
            </a:r>
            <a:r>
              <a:rPr lang="en-US" altLang="en-US" sz="4000" dirty="0">
                <a:solidFill>
                  <a:srgbClr val="000000"/>
                </a:solidFill>
                <a:latin typeface="Consolas" panose="020B0609020204030204" pitchFamily="49" charset="0"/>
              </a:rPr>
              <a:t> </a:t>
            </a:r>
            <a:r>
              <a:rPr lang="en-US" altLang="en-US" sz="4000" dirty="0" err="1">
                <a:solidFill>
                  <a:srgbClr val="000000"/>
                </a:solidFill>
                <a:latin typeface="Consolas" panose="020B0609020204030204" pitchFamily="49" charset="0"/>
              </a:rPr>
              <a:t>firstName</a:t>
            </a:r>
            <a:r>
              <a:rPr lang="en-US" altLang="en-US" sz="4000" dirty="0">
                <a:solidFill>
                  <a:srgbClr val="000000"/>
                </a:solidFill>
                <a:latin typeface="Consolas" panose="020B0609020204030204" pitchFamily="49" charset="0"/>
              </a:rPr>
              <a:t>, </a:t>
            </a:r>
            <a:r>
              <a:rPr lang="en-US" altLang="en-US" sz="4000" dirty="0" err="1">
                <a:solidFill>
                  <a:srgbClr val="000000"/>
                </a:solidFill>
                <a:latin typeface="Consolas" panose="020B0609020204030204" pitchFamily="49" charset="0"/>
              </a:rPr>
              <a:t>lastName</a:t>
            </a:r>
            <a:r>
              <a:rPr lang="en-US" altLang="en-US" sz="4000" dirty="0">
                <a:solidFill>
                  <a:srgbClr val="000000"/>
                </a:solidFill>
                <a:latin typeface="Consolas" panose="020B0609020204030204" pitchFamily="49" charset="0"/>
              </a:rPr>
              <a:t>, age</a:t>
            </a:r>
          </a:p>
          <a:p>
            <a:pPr marL="0" lvl="0" indent="0" eaLnBrk="0" fontAlgn="base" hangingPunct="0">
              <a:lnSpc>
                <a:spcPct val="100000"/>
              </a:lnSpc>
              <a:spcBef>
                <a:spcPct val="0"/>
              </a:spcBef>
              <a:spcAft>
                <a:spcPct val="0"/>
              </a:spcAft>
              <a:buNone/>
            </a:pPr>
            <a:r>
              <a:rPr lang="en-US" altLang="en-US" sz="4000" dirty="0">
                <a:solidFill>
                  <a:srgbClr val="B2B2B2"/>
                </a:solidFill>
                <a:latin typeface="Consolas" panose="020B0609020204030204" pitchFamily="49" charset="0"/>
              </a:rPr>
              <a:t>2</a:t>
            </a:r>
            <a:r>
              <a:rPr lang="en-US" altLang="en-US" sz="4000" dirty="0">
                <a:solidFill>
                  <a:srgbClr val="000000"/>
                </a:solidFill>
                <a:latin typeface="Consolas" panose="020B0609020204030204" pitchFamily="49" charset="0"/>
              </a:rPr>
              <a:t>   </a:t>
            </a:r>
            <a:r>
              <a:rPr lang="en-US" altLang="en-US" sz="4000" dirty="0">
                <a:solidFill>
                  <a:srgbClr val="A71D5D"/>
                </a:solidFill>
                <a:latin typeface="Consolas" panose="020B0609020204030204" pitchFamily="49" charset="0"/>
              </a:rPr>
              <a:t>FROM</a:t>
            </a:r>
            <a:r>
              <a:rPr lang="en-US" altLang="en-US" sz="4000" dirty="0">
                <a:solidFill>
                  <a:srgbClr val="000000"/>
                </a:solidFill>
                <a:latin typeface="Consolas" panose="020B0609020204030204" pitchFamily="49" charset="0"/>
              </a:rPr>
              <a:t> Pupil</a:t>
            </a:r>
          </a:p>
          <a:p>
            <a:pPr marL="0" lvl="0" indent="0" eaLnBrk="0" fontAlgn="base" hangingPunct="0">
              <a:lnSpc>
                <a:spcPct val="100000"/>
              </a:lnSpc>
              <a:spcBef>
                <a:spcPct val="0"/>
              </a:spcBef>
              <a:spcAft>
                <a:spcPct val="0"/>
              </a:spcAft>
              <a:buNone/>
            </a:pPr>
            <a:r>
              <a:rPr lang="en-US" altLang="en-US" sz="4000" dirty="0">
                <a:solidFill>
                  <a:srgbClr val="B2B2B2"/>
                </a:solidFill>
                <a:latin typeface="Consolas" panose="020B0609020204030204" pitchFamily="49" charset="0"/>
              </a:rPr>
              <a:t>3</a:t>
            </a:r>
            <a:r>
              <a:rPr lang="en-US" altLang="en-US" sz="4000" dirty="0">
                <a:solidFill>
                  <a:srgbClr val="000000"/>
                </a:solidFill>
                <a:latin typeface="Consolas" panose="020B0609020204030204" pitchFamily="49" charset="0"/>
              </a:rPr>
              <a:t>   </a:t>
            </a:r>
            <a:r>
              <a:rPr lang="en-US" altLang="en-US" sz="4000" dirty="0">
                <a:solidFill>
                  <a:srgbClr val="A71D5D"/>
                </a:solidFill>
                <a:latin typeface="Consolas" panose="020B0609020204030204" pitchFamily="49" charset="0"/>
              </a:rPr>
              <a:t>WHERE</a:t>
            </a:r>
            <a:r>
              <a:rPr lang="en-US" altLang="en-US" sz="4000" dirty="0">
                <a:solidFill>
                  <a:srgbClr val="000000"/>
                </a:solidFill>
                <a:latin typeface="Consolas" panose="020B0609020204030204" pitchFamily="49" charset="0"/>
              </a:rPr>
              <a:t> age = </a:t>
            </a:r>
            <a:r>
              <a:rPr lang="en-US" altLang="en-US" sz="4000" dirty="0">
                <a:solidFill>
                  <a:srgbClr val="A71D5D"/>
                </a:solidFill>
                <a:latin typeface="Consolas" panose="020B0609020204030204" pitchFamily="49" charset="0"/>
              </a:rPr>
              <a:t>MAX</a:t>
            </a:r>
            <a:r>
              <a:rPr lang="en-US" altLang="en-US" sz="4000" dirty="0">
                <a:solidFill>
                  <a:srgbClr val="000000"/>
                </a:solidFill>
                <a:latin typeface="Consolas" panose="020B0609020204030204" pitchFamily="49" charset="0"/>
              </a:rPr>
              <a:t>(age);</a:t>
            </a:r>
            <a:br>
              <a:rPr lang="en-US" altLang="en-US" sz="4000" dirty="0">
                <a:solidFill>
                  <a:srgbClr val="000000"/>
                </a:solidFill>
                <a:latin typeface="Consolas" panose="020B0609020204030204" pitchFamily="49" charset="0"/>
              </a:rPr>
            </a:br>
            <a:endParaRPr lang="en-US" altLang="en-US" sz="5400" dirty="0">
              <a:latin typeface="Arial" panose="020B0604020202020204" pitchFamily="34" charset="0"/>
            </a:endParaRPr>
          </a:p>
        </p:txBody>
      </p:sp>
      <p:sp>
        <p:nvSpPr>
          <p:cNvPr id="4" name="Multiplication Sign 3">
            <a:extLst>
              <a:ext uri="{FF2B5EF4-FFF2-40B4-BE49-F238E27FC236}">
                <a16:creationId xmlns:a16="http://schemas.microsoft.com/office/drawing/2014/main" id="{79D26489-9181-4BDD-93E2-3D095B7FF8AC}"/>
              </a:ext>
            </a:extLst>
          </p:cNvPr>
          <p:cNvSpPr/>
          <p:nvPr/>
        </p:nvSpPr>
        <p:spPr>
          <a:xfrm>
            <a:off x="7997131" y="2530474"/>
            <a:ext cx="3600000" cy="3600000"/>
          </a:xfrm>
          <a:prstGeom prst="mathMultiply">
            <a:avLst/>
          </a:prstGeom>
          <a:solidFill>
            <a:srgbClr val="FF0000"/>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5" name="TextBox 4">
            <a:extLst>
              <a:ext uri="{FF2B5EF4-FFF2-40B4-BE49-F238E27FC236}">
                <a16:creationId xmlns:a16="http://schemas.microsoft.com/office/drawing/2014/main" id="{5D044451-93CB-45DD-AA35-ACF5D4B8964C}"/>
              </a:ext>
            </a:extLst>
          </p:cNvPr>
          <p:cNvSpPr txBox="1"/>
          <p:nvPr/>
        </p:nvSpPr>
        <p:spPr>
          <a:xfrm>
            <a:off x="1028841" y="4622800"/>
            <a:ext cx="6703245" cy="523220"/>
          </a:xfrm>
          <a:prstGeom prst="rect">
            <a:avLst/>
          </a:prstGeom>
          <a:noFill/>
        </p:spPr>
        <p:txBody>
          <a:bodyPr wrap="none" rtlCol="0">
            <a:spAutoFit/>
          </a:bodyPr>
          <a:lstStyle/>
          <a:p>
            <a:r>
              <a:rPr lang="en-GB" sz="2800" b="1" dirty="0">
                <a:solidFill>
                  <a:srgbClr val="FF0000"/>
                </a:solidFill>
              </a:rPr>
              <a:t>Invalid syntax: misuse of aggregate function</a:t>
            </a:r>
          </a:p>
        </p:txBody>
      </p:sp>
      <p:sp>
        <p:nvSpPr>
          <p:cNvPr id="6" name="TextBox 5">
            <a:extLst>
              <a:ext uri="{FF2B5EF4-FFF2-40B4-BE49-F238E27FC236}">
                <a16:creationId xmlns:a16="http://schemas.microsoft.com/office/drawing/2014/main" id="{25AFD6C5-1D6E-4880-A9FA-6A33E0E7093E}"/>
              </a:ext>
            </a:extLst>
          </p:cNvPr>
          <p:cNvSpPr txBox="1"/>
          <p:nvPr/>
        </p:nvSpPr>
        <p:spPr>
          <a:xfrm>
            <a:off x="2773351" y="5376637"/>
            <a:ext cx="2924198" cy="523220"/>
          </a:xfrm>
          <a:prstGeom prst="rect">
            <a:avLst/>
          </a:prstGeom>
          <a:noFill/>
        </p:spPr>
        <p:txBody>
          <a:bodyPr wrap="none" rtlCol="0">
            <a:spAutoFit/>
          </a:bodyPr>
          <a:lstStyle/>
          <a:p>
            <a:pPr algn="ctr"/>
            <a:r>
              <a:rPr lang="en-GB" sz="2800" b="1" dirty="0"/>
              <a:t>Subquery needed!</a:t>
            </a:r>
          </a:p>
        </p:txBody>
      </p:sp>
    </p:spTree>
    <p:extLst>
      <p:ext uri="{BB962C8B-B14F-4D97-AF65-F5344CB8AC3E}">
        <p14:creationId xmlns:p14="http://schemas.microsoft.com/office/powerpoint/2010/main" val="370581991"/>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animEffect transition="in" filter="wipe(left)">
                                      <p:cBhvr>
                                        <p:cTn id="7" dur="2500"/>
                                        <p:tgtEl>
                                          <p:spTgt spid="3">
                                            <p:txEl>
                                              <p:pRg st="0" end="0"/>
                                            </p:txEl>
                                          </p:spTgt>
                                        </p:tgtEl>
                                      </p:cBhvr>
                                    </p:animEffect>
                                  </p:childTnLst>
                                </p:cTn>
                              </p:par>
                            </p:childTnLst>
                          </p:cTn>
                        </p:par>
                      </p:childTnLst>
                    </p:cTn>
                  </p:par>
                  <p:par>
                    <p:cTn id="8" fill="hold">
                      <p:stCondLst>
                        <p:cond delay="indefinite"/>
                      </p:stCondLst>
                      <p:childTnLst>
                        <p:par>
                          <p:cTn id="9" fill="hold">
                            <p:stCondLst>
                              <p:cond delay="0"/>
                            </p:stCondLst>
                            <p:childTnLst>
                              <p:par>
                                <p:cTn id="10" presetID="22" presetClass="entr" presetSubtype="8" fill="hold" grpId="0" nodeType="clickEffect">
                                  <p:stCondLst>
                                    <p:cond delay="0"/>
                                  </p:stCondLst>
                                  <p:childTnLst>
                                    <p:set>
                                      <p:cBhvr>
                                        <p:cTn id="11" dur="1" fill="hold">
                                          <p:stCondLst>
                                            <p:cond delay="0"/>
                                          </p:stCondLst>
                                        </p:cTn>
                                        <p:tgtEl>
                                          <p:spTgt spid="3">
                                            <p:txEl>
                                              <p:pRg st="1" end="1"/>
                                            </p:txEl>
                                          </p:spTgt>
                                        </p:tgtEl>
                                        <p:attrNameLst>
                                          <p:attrName>style.visibility</p:attrName>
                                        </p:attrNameLst>
                                      </p:cBhvr>
                                      <p:to>
                                        <p:strVal val="visible"/>
                                      </p:to>
                                    </p:set>
                                    <p:animEffect transition="in" filter="wipe(left)">
                                      <p:cBhvr>
                                        <p:cTn id="12" dur="1500"/>
                                        <p:tgtEl>
                                          <p:spTgt spid="3">
                                            <p:txEl>
                                              <p:pRg st="1" end="1"/>
                                            </p:txEl>
                                          </p:spTgt>
                                        </p:tgtEl>
                                      </p:cBhvr>
                                    </p:animEffect>
                                  </p:childTnLst>
                                </p:cTn>
                              </p:par>
                            </p:childTnLst>
                          </p:cTn>
                        </p:par>
                      </p:childTnLst>
                    </p:cTn>
                  </p:par>
                  <p:par>
                    <p:cTn id="13" fill="hold">
                      <p:stCondLst>
                        <p:cond delay="indefinite"/>
                      </p:stCondLst>
                      <p:childTnLst>
                        <p:par>
                          <p:cTn id="14" fill="hold">
                            <p:stCondLst>
                              <p:cond delay="0"/>
                            </p:stCondLst>
                            <p:childTnLst>
                              <p:par>
                                <p:cTn id="15" presetID="22" presetClass="entr" presetSubtype="8" fill="hold" grpId="0" nodeType="clickEffect">
                                  <p:stCondLst>
                                    <p:cond delay="0"/>
                                  </p:stCondLst>
                                  <p:childTnLst>
                                    <p:set>
                                      <p:cBhvr>
                                        <p:cTn id="16" dur="1" fill="hold">
                                          <p:stCondLst>
                                            <p:cond delay="0"/>
                                          </p:stCondLst>
                                        </p:cTn>
                                        <p:tgtEl>
                                          <p:spTgt spid="3">
                                            <p:txEl>
                                              <p:pRg st="2" end="2"/>
                                            </p:txEl>
                                          </p:spTgt>
                                        </p:tgtEl>
                                        <p:attrNameLst>
                                          <p:attrName>style.visibility</p:attrName>
                                        </p:attrNameLst>
                                      </p:cBhvr>
                                      <p:to>
                                        <p:strVal val="visible"/>
                                      </p:to>
                                    </p:set>
                                    <p:animEffect transition="in" filter="wipe(left)">
                                      <p:cBhvr>
                                        <p:cTn id="17" dur="2000"/>
                                        <p:tgtEl>
                                          <p:spTgt spid="3">
                                            <p:txEl>
                                              <p:pRg st="2" end="2"/>
                                            </p:txEl>
                                          </p:spTgt>
                                        </p:tgtEl>
                                      </p:cBhvr>
                                    </p:animEffect>
                                  </p:childTnLst>
                                </p:cTn>
                              </p:par>
                            </p:childTnLst>
                          </p:cTn>
                        </p:par>
                      </p:childTnLst>
                    </p:cTn>
                  </p:par>
                  <p:par>
                    <p:cTn id="18" fill="hold">
                      <p:stCondLst>
                        <p:cond delay="indefinite"/>
                      </p:stCondLst>
                      <p:childTnLst>
                        <p:par>
                          <p:cTn id="19" fill="hold">
                            <p:stCondLst>
                              <p:cond delay="0"/>
                            </p:stCondLst>
                            <p:childTnLst>
                              <p:par>
                                <p:cTn id="20" presetID="22" presetClass="entr" presetSubtype="8" fill="hold" grpId="0" nodeType="clickEffect">
                                  <p:stCondLst>
                                    <p:cond delay="0"/>
                                  </p:stCondLst>
                                  <p:childTnLst>
                                    <p:set>
                                      <p:cBhvr>
                                        <p:cTn id="21" dur="1" fill="hold">
                                          <p:stCondLst>
                                            <p:cond delay="0"/>
                                          </p:stCondLst>
                                        </p:cTn>
                                        <p:tgtEl>
                                          <p:spTgt spid="5"/>
                                        </p:tgtEl>
                                        <p:attrNameLst>
                                          <p:attrName>style.visibility</p:attrName>
                                        </p:attrNameLst>
                                      </p:cBhvr>
                                      <p:to>
                                        <p:strVal val="visible"/>
                                      </p:to>
                                    </p:set>
                                    <p:animEffect transition="in" filter="wipe(left)">
                                      <p:cBhvr>
                                        <p:cTn id="22" dur="1500"/>
                                        <p:tgtEl>
                                          <p:spTgt spid="5"/>
                                        </p:tgtEl>
                                      </p:cBhvr>
                                    </p:animEffect>
                                  </p:childTnLst>
                                </p:cTn>
                              </p:par>
                            </p:childTnLst>
                          </p:cTn>
                        </p:par>
                        <p:par>
                          <p:cTn id="23" fill="hold">
                            <p:stCondLst>
                              <p:cond delay="1500"/>
                            </p:stCondLst>
                            <p:childTnLst>
                              <p:par>
                                <p:cTn id="24" presetID="21" presetClass="entr" presetSubtype="1" fill="hold" grpId="0" nodeType="afterEffect">
                                  <p:stCondLst>
                                    <p:cond delay="0"/>
                                  </p:stCondLst>
                                  <p:childTnLst>
                                    <p:set>
                                      <p:cBhvr>
                                        <p:cTn id="25" dur="1" fill="hold">
                                          <p:stCondLst>
                                            <p:cond delay="0"/>
                                          </p:stCondLst>
                                        </p:cTn>
                                        <p:tgtEl>
                                          <p:spTgt spid="4"/>
                                        </p:tgtEl>
                                        <p:attrNameLst>
                                          <p:attrName>style.visibility</p:attrName>
                                        </p:attrNameLst>
                                      </p:cBhvr>
                                      <p:to>
                                        <p:strVal val="visible"/>
                                      </p:to>
                                    </p:set>
                                    <p:animEffect transition="in" filter="wheel(1)">
                                      <p:cBhvr>
                                        <p:cTn id="26" dur="2000"/>
                                        <p:tgtEl>
                                          <p:spTgt spid="4"/>
                                        </p:tgtEl>
                                      </p:cBhvr>
                                    </p:animEffect>
                                  </p:childTnLst>
                                </p:cTn>
                              </p:par>
                            </p:childTnLst>
                          </p:cTn>
                        </p:par>
                      </p:childTnLst>
                    </p:cTn>
                  </p:par>
                  <p:par>
                    <p:cTn id="27" fill="hold">
                      <p:stCondLst>
                        <p:cond delay="indefinite"/>
                      </p:stCondLst>
                      <p:childTnLst>
                        <p:par>
                          <p:cTn id="28" fill="hold">
                            <p:stCondLst>
                              <p:cond delay="0"/>
                            </p:stCondLst>
                            <p:childTnLst>
                              <p:par>
                                <p:cTn id="29" presetID="10" presetClass="entr" presetSubtype="0" fill="hold" grpId="0" nodeType="clickEffect">
                                  <p:stCondLst>
                                    <p:cond delay="0"/>
                                  </p:stCondLst>
                                  <p:childTnLst>
                                    <p:set>
                                      <p:cBhvr>
                                        <p:cTn id="30" dur="1" fill="hold">
                                          <p:stCondLst>
                                            <p:cond delay="0"/>
                                          </p:stCondLst>
                                        </p:cTn>
                                        <p:tgtEl>
                                          <p:spTgt spid="6"/>
                                        </p:tgtEl>
                                        <p:attrNameLst>
                                          <p:attrName>style.visibility</p:attrName>
                                        </p:attrNameLst>
                                      </p:cBhvr>
                                      <p:to>
                                        <p:strVal val="visible"/>
                                      </p:to>
                                    </p:set>
                                    <p:animEffect transition="in" filter="fade">
                                      <p:cBhvr>
                                        <p:cTn id="31" dur="1000"/>
                                        <p:tgtEl>
                                          <p:spTgt spid="6"/>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P spid="4" grpId="0" animBg="1"/>
      <p:bldP spid="5" grpId="0"/>
      <p:bldP spid="6" grpId="0"/>
    </p:bldLst>
  </p:timing>
</p:sld>
</file>

<file path=ppt/slides/slide6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CE87805-17F2-4B70-B505-57FB17E1FEE3}"/>
              </a:ext>
            </a:extLst>
          </p:cNvPr>
          <p:cNvSpPr>
            <a:spLocks noGrp="1"/>
          </p:cNvSpPr>
          <p:nvPr>
            <p:ph type="title"/>
          </p:nvPr>
        </p:nvSpPr>
        <p:spPr/>
        <p:txBody>
          <a:bodyPr/>
          <a:lstStyle/>
          <a:p>
            <a:r>
              <a:rPr lang="en-GB" dirty="0"/>
              <a:t>Steps</a:t>
            </a:r>
          </a:p>
        </p:txBody>
      </p:sp>
      <p:sp>
        <p:nvSpPr>
          <p:cNvPr id="3" name="Content Placeholder 2">
            <a:extLst>
              <a:ext uri="{FF2B5EF4-FFF2-40B4-BE49-F238E27FC236}">
                <a16:creationId xmlns:a16="http://schemas.microsoft.com/office/drawing/2014/main" id="{E4EE7085-4C5B-409B-8843-A8A3D3CB6E90}"/>
              </a:ext>
            </a:extLst>
          </p:cNvPr>
          <p:cNvSpPr>
            <a:spLocks noGrp="1"/>
          </p:cNvSpPr>
          <p:nvPr>
            <p:ph idx="1"/>
          </p:nvPr>
        </p:nvSpPr>
        <p:spPr/>
        <p:txBody>
          <a:bodyPr/>
          <a:lstStyle/>
          <a:p>
            <a:pPr marL="0" indent="0">
              <a:lnSpc>
                <a:spcPct val="120000"/>
              </a:lnSpc>
              <a:buNone/>
            </a:pPr>
            <a:r>
              <a:rPr lang="en-GB" sz="4200" dirty="0">
                <a:latin typeface="Consolas" panose="020B0609020204030204" pitchFamily="49" charset="0"/>
              </a:rPr>
              <a:t>1 Calculate and store the value</a:t>
            </a:r>
          </a:p>
          <a:p>
            <a:pPr marL="0" indent="0">
              <a:lnSpc>
                <a:spcPct val="120000"/>
              </a:lnSpc>
              <a:buNone/>
            </a:pPr>
            <a:r>
              <a:rPr lang="en-GB" sz="4200" dirty="0">
                <a:latin typeface="Consolas" panose="020B0609020204030204" pitchFamily="49" charset="0"/>
              </a:rPr>
              <a:t>2 Use the value</a:t>
            </a:r>
          </a:p>
          <a:p>
            <a:pPr marL="0" indent="0">
              <a:buNone/>
            </a:pPr>
            <a:endParaRPr lang="en-GB" dirty="0"/>
          </a:p>
        </p:txBody>
      </p:sp>
    </p:spTree>
    <p:extLst>
      <p:ext uri="{BB962C8B-B14F-4D97-AF65-F5344CB8AC3E}">
        <p14:creationId xmlns:p14="http://schemas.microsoft.com/office/powerpoint/2010/main" val="2270313325"/>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animEffect transition="in" filter="wipe(left)">
                                      <p:cBhvr>
                                        <p:cTn id="7" dur="1000"/>
                                        <p:tgtEl>
                                          <p:spTgt spid="3">
                                            <p:txEl>
                                              <p:pRg st="0" end="0"/>
                                            </p:txEl>
                                          </p:spTgt>
                                        </p:tgtEl>
                                      </p:cBhvr>
                                    </p:animEffect>
                                  </p:childTnLst>
                                </p:cTn>
                              </p:par>
                            </p:childTnLst>
                          </p:cTn>
                        </p:par>
                        <p:par>
                          <p:cTn id="8" fill="hold">
                            <p:stCondLst>
                              <p:cond delay="1000"/>
                            </p:stCondLst>
                            <p:childTnLst>
                              <p:par>
                                <p:cTn id="9" presetID="22" presetClass="entr" presetSubtype="8" fill="hold" grpId="0" nodeType="afterEffect">
                                  <p:stCondLst>
                                    <p:cond delay="0"/>
                                  </p:stCondLst>
                                  <p:childTnLst>
                                    <p:set>
                                      <p:cBhvr>
                                        <p:cTn id="10" dur="1" fill="hold">
                                          <p:stCondLst>
                                            <p:cond delay="0"/>
                                          </p:stCondLst>
                                        </p:cTn>
                                        <p:tgtEl>
                                          <p:spTgt spid="3">
                                            <p:txEl>
                                              <p:pRg st="1" end="1"/>
                                            </p:txEl>
                                          </p:spTgt>
                                        </p:tgtEl>
                                        <p:attrNameLst>
                                          <p:attrName>style.visibility</p:attrName>
                                        </p:attrNameLst>
                                      </p:cBhvr>
                                      <p:to>
                                        <p:strVal val="visible"/>
                                      </p:to>
                                    </p:set>
                                    <p:animEffect transition="in" filter="wipe(left)">
                                      <p:cBhvr>
                                        <p:cTn id="11" dur="1000"/>
                                        <p:tgtEl>
                                          <p:spTgt spid="3">
                                            <p:txEl>
                                              <p:pRg st="1" end="1"/>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6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CE87805-17F2-4B70-B505-57FB17E1FEE3}"/>
              </a:ext>
            </a:extLst>
          </p:cNvPr>
          <p:cNvSpPr>
            <a:spLocks noGrp="1"/>
          </p:cNvSpPr>
          <p:nvPr>
            <p:ph type="title"/>
          </p:nvPr>
        </p:nvSpPr>
        <p:spPr/>
        <p:txBody>
          <a:bodyPr/>
          <a:lstStyle/>
          <a:p>
            <a:r>
              <a:rPr lang="en-GB" dirty="0"/>
              <a:t>Step 1 – Create a View</a:t>
            </a:r>
          </a:p>
        </p:txBody>
      </p:sp>
      <p:sp>
        <p:nvSpPr>
          <p:cNvPr id="3" name="Content Placeholder 2">
            <a:extLst>
              <a:ext uri="{FF2B5EF4-FFF2-40B4-BE49-F238E27FC236}">
                <a16:creationId xmlns:a16="http://schemas.microsoft.com/office/drawing/2014/main" id="{E4EE7085-4C5B-409B-8843-A8A3D3CB6E90}"/>
              </a:ext>
            </a:extLst>
          </p:cNvPr>
          <p:cNvSpPr>
            <a:spLocks noGrp="1"/>
          </p:cNvSpPr>
          <p:nvPr>
            <p:ph idx="1"/>
          </p:nvPr>
        </p:nvSpPr>
        <p:spPr/>
        <p:txBody>
          <a:bodyPr>
            <a:normAutofit/>
          </a:bodyPr>
          <a:lstStyle/>
          <a:p>
            <a:pPr marL="0" lvl="0" indent="0" eaLnBrk="0" fontAlgn="base" hangingPunct="0">
              <a:lnSpc>
                <a:spcPct val="100000"/>
              </a:lnSpc>
              <a:spcBef>
                <a:spcPct val="0"/>
              </a:spcBef>
              <a:spcAft>
                <a:spcPct val="0"/>
              </a:spcAft>
              <a:buNone/>
            </a:pPr>
            <a:r>
              <a:rPr lang="en-US" altLang="en-US" sz="4000" dirty="0">
                <a:solidFill>
                  <a:srgbClr val="B2B2B2"/>
                </a:solidFill>
                <a:latin typeface="Consolas" panose="020B0609020204030204" pitchFamily="49" charset="0"/>
              </a:rPr>
              <a:t>1 </a:t>
            </a:r>
            <a:r>
              <a:rPr lang="en-US" altLang="en-US" sz="4000" dirty="0">
                <a:solidFill>
                  <a:srgbClr val="A71D5D"/>
                </a:solidFill>
                <a:latin typeface="Consolas" panose="020B0609020204030204" pitchFamily="49" charset="0"/>
              </a:rPr>
              <a:t>CREATE TEMP VIEW </a:t>
            </a:r>
            <a:r>
              <a:rPr lang="en-US" altLang="en-US" sz="4000" dirty="0">
                <a:solidFill>
                  <a:srgbClr val="000000"/>
                </a:solidFill>
                <a:latin typeface="Consolas" panose="020B0609020204030204" pitchFamily="49" charset="0"/>
              </a:rPr>
              <a:t>Old (</a:t>
            </a:r>
            <a:r>
              <a:rPr lang="en-US" altLang="en-US" sz="4000" dirty="0" err="1">
                <a:solidFill>
                  <a:srgbClr val="000000"/>
                </a:solidFill>
                <a:latin typeface="Consolas" panose="020B0609020204030204" pitchFamily="49" charset="0"/>
              </a:rPr>
              <a:t>maxAge</a:t>
            </a:r>
            <a:r>
              <a:rPr lang="en-US" altLang="en-US" sz="4000" dirty="0">
                <a:solidFill>
                  <a:srgbClr val="000000"/>
                </a:solidFill>
                <a:latin typeface="Consolas" panose="020B0609020204030204" pitchFamily="49" charset="0"/>
              </a:rPr>
              <a:t>) </a:t>
            </a:r>
            <a:r>
              <a:rPr lang="en-US" altLang="en-US" sz="4000" dirty="0">
                <a:solidFill>
                  <a:srgbClr val="A71D5D"/>
                </a:solidFill>
                <a:latin typeface="Consolas" panose="020B0609020204030204" pitchFamily="49" charset="0"/>
              </a:rPr>
              <a:t>AS</a:t>
            </a:r>
            <a:endParaRPr lang="en-US" altLang="en-US" sz="4000" dirty="0">
              <a:solidFill>
                <a:srgbClr val="000000"/>
              </a:solidFill>
              <a:latin typeface="Consolas" panose="020B0609020204030204" pitchFamily="49" charset="0"/>
            </a:endParaRPr>
          </a:p>
          <a:p>
            <a:pPr marL="0" lvl="0" indent="0" eaLnBrk="0" fontAlgn="base" hangingPunct="0">
              <a:lnSpc>
                <a:spcPct val="100000"/>
              </a:lnSpc>
              <a:spcBef>
                <a:spcPct val="0"/>
              </a:spcBef>
              <a:spcAft>
                <a:spcPct val="0"/>
              </a:spcAft>
              <a:buNone/>
            </a:pPr>
            <a:r>
              <a:rPr lang="en-US" altLang="en-US" sz="4000" dirty="0">
                <a:solidFill>
                  <a:srgbClr val="B2B2B2"/>
                </a:solidFill>
                <a:latin typeface="Consolas" panose="020B0609020204030204" pitchFamily="49" charset="0"/>
              </a:rPr>
              <a:t>2   </a:t>
            </a:r>
            <a:r>
              <a:rPr lang="en-US" altLang="en-US" sz="4000" dirty="0">
                <a:solidFill>
                  <a:srgbClr val="A71D5D"/>
                </a:solidFill>
                <a:latin typeface="Consolas" panose="020B0609020204030204" pitchFamily="49" charset="0"/>
              </a:rPr>
              <a:t>SELECT MAX</a:t>
            </a:r>
            <a:r>
              <a:rPr lang="en-US" altLang="en-US" sz="4000" dirty="0">
                <a:solidFill>
                  <a:srgbClr val="000000"/>
                </a:solidFill>
                <a:latin typeface="Consolas" panose="020B0609020204030204" pitchFamily="49" charset="0"/>
              </a:rPr>
              <a:t>(age)</a:t>
            </a:r>
          </a:p>
          <a:p>
            <a:pPr marL="0" lvl="0" indent="0" eaLnBrk="0" fontAlgn="base" hangingPunct="0">
              <a:lnSpc>
                <a:spcPct val="100000"/>
              </a:lnSpc>
              <a:spcBef>
                <a:spcPct val="0"/>
              </a:spcBef>
              <a:spcAft>
                <a:spcPct val="0"/>
              </a:spcAft>
              <a:buNone/>
            </a:pPr>
            <a:r>
              <a:rPr lang="en-US" altLang="en-US" sz="4000" dirty="0">
                <a:solidFill>
                  <a:srgbClr val="B2B2B2"/>
                </a:solidFill>
                <a:latin typeface="Consolas" panose="020B0609020204030204" pitchFamily="49" charset="0"/>
              </a:rPr>
              <a:t>3   </a:t>
            </a:r>
            <a:r>
              <a:rPr lang="en-US" altLang="en-US" sz="4000" dirty="0">
                <a:solidFill>
                  <a:srgbClr val="A71D5D"/>
                </a:solidFill>
                <a:latin typeface="Consolas" panose="020B0609020204030204" pitchFamily="49" charset="0"/>
              </a:rPr>
              <a:t>FROM</a:t>
            </a:r>
            <a:r>
              <a:rPr lang="en-US" altLang="en-US" sz="4000" dirty="0">
                <a:solidFill>
                  <a:srgbClr val="000000"/>
                </a:solidFill>
                <a:latin typeface="Consolas" panose="020B0609020204030204" pitchFamily="49" charset="0"/>
              </a:rPr>
              <a:t> Pupil;</a:t>
            </a:r>
            <a:br>
              <a:rPr lang="en-US" altLang="en-US" sz="4000" dirty="0">
                <a:solidFill>
                  <a:srgbClr val="000000"/>
                </a:solidFill>
                <a:latin typeface="Consolas" panose="020B0609020204030204" pitchFamily="49" charset="0"/>
              </a:rPr>
            </a:br>
            <a:endParaRPr lang="en-US" altLang="en-US" sz="5400" dirty="0">
              <a:latin typeface="Arial" panose="020B0604020202020204" pitchFamily="34" charset="0"/>
            </a:endParaRPr>
          </a:p>
        </p:txBody>
      </p:sp>
      <p:sp>
        <p:nvSpPr>
          <p:cNvPr id="5" name="Callout: Line with No Border 4">
            <a:extLst>
              <a:ext uri="{FF2B5EF4-FFF2-40B4-BE49-F238E27FC236}">
                <a16:creationId xmlns:a16="http://schemas.microsoft.com/office/drawing/2014/main" id="{6D2EF630-5AF1-4974-BD56-0BD5A45FB059}"/>
              </a:ext>
            </a:extLst>
          </p:cNvPr>
          <p:cNvSpPr/>
          <p:nvPr/>
        </p:nvSpPr>
        <p:spPr>
          <a:xfrm>
            <a:off x="6006768" y="3455617"/>
            <a:ext cx="1371601" cy="1377640"/>
          </a:xfrm>
          <a:prstGeom prst="callout1">
            <a:avLst>
              <a:gd name="adj1" fmla="val 599"/>
              <a:gd name="adj2" fmla="val 49609"/>
              <a:gd name="adj3" fmla="val -77486"/>
              <a:gd name="adj4" fmla="val 49762"/>
            </a:avLst>
          </a:prstGeom>
          <a:noFill/>
          <a:ln w="38100">
            <a:solidFill>
              <a:schemeClr val="accent6">
                <a:lumMod val="75000"/>
              </a:schemeClr>
            </a:solidFill>
            <a:headEnd type="none" w="med" len="med"/>
            <a:tailEnd type="triangle" w="med" len="med"/>
          </a:ln>
        </p:spPr>
        <p:style>
          <a:lnRef idx="2">
            <a:schemeClr val="accent1">
              <a:shade val="50000"/>
            </a:schemeClr>
          </a:lnRef>
          <a:fillRef idx="1">
            <a:schemeClr val="accent1"/>
          </a:fillRef>
          <a:effectRef idx="0">
            <a:schemeClr val="accent1"/>
          </a:effectRef>
          <a:fontRef idx="minor">
            <a:schemeClr val="lt1"/>
          </a:fontRef>
        </p:style>
        <p:txBody>
          <a:bodyPr rtlCol="0" anchor="t"/>
          <a:lstStyle/>
          <a:p>
            <a:pPr algn="ctr"/>
            <a:r>
              <a:rPr lang="en-GB" sz="2800" b="1" dirty="0">
                <a:solidFill>
                  <a:srgbClr val="7030A0"/>
                </a:solidFill>
              </a:rPr>
              <a:t>Name</a:t>
            </a:r>
          </a:p>
          <a:p>
            <a:pPr algn="ctr"/>
            <a:r>
              <a:rPr lang="en-GB" sz="2800" b="1" dirty="0">
                <a:solidFill>
                  <a:srgbClr val="7030A0"/>
                </a:solidFill>
              </a:rPr>
              <a:t>of view</a:t>
            </a:r>
          </a:p>
        </p:txBody>
      </p:sp>
      <p:sp>
        <p:nvSpPr>
          <p:cNvPr id="7" name="Rectangle 6">
            <a:extLst>
              <a:ext uri="{FF2B5EF4-FFF2-40B4-BE49-F238E27FC236}">
                <a16:creationId xmlns:a16="http://schemas.microsoft.com/office/drawing/2014/main" id="{607135EA-02F8-474E-AA7E-06DCCB57BD7C}"/>
              </a:ext>
            </a:extLst>
          </p:cNvPr>
          <p:cNvSpPr/>
          <p:nvPr/>
        </p:nvSpPr>
        <p:spPr>
          <a:xfrm>
            <a:off x="1947333" y="5124863"/>
            <a:ext cx="8297333" cy="523220"/>
          </a:xfrm>
          <a:prstGeom prst="rect">
            <a:avLst/>
          </a:prstGeom>
        </p:spPr>
        <p:txBody>
          <a:bodyPr wrap="square">
            <a:spAutoFit/>
          </a:bodyPr>
          <a:lstStyle/>
          <a:p>
            <a:pPr algn="ctr"/>
            <a:r>
              <a:rPr lang="en-GB" sz="2800" b="1" dirty="0">
                <a:solidFill>
                  <a:srgbClr val="7030A0"/>
                </a:solidFill>
              </a:rPr>
              <a:t>Creates a view to store the result of SELECT statement</a:t>
            </a:r>
          </a:p>
        </p:txBody>
      </p:sp>
      <p:sp>
        <p:nvSpPr>
          <p:cNvPr id="8" name="Callout: Line with No Border 7">
            <a:extLst>
              <a:ext uri="{FF2B5EF4-FFF2-40B4-BE49-F238E27FC236}">
                <a16:creationId xmlns:a16="http://schemas.microsoft.com/office/drawing/2014/main" id="{4E063AD4-6ECC-084B-CBC7-7B0DFA360F57}"/>
              </a:ext>
            </a:extLst>
          </p:cNvPr>
          <p:cNvSpPr/>
          <p:nvPr/>
        </p:nvSpPr>
        <p:spPr>
          <a:xfrm>
            <a:off x="7627120" y="3455617"/>
            <a:ext cx="1825378" cy="1377640"/>
          </a:xfrm>
          <a:prstGeom prst="callout1">
            <a:avLst>
              <a:gd name="adj1" fmla="val 599"/>
              <a:gd name="adj2" fmla="val 49609"/>
              <a:gd name="adj3" fmla="val -73798"/>
              <a:gd name="adj4" fmla="val 49578"/>
            </a:avLst>
          </a:prstGeom>
          <a:noFill/>
          <a:ln w="38100">
            <a:solidFill>
              <a:schemeClr val="accent6">
                <a:lumMod val="75000"/>
              </a:schemeClr>
            </a:solidFill>
            <a:headEnd type="none" w="med" len="med"/>
            <a:tailEnd type="triangle" w="med" len="med"/>
          </a:ln>
        </p:spPr>
        <p:style>
          <a:lnRef idx="2">
            <a:schemeClr val="accent1">
              <a:shade val="50000"/>
            </a:schemeClr>
          </a:lnRef>
          <a:fillRef idx="1">
            <a:schemeClr val="accent1"/>
          </a:fillRef>
          <a:effectRef idx="0">
            <a:schemeClr val="accent1"/>
          </a:effectRef>
          <a:fontRef idx="minor">
            <a:schemeClr val="lt1"/>
          </a:fontRef>
        </p:style>
        <p:txBody>
          <a:bodyPr rtlCol="0" anchor="t"/>
          <a:lstStyle/>
          <a:p>
            <a:pPr algn="ctr"/>
            <a:r>
              <a:rPr lang="en-GB" sz="2800" b="1" dirty="0">
                <a:solidFill>
                  <a:srgbClr val="7030A0"/>
                </a:solidFill>
              </a:rPr>
              <a:t>Name</a:t>
            </a:r>
          </a:p>
          <a:p>
            <a:pPr algn="ctr"/>
            <a:r>
              <a:rPr lang="en-GB" sz="2800" b="1" dirty="0">
                <a:solidFill>
                  <a:srgbClr val="7030A0"/>
                </a:solidFill>
              </a:rPr>
              <a:t>of field</a:t>
            </a:r>
          </a:p>
        </p:txBody>
      </p:sp>
      <p:sp>
        <p:nvSpPr>
          <p:cNvPr id="4" name="Rectangle 3">
            <a:extLst>
              <a:ext uri="{FF2B5EF4-FFF2-40B4-BE49-F238E27FC236}">
                <a16:creationId xmlns:a16="http://schemas.microsoft.com/office/drawing/2014/main" id="{18209E76-511B-8593-E056-8BB623981B3A}"/>
              </a:ext>
            </a:extLst>
          </p:cNvPr>
          <p:cNvSpPr/>
          <p:nvPr/>
        </p:nvSpPr>
        <p:spPr>
          <a:xfrm>
            <a:off x="1562947" y="5901029"/>
            <a:ext cx="9066107" cy="523220"/>
          </a:xfrm>
          <a:prstGeom prst="rect">
            <a:avLst/>
          </a:prstGeom>
        </p:spPr>
        <p:txBody>
          <a:bodyPr wrap="square">
            <a:spAutoFit/>
          </a:bodyPr>
          <a:lstStyle/>
          <a:p>
            <a:pPr algn="ctr"/>
            <a:r>
              <a:rPr lang="en-GB" sz="2800" b="1" i="1">
                <a:solidFill>
                  <a:srgbClr val="7030A0"/>
                </a:solidFill>
              </a:rPr>
              <a:t>The temporary </a:t>
            </a:r>
            <a:r>
              <a:rPr lang="en-GB" sz="2800" b="1" i="1" dirty="0">
                <a:solidFill>
                  <a:srgbClr val="7030A0"/>
                </a:solidFill>
              </a:rPr>
              <a:t>view is deleted when the database is closed</a:t>
            </a:r>
          </a:p>
        </p:txBody>
      </p:sp>
    </p:spTree>
    <p:extLst>
      <p:ext uri="{BB962C8B-B14F-4D97-AF65-F5344CB8AC3E}">
        <p14:creationId xmlns:p14="http://schemas.microsoft.com/office/powerpoint/2010/main" val="3479897373"/>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animEffect transition="in" filter="wipe(left)">
                                      <p:cBhvr>
                                        <p:cTn id="7" dur="1000"/>
                                        <p:tgtEl>
                                          <p:spTgt spid="3">
                                            <p:txEl>
                                              <p:pRg st="0" end="0"/>
                                            </p:txEl>
                                          </p:spTgt>
                                        </p:tgtEl>
                                      </p:cBhvr>
                                    </p:animEffect>
                                  </p:childTnLst>
                                </p:cTn>
                              </p:par>
                            </p:childTnLst>
                          </p:cTn>
                        </p:par>
                      </p:childTnLst>
                    </p:cTn>
                  </p:par>
                  <p:par>
                    <p:cTn id="8" fill="hold">
                      <p:stCondLst>
                        <p:cond delay="indefinite"/>
                      </p:stCondLst>
                      <p:childTnLst>
                        <p:par>
                          <p:cTn id="9" fill="hold">
                            <p:stCondLst>
                              <p:cond delay="0"/>
                            </p:stCondLst>
                            <p:childTnLst>
                              <p:par>
                                <p:cTn id="10" presetID="22" presetClass="entr" presetSubtype="8" fill="hold" grpId="0" nodeType="clickEffect">
                                  <p:stCondLst>
                                    <p:cond delay="0"/>
                                  </p:stCondLst>
                                  <p:childTnLst>
                                    <p:set>
                                      <p:cBhvr>
                                        <p:cTn id="11" dur="1" fill="hold">
                                          <p:stCondLst>
                                            <p:cond delay="0"/>
                                          </p:stCondLst>
                                        </p:cTn>
                                        <p:tgtEl>
                                          <p:spTgt spid="3">
                                            <p:txEl>
                                              <p:pRg st="1" end="1"/>
                                            </p:txEl>
                                          </p:spTgt>
                                        </p:tgtEl>
                                        <p:attrNameLst>
                                          <p:attrName>style.visibility</p:attrName>
                                        </p:attrNameLst>
                                      </p:cBhvr>
                                      <p:to>
                                        <p:strVal val="visible"/>
                                      </p:to>
                                    </p:set>
                                    <p:animEffect transition="in" filter="wipe(left)">
                                      <p:cBhvr>
                                        <p:cTn id="12" dur="1000"/>
                                        <p:tgtEl>
                                          <p:spTgt spid="3">
                                            <p:txEl>
                                              <p:pRg st="1" end="1"/>
                                            </p:txEl>
                                          </p:spTgt>
                                        </p:tgtEl>
                                      </p:cBhvr>
                                    </p:animEffect>
                                  </p:childTnLst>
                                </p:cTn>
                              </p:par>
                            </p:childTnLst>
                          </p:cTn>
                        </p:par>
                      </p:childTnLst>
                    </p:cTn>
                  </p:par>
                  <p:par>
                    <p:cTn id="13" fill="hold">
                      <p:stCondLst>
                        <p:cond delay="indefinite"/>
                      </p:stCondLst>
                      <p:childTnLst>
                        <p:par>
                          <p:cTn id="14" fill="hold">
                            <p:stCondLst>
                              <p:cond delay="0"/>
                            </p:stCondLst>
                            <p:childTnLst>
                              <p:par>
                                <p:cTn id="15" presetID="22" presetClass="entr" presetSubtype="8" fill="hold" grpId="0" nodeType="clickEffect">
                                  <p:stCondLst>
                                    <p:cond delay="0"/>
                                  </p:stCondLst>
                                  <p:childTnLst>
                                    <p:set>
                                      <p:cBhvr>
                                        <p:cTn id="16" dur="1" fill="hold">
                                          <p:stCondLst>
                                            <p:cond delay="0"/>
                                          </p:stCondLst>
                                        </p:cTn>
                                        <p:tgtEl>
                                          <p:spTgt spid="3">
                                            <p:txEl>
                                              <p:pRg st="2" end="2"/>
                                            </p:txEl>
                                          </p:spTgt>
                                        </p:tgtEl>
                                        <p:attrNameLst>
                                          <p:attrName>style.visibility</p:attrName>
                                        </p:attrNameLst>
                                      </p:cBhvr>
                                      <p:to>
                                        <p:strVal val="visible"/>
                                      </p:to>
                                    </p:set>
                                    <p:animEffect transition="in" filter="wipe(left)">
                                      <p:cBhvr>
                                        <p:cTn id="17" dur="1000"/>
                                        <p:tgtEl>
                                          <p:spTgt spid="3">
                                            <p:txEl>
                                              <p:pRg st="2" end="2"/>
                                            </p:txEl>
                                          </p:spTgt>
                                        </p:tgtEl>
                                      </p:cBhvr>
                                    </p:animEffect>
                                  </p:childTnLst>
                                </p:cTn>
                              </p:par>
                            </p:childTnLst>
                          </p:cTn>
                        </p:par>
                      </p:childTnLst>
                    </p:cTn>
                  </p:par>
                  <p:par>
                    <p:cTn id="18" fill="hold">
                      <p:stCondLst>
                        <p:cond delay="indefinite"/>
                      </p:stCondLst>
                      <p:childTnLst>
                        <p:par>
                          <p:cTn id="19" fill="hold">
                            <p:stCondLst>
                              <p:cond delay="0"/>
                            </p:stCondLst>
                            <p:childTnLst>
                              <p:par>
                                <p:cTn id="20" presetID="22" presetClass="entr" presetSubtype="4" fill="hold" grpId="0" nodeType="clickEffect">
                                  <p:stCondLst>
                                    <p:cond delay="0"/>
                                  </p:stCondLst>
                                  <p:childTnLst>
                                    <p:set>
                                      <p:cBhvr>
                                        <p:cTn id="21" dur="1" fill="hold">
                                          <p:stCondLst>
                                            <p:cond delay="0"/>
                                          </p:stCondLst>
                                        </p:cTn>
                                        <p:tgtEl>
                                          <p:spTgt spid="5"/>
                                        </p:tgtEl>
                                        <p:attrNameLst>
                                          <p:attrName>style.visibility</p:attrName>
                                        </p:attrNameLst>
                                      </p:cBhvr>
                                      <p:to>
                                        <p:strVal val="visible"/>
                                      </p:to>
                                    </p:set>
                                    <p:animEffect transition="in" filter="wipe(down)">
                                      <p:cBhvr>
                                        <p:cTn id="22" dur="1000"/>
                                        <p:tgtEl>
                                          <p:spTgt spid="5"/>
                                        </p:tgtEl>
                                      </p:cBhvr>
                                    </p:animEffect>
                                  </p:childTnLst>
                                </p:cTn>
                              </p:par>
                            </p:childTnLst>
                          </p:cTn>
                        </p:par>
                      </p:childTnLst>
                    </p:cTn>
                  </p:par>
                  <p:par>
                    <p:cTn id="23" fill="hold">
                      <p:stCondLst>
                        <p:cond delay="indefinite"/>
                      </p:stCondLst>
                      <p:childTnLst>
                        <p:par>
                          <p:cTn id="24" fill="hold">
                            <p:stCondLst>
                              <p:cond delay="0"/>
                            </p:stCondLst>
                            <p:childTnLst>
                              <p:par>
                                <p:cTn id="25" presetID="22" presetClass="entr" presetSubtype="4" fill="hold" grpId="0" nodeType="clickEffect">
                                  <p:stCondLst>
                                    <p:cond delay="0"/>
                                  </p:stCondLst>
                                  <p:childTnLst>
                                    <p:set>
                                      <p:cBhvr>
                                        <p:cTn id="26" dur="1" fill="hold">
                                          <p:stCondLst>
                                            <p:cond delay="0"/>
                                          </p:stCondLst>
                                        </p:cTn>
                                        <p:tgtEl>
                                          <p:spTgt spid="8"/>
                                        </p:tgtEl>
                                        <p:attrNameLst>
                                          <p:attrName>style.visibility</p:attrName>
                                        </p:attrNameLst>
                                      </p:cBhvr>
                                      <p:to>
                                        <p:strVal val="visible"/>
                                      </p:to>
                                    </p:set>
                                    <p:animEffect transition="in" filter="wipe(down)">
                                      <p:cBhvr>
                                        <p:cTn id="27" dur="1000"/>
                                        <p:tgtEl>
                                          <p:spTgt spid="8"/>
                                        </p:tgtEl>
                                      </p:cBhvr>
                                    </p:animEffect>
                                  </p:childTnLst>
                                </p:cTn>
                              </p:par>
                            </p:childTnLst>
                          </p:cTn>
                        </p:par>
                      </p:childTnLst>
                    </p:cTn>
                  </p:par>
                  <p:par>
                    <p:cTn id="28" fill="hold">
                      <p:stCondLst>
                        <p:cond delay="indefinite"/>
                      </p:stCondLst>
                      <p:childTnLst>
                        <p:par>
                          <p:cTn id="29" fill="hold">
                            <p:stCondLst>
                              <p:cond delay="0"/>
                            </p:stCondLst>
                            <p:childTnLst>
                              <p:par>
                                <p:cTn id="30" presetID="10" presetClass="entr" presetSubtype="0" fill="hold" grpId="0" nodeType="clickEffect">
                                  <p:stCondLst>
                                    <p:cond delay="0"/>
                                  </p:stCondLst>
                                  <p:childTnLst>
                                    <p:set>
                                      <p:cBhvr>
                                        <p:cTn id="31" dur="1" fill="hold">
                                          <p:stCondLst>
                                            <p:cond delay="0"/>
                                          </p:stCondLst>
                                        </p:cTn>
                                        <p:tgtEl>
                                          <p:spTgt spid="7"/>
                                        </p:tgtEl>
                                        <p:attrNameLst>
                                          <p:attrName>style.visibility</p:attrName>
                                        </p:attrNameLst>
                                      </p:cBhvr>
                                      <p:to>
                                        <p:strVal val="visible"/>
                                      </p:to>
                                    </p:set>
                                    <p:animEffect transition="in" filter="fade">
                                      <p:cBhvr>
                                        <p:cTn id="32" dur="1000"/>
                                        <p:tgtEl>
                                          <p:spTgt spid="7"/>
                                        </p:tgtEl>
                                      </p:cBhvr>
                                    </p:animEffect>
                                  </p:childTnLst>
                                </p:cTn>
                              </p:par>
                            </p:childTnLst>
                          </p:cTn>
                        </p:par>
                      </p:childTnLst>
                    </p:cTn>
                  </p:par>
                  <p:par>
                    <p:cTn id="33" fill="hold">
                      <p:stCondLst>
                        <p:cond delay="indefinite"/>
                      </p:stCondLst>
                      <p:childTnLst>
                        <p:par>
                          <p:cTn id="34" fill="hold">
                            <p:stCondLst>
                              <p:cond delay="0"/>
                            </p:stCondLst>
                            <p:childTnLst>
                              <p:par>
                                <p:cTn id="35" presetID="10" presetClass="entr" presetSubtype="0" fill="hold" grpId="0" nodeType="clickEffect">
                                  <p:stCondLst>
                                    <p:cond delay="0"/>
                                  </p:stCondLst>
                                  <p:childTnLst>
                                    <p:set>
                                      <p:cBhvr>
                                        <p:cTn id="36" dur="1" fill="hold">
                                          <p:stCondLst>
                                            <p:cond delay="0"/>
                                          </p:stCondLst>
                                        </p:cTn>
                                        <p:tgtEl>
                                          <p:spTgt spid="4"/>
                                        </p:tgtEl>
                                        <p:attrNameLst>
                                          <p:attrName>style.visibility</p:attrName>
                                        </p:attrNameLst>
                                      </p:cBhvr>
                                      <p:to>
                                        <p:strVal val="visible"/>
                                      </p:to>
                                    </p:set>
                                    <p:animEffect transition="in" filter="fade">
                                      <p:cBhvr>
                                        <p:cTn id="37" dur="1000"/>
                                        <p:tgtEl>
                                          <p:spTgt spid="4"/>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P spid="5" grpId="0" animBg="1"/>
      <p:bldP spid="7" grpId="0"/>
      <p:bldP spid="8" grpId="0" animBg="1"/>
      <p:bldP spid="4" grpId="0"/>
    </p:bldLst>
  </p:timing>
</p:sld>
</file>

<file path=ppt/slides/slide68.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CE87805-17F2-4B70-B505-57FB17E1FEE3}"/>
              </a:ext>
            </a:extLst>
          </p:cNvPr>
          <p:cNvSpPr>
            <a:spLocks noGrp="1"/>
          </p:cNvSpPr>
          <p:nvPr>
            <p:ph type="title"/>
          </p:nvPr>
        </p:nvSpPr>
        <p:spPr/>
        <p:txBody>
          <a:bodyPr/>
          <a:lstStyle/>
          <a:p>
            <a:r>
              <a:rPr lang="en-GB" dirty="0"/>
              <a:t>Step 1 – Create a View</a:t>
            </a:r>
          </a:p>
        </p:txBody>
      </p:sp>
      <p:sp>
        <p:nvSpPr>
          <p:cNvPr id="3" name="Content Placeholder 2">
            <a:extLst>
              <a:ext uri="{FF2B5EF4-FFF2-40B4-BE49-F238E27FC236}">
                <a16:creationId xmlns:a16="http://schemas.microsoft.com/office/drawing/2014/main" id="{E4EE7085-4C5B-409B-8843-A8A3D3CB6E90}"/>
              </a:ext>
            </a:extLst>
          </p:cNvPr>
          <p:cNvSpPr>
            <a:spLocks noGrp="1"/>
          </p:cNvSpPr>
          <p:nvPr>
            <p:ph idx="1"/>
          </p:nvPr>
        </p:nvSpPr>
        <p:spPr/>
        <p:txBody>
          <a:bodyPr>
            <a:normAutofit/>
          </a:bodyPr>
          <a:lstStyle/>
          <a:p>
            <a:pPr marL="0" lvl="0" indent="0" eaLnBrk="0" fontAlgn="base" hangingPunct="0">
              <a:lnSpc>
                <a:spcPct val="100000"/>
              </a:lnSpc>
              <a:spcBef>
                <a:spcPct val="0"/>
              </a:spcBef>
              <a:spcAft>
                <a:spcPct val="0"/>
              </a:spcAft>
              <a:buNone/>
            </a:pPr>
            <a:r>
              <a:rPr lang="en-US" altLang="en-US" sz="4000" dirty="0">
                <a:solidFill>
                  <a:srgbClr val="B2B2B2"/>
                </a:solidFill>
                <a:latin typeface="Consolas" panose="020B0609020204030204" pitchFamily="49" charset="0"/>
              </a:rPr>
              <a:t>1 </a:t>
            </a:r>
            <a:r>
              <a:rPr lang="en-US" altLang="en-US" sz="4000" dirty="0">
                <a:solidFill>
                  <a:srgbClr val="A71D5D"/>
                </a:solidFill>
                <a:latin typeface="Consolas" panose="020B0609020204030204" pitchFamily="49" charset="0"/>
              </a:rPr>
              <a:t>CREATE TEMP VIEW </a:t>
            </a:r>
            <a:r>
              <a:rPr lang="en-US" altLang="en-US" sz="4000" dirty="0">
                <a:solidFill>
                  <a:srgbClr val="000000"/>
                </a:solidFill>
                <a:latin typeface="Consolas" panose="020B0609020204030204" pitchFamily="49" charset="0"/>
              </a:rPr>
              <a:t>Old (</a:t>
            </a:r>
            <a:r>
              <a:rPr lang="en-US" altLang="en-US" sz="4000" dirty="0" err="1">
                <a:solidFill>
                  <a:srgbClr val="000000"/>
                </a:solidFill>
                <a:latin typeface="Consolas" panose="020B0609020204030204" pitchFamily="49" charset="0"/>
              </a:rPr>
              <a:t>maxAge</a:t>
            </a:r>
            <a:r>
              <a:rPr lang="en-US" altLang="en-US" sz="4000" dirty="0">
                <a:solidFill>
                  <a:srgbClr val="000000"/>
                </a:solidFill>
                <a:latin typeface="Consolas" panose="020B0609020204030204" pitchFamily="49" charset="0"/>
              </a:rPr>
              <a:t>) </a:t>
            </a:r>
            <a:r>
              <a:rPr lang="en-US" altLang="en-US" sz="4000" dirty="0">
                <a:solidFill>
                  <a:srgbClr val="A71D5D"/>
                </a:solidFill>
                <a:latin typeface="Consolas" panose="020B0609020204030204" pitchFamily="49" charset="0"/>
              </a:rPr>
              <a:t>AS</a:t>
            </a:r>
            <a:endParaRPr lang="en-US" altLang="en-US" sz="4000" dirty="0">
              <a:solidFill>
                <a:srgbClr val="000000"/>
              </a:solidFill>
              <a:latin typeface="Consolas" panose="020B0609020204030204" pitchFamily="49" charset="0"/>
            </a:endParaRPr>
          </a:p>
          <a:p>
            <a:pPr marL="0" lvl="0" indent="0" eaLnBrk="0" fontAlgn="base" hangingPunct="0">
              <a:lnSpc>
                <a:spcPct val="100000"/>
              </a:lnSpc>
              <a:spcBef>
                <a:spcPct val="0"/>
              </a:spcBef>
              <a:spcAft>
                <a:spcPct val="0"/>
              </a:spcAft>
              <a:buNone/>
            </a:pPr>
            <a:r>
              <a:rPr lang="en-US" altLang="en-US" sz="4000" dirty="0">
                <a:solidFill>
                  <a:srgbClr val="B2B2B2"/>
                </a:solidFill>
                <a:latin typeface="Consolas" panose="020B0609020204030204" pitchFamily="49" charset="0"/>
              </a:rPr>
              <a:t>2   </a:t>
            </a:r>
            <a:r>
              <a:rPr lang="en-US" altLang="en-US" sz="4000" dirty="0">
                <a:solidFill>
                  <a:srgbClr val="A71D5D"/>
                </a:solidFill>
                <a:latin typeface="Consolas" panose="020B0609020204030204" pitchFamily="49" charset="0"/>
              </a:rPr>
              <a:t>SELECT MAX</a:t>
            </a:r>
            <a:r>
              <a:rPr lang="en-US" altLang="en-US" sz="4000" dirty="0">
                <a:solidFill>
                  <a:srgbClr val="000000"/>
                </a:solidFill>
                <a:latin typeface="Consolas" panose="020B0609020204030204" pitchFamily="49" charset="0"/>
              </a:rPr>
              <a:t>(age)</a:t>
            </a:r>
          </a:p>
          <a:p>
            <a:pPr marL="0" lvl="0" indent="0" eaLnBrk="0" fontAlgn="base" hangingPunct="0">
              <a:lnSpc>
                <a:spcPct val="100000"/>
              </a:lnSpc>
              <a:spcBef>
                <a:spcPct val="0"/>
              </a:spcBef>
              <a:spcAft>
                <a:spcPct val="0"/>
              </a:spcAft>
              <a:buNone/>
            </a:pPr>
            <a:r>
              <a:rPr lang="en-US" altLang="en-US" sz="4000" dirty="0">
                <a:solidFill>
                  <a:srgbClr val="B2B2B2"/>
                </a:solidFill>
                <a:latin typeface="Consolas" panose="020B0609020204030204" pitchFamily="49" charset="0"/>
              </a:rPr>
              <a:t>3   </a:t>
            </a:r>
            <a:r>
              <a:rPr lang="en-US" altLang="en-US" sz="4000" dirty="0">
                <a:solidFill>
                  <a:srgbClr val="A71D5D"/>
                </a:solidFill>
                <a:latin typeface="Consolas" panose="020B0609020204030204" pitchFamily="49" charset="0"/>
              </a:rPr>
              <a:t>FROM</a:t>
            </a:r>
            <a:r>
              <a:rPr lang="en-US" altLang="en-US" sz="4000" dirty="0">
                <a:solidFill>
                  <a:srgbClr val="000000"/>
                </a:solidFill>
                <a:latin typeface="Consolas" panose="020B0609020204030204" pitchFamily="49" charset="0"/>
              </a:rPr>
              <a:t> Pupil;</a:t>
            </a:r>
            <a:br>
              <a:rPr lang="en-US" altLang="en-US" sz="4000" dirty="0">
                <a:solidFill>
                  <a:srgbClr val="000000"/>
                </a:solidFill>
                <a:latin typeface="Consolas" panose="020B0609020204030204" pitchFamily="49" charset="0"/>
              </a:rPr>
            </a:br>
            <a:endParaRPr lang="en-US" altLang="en-US" sz="5400" dirty="0">
              <a:latin typeface="Arial" panose="020B0604020202020204" pitchFamily="34" charset="0"/>
            </a:endParaRPr>
          </a:p>
        </p:txBody>
      </p:sp>
      <p:sp>
        <p:nvSpPr>
          <p:cNvPr id="4" name="Rectangle 3">
            <a:extLst>
              <a:ext uri="{FF2B5EF4-FFF2-40B4-BE49-F238E27FC236}">
                <a16:creationId xmlns:a16="http://schemas.microsoft.com/office/drawing/2014/main" id="{74A6396D-FB07-420B-ABDA-2CAC658A2AAA}"/>
              </a:ext>
            </a:extLst>
          </p:cNvPr>
          <p:cNvSpPr/>
          <p:nvPr/>
        </p:nvSpPr>
        <p:spPr>
          <a:xfrm>
            <a:off x="1562947" y="5901029"/>
            <a:ext cx="9066107" cy="523220"/>
          </a:xfrm>
          <a:prstGeom prst="rect">
            <a:avLst/>
          </a:prstGeom>
        </p:spPr>
        <p:txBody>
          <a:bodyPr wrap="square">
            <a:spAutoFit/>
          </a:bodyPr>
          <a:lstStyle/>
          <a:p>
            <a:pPr algn="ctr"/>
            <a:r>
              <a:rPr lang="en-GB" sz="2800" b="1" i="1">
                <a:solidFill>
                  <a:srgbClr val="7030A0"/>
                </a:solidFill>
              </a:rPr>
              <a:t>The temporary </a:t>
            </a:r>
            <a:r>
              <a:rPr lang="en-GB" sz="2800" b="1" i="1" dirty="0">
                <a:solidFill>
                  <a:srgbClr val="7030A0"/>
                </a:solidFill>
              </a:rPr>
              <a:t>view is deleted when the database is closed</a:t>
            </a:r>
          </a:p>
        </p:txBody>
      </p:sp>
    </p:spTree>
    <p:extLst>
      <p:ext uri="{BB962C8B-B14F-4D97-AF65-F5344CB8AC3E}">
        <p14:creationId xmlns:p14="http://schemas.microsoft.com/office/powerpoint/2010/main" val="3987821192"/>
      </p:ext>
    </p:extLst>
  </p:cSld>
  <p:clrMapOvr>
    <a:masterClrMapping/>
  </p:clrMapOvr>
</p:sld>
</file>

<file path=ppt/slides/slide6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CE87805-17F2-4B70-B505-57FB17E1FEE3}"/>
              </a:ext>
            </a:extLst>
          </p:cNvPr>
          <p:cNvSpPr>
            <a:spLocks noGrp="1"/>
          </p:cNvSpPr>
          <p:nvPr>
            <p:ph type="title"/>
          </p:nvPr>
        </p:nvSpPr>
        <p:spPr/>
        <p:txBody>
          <a:bodyPr/>
          <a:lstStyle/>
          <a:p>
            <a:r>
              <a:rPr lang="en-GB" dirty="0"/>
              <a:t>Step 2 – Use the View Result</a:t>
            </a:r>
          </a:p>
        </p:txBody>
      </p:sp>
      <p:sp>
        <p:nvSpPr>
          <p:cNvPr id="3" name="Content Placeholder 2">
            <a:extLst>
              <a:ext uri="{FF2B5EF4-FFF2-40B4-BE49-F238E27FC236}">
                <a16:creationId xmlns:a16="http://schemas.microsoft.com/office/drawing/2014/main" id="{E4EE7085-4C5B-409B-8843-A8A3D3CB6E90}"/>
              </a:ext>
            </a:extLst>
          </p:cNvPr>
          <p:cNvSpPr>
            <a:spLocks noGrp="1"/>
          </p:cNvSpPr>
          <p:nvPr>
            <p:ph idx="1"/>
          </p:nvPr>
        </p:nvSpPr>
        <p:spPr/>
        <p:txBody>
          <a:bodyPr>
            <a:normAutofit/>
          </a:bodyPr>
          <a:lstStyle/>
          <a:p>
            <a:pPr marL="0" lvl="0" indent="0" eaLnBrk="0" fontAlgn="base" hangingPunct="0">
              <a:lnSpc>
                <a:spcPct val="100000"/>
              </a:lnSpc>
              <a:spcBef>
                <a:spcPct val="0"/>
              </a:spcBef>
              <a:spcAft>
                <a:spcPct val="0"/>
              </a:spcAft>
              <a:buNone/>
            </a:pPr>
            <a:r>
              <a:rPr lang="en-US" altLang="en-US" sz="4000" dirty="0">
                <a:solidFill>
                  <a:srgbClr val="B2B2B2"/>
                </a:solidFill>
                <a:latin typeface="Consolas" panose="020B0609020204030204" pitchFamily="49" charset="0"/>
              </a:rPr>
              <a:t>1 </a:t>
            </a:r>
            <a:r>
              <a:rPr lang="en-US" altLang="en-US" sz="4000" dirty="0">
                <a:solidFill>
                  <a:srgbClr val="A71D5D"/>
                </a:solidFill>
                <a:latin typeface="Consolas" panose="020B0609020204030204" pitchFamily="49" charset="0"/>
              </a:rPr>
              <a:t>SELECT</a:t>
            </a:r>
            <a:r>
              <a:rPr lang="en-US" altLang="en-US" sz="4000" dirty="0">
                <a:solidFill>
                  <a:srgbClr val="000000"/>
                </a:solidFill>
                <a:latin typeface="Consolas" panose="020B0609020204030204" pitchFamily="49" charset="0"/>
              </a:rPr>
              <a:t> </a:t>
            </a:r>
            <a:r>
              <a:rPr lang="en-US" altLang="en-US" sz="4000" dirty="0" err="1">
                <a:solidFill>
                  <a:srgbClr val="000000"/>
                </a:solidFill>
                <a:latin typeface="Consolas" panose="020B0609020204030204" pitchFamily="49" charset="0"/>
              </a:rPr>
              <a:t>firstName</a:t>
            </a:r>
            <a:r>
              <a:rPr lang="en-US" altLang="en-US" sz="4000" dirty="0">
                <a:solidFill>
                  <a:srgbClr val="000000"/>
                </a:solidFill>
                <a:latin typeface="Consolas" panose="020B0609020204030204" pitchFamily="49" charset="0"/>
              </a:rPr>
              <a:t>, </a:t>
            </a:r>
            <a:r>
              <a:rPr lang="en-US" altLang="en-US" sz="4000" dirty="0" err="1">
                <a:solidFill>
                  <a:srgbClr val="000000"/>
                </a:solidFill>
                <a:latin typeface="Consolas" panose="020B0609020204030204" pitchFamily="49" charset="0"/>
              </a:rPr>
              <a:t>lastName</a:t>
            </a:r>
            <a:r>
              <a:rPr lang="en-US" altLang="en-US" sz="4000" dirty="0">
                <a:solidFill>
                  <a:srgbClr val="000000"/>
                </a:solidFill>
                <a:latin typeface="Consolas" panose="020B0609020204030204" pitchFamily="49" charset="0"/>
              </a:rPr>
              <a:t>, age</a:t>
            </a:r>
          </a:p>
          <a:p>
            <a:pPr marL="0" lvl="0" indent="0" eaLnBrk="0" fontAlgn="base" hangingPunct="0">
              <a:lnSpc>
                <a:spcPct val="100000"/>
              </a:lnSpc>
              <a:spcBef>
                <a:spcPct val="0"/>
              </a:spcBef>
              <a:spcAft>
                <a:spcPct val="0"/>
              </a:spcAft>
              <a:buNone/>
            </a:pPr>
            <a:r>
              <a:rPr lang="en-US" altLang="en-US" sz="4000" dirty="0">
                <a:solidFill>
                  <a:srgbClr val="B2B2B2"/>
                </a:solidFill>
                <a:latin typeface="Consolas" panose="020B0609020204030204" pitchFamily="49" charset="0"/>
              </a:rPr>
              <a:t>2   </a:t>
            </a:r>
            <a:r>
              <a:rPr lang="en-US" altLang="en-US" sz="4000" dirty="0">
                <a:solidFill>
                  <a:srgbClr val="A71D5D"/>
                </a:solidFill>
                <a:latin typeface="Consolas" panose="020B0609020204030204" pitchFamily="49" charset="0"/>
              </a:rPr>
              <a:t>FROM</a:t>
            </a:r>
            <a:r>
              <a:rPr lang="en-US" altLang="en-US" sz="4000" dirty="0">
                <a:solidFill>
                  <a:srgbClr val="000000"/>
                </a:solidFill>
                <a:latin typeface="Consolas" panose="020B0609020204030204" pitchFamily="49" charset="0"/>
              </a:rPr>
              <a:t> Pupil, Old</a:t>
            </a:r>
          </a:p>
          <a:p>
            <a:pPr marL="0" lvl="0" indent="0" eaLnBrk="0" fontAlgn="base" hangingPunct="0">
              <a:lnSpc>
                <a:spcPct val="100000"/>
              </a:lnSpc>
              <a:spcBef>
                <a:spcPct val="0"/>
              </a:spcBef>
              <a:spcAft>
                <a:spcPct val="0"/>
              </a:spcAft>
              <a:buNone/>
            </a:pPr>
            <a:r>
              <a:rPr lang="en-US" altLang="en-US" sz="4000" dirty="0">
                <a:solidFill>
                  <a:srgbClr val="B2B2B2"/>
                </a:solidFill>
                <a:latin typeface="Consolas" panose="020B0609020204030204" pitchFamily="49" charset="0"/>
              </a:rPr>
              <a:t>3   </a:t>
            </a:r>
            <a:r>
              <a:rPr lang="en-US" altLang="en-US" sz="4000" dirty="0">
                <a:solidFill>
                  <a:srgbClr val="A71D5D"/>
                </a:solidFill>
                <a:latin typeface="Consolas" panose="020B0609020204030204" pitchFamily="49" charset="0"/>
              </a:rPr>
              <a:t>WHERE</a:t>
            </a:r>
            <a:r>
              <a:rPr lang="en-US" altLang="en-US" sz="4000" dirty="0">
                <a:solidFill>
                  <a:srgbClr val="000000"/>
                </a:solidFill>
                <a:latin typeface="Consolas" panose="020B0609020204030204" pitchFamily="49" charset="0"/>
              </a:rPr>
              <a:t> age = </a:t>
            </a:r>
            <a:r>
              <a:rPr lang="en-US" altLang="en-US" sz="4000" dirty="0" err="1">
                <a:solidFill>
                  <a:srgbClr val="000000"/>
                </a:solidFill>
                <a:latin typeface="Consolas" panose="020B0609020204030204" pitchFamily="49" charset="0"/>
              </a:rPr>
              <a:t>maxAge</a:t>
            </a:r>
            <a:r>
              <a:rPr lang="en-US" altLang="en-US" sz="4000" dirty="0">
                <a:solidFill>
                  <a:srgbClr val="000000"/>
                </a:solidFill>
                <a:latin typeface="Consolas" panose="020B0609020204030204" pitchFamily="49" charset="0"/>
              </a:rPr>
              <a:t>;</a:t>
            </a:r>
            <a:br>
              <a:rPr lang="en-US" altLang="en-US" sz="4000" dirty="0">
                <a:solidFill>
                  <a:srgbClr val="000000"/>
                </a:solidFill>
                <a:latin typeface="Consolas" panose="020B0609020204030204" pitchFamily="49" charset="0"/>
              </a:rPr>
            </a:br>
            <a:endParaRPr lang="en-US" altLang="en-US" sz="5400" dirty="0">
              <a:latin typeface="Arial" panose="020B0604020202020204" pitchFamily="34" charset="0"/>
            </a:endParaRPr>
          </a:p>
        </p:txBody>
      </p:sp>
      <p:sp>
        <p:nvSpPr>
          <p:cNvPr id="8" name="Callout: Bent Line with No Border 8">
            <a:extLst>
              <a:ext uri="{FF2B5EF4-FFF2-40B4-BE49-F238E27FC236}">
                <a16:creationId xmlns:a16="http://schemas.microsoft.com/office/drawing/2014/main" id="{CFABE92C-5953-4861-B81B-63B50ED26AC8}"/>
              </a:ext>
            </a:extLst>
          </p:cNvPr>
          <p:cNvSpPr/>
          <p:nvPr/>
        </p:nvSpPr>
        <p:spPr>
          <a:xfrm>
            <a:off x="2524760" y="4105309"/>
            <a:ext cx="2929823" cy="862642"/>
          </a:xfrm>
          <a:prstGeom prst="callout2">
            <a:avLst>
              <a:gd name="adj1" fmla="val 48750"/>
              <a:gd name="adj2" fmla="val 104056"/>
              <a:gd name="adj3" fmla="val 48226"/>
              <a:gd name="adj4" fmla="val 122007"/>
              <a:gd name="adj5" fmla="val -33704"/>
              <a:gd name="adj6" fmla="val 129198"/>
            </a:avLst>
          </a:prstGeom>
          <a:noFill/>
          <a:ln w="38100">
            <a:solidFill>
              <a:schemeClr val="accent6">
                <a:lumMod val="75000"/>
              </a:schemeClr>
            </a:solidFill>
            <a:headEnd type="none" w="med" len="med"/>
            <a:tailEnd type="triangle" w="med" len="med"/>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r"/>
            <a:r>
              <a:rPr lang="en-GB" sz="2800" b="1" dirty="0">
                <a:solidFill>
                  <a:srgbClr val="7030A0"/>
                </a:solidFill>
              </a:rPr>
              <a:t>Field from view</a:t>
            </a:r>
          </a:p>
        </p:txBody>
      </p:sp>
      <p:sp>
        <p:nvSpPr>
          <p:cNvPr id="9" name="Callout: Bent Line with No Border 8">
            <a:extLst>
              <a:ext uri="{FF2B5EF4-FFF2-40B4-BE49-F238E27FC236}">
                <a16:creationId xmlns:a16="http://schemas.microsoft.com/office/drawing/2014/main" id="{B512F120-344F-4640-B3E2-359F2279C62B}"/>
              </a:ext>
            </a:extLst>
          </p:cNvPr>
          <p:cNvSpPr/>
          <p:nvPr/>
        </p:nvSpPr>
        <p:spPr>
          <a:xfrm>
            <a:off x="7133271" y="2374202"/>
            <a:ext cx="3424861" cy="862642"/>
          </a:xfrm>
          <a:prstGeom prst="callout2">
            <a:avLst>
              <a:gd name="adj1" fmla="val 48750"/>
              <a:gd name="adj2" fmla="val -189"/>
              <a:gd name="adj3" fmla="val 49141"/>
              <a:gd name="adj4" fmla="val -16482"/>
              <a:gd name="adj5" fmla="val 49515"/>
              <a:gd name="adj6" fmla="val -25622"/>
            </a:avLst>
          </a:prstGeom>
          <a:noFill/>
          <a:ln w="38100">
            <a:solidFill>
              <a:schemeClr val="accent6">
                <a:lumMod val="75000"/>
              </a:schemeClr>
            </a:solidFill>
            <a:headEnd type="none" w="med" len="med"/>
            <a:tailEnd type="triangle" w="med" len="med"/>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GB" sz="2800" b="1" dirty="0">
                <a:solidFill>
                  <a:srgbClr val="7030A0"/>
                </a:solidFill>
              </a:rPr>
              <a:t>Name of view (query)</a:t>
            </a:r>
          </a:p>
        </p:txBody>
      </p:sp>
    </p:spTree>
    <p:extLst>
      <p:ext uri="{BB962C8B-B14F-4D97-AF65-F5344CB8AC3E}">
        <p14:creationId xmlns:p14="http://schemas.microsoft.com/office/powerpoint/2010/main" val="3470282460"/>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animEffect transition="in" filter="wipe(left)">
                                      <p:cBhvr>
                                        <p:cTn id="7" dur="1000"/>
                                        <p:tgtEl>
                                          <p:spTgt spid="3">
                                            <p:txEl>
                                              <p:pRg st="0" end="0"/>
                                            </p:txEl>
                                          </p:spTgt>
                                        </p:tgtEl>
                                      </p:cBhvr>
                                    </p:animEffect>
                                  </p:childTnLst>
                                </p:cTn>
                              </p:par>
                            </p:childTnLst>
                          </p:cTn>
                        </p:par>
                      </p:childTnLst>
                    </p:cTn>
                  </p:par>
                  <p:par>
                    <p:cTn id="8" fill="hold">
                      <p:stCondLst>
                        <p:cond delay="indefinite"/>
                      </p:stCondLst>
                      <p:childTnLst>
                        <p:par>
                          <p:cTn id="9" fill="hold">
                            <p:stCondLst>
                              <p:cond delay="0"/>
                            </p:stCondLst>
                            <p:childTnLst>
                              <p:par>
                                <p:cTn id="10" presetID="22" presetClass="entr" presetSubtype="8" fill="hold" grpId="0" nodeType="clickEffect">
                                  <p:stCondLst>
                                    <p:cond delay="0"/>
                                  </p:stCondLst>
                                  <p:childTnLst>
                                    <p:set>
                                      <p:cBhvr>
                                        <p:cTn id="11" dur="1" fill="hold">
                                          <p:stCondLst>
                                            <p:cond delay="0"/>
                                          </p:stCondLst>
                                        </p:cTn>
                                        <p:tgtEl>
                                          <p:spTgt spid="3">
                                            <p:txEl>
                                              <p:pRg st="1" end="1"/>
                                            </p:txEl>
                                          </p:spTgt>
                                        </p:tgtEl>
                                        <p:attrNameLst>
                                          <p:attrName>style.visibility</p:attrName>
                                        </p:attrNameLst>
                                      </p:cBhvr>
                                      <p:to>
                                        <p:strVal val="visible"/>
                                      </p:to>
                                    </p:set>
                                    <p:animEffect transition="in" filter="wipe(left)">
                                      <p:cBhvr>
                                        <p:cTn id="12" dur="1000"/>
                                        <p:tgtEl>
                                          <p:spTgt spid="3">
                                            <p:txEl>
                                              <p:pRg st="1" end="1"/>
                                            </p:txEl>
                                          </p:spTgt>
                                        </p:tgtEl>
                                      </p:cBhvr>
                                    </p:animEffect>
                                  </p:childTnLst>
                                </p:cTn>
                              </p:par>
                            </p:childTnLst>
                          </p:cTn>
                        </p:par>
                      </p:childTnLst>
                    </p:cTn>
                  </p:par>
                  <p:par>
                    <p:cTn id="13" fill="hold">
                      <p:stCondLst>
                        <p:cond delay="indefinite"/>
                      </p:stCondLst>
                      <p:childTnLst>
                        <p:par>
                          <p:cTn id="14" fill="hold">
                            <p:stCondLst>
                              <p:cond delay="0"/>
                            </p:stCondLst>
                            <p:childTnLst>
                              <p:par>
                                <p:cTn id="15" presetID="22" presetClass="entr" presetSubtype="8" fill="hold" grpId="0" nodeType="clickEffect">
                                  <p:stCondLst>
                                    <p:cond delay="0"/>
                                  </p:stCondLst>
                                  <p:childTnLst>
                                    <p:set>
                                      <p:cBhvr>
                                        <p:cTn id="16" dur="1" fill="hold">
                                          <p:stCondLst>
                                            <p:cond delay="0"/>
                                          </p:stCondLst>
                                        </p:cTn>
                                        <p:tgtEl>
                                          <p:spTgt spid="3">
                                            <p:txEl>
                                              <p:pRg st="2" end="2"/>
                                            </p:txEl>
                                          </p:spTgt>
                                        </p:tgtEl>
                                        <p:attrNameLst>
                                          <p:attrName>style.visibility</p:attrName>
                                        </p:attrNameLst>
                                      </p:cBhvr>
                                      <p:to>
                                        <p:strVal val="visible"/>
                                      </p:to>
                                    </p:set>
                                    <p:animEffect transition="in" filter="wipe(left)">
                                      <p:cBhvr>
                                        <p:cTn id="17" dur="1000"/>
                                        <p:tgtEl>
                                          <p:spTgt spid="3">
                                            <p:txEl>
                                              <p:pRg st="2" end="2"/>
                                            </p:txEl>
                                          </p:spTgt>
                                        </p:tgtEl>
                                      </p:cBhvr>
                                    </p:animEffect>
                                  </p:childTnLst>
                                </p:cTn>
                              </p:par>
                            </p:childTnLst>
                          </p:cTn>
                        </p:par>
                      </p:childTnLst>
                    </p:cTn>
                  </p:par>
                  <p:par>
                    <p:cTn id="18" fill="hold">
                      <p:stCondLst>
                        <p:cond delay="indefinite"/>
                      </p:stCondLst>
                      <p:childTnLst>
                        <p:par>
                          <p:cTn id="19" fill="hold">
                            <p:stCondLst>
                              <p:cond delay="0"/>
                            </p:stCondLst>
                            <p:childTnLst>
                              <p:par>
                                <p:cTn id="20" presetID="10" presetClass="entr" presetSubtype="0" fill="hold" grpId="0" nodeType="clickEffect">
                                  <p:stCondLst>
                                    <p:cond delay="0"/>
                                  </p:stCondLst>
                                  <p:childTnLst>
                                    <p:set>
                                      <p:cBhvr>
                                        <p:cTn id="21" dur="1" fill="hold">
                                          <p:stCondLst>
                                            <p:cond delay="0"/>
                                          </p:stCondLst>
                                        </p:cTn>
                                        <p:tgtEl>
                                          <p:spTgt spid="9"/>
                                        </p:tgtEl>
                                        <p:attrNameLst>
                                          <p:attrName>style.visibility</p:attrName>
                                        </p:attrNameLst>
                                      </p:cBhvr>
                                      <p:to>
                                        <p:strVal val="visible"/>
                                      </p:to>
                                    </p:set>
                                    <p:animEffect transition="in" filter="fade">
                                      <p:cBhvr>
                                        <p:cTn id="22" dur="1000"/>
                                        <p:tgtEl>
                                          <p:spTgt spid="9"/>
                                        </p:tgtEl>
                                      </p:cBhvr>
                                    </p:animEffect>
                                  </p:childTnLst>
                                </p:cTn>
                              </p:par>
                            </p:childTnLst>
                          </p:cTn>
                        </p:par>
                      </p:childTnLst>
                    </p:cTn>
                  </p:par>
                  <p:par>
                    <p:cTn id="23" fill="hold">
                      <p:stCondLst>
                        <p:cond delay="indefinite"/>
                      </p:stCondLst>
                      <p:childTnLst>
                        <p:par>
                          <p:cTn id="24" fill="hold">
                            <p:stCondLst>
                              <p:cond delay="0"/>
                            </p:stCondLst>
                            <p:childTnLst>
                              <p:par>
                                <p:cTn id="25" presetID="10" presetClass="entr" presetSubtype="0" fill="hold" grpId="0" nodeType="clickEffect">
                                  <p:stCondLst>
                                    <p:cond delay="0"/>
                                  </p:stCondLst>
                                  <p:childTnLst>
                                    <p:set>
                                      <p:cBhvr>
                                        <p:cTn id="26" dur="1" fill="hold">
                                          <p:stCondLst>
                                            <p:cond delay="0"/>
                                          </p:stCondLst>
                                        </p:cTn>
                                        <p:tgtEl>
                                          <p:spTgt spid="8"/>
                                        </p:tgtEl>
                                        <p:attrNameLst>
                                          <p:attrName>style.visibility</p:attrName>
                                        </p:attrNameLst>
                                      </p:cBhvr>
                                      <p:to>
                                        <p:strVal val="visible"/>
                                      </p:to>
                                    </p:set>
                                    <p:animEffect transition="in" filter="fade">
                                      <p:cBhvr>
                                        <p:cTn id="27" dur="1000"/>
                                        <p:tgtEl>
                                          <p:spTgt spid="8"/>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P spid="8" grpId="0" animBg="1"/>
      <p:bldP spid="9" grpId="0" animBg="1"/>
    </p:bldLst>
  </p:timing>
</p:sld>
</file>

<file path=ppt/slides/slide70.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CE87805-17F2-4B70-B505-57FB17E1FEE3}"/>
              </a:ext>
            </a:extLst>
          </p:cNvPr>
          <p:cNvSpPr>
            <a:spLocks noGrp="1"/>
          </p:cNvSpPr>
          <p:nvPr>
            <p:ph type="title"/>
          </p:nvPr>
        </p:nvSpPr>
        <p:spPr/>
        <p:txBody>
          <a:bodyPr/>
          <a:lstStyle/>
          <a:p>
            <a:r>
              <a:rPr lang="en-GB" dirty="0"/>
              <a:t>Step 2 – Use the View Result</a:t>
            </a:r>
          </a:p>
        </p:txBody>
      </p:sp>
      <p:sp>
        <p:nvSpPr>
          <p:cNvPr id="3" name="Content Placeholder 2">
            <a:extLst>
              <a:ext uri="{FF2B5EF4-FFF2-40B4-BE49-F238E27FC236}">
                <a16:creationId xmlns:a16="http://schemas.microsoft.com/office/drawing/2014/main" id="{E4EE7085-4C5B-409B-8843-A8A3D3CB6E90}"/>
              </a:ext>
            </a:extLst>
          </p:cNvPr>
          <p:cNvSpPr>
            <a:spLocks noGrp="1"/>
          </p:cNvSpPr>
          <p:nvPr>
            <p:ph idx="1"/>
          </p:nvPr>
        </p:nvSpPr>
        <p:spPr/>
        <p:txBody>
          <a:bodyPr>
            <a:normAutofit/>
          </a:bodyPr>
          <a:lstStyle/>
          <a:p>
            <a:pPr marL="0" lvl="0" indent="0" eaLnBrk="0" fontAlgn="base" hangingPunct="0">
              <a:lnSpc>
                <a:spcPct val="100000"/>
              </a:lnSpc>
              <a:spcBef>
                <a:spcPct val="0"/>
              </a:spcBef>
              <a:spcAft>
                <a:spcPct val="0"/>
              </a:spcAft>
              <a:buNone/>
            </a:pPr>
            <a:r>
              <a:rPr lang="en-US" altLang="en-US" sz="4000" dirty="0">
                <a:solidFill>
                  <a:srgbClr val="B2B2B2"/>
                </a:solidFill>
                <a:latin typeface="Consolas" panose="020B0609020204030204" pitchFamily="49" charset="0"/>
              </a:rPr>
              <a:t>1 </a:t>
            </a:r>
            <a:r>
              <a:rPr lang="en-US" altLang="en-US" sz="4000" dirty="0">
                <a:solidFill>
                  <a:srgbClr val="A71D5D"/>
                </a:solidFill>
                <a:latin typeface="Consolas" panose="020B0609020204030204" pitchFamily="49" charset="0"/>
              </a:rPr>
              <a:t>SELECT</a:t>
            </a:r>
            <a:r>
              <a:rPr lang="en-US" altLang="en-US" sz="4000" dirty="0">
                <a:solidFill>
                  <a:srgbClr val="000000"/>
                </a:solidFill>
                <a:latin typeface="Consolas" panose="020B0609020204030204" pitchFamily="49" charset="0"/>
              </a:rPr>
              <a:t> </a:t>
            </a:r>
            <a:r>
              <a:rPr lang="en-US" altLang="en-US" sz="4000" dirty="0" err="1">
                <a:solidFill>
                  <a:srgbClr val="000000"/>
                </a:solidFill>
                <a:latin typeface="Consolas" panose="020B0609020204030204" pitchFamily="49" charset="0"/>
              </a:rPr>
              <a:t>firstName</a:t>
            </a:r>
            <a:r>
              <a:rPr lang="en-US" altLang="en-US" sz="4000" dirty="0">
                <a:solidFill>
                  <a:srgbClr val="000000"/>
                </a:solidFill>
                <a:latin typeface="Consolas" panose="020B0609020204030204" pitchFamily="49" charset="0"/>
              </a:rPr>
              <a:t>, </a:t>
            </a:r>
            <a:r>
              <a:rPr lang="en-US" altLang="en-US" sz="4000" dirty="0" err="1">
                <a:solidFill>
                  <a:srgbClr val="000000"/>
                </a:solidFill>
                <a:latin typeface="Consolas" panose="020B0609020204030204" pitchFamily="49" charset="0"/>
              </a:rPr>
              <a:t>lastName</a:t>
            </a:r>
            <a:r>
              <a:rPr lang="en-US" altLang="en-US" sz="4000" dirty="0">
                <a:solidFill>
                  <a:srgbClr val="000000"/>
                </a:solidFill>
                <a:latin typeface="Consolas" panose="020B0609020204030204" pitchFamily="49" charset="0"/>
              </a:rPr>
              <a:t>, age</a:t>
            </a:r>
          </a:p>
          <a:p>
            <a:pPr marL="0" lvl="0" indent="0" eaLnBrk="0" fontAlgn="base" hangingPunct="0">
              <a:lnSpc>
                <a:spcPct val="100000"/>
              </a:lnSpc>
              <a:spcBef>
                <a:spcPct val="0"/>
              </a:spcBef>
              <a:spcAft>
                <a:spcPct val="0"/>
              </a:spcAft>
              <a:buNone/>
            </a:pPr>
            <a:r>
              <a:rPr lang="en-US" altLang="en-US" sz="4000" dirty="0">
                <a:solidFill>
                  <a:srgbClr val="B2B2B2"/>
                </a:solidFill>
                <a:latin typeface="Consolas" panose="020B0609020204030204" pitchFamily="49" charset="0"/>
              </a:rPr>
              <a:t>2   </a:t>
            </a:r>
            <a:r>
              <a:rPr lang="en-US" altLang="en-US" sz="4000" dirty="0">
                <a:solidFill>
                  <a:srgbClr val="A71D5D"/>
                </a:solidFill>
                <a:latin typeface="Consolas" panose="020B0609020204030204" pitchFamily="49" charset="0"/>
              </a:rPr>
              <a:t>FROM</a:t>
            </a:r>
            <a:r>
              <a:rPr lang="en-US" altLang="en-US" sz="4000" dirty="0">
                <a:solidFill>
                  <a:srgbClr val="000000"/>
                </a:solidFill>
                <a:latin typeface="Consolas" panose="020B0609020204030204" pitchFamily="49" charset="0"/>
              </a:rPr>
              <a:t> Pupil, Old</a:t>
            </a:r>
          </a:p>
          <a:p>
            <a:pPr marL="0" lvl="0" indent="0" eaLnBrk="0" fontAlgn="base" hangingPunct="0">
              <a:lnSpc>
                <a:spcPct val="100000"/>
              </a:lnSpc>
              <a:spcBef>
                <a:spcPct val="0"/>
              </a:spcBef>
              <a:spcAft>
                <a:spcPct val="0"/>
              </a:spcAft>
              <a:buNone/>
            </a:pPr>
            <a:r>
              <a:rPr lang="en-US" altLang="en-US" sz="4000" dirty="0">
                <a:solidFill>
                  <a:srgbClr val="B2B2B2"/>
                </a:solidFill>
                <a:latin typeface="Consolas" panose="020B0609020204030204" pitchFamily="49" charset="0"/>
              </a:rPr>
              <a:t>3   </a:t>
            </a:r>
            <a:r>
              <a:rPr lang="en-US" altLang="en-US" sz="4000" dirty="0">
                <a:solidFill>
                  <a:srgbClr val="A71D5D"/>
                </a:solidFill>
                <a:latin typeface="Consolas" panose="020B0609020204030204" pitchFamily="49" charset="0"/>
              </a:rPr>
              <a:t>WHERE</a:t>
            </a:r>
            <a:r>
              <a:rPr lang="en-US" altLang="en-US" sz="4000" dirty="0">
                <a:solidFill>
                  <a:srgbClr val="000000"/>
                </a:solidFill>
                <a:latin typeface="Consolas" panose="020B0609020204030204" pitchFamily="49" charset="0"/>
              </a:rPr>
              <a:t> age = </a:t>
            </a:r>
            <a:r>
              <a:rPr lang="en-US" altLang="en-US" sz="4000" dirty="0" err="1">
                <a:solidFill>
                  <a:srgbClr val="000000"/>
                </a:solidFill>
                <a:latin typeface="Consolas" panose="020B0609020204030204" pitchFamily="49" charset="0"/>
              </a:rPr>
              <a:t>maxAge</a:t>
            </a:r>
            <a:r>
              <a:rPr lang="en-US" altLang="en-US" sz="4000" dirty="0">
                <a:solidFill>
                  <a:srgbClr val="000000"/>
                </a:solidFill>
                <a:latin typeface="Consolas" panose="020B0609020204030204" pitchFamily="49" charset="0"/>
              </a:rPr>
              <a:t>;</a:t>
            </a:r>
            <a:br>
              <a:rPr lang="en-US" altLang="en-US" sz="4000" dirty="0">
                <a:solidFill>
                  <a:srgbClr val="000000"/>
                </a:solidFill>
                <a:latin typeface="Consolas" panose="020B0609020204030204" pitchFamily="49" charset="0"/>
              </a:rPr>
            </a:br>
            <a:endParaRPr lang="en-US" altLang="en-US" sz="5400" dirty="0">
              <a:latin typeface="Arial" panose="020B0604020202020204" pitchFamily="34" charset="0"/>
            </a:endParaRPr>
          </a:p>
        </p:txBody>
      </p:sp>
    </p:spTree>
    <p:extLst>
      <p:ext uri="{BB962C8B-B14F-4D97-AF65-F5344CB8AC3E}">
        <p14:creationId xmlns:p14="http://schemas.microsoft.com/office/powerpoint/2010/main" val="1825196932"/>
      </p:ext>
    </p:extLst>
  </p:cSld>
  <p:clrMapOvr>
    <a:masterClrMapping/>
  </p:clrMapOvr>
</p:sld>
</file>

<file path=ppt/slides/slide71.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CE87805-17F2-4B70-B505-57FB17E1FEE3}"/>
              </a:ext>
            </a:extLst>
          </p:cNvPr>
          <p:cNvSpPr>
            <a:spLocks noGrp="1"/>
          </p:cNvSpPr>
          <p:nvPr>
            <p:ph type="title"/>
          </p:nvPr>
        </p:nvSpPr>
        <p:spPr/>
        <p:txBody>
          <a:bodyPr/>
          <a:lstStyle/>
          <a:p>
            <a:r>
              <a:rPr lang="en-GB" dirty="0"/>
              <a:t>SELECT – SQL (Subquery)</a:t>
            </a:r>
          </a:p>
        </p:txBody>
      </p:sp>
      <p:sp>
        <p:nvSpPr>
          <p:cNvPr id="3" name="Content Placeholder 2">
            <a:extLst>
              <a:ext uri="{FF2B5EF4-FFF2-40B4-BE49-F238E27FC236}">
                <a16:creationId xmlns:a16="http://schemas.microsoft.com/office/drawing/2014/main" id="{E4EE7085-4C5B-409B-8843-A8A3D3CB6E90}"/>
              </a:ext>
            </a:extLst>
          </p:cNvPr>
          <p:cNvSpPr>
            <a:spLocks noGrp="1"/>
          </p:cNvSpPr>
          <p:nvPr>
            <p:ph idx="1"/>
          </p:nvPr>
        </p:nvSpPr>
        <p:spPr/>
        <p:txBody>
          <a:bodyPr>
            <a:noAutofit/>
          </a:bodyPr>
          <a:lstStyle/>
          <a:p>
            <a:pPr marL="0" lvl="0" indent="0" eaLnBrk="0" fontAlgn="base" hangingPunct="0">
              <a:lnSpc>
                <a:spcPct val="100000"/>
              </a:lnSpc>
              <a:spcBef>
                <a:spcPct val="0"/>
              </a:spcBef>
              <a:spcAft>
                <a:spcPct val="0"/>
              </a:spcAft>
              <a:buNone/>
            </a:pPr>
            <a:r>
              <a:rPr lang="en-US" altLang="en-US" sz="4000" dirty="0">
                <a:solidFill>
                  <a:srgbClr val="B2B2B2"/>
                </a:solidFill>
                <a:latin typeface="Consolas" panose="020B0609020204030204" pitchFamily="49" charset="0"/>
              </a:rPr>
              <a:t>1 </a:t>
            </a:r>
            <a:r>
              <a:rPr lang="en-US" altLang="en-US" sz="4000" dirty="0">
                <a:solidFill>
                  <a:srgbClr val="A71D5D"/>
                </a:solidFill>
                <a:latin typeface="Consolas" panose="020B0609020204030204" pitchFamily="49" charset="0"/>
              </a:rPr>
              <a:t>SELECT</a:t>
            </a:r>
            <a:r>
              <a:rPr lang="en-US" altLang="en-US" sz="4000" dirty="0">
                <a:solidFill>
                  <a:srgbClr val="000000"/>
                </a:solidFill>
                <a:latin typeface="Consolas" panose="020B0609020204030204" pitchFamily="49" charset="0"/>
              </a:rPr>
              <a:t> </a:t>
            </a:r>
            <a:r>
              <a:rPr lang="en-US" altLang="en-US" sz="4000" dirty="0" err="1">
                <a:solidFill>
                  <a:srgbClr val="000000"/>
                </a:solidFill>
                <a:latin typeface="Consolas" panose="020B0609020204030204" pitchFamily="49" charset="0"/>
              </a:rPr>
              <a:t>firstName</a:t>
            </a:r>
            <a:r>
              <a:rPr lang="en-US" altLang="en-US" sz="4000" dirty="0">
                <a:solidFill>
                  <a:srgbClr val="000000"/>
                </a:solidFill>
                <a:latin typeface="Consolas" panose="020B0609020204030204" pitchFamily="49" charset="0"/>
              </a:rPr>
              <a:t>, </a:t>
            </a:r>
            <a:r>
              <a:rPr lang="en-US" altLang="en-US" sz="4000" dirty="0" err="1">
                <a:solidFill>
                  <a:srgbClr val="000000"/>
                </a:solidFill>
                <a:latin typeface="Consolas" panose="020B0609020204030204" pitchFamily="49" charset="0"/>
              </a:rPr>
              <a:t>lastName</a:t>
            </a:r>
            <a:r>
              <a:rPr lang="en-US" altLang="en-US" sz="4000" dirty="0">
                <a:solidFill>
                  <a:srgbClr val="000000"/>
                </a:solidFill>
                <a:latin typeface="Consolas" panose="020B0609020204030204" pitchFamily="49" charset="0"/>
              </a:rPr>
              <a:t>, age</a:t>
            </a:r>
          </a:p>
          <a:p>
            <a:pPr marL="0" lvl="0" indent="0" eaLnBrk="0" fontAlgn="base" hangingPunct="0">
              <a:lnSpc>
                <a:spcPct val="100000"/>
              </a:lnSpc>
              <a:spcBef>
                <a:spcPct val="0"/>
              </a:spcBef>
              <a:spcAft>
                <a:spcPct val="0"/>
              </a:spcAft>
              <a:buNone/>
            </a:pPr>
            <a:r>
              <a:rPr lang="en-US" altLang="en-US" sz="4000" dirty="0">
                <a:solidFill>
                  <a:srgbClr val="B2B2B2"/>
                </a:solidFill>
                <a:latin typeface="Consolas" panose="020B0609020204030204" pitchFamily="49" charset="0"/>
              </a:rPr>
              <a:t>2   </a:t>
            </a:r>
            <a:r>
              <a:rPr lang="en-US" altLang="en-US" sz="4000" dirty="0">
                <a:solidFill>
                  <a:srgbClr val="A71D5D"/>
                </a:solidFill>
                <a:latin typeface="Consolas" panose="020B0609020204030204" pitchFamily="49" charset="0"/>
              </a:rPr>
              <a:t>FROM</a:t>
            </a:r>
            <a:r>
              <a:rPr lang="en-US" altLang="en-US" sz="4000" dirty="0">
                <a:solidFill>
                  <a:srgbClr val="000000"/>
                </a:solidFill>
                <a:latin typeface="Consolas" panose="020B0609020204030204" pitchFamily="49" charset="0"/>
              </a:rPr>
              <a:t> Pupil</a:t>
            </a:r>
          </a:p>
          <a:p>
            <a:pPr marL="0" lvl="0" indent="0" eaLnBrk="0" fontAlgn="base" hangingPunct="0">
              <a:lnSpc>
                <a:spcPct val="100000"/>
              </a:lnSpc>
              <a:spcBef>
                <a:spcPct val="0"/>
              </a:spcBef>
              <a:spcAft>
                <a:spcPct val="0"/>
              </a:spcAft>
              <a:buNone/>
            </a:pPr>
            <a:r>
              <a:rPr lang="en-US" altLang="en-US" sz="4000" dirty="0">
                <a:solidFill>
                  <a:srgbClr val="B2B2B2"/>
                </a:solidFill>
                <a:latin typeface="Consolas" panose="020B0609020204030204" pitchFamily="49" charset="0"/>
              </a:rPr>
              <a:t>3   </a:t>
            </a:r>
            <a:r>
              <a:rPr lang="en-US" altLang="en-US" sz="4000" dirty="0">
                <a:solidFill>
                  <a:srgbClr val="A71D5D"/>
                </a:solidFill>
                <a:latin typeface="Consolas" panose="020B0609020204030204" pitchFamily="49" charset="0"/>
              </a:rPr>
              <a:t>WHERE</a:t>
            </a:r>
            <a:r>
              <a:rPr lang="en-US" altLang="en-US" sz="4000" dirty="0">
                <a:solidFill>
                  <a:srgbClr val="000000"/>
                </a:solidFill>
                <a:latin typeface="Consolas" panose="020B0609020204030204" pitchFamily="49" charset="0"/>
              </a:rPr>
              <a:t> age &gt;</a:t>
            </a:r>
          </a:p>
          <a:p>
            <a:pPr marL="0" lvl="0" indent="0" eaLnBrk="0" fontAlgn="base" hangingPunct="0">
              <a:lnSpc>
                <a:spcPct val="100000"/>
              </a:lnSpc>
              <a:spcBef>
                <a:spcPct val="0"/>
              </a:spcBef>
              <a:spcAft>
                <a:spcPct val="0"/>
              </a:spcAft>
              <a:buNone/>
            </a:pPr>
            <a:r>
              <a:rPr lang="en-US" altLang="en-US" sz="4000" dirty="0">
                <a:solidFill>
                  <a:srgbClr val="B2B2B2"/>
                </a:solidFill>
                <a:latin typeface="Consolas" panose="020B0609020204030204" pitchFamily="49" charset="0"/>
              </a:rPr>
              <a:t>4     </a:t>
            </a:r>
            <a:r>
              <a:rPr lang="en-US" altLang="en-US" sz="4000" dirty="0">
                <a:solidFill>
                  <a:srgbClr val="000000"/>
                </a:solidFill>
                <a:latin typeface="Consolas" panose="020B0609020204030204" pitchFamily="49" charset="0"/>
              </a:rPr>
              <a:t>(</a:t>
            </a:r>
            <a:r>
              <a:rPr lang="en-US" altLang="en-US" sz="4000" dirty="0">
                <a:solidFill>
                  <a:srgbClr val="A71D5D"/>
                </a:solidFill>
                <a:latin typeface="Consolas" panose="020B0609020204030204" pitchFamily="49" charset="0"/>
              </a:rPr>
              <a:t>SELECT AVG</a:t>
            </a:r>
            <a:r>
              <a:rPr lang="en-US" altLang="en-US" sz="4000" dirty="0">
                <a:solidFill>
                  <a:srgbClr val="000000"/>
                </a:solidFill>
                <a:latin typeface="Consolas" panose="020B0609020204030204" pitchFamily="49" charset="0"/>
              </a:rPr>
              <a:t>(age)</a:t>
            </a:r>
          </a:p>
          <a:p>
            <a:pPr marL="0" lvl="0" indent="0" eaLnBrk="0" fontAlgn="base" hangingPunct="0">
              <a:lnSpc>
                <a:spcPct val="100000"/>
              </a:lnSpc>
              <a:spcBef>
                <a:spcPct val="0"/>
              </a:spcBef>
              <a:spcAft>
                <a:spcPct val="0"/>
              </a:spcAft>
              <a:buNone/>
            </a:pPr>
            <a:r>
              <a:rPr lang="en-US" altLang="en-US" sz="4000" dirty="0">
                <a:solidFill>
                  <a:srgbClr val="B2B2B2"/>
                </a:solidFill>
                <a:latin typeface="Consolas" panose="020B0609020204030204" pitchFamily="49" charset="0"/>
              </a:rPr>
              <a:t>5        </a:t>
            </a:r>
            <a:r>
              <a:rPr lang="en-US" altLang="en-US" sz="4000" dirty="0">
                <a:solidFill>
                  <a:srgbClr val="A71D5D"/>
                </a:solidFill>
                <a:latin typeface="Consolas" panose="020B0609020204030204" pitchFamily="49" charset="0"/>
              </a:rPr>
              <a:t>FROM</a:t>
            </a:r>
            <a:r>
              <a:rPr lang="en-US" altLang="en-US" sz="4000" dirty="0">
                <a:solidFill>
                  <a:srgbClr val="000000"/>
                </a:solidFill>
                <a:latin typeface="Consolas" panose="020B0609020204030204" pitchFamily="49" charset="0"/>
              </a:rPr>
              <a:t> Pupil);</a:t>
            </a:r>
            <a:endParaRPr lang="en-US" altLang="en-US" sz="5400" dirty="0">
              <a:latin typeface="Arial" panose="020B0604020202020204" pitchFamily="34" charset="0"/>
            </a:endParaRPr>
          </a:p>
        </p:txBody>
      </p:sp>
      <p:grpSp>
        <p:nvGrpSpPr>
          <p:cNvPr id="4" name="Group 3">
            <a:extLst>
              <a:ext uri="{FF2B5EF4-FFF2-40B4-BE49-F238E27FC236}">
                <a16:creationId xmlns:a16="http://schemas.microsoft.com/office/drawing/2014/main" id="{A049784C-5158-4573-8557-B98D0E7BE67A}"/>
              </a:ext>
            </a:extLst>
          </p:cNvPr>
          <p:cNvGrpSpPr/>
          <p:nvPr/>
        </p:nvGrpSpPr>
        <p:grpSpPr>
          <a:xfrm>
            <a:off x="7107113" y="3538201"/>
            <a:ext cx="3658045" cy="1360432"/>
            <a:chOff x="7849189" y="3641230"/>
            <a:chExt cx="3658045" cy="1360432"/>
          </a:xfrm>
        </p:grpSpPr>
        <p:sp>
          <p:nvSpPr>
            <p:cNvPr id="5" name="Right Brace 4">
              <a:extLst>
                <a:ext uri="{FF2B5EF4-FFF2-40B4-BE49-F238E27FC236}">
                  <a16:creationId xmlns:a16="http://schemas.microsoft.com/office/drawing/2014/main" id="{02A073A4-B472-486A-8250-E7087A6708B0}"/>
                </a:ext>
              </a:extLst>
            </p:cNvPr>
            <p:cNvSpPr/>
            <p:nvPr/>
          </p:nvSpPr>
          <p:spPr>
            <a:xfrm>
              <a:off x="7849189" y="3641230"/>
              <a:ext cx="375584" cy="1360432"/>
            </a:xfrm>
            <a:prstGeom prst="rightBrace">
              <a:avLst>
                <a:gd name="adj1" fmla="val 0"/>
                <a:gd name="adj2" fmla="val 50000"/>
              </a:avLst>
            </a:prstGeom>
            <a:noFill/>
            <a:ln w="38100">
              <a:solidFill>
                <a:schemeClr val="accent6">
                  <a:lumMod val="75000"/>
                </a:schemeClr>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en-GB"/>
            </a:p>
          </p:txBody>
        </p:sp>
        <p:sp>
          <p:nvSpPr>
            <p:cNvPr id="6" name="TextBox 5">
              <a:extLst>
                <a:ext uri="{FF2B5EF4-FFF2-40B4-BE49-F238E27FC236}">
                  <a16:creationId xmlns:a16="http://schemas.microsoft.com/office/drawing/2014/main" id="{64A5943E-0126-4586-BC78-158051C3F95D}"/>
                </a:ext>
              </a:extLst>
            </p:cNvPr>
            <p:cNvSpPr txBox="1"/>
            <p:nvPr/>
          </p:nvSpPr>
          <p:spPr>
            <a:xfrm>
              <a:off x="8315127" y="3860023"/>
              <a:ext cx="3192107" cy="954107"/>
            </a:xfrm>
            <a:prstGeom prst="rect">
              <a:avLst/>
            </a:prstGeom>
            <a:noFill/>
          </p:spPr>
          <p:txBody>
            <a:bodyPr wrap="square" rtlCol="0">
              <a:spAutoFit/>
            </a:bodyPr>
            <a:lstStyle/>
            <a:p>
              <a:r>
                <a:rPr lang="en-GB" sz="2800" b="1" dirty="0"/>
                <a:t>Subquery executed first</a:t>
              </a:r>
            </a:p>
          </p:txBody>
        </p:sp>
      </p:grpSp>
      <p:sp>
        <p:nvSpPr>
          <p:cNvPr id="7" name="Callout: Bent Line with No Border 8">
            <a:extLst>
              <a:ext uri="{FF2B5EF4-FFF2-40B4-BE49-F238E27FC236}">
                <a16:creationId xmlns:a16="http://schemas.microsoft.com/office/drawing/2014/main" id="{6A9694D8-ACB3-45B8-9BD8-159A3806FA70}"/>
              </a:ext>
            </a:extLst>
          </p:cNvPr>
          <p:cNvSpPr/>
          <p:nvPr/>
        </p:nvSpPr>
        <p:spPr>
          <a:xfrm>
            <a:off x="1959919" y="5024061"/>
            <a:ext cx="3291840" cy="862642"/>
          </a:xfrm>
          <a:prstGeom prst="callout2">
            <a:avLst>
              <a:gd name="adj1" fmla="val 48750"/>
              <a:gd name="adj2" fmla="val -189"/>
              <a:gd name="adj3" fmla="val 49417"/>
              <a:gd name="adj4" fmla="val -16179"/>
              <a:gd name="adj5" fmla="val -87619"/>
              <a:gd name="adj6" fmla="val 18824"/>
            </a:avLst>
          </a:prstGeom>
          <a:noFill/>
          <a:ln w="38100">
            <a:solidFill>
              <a:schemeClr val="accent6">
                <a:lumMod val="75000"/>
              </a:schemeClr>
            </a:solidFill>
            <a:headEnd type="none" w="med" len="med"/>
            <a:tailEnd type="triangle" w="med" len="med"/>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GB" sz="2800" b="1" dirty="0">
                <a:solidFill>
                  <a:schemeClr val="tx1"/>
                </a:solidFill>
              </a:rPr>
              <a:t>Subquery in brackets</a:t>
            </a:r>
          </a:p>
        </p:txBody>
      </p:sp>
    </p:spTree>
    <p:extLst>
      <p:ext uri="{BB962C8B-B14F-4D97-AF65-F5344CB8AC3E}">
        <p14:creationId xmlns:p14="http://schemas.microsoft.com/office/powerpoint/2010/main" val="3448936418"/>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animEffect transition="in" filter="wipe(left)">
                                      <p:cBhvr>
                                        <p:cTn id="7" dur="1000"/>
                                        <p:tgtEl>
                                          <p:spTgt spid="3">
                                            <p:txEl>
                                              <p:pRg st="0" end="0"/>
                                            </p:txEl>
                                          </p:spTgt>
                                        </p:tgtEl>
                                      </p:cBhvr>
                                    </p:animEffect>
                                  </p:childTnLst>
                                </p:cTn>
                              </p:par>
                            </p:childTnLst>
                          </p:cTn>
                        </p:par>
                      </p:childTnLst>
                    </p:cTn>
                  </p:par>
                  <p:par>
                    <p:cTn id="8" fill="hold">
                      <p:stCondLst>
                        <p:cond delay="indefinite"/>
                      </p:stCondLst>
                      <p:childTnLst>
                        <p:par>
                          <p:cTn id="9" fill="hold">
                            <p:stCondLst>
                              <p:cond delay="0"/>
                            </p:stCondLst>
                            <p:childTnLst>
                              <p:par>
                                <p:cTn id="10" presetID="22" presetClass="entr" presetSubtype="8" fill="hold" grpId="0" nodeType="clickEffect">
                                  <p:stCondLst>
                                    <p:cond delay="0"/>
                                  </p:stCondLst>
                                  <p:childTnLst>
                                    <p:set>
                                      <p:cBhvr>
                                        <p:cTn id="11" dur="1" fill="hold">
                                          <p:stCondLst>
                                            <p:cond delay="0"/>
                                          </p:stCondLst>
                                        </p:cTn>
                                        <p:tgtEl>
                                          <p:spTgt spid="3">
                                            <p:txEl>
                                              <p:pRg st="1" end="1"/>
                                            </p:txEl>
                                          </p:spTgt>
                                        </p:tgtEl>
                                        <p:attrNameLst>
                                          <p:attrName>style.visibility</p:attrName>
                                        </p:attrNameLst>
                                      </p:cBhvr>
                                      <p:to>
                                        <p:strVal val="visible"/>
                                      </p:to>
                                    </p:set>
                                    <p:animEffect transition="in" filter="wipe(left)">
                                      <p:cBhvr>
                                        <p:cTn id="12" dur="1000"/>
                                        <p:tgtEl>
                                          <p:spTgt spid="3">
                                            <p:txEl>
                                              <p:pRg st="1" end="1"/>
                                            </p:txEl>
                                          </p:spTgt>
                                        </p:tgtEl>
                                      </p:cBhvr>
                                    </p:animEffect>
                                  </p:childTnLst>
                                </p:cTn>
                              </p:par>
                            </p:childTnLst>
                          </p:cTn>
                        </p:par>
                      </p:childTnLst>
                    </p:cTn>
                  </p:par>
                  <p:par>
                    <p:cTn id="13" fill="hold">
                      <p:stCondLst>
                        <p:cond delay="indefinite"/>
                      </p:stCondLst>
                      <p:childTnLst>
                        <p:par>
                          <p:cTn id="14" fill="hold">
                            <p:stCondLst>
                              <p:cond delay="0"/>
                            </p:stCondLst>
                            <p:childTnLst>
                              <p:par>
                                <p:cTn id="15" presetID="22" presetClass="entr" presetSubtype="8" fill="hold" grpId="0" nodeType="clickEffect">
                                  <p:stCondLst>
                                    <p:cond delay="0"/>
                                  </p:stCondLst>
                                  <p:childTnLst>
                                    <p:set>
                                      <p:cBhvr>
                                        <p:cTn id="16" dur="1" fill="hold">
                                          <p:stCondLst>
                                            <p:cond delay="0"/>
                                          </p:stCondLst>
                                        </p:cTn>
                                        <p:tgtEl>
                                          <p:spTgt spid="3">
                                            <p:txEl>
                                              <p:pRg st="2" end="2"/>
                                            </p:txEl>
                                          </p:spTgt>
                                        </p:tgtEl>
                                        <p:attrNameLst>
                                          <p:attrName>style.visibility</p:attrName>
                                        </p:attrNameLst>
                                      </p:cBhvr>
                                      <p:to>
                                        <p:strVal val="visible"/>
                                      </p:to>
                                    </p:set>
                                    <p:animEffect transition="in" filter="wipe(left)">
                                      <p:cBhvr>
                                        <p:cTn id="17" dur="1000"/>
                                        <p:tgtEl>
                                          <p:spTgt spid="3">
                                            <p:txEl>
                                              <p:pRg st="2" end="2"/>
                                            </p:txEl>
                                          </p:spTgt>
                                        </p:tgtEl>
                                      </p:cBhvr>
                                    </p:animEffect>
                                  </p:childTnLst>
                                </p:cTn>
                              </p:par>
                            </p:childTnLst>
                          </p:cTn>
                        </p:par>
                      </p:childTnLst>
                    </p:cTn>
                  </p:par>
                  <p:par>
                    <p:cTn id="18" fill="hold">
                      <p:stCondLst>
                        <p:cond delay="indefinite"/>
                      </p:stCondLst>
                      <p:childTnLst>
                        <p:par>
                          <p:cTn id="19" fill="hold">
                            <p:stCondLst>
                              <p:cond delay="0"/>
                            </p:stCondLst>
                            <p:childTnLst>
                              <p:par>
                                <p:cTn id="20" presetID="22" presetClass="entr" presetSubtype="8" fill="hold" grpId="0" nodeType="clickEffect">
                                  <p:stCondLst>
                                    <p:cond delay="0"/>
                                  </p:stCondLst>
                                  <p:childTnLst>
                                    <p:set>
                                      <p:cBhvr>
                                        <p:cTn id="21" dur="1" fill="hold">
                                          <p:stCondLst>
                                            <p:cond delay="0"/>
                                          </p:stCondLst>
                                        </p:cTn>
                                        <p:tgtEl>
                                          <p:spTgt spid="3">
                                            <p:txEl>
                                              <p:pRg st="3" end="3"/>
                                            </p:txEl>
                                          </p:spTgt>
                                        </p:tgtEl>
                                        <p:attrNameLst>
                                          <p:attrName>style.visibility</p:attrName>
                                        </p:attrNameLst>
                                      </p:cBhvr>
                                      <p:to>
                                        <p:strVal val="visible"/>
                                      </p:to>
                                    </p:set>
                                    <p:animEffect transition="in" filter="wipe(left)">
                                      <p:cBhvr>
                                        <p:cTn id="22" dur="1000"/>
                                        <p:tgtEl>
                                          <p:spTgt spid="3">
                                            <p:txEl>
                                              <p:pRg st="3" end="3"/>
                                            </p:txEl>
                                          </p:spTgt>
                                        </p:tgtEl>
                                      </p:cBhvr>
                                    </p:animEffect>
                                  </p:childTnLst>
                                </p:cTn>
                              </p:par>
                            </p:childTnLst>
                          </p:cTn>
                        </p:par>
                      </p:childTnLst>
                    </p:cTn>
                  </p:par>
                  <p:par>
                    <p:cTn id="23" fill="hold">
                      <p:stCondLst>
                        <p:cond delay="indefinite"/>
                      </p:stCondLst>
                      <p:childTnLst>
                        <p:par>
                          <p:cTn id="24" fill="hold">
                            <p:stCondLst>
                              <p:cond delay="0"/>
                            </p:stCondLst>
                            <p:childTnLst>
                              <p:par>
                                <p:cTn id="25" presetID="22" presetClass="entr" presetSubtype="8" fill="hold" grpId="0" nodeType="clickEffect">
                                  <p:stCondLst>
                                    <p:cond delay="0"/>
                                  </p:stCondLst>
                                  <p:childTnLst>
                                    <p:set>
                                      <p:cBhvr>
                                        <p:cTn id="26" dur="1" fill="hold">
                                          <p:stCondLst>
                                            <p:cond delay="0"/>
                                          </p:stCondLst>
                                        </p:cTn>
                                        <p:tgtEl>
                                          <p:spTgt spid="3">
                                            <p:txEl>
                                              <p:pRg st="4" end="4"/>
                                            </p:txEl>
                                          </p:spTgt>
                                        </p:tgtEl>
                                        <p:attrNameLst>
                                          <p:attrName>style.visibility</p:attrName>
                                        </p:attrNameLst>
                                      </p:cBhvr>
                                      <p:to>
                                        <p:strVal val="visible"/>
                                      </p:to>
                                    </p:set>
                                    <p:animEffect transition="in" filter="wipe(left)">
                                      <p:cBhvr>
                                        <p:cTn id="27" dur="1000"/>
                                        <p:tgtEl>
                                          <p:spTgt spid="3">
                                            <p:txEl>
                                              <p:pRg st="4" end="4"/>
                                            </p:txEl>
                                          </p:spTgt>
                                        </p:tgtEl>
                                      </p:cBhvr>
                                    </p:animEffect>
                                  </p:childTnLst>
                                </p:cTn>
                              </p:par>
                            </p:childTnLst>
                          </p:cTn>
                        </p:par>
                      </p:childTnLst>
                    </p:cTn>
                  </p:par>
                  <p:par>
                    <p:cTn id="28" fill="hold">
                      <p:stCondLst>
                        <p:cond delay="indefinite"/>
                      </p:stCondLst>
                      <p:childTnLst>
                        <p:par>
                          <p:cTn id="29" fill="hold">
                            <p:stCondLst>
                              <p:cond delay="0"/>
                            </p:stCondLst>
                            <p:childTnLst>
                              <p:par>
                                <p:cTn id="30" presetID="10" presetClass="entr" presetSubtype="0" fill="hold" grpId="0" nodeType="clickEffect">
                                  <p:stCondLst>
                                    <p:cond delay="0"/>
                                  </p:stCondLst>
                                  <p:childTnLst>
                                    <p:set>
                                      <p:cBhvr>
                                        <p:cTn id="31" dur="1" fill="hold">
                                          <p:stCondLst>
                                            <p:cond delay="0"/>
                                          </p:stCondLst>
                                        </p:cTn>
                                        <p:tgtEl>
                                          <p:spTgt spid="7"/>
                                        </p:tgtEl>
                                        <p:attrNameLst>
                                          <p:attrName>style.visibility</p:attrName>
                                        </p:attrNameLst>
                                      </p:cBhvr>
                                      <p:to>
                                        <p:strVal val="visible"/>
                                      </p:to>
                                    </p:set>
                                    <p:animEffect transition="in" filter="fade">
                                      <p:cBhvr>
                                        <p:cTn id="32" dur="1000"/>
                                        <p:tgtEl>
                                          <p:spTgt spid="7"/>
                                        </p:tgtEl>
                                      </p:cBhvr>
                                    </p:animEffect>
                                  </p:childTnLst>
                                </p:cTn>
                              </p:par>
                            </p:childTnLst>
                          </p:cTn>
                        </p:par>
                      </p:childTnLst>
                    </p:cTn>
                  </p:par>
                  <p:par>
                    <p:cTn id="33" fill="hold">
                      <p:stCondLst>
                        <p:cond delay="indefinite"/>
                      </p:stCondLst>
                      <p:childTnLst>
                        <p:par>
                          <p:cTn id="34" fill="hold">
                            <p:stCondLst>
                              <p:cond delay="0"/>
                            </p:stCondLst>
                            <p:childTnLst>
                              <p:par>
                                <p:cTn id="35" presetID="22" presetClass="entr" presetSubtype="8" fill="hold" nodeType="clickEffect">
                                  <p:stCondLst>
                                    <p:cond delay="0"/>
                                  </p:stCondLst>
                                  <p:childTnLst>
                                    <p:set>
                                      <p:cBhvr>
                                        <p:cTn id="36" dur="1" fill="hold">
                                          <p:stCondLst>
                                            <p:cond delay="0"/>
                                          </p:stCondLst>
                                        </p:cTn>
                                        <p:tgtEl>
                                          <p:spTgt spid="4"/>
                                        </p:tgtEl>
                                        <p:attrNameLst>
                                          <p:attrName>style.visibility</p:attrName>
                                        </p:attrNameLst>
                                      </p:cBhvr>
                                      <p:to>
                                        <p:strVal val="visible"/>
                                      </p:to>
                                    </p:set>
                                    <p:animEffect transition="in" filter="wipe(left)">
                                      <p:cBhvr>
                                        <p:cTn id="37" dur="500"/>
                                        <p:tgtEl>
                                          <p:spTgt spid="4"/>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P spid="7" grpId="0" animBg="1"/>
    </p:bldLst>
  </p:timing>
</p:sld>
</file>

<file path=ppt/slides/slide72.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CE87805-17F2-4B70-B505-57FB17E1FEE3}"/>
              </a:ext>
            </a:extLst>
          </p:cNvPr>
          <p:cNvSpPr>
            <a:spLocks noGrp="1"/>
          </p:cNvSpPr>
          <p:nvPr>
            <p:ph type="title"/>
          </p:nvPr>
        </p:nvSpPr>
        <p:spPr/>
        <p:txBody>
          <a:bodyPr/>
          <a:lstStyle/>
          <a:p>
            <a:r>
              <a:rPr lang="en-GB" dirty="0"/>
              <a:t>SELECT – SQL (Subquery)</a:t>
            </a:r>
          </a:p>
        </p:txBody>
      </p:sp>
      <p:sp>
        <p:nvSpPr>
          <p:cNvPr id="3" name="Content Placeholder 2">
            <a:extLst>
              <a:ext uri="{FF2B5EF4-FFF2-40B4-BE49-F238E27FC236}">
                <a16:creationId xmlns:a16="http://schemas.microsoft.com/office/drawing/2014/main" id="{E4EE7085-4C5B-409B-8843-A8A3D3CB6E90}"/>
              </a:ext>
            </a:extLst>
          </p:cNvPr>
          <p:cNvSpPr>
            <a:spLocks noGrp="1"/>
          </p:cNvSpPr>
          <p:nvPr>
            <p:ph idx="1"/>
          </p:nvPr>
        </p:nvSpPr>
        <p:spPr/>
        <p:txBody>
          <a:bodyPr>
            <a:noAutofit/>
          </a:bodyPr>
          <a:lstStyle/>
          <a:p>
            <a:pPr marL="0" lvl="0" indent="0" eaLnBrk="0" fontAlgn="base" hangingPunct="0">
              <a:lnSpc>
                <a:spcPct val="100000"/>
              </a:lnSpc>
              <a:spcBef>
                <a:spcPct val="0"/>
              </a:spcBef>
              <a:spcAft>
                <a:spcPct val="0"/>
              </a:spcAft>
              <a:buNone/>
            </a:pPr>
            <a:r>
              <a:rPr lang="en-US" altLang="en-US" sz="4000" dirty="0">
                <a:solidFill>
                  <a:srgbClr val="B2B2B2"/>
                </a:solidFill>
                <a:latin typeface="Consolas" panose="020B0609020204030204" pitchFamily="49" charset="0"/>
              </a:rPr>
              <a:t>1 </a:t>
            </a:r>
            <a:r>
              <a:rPr lang="en-US" altLang="en-US" sz="4000" dirty="0">
                <a:solidFill>
                  <a:srgbClr val="A71D5D"/>
                </a:solidFill>
                <a:latin typeface="Consolas" panose="020B0609020204030204" pitchFamily="49" charset="0"/>
              </a:rPr>
              <a:t>SELECT</a:t>
            </a:r>
            <a:r>
              <a:rPr lang="en-US" altLang="en-US" sz="4000" dirty="0">
                <a:solidFill>
                  <a:srgbClr val="000000"/>
                </a:solidFill>
                <a:latin typeface="Consolas" panose="020B0609020204030204" pitchFamily="49" charset="0"/>
              </a:rPr>
              <a:t> </a:t>
            </a:r>
            <a:r>
              <a:rPr lang="en-US" altLang="en-US" sz="4000" dirty="0" err="1">
                <a:solidFill>
                  <a:srgbClr val="000000"/>
                </a:solidFill>
                <a:latin typeface="Consolas" panose="020B0609020204030204" pitchFamily="49" charset="0"/>
              </a:rPr>
              <a:t>firstName</a:t>
            </a:r>
            <a:r>
              <a:rPr lang="en-US" altLang="en-US" sz="4000" dirty="0">
                <a:solidFill>
                  <a:srgbClr val="000000"/>
                </a:solidFill>
                <a:latin typeface="Consolas" panose="020B0609020204030204" pitchFamily="49" charset="0"/>
              </a:rPr>
              <a:t>, </a:t>
            </a:r>
            <a:r>
              <a:rPr lang="en-US" altLang="en-US" sz="4000" dirty="0" err="1">
                <a:solidFill>
                  <a:srgbClr val="000000"/>
                </a:solidFill>
                <a:latin typeface="Consolas" panose="020B0609020204030204" pitchFamily="49" charset="0"/>
              </a:rPr>
              <a:t>lastName</a:t>
            </a:r>
            <a:r>
              <a:rPr lang="en-US" altLang="en-US" sz="4000" dirty="0">
                <a:solidFill>
                  <a:srgbClr val="000000"/>
                </a:solidFill>
                <a:latin typeface="Consolas" panose="020B0609020204030204" pitchFamily="49" charset="0"/>
              </a:rPr>
              <a:t>, age</a:t>
            </a:r>
          </a:p>
          <a:p>
            <a:pPr marL="0" lvl="0" indent="0" eaLnBrk="0" fontAlgn="base" hangingPunct="0">
              <a:lnSpc>
                <a:spcPct val="100000"/>
              </a:lnSpc>
              <a:spcBef>
                <a:spcPct val="0"/>
              </a:spcBef>
              <a:spcAft>
                <a:spcPct val="0"/>
              </a:spcAft>
              <a:buNone/>
            </a:pPr>
            <a:r>
              <a:rPr lang="en-US" altLang="en-US" sz="4000" dirty="0">
                <a:solidFill>
                  <a:srgbClr val="B2B2B2"/>
                </a:solidFill>
                <a:latin typeface="Consolas" panose="020B0609020204030204" pitchFamily="49" charset="0"/>
              </a:rPr>
              <a:t>2   </a:t>
            </a:r>
            <a:r>
              <a:rPr lang="en-US" altLang="en-US" sz="4000" dirty="0">
                <a:solidFill>
                  <a:srgbClr val="A71D5D"/>
                </a:solidFill>
                <a:latin typeface="Consolas" panose="020B0609020204030204" pitchFamily="49" charset="0"/>
              </a:rPr>
              <a:t>FROM</a:t>
            </a:r>
            <a:r>
              <a:rPr lang="en-US" altLang="en-US" sz="4000" dirty="0">
                <a:solidFill>
                  <a:srgbClr val="000000"/>
                </a:solidFill>
                <a:latin typeface="Consolas" panose="020B0609020204030204" pitchFamily="49" charset="0"/>
              </a:rPr>
              <a:t> Pupil</a:t>
            </a:r>
          </a:p>
          <a:p>
            <a:pPr marL="0" lvl="0" indent="0" eaLnBrk="0" fontAlgn="base" hangingPunct="0">
              <a:lnSpc>
                <a:spcPct val="100000"/>
              </a:lnSpc>
              <a:spcBef>
                <a:spcPct val="0"/>
              </a:spcBef>
              <a:spcAft>
                <a:spcPct val="0"/>
              </a:spcAft>
              <a:buNone/>
            </a:pPr>
            <a:r>
              <a:rPr lang="en-US" altLang="en-US" sz="4000" dirty="0">
                <a:solidFill>
                  <a:srgbClr val="B2B2B2"/>
                </a:solidFill>
                <a:latin typeface="Consolas" panose="020B0609020204030204" pitchFamily="49" charset="0"/>
              </a:rPr>
              <a:t>3   </a:t>
            </a:r>
            <a:r>
              <a:rPr lang="en-US" altLang="en-US" sz="4000" dirty="0">
                <a:solidFill>
                  <a:srgbClr val="A71D5D"/>
                </a:solidFill>
                <a:latin typeface="Consolas" panose="020B0609020204030204" pitchFamily="49" charset="0"/>
              </a:rPr>
              <a:t>WHERE</a:t>
            </a:r>
            <a:r>
              <a:rPr lang="en-US" altLang="en-US" sz="4000" dirty="0">
                <a:solidFill>
                  <a:srgbClr val="000000"/>
                </a:solidFill>
                <a:latin typeface="Consolas" panose="020B0609020204030204" pitchFamily="49" charset="0"/>
              </a:rPr>
              <a:t> age =</a:t>
            </a:r>
          </a:p>
          <a:p>
            <a:pPr marL="0" lvl="0" indent="0" eaLnBrk="0" fontAlgn="base" hangingPunct="0">
              <a:lnSpc>
                <a:spcPct val="100000"/>
              </a:lnSpc>
              <a:spcBef>
                <a:spcPct val="0"/>
              </a:spcBef>
              <a:spcAft>
                <a:spcPct val="0"/>
              </a:spcAft>
              <a:buNone/>
            </a:pPr>
            <a:r>
              <a:rPr lang="en-US" altLang="en-US" sz="4000" dirty="0">
                <a:solidFill>
                  <a:srgbClr val="B2B2B2"/>
                </a:solidFill>
                <a:latin typeface="Consolas" panose="020B0609020204030204" pitchFamily="49" charset="0"/>
              </a:rPr>
              <a:t>4     </a:t>
            </a:r>
            <a:r>
              <a:rPr lang="en-US" altLang="en-US" sz="4000" dirty="0">
                <a:solidFill>
                  <a:srgbClr val="000000"/>
                </a:solidFill>
                <a:latin typeface="Consolas" panose="020B0609020204030204" pitchFamily="49" charset="0"/>
              </a:rPr>
              <a:t>(</a:t>
            </a:r>
            <a:r>
              <a:rPr lang="en-US" altLang="en-US" sz="4000" dirty="0">
                <a:solidFill>
                  <a:srgbClr val="A71D5D"/>
                </a:solidFill>
                <a:latin typeface="Consolas" panose="020B0609020204030204" pitchFamily="49" charset="0"/>
              </a:rPr>
              <a:t>SELECT MAX</a:t>
            </a:r>
            <a:r>
              <a:rPr lang="en-US" altLang="en-US" sz="4000" dirty="0">
                <a:solidFill>
                  <a:srgbClr val="000000"/>
                </a:solidFill>
                <a:latin typeface="Consolas" panose="020B0609020204030204" pitchFamily="49" charset="0"/>
              </a:rPr>
              <a:t>(age)</a:t>
            </a:r>
          </a:p>
          <a:p>
            <a:pPr marL="0" lvl="0" indent="0" eaLnBrk="0" fontAlgn="base" hangingPunct="0">
              <a:lnSpc>
                <a:spcPct val="100000"/>
              </a:lnSpc>
              <a:spcBef>
                <a:spcPct val="0"/>
              </a:spcBef>
              <a:spcAft>
                <a:spcPct val="0"/>
              </a:spcAft>
              <a:buNone/>
            </a:pPr>
            <a:r>
              <a:rPr lang="en-US" altLang="en-US" sz="4000" dirty="0">
                <a:solidFill>
                  <a:srgbClr val="B2B2B2"/>
                </a:solidFill>
                <a:latin typeface="Consolas" panose="020B0609020204030204" pitchFamily="49" charset="0"/>
              </a:rPr>
              <a:t>5        </a:t>
            </a:r>
            <a:r>
              <a:rPr lang="en-US" altLang="en-US" sz="4000" dirty="0">
                <a:solidFill>
                  <a:srgbClr val="A71D5D"/>
                </a:solidFill>
                <a:latin typeface="Consolas" panose="020B0609020204030204" pitchFamily="49" charset="0"/>
              </a:rPr>
              <a:t>FROM</a:t>
            </a:r>
            <a:r>
              <a:rPr lang="en-US" altLang="en-US" sz="4000" dirty="0">
                <a:solidFill>
                  <a:srgbClr val="000000"/>
                </a:solidFill>
                <a:latin typeface="Consolas" panose="020B0609020204030204" pitchFamily="49" charset="0"/>
              </a:rPr>
              <a:t> Pupil);</a:t>
            </a:r>
            <a:endParaRPr lang="en-US" altLang="en-US" sz="5400" dirty="0">
              <a:latin typeface="Arial" panose="020B0604020202020204" pitchFamily="34" charset="0"/>
            </a:endParaRPr>
          </a:p>
        </p:txBody>
      </p:sp>
    </p:spTree>
    <p:extLst>
      <p:ext uri="{BB962C8B-B14F-4D97-AF65-F5344CB8AC3E}">
        <p14:creationId xmlns:p14="http://schemas.microsoft.com/office/powerpoint/2010/main" val="3709169059"/>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animEffect transition="in" filter="wipe(left)">
                                      <p:cBhvr>
                                        <p:cTn id="7" dur="1000"/>
                                        <p:tgtEl>
                                          <p:spTgt spid="3">
                                            <p:txEl>
                                              <p:pRg st="0" end="0"/>
                                            </p:txEl>
                                          </p:spTgt>
                                        </p:tgtEl>
                                      </p:cBhvr>
                                    </p:animEffect>
                                  </p:childTnLst>
                                </p:cTn>
                              </p:par>
                            </p:childTnLst>
                          </p:cTn>
                        </p:par>
                      </p:childTnLst>
                    </p:cTn>
                  </p:par>
                  <p:par>
                    <p:cTn id="8" fill="hold">
                      <p:stCondLst>
                        <p:cond delay="indefinite"/>
                      </p:stCondLst>
                      <p:childTnLst>
                        <p:par>
                          <p:cTn id="9" fill="hold">
                            <p:stCondLst>
                              <p:cond delay="0"/>
                            </p:stCondLst>
                            <p:childTnLst>
                              <p:par>
                                <p:cTn id="10" presetID="22" presetClass="entr" presetSubtype="8" fill="hold" grpId="0" nodeType="clickEffect">
                                  <p:stCondLst>
                                    <p:cond delay="0"/>
                                  </p:stCondLst>
                                  <p:childTnLst>
                                    <p:set>
                                      <p:cBhvr>
                                        <p:cTn id="11" dur="1" fill="hold">
                                          <p:stCondLst>
                                            <p:cond delay="0"/>
                                          </p:stCondLst>
                                        </p:cTn>
                                        <p:tgtEl>
                                          <p:spTgt spid="3">
                                            <p:txEl>
                                              <p:pRg st="1" end="1"/>
                                            </p:txEl>
                                          </p:spTgt>
                                        </p:tgtEl>
                                        <p:attrNameLst>
                                          <p:attrName>style.visibility</p:attrName>
                                        </p:attrNameLst>
                                      </p:cBhvr>
                                      <p:to>
                                        <p:strVal val="visible"/>
                                      </p:to>
                                    </p:set>
                                    <p:animEffect transition="in" filter="wipe(left)">
                                      <p:cBhvr>
                                        <p:cTn id="12" dur="1000"/>
                                        <p:tgtEl>
                                          <p:spTgt spid="3">
                                            <p:txEl>
                                              <p:pRg st="1" end="1"/>
                                            </p:txEl>
                                          </p:spTgt>
                                        </p:tgtEl>
                                      </p:cBhvr>
                                    </p:animEffect>
                                  </p:childTnLst>
                                </p:cTn>
                              </p:par>
                            </p:childTnLst>
                          </p:cTn>
                        </p:par>
                      </p:childTnLst>
                    </p:cTn>
                  </p:par>
                  <p:par>
                    <p:cTn id="13" fill="hold">
                      <p:stCondLst>
                        <p:cond delay="indefinite"/>
                      </p:stCondLst>
                      <p:childTnLst>
                        <p:par>
                          <p:cTn id="14" fill="hold">
                            <p:stCondLst>
                              <p:cond delay="0"/>
                            </p:stCondLst>
                            <p:childTnLst>
                              <p:par>
                                <p:cTn id="15" presetID="22" presetClass="entr" presetSubtype="8" fill="hold" grpId="0" nodeType="clickEffect">
                                  <p:stCondLst>
                                    <p:cond delay="0"/>
                                  </p:stCondLst>
                                  <p:childTnLst>
                                    <p:set>
                                      <p:cBhvr>
                                        <p:cTn id="16" dur="1" fill="hold">
                                          <p:stCondLst>
                                            <p:cond delay="0"/>
                                          </p:stCondLst>
                                        </p:cTn>
                                        <p:tgtEl>
                                          <p:spTgt spid="3">
                                            <p:txEl>
                                              <p:pRg st="2" end="2"/>
                                            </p:txEl>
                                          </p:spTgt>
                                        </p:tgtEl>
                                        <p:attrNameLst>
                                          <p:attrName>style.visibility</p:attrName>
                                        </p:attrNameLst>
                                      </p:cBhvr>
                                      <p:to>
                                        <p:strVal val="visible"/>
                                      </p:to>
                                    </p:set>
                                    <p:animEffect transition="in" filter="wipe(left)">
                                      <p:cBhvr>
                                        <p:cTn id="17" dur="1000"/>
                                        <p:tgtEl>
                                          <p:spTgt spid="3">
                                            <p:txEl>
                                              <p:pRg st="2" end="2"/>
                                            </p:txEl>
                                          </p:spTgt>
                                        </p:tgtEl>
                                      </p:cBhvr>
                                    </p:animEffect>
                                  </p:childTnLst>
                                </p:cTn>
                              </p:par>
                            </p:childTnLst>
                          </p:cTn>
                        </p:par>
                      </p:childTnLst>
                    </p:cTn>
                  </p:par>
                  <p:par>
                    <p:cTn id="18" fill="hold">
                      <p:stCondLst>
                        <p:cond delay="indefinite"/>
                      </p:stCondLst>
                      <p:childTnLst>
                        <p:par>
                          <p:cTn id="19" fill="hold">
                            <p:stCondLst>
                              <p:cond delay="0"/>
                            </p:stCondLst>
                            <p:childTnLst>
                              <p:par>
                                <p:cTn id="20" presetID="22" presetClass="entr" presetSubtype="8" fill="hold" grpId="0" nodeType="clickEffect">
                                  <p:stCondLst>
                                    <p:cond delay="0"/>
                                  </p:stCondLst>
                                  <p:childTnLst>
                                    <p:set>
                                      <p:cBhvr>
                                        <p:cTn id="21" dur="1" fill="hold">
                                          <p:stCondLst>
                                            <p:cond delay="0"/>
                                          </p:stCondLst>
                                        </p:cTn>
                                        <p:tgtEl>
                                          <p:spTgt spid="3">
                                            <p:txEl>
                                              <p:pRg st="3" end="3"/>
                                            </p:txEl>
                                          </p:spTgt>
                                        </p:tgtEl>
                                        <p:attrNameLst>
                                          <p:attrName>style.visibility</p:attrName>
                                        </p:attrNameLst>
                                      </p:cBhvr>
                                      <p:to>
                                        <p:strVal val="visible"/>
                                      </p:to>
                                    </p:set>
                                    <p:animEffect transition="in" filter="wipe(left)">
                                      <p:cBhvr>
                                        <p:cTn id="22" dur="1000"/>
                                        <p:tgtEl>
                                          <p:spTgt spid="3">
                                            <p:txEl>
                                              <p:pRg st="3" end="3"/>
                                            </p:txEl>
                                          </p:spTgt>
                                        </p:tgtEl>
                                      </p:cBhvr>
                                    </p:animEffect>
                                  </p:childTnLst>
                                </p:cTn>
                              </p:par>
                            </p:childTnLst>
                          </p:cTn>
                        </p:par>
                      </p:childTnLst>
                    </p:cTn>
                  </p:par>
                  <p:par>
                    <p:cTn id="23" fill="hold">
                      <p:stCondLst>
                        <p:cond delay="indefinite"/>
                      </p:stCondLst>
                      <p:childTnLst>
                        <p:par>
                          <p:cTn id="24" fill="hold">
                            <p:stCondLst>
                              <p:cond delay="0"/>
                            </p:stCondLst>
                            <p:childTnLst>
                              <p:par>
                                <p:cTn id="25" presetID="22" presetClass="entr" presetSubtype="8" fill="hold" grpId="0" nodeType="clickEffect">
                                  <p:stCondLst>
                                    <p:cond delay="0"/>
                                  </p:stCondLst>
                                  <p:childTnLst>
                                    <p:set>
                                      <p:cBhvr>
                                        <p:cTn id="26" dur="1" fill="hold">
                                          <p:stCondLst>
                                            <p:cond delay="0"/>
                                          </p:stCondLst>
                                        </p:cTn>
                                        <p:tgtEl>
                                          <p:spTgt spid="3">
                                            <p:txEl>
                                              <p:pRg st="4" end="4"/>
                                            </p:txEl>
                                          </p:spTgt>
                                        </p:tgtEl>
                                        <p:attrNameLst>
                                          <p:attrName>style.visibility</p:attrName>
                                        </p:attrNameLst>
                                      </p:cBhvr>
                                      <p:to>
                                        <p:strVal val="visible"/>
                                      </p:to>
                                    </p:set>
                                    <p:animEffect transition="in" filter="wipe(left)">
                                      <p:cBhvr>
                                        <p:cTn id="27" dur="1000"/>
                                        <p:tgtEl>
                                          <p:spTgt spid="3">
                                            <p:txEl>
                                              <p:pRg st="4" end="4"/>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7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Title 4">
            <a:extLst>
              <a:ext uri="{FF2B5EF4-FFF2-40B4-BE49-F238E27FC236}">
                <a16:creationId xmlns:a16="http://schemas.microsoft.com/office/drawing/2014/main" id="{362EC34A-2A90-40D7-8C39-37217612E64D}"/>
              </a:ext>
            </a:extLst>
          </p:cNvPr>
          <p:cNvSpPr>
            <a:spLocks noGrp="1"/>
          </p:cNvSpPr>
          <p:nvPr>
            <p:ph type="title"/>
          </p:nvPr>
        </p:nvSpPr>
        <p:spPr/>
        <p:txBody>
          <a:bodyPr/>
          <a:lstStyle/>
          <a:p>
            <a:r>
              <a:rPr lang="en-GB" dirty="0"/>
              <a:t>Requirements</a:t>
            </a:r>
          </a:p>
        </p:txBody>
      </p:sp>
      <p:sp>
        <p:nvSpPr>
          <p:cNvPr id="6" name="Text Placeholder 5">
            <a:extLst>
              <a:ext uri="{FF2B5EF4-FFF2-40B4-BE49-F238E27FC236}">
                <a16:creationId xmlns:a16="http://schemas.microsoft.com/office/drawing/2014/main" id="{980D2D71-F529-4649-9356-81FC175149AE}"/>
              </a:ext>
            </a:extLst>
          </p:cNvPr>
          <p:cNvSpPr>
            <a:spLocks noGrp="1"/>
          </p:cNvSpPr>
          <p:nvPr>
            <p:ph type="body" idx="1"/>
          </p:nvPr>
        </p:nvSpPr>
        <p:spPr/>
        <p:txBody>
          <a:bodyPr>
            <a:normAutofit/>
          </a:bodyPr>
          <a:lstStyle/>
          <a:p>
            <a:r>
              <a:rPr lang="en-GB" sz="3200" dirty="0"/>
              <a:t>End-user Requirements	</a:t>
            </a:r>
          </a:p>
        </p:txBody>
      </p:sp>
      <p:sp>
        <p:nvSpPr>
          <p:cNvPr id="8" name="Text Placeholder 7">
            <a:extLst>
              <a:ext uri="{FF2B5EF4-FFF2-40B4-BE49-F238E27FC236}">
                <a16:creationId xmlns:a16="http://schemas.microsoft.com/office/drawing/2014/main" id="{21EA3E42-8994-40FF-8791-2942875985C5}"/>
              </a:ext>
            </a:extLst>
          </p:cNvPr>
          <p:cNvSpPr>
            <a:spLocks noGrp="1"/>
          </p:cNvSpPr>
          <p:nvPr>
            <p:ph type="body" sz="quarter" idx="3"/>
          </p:nvPr>
        </p:nvSpPr>
        <p:spPr/>
        <p:txBody>
          <a:bodyPr>
            <a:normAutofit/>
          </a:bodyPr>
          <a:lstStyle/>
          <a:p>
            <a:r>
              <a:rPr lang="en-GB" sz="3200" b="1" i="0" dirty="0">
                <a:solidFill>
                  <a:srgbClr val="231F20"/>
                </a:solidFill>
                <a:effectLst/>
                <a:latin typeface="ReithSans"/>
              </a:rPr>
              <a:t>Functional Requirements</a:t>
            </a:r>
          </a:p>
        </p:txBody>
      </p:sp>
      <p:sp>
        <p:nvSpPr>
          <p:cNvPr id="14" name="Content Placeholder 13">
            <a:extLst>
              <a:ext uri="{FF2B5EF4-FFF2-40B4-BE49-F238E27FC236}">
                <a16:creationId xmlns:a16="http://schemas.microsoft.com/office/drawing/2014/main" id="{E05973AC-DAFB-40B7-9EB6-558188914A8C}"/>
              </a:ext>
            </a:extLst>
          </p:cNvPr>
          <p:cNvSpPr>
            <a:spLocks noGrp="1"/>
          </p:cNvSpPr>
          <p:nvPr>
            <p:ph sz="half" idx="2"/>
          </p:nvPr>
        </p:nvSpPr>
        <p:spPr/>
        <p:txBody>
          <a:bodyPr/>
          <a:lstStyle/>
          <a:p>
            <a:r>
              <a:rPr lang="en-GB" dirty="0"/>
              <a:t>The tasks that the users of the database must be able to do</a:t>
            </a:r>
          </a:p>
        </p:txBody>
      </p:sp>
      <p:sp>
        <p:nvSpPr>
          <p:cNvPr id="16" name="Content Placeholder 15">
            <a:extLst>
              <a:ext uri="{FF2B5EF4-FFF2-40B4-BE49-F238E27FC236}">
                <a16:creationId xmlns:a16="http://schemas.microsoft.com/office/drawing/2014/main" id="{330D2466-F170-40B9-B023-9A560AA62506}"/>
              </a:ext>
            </a:extLst>
          </p:cNvPr>
          <p:cNvSpPr>
            <a:spLocks noGrp="1"/>
          </p:cNvSpPr>
          <p:nvPr>
            <p:ph sz="quarter" idx="4"/>
          </p:nvPr>
        </p:nvSpPr>
        <p:spPr/>
        <p:txBody>
          <a:bodyPr/>
          <a:lstStyle/>
          <a:p>
            <a:r>
              <a:rPr lang="en-GB" dirty="0"/>
              <a:t>The information that the database will need to hold</a:t>
            </a:r>
          </a:p>
          <a:p>
            <a:r>
              <a:rPr lang="en-GB" dirty="0"/>
              <a:t>The SQL queries that are required to produce the results</a:t>
            </a:r>
          </a:p>
        </p:txBody>
      </p:sp>
      <p:sp>
        <p:nvSpPr>
          <p:cNvPr id="3" name="TextBox 2">
            <a:extLst>
              <a:ext uri="{FF2B5EF4-FFF2-40B4-BE49-F238E27FC236}">
                <a16:creationId xmlns:a16="http://schemas.microsoft.com/office/drawing/2014/main" id="{D15345B6-E9DB-78B1-1F2F-94E853898FBE}"/>
              </a:ext>
            </a:extLst>
          </p:cNvPr>
          <p:cNvSpPr txBox="1"/>
          <p:nvPr/>
        </p:nvSpPr>
        <p:spPr>
          <a:xfrm>
            <a:off x="1798744" y="4461550"/>
            <a:ext cx="8572287" cy="2031325"/>
          </a:xfrm>
          <a:prstGeom prst="rect">
            <a:avLst/>
          </a:prstGeom>
          <a:noFill/>
        </p:spPr>
        <p:txBody>
          <a:bodyPr wrap="square">
            <a:spAutoFit/>
          </a:bodyPr>
          <a:lstStyle/>
          <a:p>
            <a:r>
              <a:rPr lang="en-GB" sz="2800" b="1" dirty="0">
                <a:solidFill>
                  <a:srgbClr val="7030A0"/>
                </a:solidFill>
              </a:rPr>
              <a:t>Requirements help</a:t>
            </a:r>
            <a:r>
              <a:rPr lang="en-GB" sz="2800" dirty="0"/>
              <a:t>:  </a:t>
            </a:r>
          </a:p>
          <a:p>
            <a:endParaRPr lang="en-GB" sz="1400" dirty="0"/>
          </a:p>
          <a:p>
            <a:pPr marL="285750" indent="-285750">
              <a:buFont typeface="Arial" panose="020B0604020202020204" pitchFamily="34" charset="0"/>
              <a:buChar char="•"/>
            </a:pPr>
            <a:r>
              <a:rPr lang="en-GB" sz="2800" dirty="0"/>
              <a:t>clarify the design of the database </a:t>
            </a:r>
          </a:p>
          <a:p>
            <a:pPr marL="285750" indent="-285750">
              <a:buFont typeface="Arial" panose="020B0604020202020204" pitchFamily="34" charset="0"/>
              <a:buChar char="•"/>
            </a:pPr>
            <a:r>
              <a:rPr lang="en-GB" sz="2800" dirty="0"/>
              <a:t>identify the features to be implemented</a:t>
            </a:r>
          </a:p>
          <a:p>
            <a:pPr marL="285750" indent="-285750">
              <a:buFont typeface="Arial" panose="020B0604020202020204" pitchFamily="34" charset="0"/>
              <a:buChar char="•"/>
            </a:pPr>
            <a:r>
              <a:rPr lang="en-GB" sz="2800" dirty="0"/>
              <a:t>evaluate if the system is fit for purpose when completed </a:t>
            </a:r>
          </a:p>
        </p:txBody>
      </p:sp>
    </p:spTree>
    <p:extLst>
      <p:ext uri="{BB962C8B-B14F-4D97-AF65-F5344CB8AC3E}">
        <p14:creationId xmlns:p14="http://schemas.microsoft.com/office/powerpoint/2010/main" val="1277526738"/>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6">
                                            <p:txEl>
                                              <p:pRg st="0" end="0"/>
                                            </p:txEl>
                                          </p:spTgt>
                                        </p:tgtEl>
                                        <p:attrNameLst>
                                          <p:attrName>style.visibility</p:attrName>
                                        </p:attrNameLst>
                                      </p:cBhvr>
                                      <p:to>
                                        <p:strVal val="visible"/>
                                      </p:to>
                                    </p:set>
                                    <p:animEffect transition="in" filter="wipe(left)">
                                      <p:cBhvr>
                                        <p:cTn id="7" dur="1000"/>
                                        <p:tgtEl>
                                          <p:spTgt spid="6">
                                            <p:txEl>
                                              <p:pRg st="0" end="0"/>
                                            </p:txEl>
                                          </p:spTgt>
                                        </p:tgtEl>
                                      </p:cBhvr>
                                    </p:animEffect>
                                  </p:childTnLst>
                                </p:cTn>
                              </p:par>
                            </p:childTnLst>
                          </p:cTn>
                        </p:par>
                      </p:childTnLst>
                    </p:cTn>
                  </p:par>
                  <p:par>
                    <p:cTn id="8" fill="hold">
                      <p:stCondLst>
                        <p:cond delay="indefinite"/>
                      </p:stCondLst>
                      <p:childTnLst>
                        <p:par>
                          <p:cTn id="9" fill="hold">
                            <p:stCondLst>
                              <p:cond delay="0"/>
                            </p:stCondLst>
                            <p:childTnLst>
                              <p:par>
                                <p:cTn id="10" presetID="22" presetClass="entr" presetSubtype="8" fill="hold" grpId="0" nodeType="clickEffect">
                                  <p:stCondLst>
                                    <p:cond delay="0"/>
                                  </p:stCondLst>
                                  <p:childTnLst>
                                    <p:set>
                                      <p:cBhvr>
                                        <p:cTn id="11" dur="1" fill="hold">
                                          <p:stCondLst>
                                            <p:cond delay="0"/>
                                          </p:stCondLst>
                                        </p:cTn>
                                        <p:tgtEl>
                                          <p:spTgt spid="14">
                                            <p:txEl>
                                              <p:pRg st="0" end="0"/>
                                            </p:txEl>
                                          </p:spTgt>
                                        </p:tgtEl>
                                        <p:attrNameLst>
                                          <p:attrName>style.visibility</p:attrName>
                                        </p:attrNameLst>
                                      </p:cBhvr>
                                      <p:to>
                                        <p:strVal val="visible"/>
                                      </p:to>
                                    </p:set>
                                    <p:animEffect transition="in" filter="wipe(left)">
                                      <p:cBhvr>
                                        <p:cTn id="12" dur="1000"/>
                                        <p:tgtEl>
                                          <p:spTgt spid="14">
                                            <p:txEl>
                                              <p:pRg st="0" end="0"/>
                                            </p:txEl>
                                          </p:spTgt>
                                        </p:tgtEl>
                                      </p:cBhvr>
                                    </p:animEffect>
                                  </p:childTnLst>
                                </p:cTn>
                              </p:par>
                            </p:childTnLst>
                          </p:cTn>
                        </p:par>
                      </p:childTnLst>
                    </p:cTn>
                  </p:par>
                  <p:par>
                    <p:cTn id="13" fill="hold">
                      <p:stCondLst>
                        <p:cond delay="indefinite"/>
                      </p:stCondLst>
                      <p:childTnLst>
                        <p:par>
                          <p:cTn id="14" fill="hold">
                            <p:stCondLst>
                              <p:cond delay="0"/>
                            </p:stCondLst>
                            <p:childTnLst>
                              <p:par>
                                <p:cTn id="15" presetID="22" presetClass="entr" presetSubtype="8" fill="hold" grpId="0" nodeType="clickEffect">
                                  <p:stCondLst>
                                    <p:cond delay="0"/>
                                  </p:stCondLst>
                                  <p:childTnLst>
                                    <p:set>
                                      <p:cBhvr>
                                        <p:cTn id="16" dur="1" fill="hold">
                                          <p:stCondLst>
                                            <p:cond delay="0"/>
                                          </p:stCondLst>
                                        </p:cTn>
                                        <p:tgtEl>
                                          <p:spTgt spid="8">
                                            <p:txEl>
                                              <p:pRg st="0" end="0"/>
                                            </p:txEl>
                                          </p:spTgt>
                                        </p:tgtEl>
                                        <p:attrNameLst>
                                          <p:attrName>style.visibility</p:attrName>
                                        </p:attrNameLst>
                                      </p:cBhvr>
                                      <p:to>
                                        <p:strVal val="visible"/>
                                      </p:to>
                                    </p:set>
                                    <p:animEffect transition="in" filter="wipe(left)">
                                      <p:cBhvr>
                                        <p:cTn id="17" dur="1000"/>
                                        <p:tgtEl>
                                          <p:spTgt spid="8">
                                            <p:txEl>
                                              <p:pRg st="0" end="0"/>
                                            </p:txEl>
                                          </p:spTgt>
                                        </p:tgtEl>
                                      </p:cBhvr>
                                    </p:animEffect>
                                  </p:childTnLst>
                                </p:cTn>
                              </p:par>
                            </p:childTnLst>
                          </p:cTn>
                        </p:par>
                      </p:childTnLst>
                    </p:cTn>
                  </p:par>
                  <p:par>
                    <p:cTn id="18" fill="hold">
                      <p:stCondLst>
                        <p:cond delay="indefinite"/>
                      </p:stCondLst>
                      <p:childTnLst>
                        <p:par>
                          <p:cTn id="19" fill="hold">
                            <p:stCondLst>
                              <p:cond delay="0"/>
                            </p:stCondLst>
                            <p:childTnLst>
                              <p:par>
                                <p:cTn id="20" presetID="22" presetClass="entr" presetSubtype="8" fill="hold" grpId="0" nodeType="clickEffect">
                                  <p:stCondLst>
                                    <p:cond delay="0"/>
                                  </p:stCondLst>
                                  <p:childTnLst>
                                    <p:set>
                                      <p:cBhvr>
                                        <p:cTn id="21" dur="1" fill="hold">
                                          <p:stCondLst>
                                            <p:cond delay="0"/>
                                          </p:stCondLst>
                                        </p:cTn>
                                        <p:tgtEl>
                                          <p:spTgt spid="16">
                                            <p:txEl>
                                              <p:pRg st="0" end="0"/>
                                            </p:txEl>
                                          </p:spTgt>
                                        </p:tgtEl>
                                        <p:attrNameLst>
                                          <p:attrName>style.visibility</p:attrName>
                                        </p:attrNameLst>
                                      </p:cBhvr>
                                      <p:to>
                                        <p:strVal val="visible"/>
                                      </p:to>
                                    </p:set>
                                    <p:animEffect transition="in" filter="wipe(left)">
                                      <p:cBhvr>
                                        <p:cTn id="22" dur="1000"/>
                                        <p:tgtEl>
                                          <p:spTgt spid="16">
                                            <p:txEl>
                                              <p:pRg st="0" end="0"/>
                                            </p:txEl>
                                          </p:spTgt>
                                        </p:tgtEl>
                                      </p:cBhvr>
                                    </p:animEffect>
                                  </p:childTnLst>
                                </p:cTn>
                              </p:par>
                            </p:childTnLst>
                          </p:cTn>
                        </p:par>
                      </p:childTnLst>
                    </p:cTn>
                  </p:par>
                  <p:par>
                    <p:cTn id="23" fill="hold">
                      <p:stCondLst>
                        <p:cond delay="indefinite"/>
                      </p:stCondLst>
                      <p:childTnLst>
                        <p:par>
                          <p:cTn id="24" fill="hold">
                            <p:stCondLst>
                              <p:cond delay="0"/>
                            </p:stCondLst>
                            <p:childTnLst>
                              <p:par>
                                <p:cTn id="25" presetID="22" presetClass="entr" presetSubtype="8" fill="hold" grpId="0" nodeType="clickEffect">
                                  <p:stCondLst>
                                    <p:cond delay="0"/>
                                  </p:stCondLst>
                                  <p:childTnLst>
                                    <p:set>
                                      <p:cBhvr>
                                        <p:cTn id="26" dur="1" fill="hold">
                                          <p:stCondLst>
                                            <p:cond delay="0"/>
                                          </p:stCondLst>
                                        </p:cTn>
                                        <p:tgtEl>
                                          <p:spTgt spid="16">
                                            <p:txEl>
                                              <p:pRg st="1" end="1"/>
                                            </p:txEl>
                                          </p:spTgt>
                                        </p:tgtEl>
                                        <p:attrNameLst>
                                          <p:attrName>style.visibility</p:attrName>
                                        </p:attrNameLst>
                                      </p:cBhvr>
                                      <p:to>
                                        <p:strVal val="visible"/>
                                      </p:to>
                                    </p:set>
                                    <p:animEffect transition="in" filter="wipe(left)">
                                      <p:cBhvr>
                                        <p:cTn id="27" dur="1000"/>
                                        <p:tgtEl>
                                          <p:spTgt spid="16">
                                            <p:txEl>
                                              <p:pRg st="1" end="1"/>
                                            </p:txEl>
                                          </p:spTgt>
                                        </p:tgtEl>
                                      </p:cBhvr>
                                    </p:animEffect>
                                  </p:childTnLst>
                                </p:cTn>
                              </p:par>
                            </p:childTnLst>
                          </p:cTn>
                        </p:par>
                      </p:childTnLst>
                    </p:cTn>
                  </p:par>
                  <p:par>
                    <p:cTn id="28" fill="hold">
                      <p:stCondLst>
                        <p:cond delay="indefinite"/>
                      </p:stCondLst>
                      <p:childTnLst>
                        <p:par>
                          <p:cTn id="29" fill="hold">
                            <p:stCondLst>
                              <p:cond delay="0"/>
                            </p:stCondLst>
                            <p:childTnLst>
                              <p:par>
                                <p:cTn id="30" presetID="22" presetClass="entr" presetSubtype="8" fill="hold" grpId="0" nodeType="clickEffect">
                                  <p:stCondLst>
                                    <p:cond delay="0"/>
                                  </p:stCondLst>
                                  <p:childTnLst>
                                    <p:set>
                                      <p:cBhvr>
                                        <p:cTn id="31" dur="1" fill="hold">
                                          <p:stCondLst>
                                            <p:cond delay="0"/>
                                          </p:stCondLst>
                                        </p:cTn>
                                        <p:tgtEl>
                                          <p:spTgt spid="3">
                                            <p:txEl>
                                              <p:pRg st="0" end="0"/>
                                            </p:txEl>
                                          </p:spTgt>
                                        </p:tgtEl>
                                        <p:attrNameLst>
                                          <p:attrName>style.visibility</p:attrName>
                                        </p:attrNameLst>
                                      </p:cBhvr>
                                      <p:to>
                                        <p:strVal val="visible"/>
                                      </p:to>
                                    </p:set>
                                    <p:animEffect transition="in" filter="wipe(left)">
                                      <p:cBhvr>
                                        <p:cTn id="32" dur="1000"/>
                                        <p:tgtEl>
                                          <p:spTgt spid="3">
                                            <p:txEl>
                                              <p:pRg st="0" end="0"/>
                                            </p:txEl>
                                          </p:spTgt>
                                        </p:tgtEl>
                                      </p:cBhvr>
                                    </p:animEffect>
                                  </p:childTnLst>
                                </p:cTn>
                              </p:par>
                            </p:childTnLst>
                          </p:cTn>
                        </p:par>
                      </p:childTnLst>
                    </p:cTn>
                  </p:par>
                  <p:par>
                    <p:cTn id="33" fill="hold">
                      <p:stCondLst>
                        <p:cond delay="indefinite"/>
                      </p:stCondLst>
                      <p:childTnLst>
                        <p:par>
                          <p:cTn id="34" fill="hold">
                            <p:stCondLst>
                              <p:cond delay="0"/>
                            </p:stCondLst>
                            <p:childTnLst>
                              <p:par>
                                <p:cTn id="35" presetID="22" presetClass="entr" presetSubtype="8" fill="hold" grpId="0" nodeType="clickEffect">
                                  <p:stCondLst>
                                    <p:cond delay="0"/>
                                  </p:stCondLst>
                                  <p:childTnLst>
                                    <p:set>
                                      <p:cBhvr>
                                        <p:cTn id="36" dur="1" fill="hold">
                                          <p:stCondLst>
                                            <p:cond delay="0"/>
                                          </p:stCondLst>
                                        </p:cTn>
                                        <p:tgtEl>
                                          <p:spTgt spid="3">
                                            <p:txEl>
                                              <p:pRg st="2" end="2"/>
                                            </p:txEl>
                                          </p:spTgt>
                                        </p:tgtEl>
                                        <p:attrNameLst>
                                          <p:attrName>style.visibility</p:attrName>
                                        </p:attrNameLst>
                                      </p:cBhvr>
                                      <p:to>
                                        <p:strVal val="visible"/>
                                      </p:to>
                                    </p:set>
                                    <p:animEffect transition="in" filter="wipe(left)">
                                      <p:cBhvr>
                                        <p:cTn id="37" dur="1500"/>
                                        <p:tgtEl>
                                          <p:spTgt spid="3">
                                            <p:txEl>
                                              <p:pRg st="2" end="2"/>
                                            </p:txEl>
                                          </p:spTgt>
                                        </p:tgtEl>
                                      </p:cBhvr>
                                    </p:animEffect>
                                  </p:childTnLst>
                                </p:cTn>
                              </p:par>
                            </p:childTnLst>
                          </p:cTn>
                        </p:par>
                      </p:childTnLst>
                    </p:cTn>
                  </p:par>
                  <p:par>
                    <p:cTn id="38" fill="hold">
                      <p:stCondLst>
                        <p:cond delay="indefinite"/>
                      </p:stCondLst>
                      <p:childTnLst>
                        <p:par>
                          <p:cTn id="39" fill="hold">
                            <p:stCondLst>
                              <p:cond delay="0"/>
                            </p:stCondLst>
                            <p:childTnLst>
                              <p:par>
                                <p:cTn id="40" presetID="22" presetClass="entr" presetSubtype="8" fill="hold" grpId="0" nodeType="clickEffect">
                                  <p:stCondLst>
                                    <p:cond delay="0"/>
                                  </p:stCondLst>
                                  <p:childTnLst>
                                    <p:set>
                                      <p:cBhvr>
                                        <p:cTn id="41" dur="1" fill="hold">
                                          <p:stCondLst>
                                            <p:cond delay="0"/>
                                          </p:stCondLst>
                                        </p:cTn>
                                        <p:tgtEl>
                                          <p:spTgt spid="3">
                                            <p:txEl>
                                              <p:pRg st="3" end="3"/>
                                            </p:txEl>
                                          </p:spTgt>
                                        </p:tgtEl>
                                        <p:attrNameLst>
                                          <p:attrName>style.visibility</p:attrName>
                                        </p:attrNameLst>
                                      </p:cBhvr>
                                      <p:to>
                                        <p:strVal val="visible"/>
                                      </p:to>
                                    </p:set>
                                    <p:animEffect transition="in" filter="wipe(left)">
                                      <p:cBhvr>
                                        <p:cTn id="42" dur="1750"/>
                                        <p:tgtEl>
                                          <p:spTgt spid="3">
                                            <p:txEl>
                                              <p:pRg st="3" end="3"/>
                                            </p:txEl>
                                          </p:spTgt>
                                        </p:tgtEl>
                                      </p:cBhvr>
                                    </p:animEffect>
                                  </p:childTnLst>
                                </p:cTn>
                              </p:par>
                            </p:childTnLst>
                          </p:cTn>
                        </p:par>
                      </p:childTnLst>
                    </p:cTn>
                  </p:par>
                  <p:par>
                    <p:cTn id="43" fill="hold">
                      <p:stCondLst>
                        <p:cond delay="indefinite"/>
                      </p:stCondLst>
                      <p:childTnLst>
                        <p:par>
                          <p:cTn id="44" fill="hold">
                            <p:stCondLst>
                              <p:cond delay="0"/>
                            </p:stCondLst>
                            <p:childTnLst>
                              <p:par>
                                <p:cTn id="45" presetID="22" presetClass="entr" presetSubtype="8" fill="hold" grpId="0" nodeType="clickEffect">
                                  <p:stCondLst>
                                    <p:cond delay="0"/>
                                  </p:stCondLst>
                                  <p:childTnLst>
                                    <p:set>
                                      <p:cBhvr>
                                        <p:cTn id="46" dur="1" fill="hold">
                                          <p:stCondLst>
                                            <p:cond delay="0"/>
                                          </p:stCondLst>
                                        </p:cTn>
                                        <p:tgtEl>
                                          <p:spTgt spid="3">
                                            <p:txEl>
                                              <p:pRg st="4" end="4"/>
                                            </p:txEl>
                                          </p:spTgt>
                                        </p:tgtEl>
                                        <p:attrNameLst>
                                          <p:attrName>style.visibility</p:attrName>
                                        </p:attrNameLst>
                                      </p:cBhvr>
                                      <p:to>
                                        <p:strVal val="visible"/>
                                      </p:to>
                                    </p:set>
                                    <p:animEffect transition="in" filter="wipe(left)">
                                      <p:cBhvr>
                                        <p:cTn id="47" dur="2000"/>
                                        <p:tgtEl>
                                          <p:spTgt spid="3">
                                            <p:txEl>
                                              <p:pRg st="4" end="4"/>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build="p"/>
      <p:bldP spid="8" grpId="0" build="p"/>
      <p:bldP spid="14" grpId="0" build="p"/>
      <p:bldP spid="16" grpId="0" build="p"/>
      <p:bldP spid="3" grpId="0" uiExpand="1" build="p"/>
    </p:bldLst>
  </p:timing>
</p:sld>
</file>

<file path=ppt/slides/slide74.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5" name="Title 4">
            <a:extLst>
              <a:ext uri="{FF2B5EF4-FFF2-40B4-BE49-F238E27FC236}">
                <a16:creationId xmlns:a16="http://schemas.microsoft.com/office/drawing/2014/main" id="{362EC34A-2A90-40D7-8C39-37217612E64D}"/>
              </a:ext>
            </a:extLst>
          </p:cNvPr>
          <p:cNvSpPr>
            <a:spLocks noGrp="1"/>
          </p:cNvSpPr>
          <p:nvPr>
            <p:ph type="title"/>
          </p:nvPr>
        </p:nvSpPr>
        <p:spPr/>
        <p:txBody>
          <a:bodyPr/>
          <a:lstStyle/>
          <a:p>
            <a:r>
              <a:rPr lang="en-GB" dirty="0"/>
              <a:t>Requirements</a:t>
            </a:r>
          </a:p>
        </p:txBody>
      </p:sp>
      <p:sp>
        <p:nvSpPr>
          <p:cNvPr id="6" name="Text Placeholder 5">
            <a:extLst>
              <a:ext uri="{FF2B5EF4-FFF2-40B4-BE49-F238E27FC236}">
                <a16:creationId xmlns:a16="http://schemas.microsoft.com/office/drawing/2014/main" id="{980D2D71-F529-4649-9356-81FC175149AE}"/>
              </a:ext>
            </a:extLst>
          </p:cNvPr>
          <p:cNvSpPr>
            <a:spLocks noGrp="1"/>
          </p:cNvSpPr>
          <p:nvPr>
            <p:ph type="body" idx="1"/>
          </p:nvPr>
        </p:nvSpPr>
        <p:spPr/>
        <p:txBody>
          <a:bodyPr>
            <a:normAutofit/>
          </a:bodyPr>
          <a:lstStyle/>
          <a:p>
            <a:r>
              <a:rPr lang="en-GB" sz="3200" dirty="0"/>
              <a:t>                   Requirements	</a:t>
            </a:r>
          </a:p>
        </p:txBody>
      </p:sp>
      <p:sp>
        <p:nvSpPr>
          <p:cNvPr id="8" name="Text Placeholder 7">
            <a:extLst>
              <a:ext uri="{FF2B5EF4-FFF2-40B4-BE49-F238E27FC236}">
                <a16:creationId xmlns:a16="http://schemas.microsoft.com/office/drawing/2014/main" id="{21EA3E42-8994-40FF-8791-2942875985C5}"/>
              </a:ext>
            </a:extLst>
          </p:cNvPr>
          <p:cNvSpPr>
            <a:spLocks noGrp="1"/>
          </p:cNvSpPr>
          <p:nvPr>
            <p:ph type="body" sz="quarter" idx="3"/>
          </p:nvPr>
        </p:nvSpPr>
        <p:spPr/>
        <p:txBody>
          <a:bodyPr>
            <a:normAutofit/>
          </a:bodyPr>
          <a:lstStyle/>
          <a:p>
            <a:r>
              <a:rPr lang="en-GB" sz="3200" b="1" i="0" dirty="0">
                <a:solidFill>
                  <a:srgbClr val="231F20"/>
                </a:solidFill>
                <a:effectLst/>
                <a:latin typeface="ReithSans"/>
              </a:rPr>
              <a:t>                       Requirements</a:t>
            </a:r>
          </a:p>
        </p:txBody>
      </p:sp>
      <p:sp>
        <p:nvSpPr>
          <p:cNvPr id="14" name="Content Placeholder 13">
            <a:extLst>
              <a:ext uri="{FF2B5EF4-FFF2-40B4-BE49-F238E27FC236}">
                <a16:creationId xmlns:a16="http://schemas.microsoft.com/office/drawing/2014/main" id="{E05973AC-DAFB-40B7-9EB6-558188914A8C}"/>
              </a:ext>
            </a:extLst>
          </p:cNvPr>
          <p:cNvSpPr>
            <a:spLocks noGrp="1"/>
          </p:cNvSpPr>
          <p:nvPr>
            <p:ph sz="half" idx="2"/>
          </p:nvPr>
        </p:nvSpPr>
        <p:spPr/>
        <p:txBody>
          <a:bodyPr/>
          <a:lstStyle/>
          <a:p>
            <a:r>
              <a:rPr lang="en-GB" dirty="0"/>
              <a:t>The            that the users of the database must be able to do</a:t>
            </a:r>
          </a:p>
        </p:txBody>
      </p:sp>
      <p:sp>
        <p:nvSpPr>
          <p:cNvPr id="16" name="Content Placeholder 15">
            <a:extLst>
              <a:ext uri="{FF2B5EF4-FFF2-40B4-BE49-F238E27FC236}">
                <a16:creationId xmlns:a16="http://schemas.microsoft.com/office/drawing/2014/main" id="{330D2466-F170-40B9-B023-9A560AA62506}"/>
              </a:ext>
            </a:extLst>
          </p:cNvPr>
          <p:cNvSpPr>
            <a:spLocks noGrp="1"/>
          </p:cNvSpPr>
          <p:nvPr>
            <p:ph sz="quarter" idx="4"/>
          </p:nvPr>
        </p:nvSpPr>
        <p:spPr/>
        <p:txBody>
          <a:bodyPr/>
          <a:lstStyle/>
          <a:p>
            <a:r>
              <a:rPr lang="en-GB" dirty="0"/>
              <a:t>The                           that the database will need to hold</a:t>
            </a:r>
          </a:p>
          <a:p>
            <a:r>
              <a:rPr lang="en-GB" dirty="0"/>
              <a:t>The SQL                   that are required to produce the results</a:t>
            </a:r>
          </a:p>
        </p:txBody>
      </p:sp>
      <p:sp>
        <p:nvSpPr>
          <p:cNvPr id="3" name="TextBox 2">
            <a:extLst>
              <a:ext uri="{FF2B5EF4-FFF2-40B4-BE49-F238E27FC236}">
                <a16:creationId xmlns:a16="http://schemas.microsoft.com/office/drawing/2014/main" id="{D15345B6-E9DB-78B1-1F2F-94E853898FBE}"/>
              </a:ext>
            </a:extLst>
          </p:cNvPr>
          <p:cNvSpPr txBox="1"/>
          <p:nvPr/>
        </p:nvSpPr>
        <p:spPr>
          <a:xfrm>
            <a:off x="1798744" y="4461550"/>
            <a:ext cx="9193106" cy="2031325"/>
          </a:xfrm>
          <a:prstGeom prst="rect">
            <a:avLst/>
          </a:prstGeom>
          <a:noFill/>
        </p:spPr>
        <p:txBody>
          <a:bodyPr wrap="square">
            <a:spAutoFit/>
          </a:bodyPr>
          <a:lstStyle/>
          <a:p>
            <a:r>
              <a:rPr lang="en-GB" sz="2800" b="1" dirty="0">
                <a:solidFill>
                  <a:srgbClr val="7030A0"/>
                </a:solidFill>
              </a:rPr>
              <a:t>Requirements help</a:t>
            </a:r>
            <a:r>
              <a:rPr lang="en-GB" sz="2800" dirty="0"/>
              <a:t>:  </a:t>
            </a:r>
          </a:p>
          <a:p>
            <a:endParaRPr lang="en-GB" sz="1400" dirty="0"/>
          </a:p>
          <a:p>
            <a:pPr marL="285750" indent="-285750">
              <a:buFont typeface="Arial" panose="020B0604020202020204" pitchFamily="34" charset="0"/>
              <a:buChar char="•"/>
            </a:pPr>
            <a:r>
              <a:rPr lang="en-GB" sz="2800" dirty="0"/>
              <a:t>              the design of the database </a:t>
            </a:r>
          </a:p>
          <a:p>
            <a:pPr marL="285750" indent="-285750">
              <a:buFont typeface="Arial" panose="020B0604020202020204" pitchFamily="34" charset="0"/>
              <a:buChar char="•"/>
            </a:pPr>
            <a:r>
              <a:rPr lang="en-GB" sz="2800" dirty="0"/>
              <a:t>                 the features to be implemented</a:t>
            </a:r>
          </a:p>
          <a:p>
            <a:pPr marL="285750" indent="-285750">
              <a:buFont typeface="Arial" panose="020B0604020202020204" pitchFamily="34" charset="0"/>
              <a:buChar char="•"/>
            </a:pPr>
            <a:r>
              <a:rPr lang="en-GB" sz="2800" dirty="0"/>
              <a:t>                   if the system is fit for purpose when completed </a:t>
            </a:r>
          </a:p>
        </p:txBody>
      </p:sp>
    </p:spTree>
    <p:extLst>
      <p:ext uri="{BB962C8B-B14F-4D97-AF65-F5344CB8AC3E}">
        <p14:creationId xmlns:p14="http://schemas.microsoft.com/office/powerpoint/2010/main" val="583759258"/>
      </p:ext>
    </p:extLst>
  </p:cSld>
  <p:clrMapOvr>
    <a:masterClrMapping/>
  </p:clrMapOvr>
</p:sld>
</file>

<file path=ppt/slides/slide7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itle 3">
            <a:extLst>
              <a:ext uri="{FF2B5EF4-FFF2-40B4-BE49-F238E27FC236}">
                <a16:creationId xmlns:a16="http://schemas.microsoft.com/office/drawing/2014/main" id="{B3977BA9-5052-AEBB-63AE-9572018FCAC5}"/>
              </a:ext>
            </a:extLst>
          </p:cNvPr>
          <p:cNvSpPr>
            <a:spLocks noGrp="1"/>
          </p:cNvSpPr>
          <p:nvPr>
            <p:ph type="title"/>
          </p:nvPr>
        </p:nvSpPr>
        <p:spPr/>
        <p:txBody>
          <a:bodyPr/>
          <a:lstStyle/>
          <a:p>
            <a:r>
              <a:rPr lang="en-GB" dirty="0"/>
              <a:t>End User Requirements</a:t>
            </a:r>
          </a:p>
        </p:txBody>
      </p:sp>
      <p:sp>
        <p:nvSpPr>
          <p:cNvPr id="5" name="Rectangle: Rounded Corners 4">
            <a:extLst>
              <a:ext uri="{FF2B5EF4-FFF2-40B4-BE49-F238E27FC236}">
                <a16:creationId xmlns:a16="http://schemas.microsoft.com/office/drawing/2014/main" id="{14D164DF-E92D-CBB7-F339-F11144806BD0}"/>
              </a:ext>
            </a:extLst>
          </p:cNvPr>
          <p:cNvSpPr/>
          <p:nvPr/>
        </p:nvSpPr>
        <p:spPr>
          <a:xfrm>
            <a:off x="349956" y="3442352"/>
            <a:ext cx="2988000" cy="1440000"/>
          </a:xfrm>
          <a:prstGeom prst="round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GB" sz="3200" dirty="0"/>
              <a:t>The End User must be able to</a:t>
            </a:r>
          </a:p>
        </p:txBody>
      </p:sp>
      <p:sp>
        <p:nvSpPr>
          <p:cNvPr id="6" name="Rectangle: Rounded Corners 5">
            <a:extLst>
              <a:ext uri="{FF2B5EF4-FFF2-40B4-BE49-F238E27FC236}">
                <a16:creationId xmlns:a16="http://schemas.microsoft.com/office/drawing/2014/main" id="{AAD69D90-28B7-7A05-046C-3A5212110F16}"/>
              </a:ext>
            </a:extLst>
          </p:cNvPr>
          <p:cNvSpPr/>
          <p:nvPr/>
        </p:nvSpPr>
        <p:spPr>
          <a:xfrm>
            <a:off x="8854044" y="3442352"/>
            <a:ext cx="2988000" cy="1440000"/>
          </a:xfrm>
          <a:prstGeom prst="round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GB" sz="3200" dirty="0"/>
              <a:t>specific details from context</a:t>
            </a:r>
          </a:p>
        </p:txBody>
      </p:sp>
      <p:grpSp>
        <p:nvGrpSpPr>
          <p:cNvPr id="39" name="Group 38">
            <a:extLst>
              <a:ext uri="{FF2B5EF4-FFF2-40B4-BE49-F238E27FC236}">
                <a16:creationId xmlns:a16="http://schemas.microsoft.com/office/drawing/2014/main" id="{99B7C9B5-1940-69D9-ED01-2BE6CFD0E7DF}"/>
              </a:ext>
            </a:extLst>
          </p:cNvPr>
          <p:cNvGrpSpPr/>
          <p:nvPr/>
        </p:nvGrpSpPr>
        <p:grpSpPr>
          <a:xfrm>
            <a:off x="3337956" y="2290900"/>
            <a:ext cx="5516088" cy="1871452"/>
            <a:chOff x="3337956" y="2290900"/>
            <a:chExt cx="5516088" cy="1871452"/>
          </a:xfrm>
        </p:grpSpPr>
        <p:sp>
          <p:nvSpPr>
            <p:cNvPr id="10" name="Rectangle: Rounded Corners 9">
              <a:extLst>
                <a:ext uri="{FF2B5EF4-FFF2-40B4-BE49-F238E27FC236}">
                  <a16:creationId xmlns:a16="http://schemas.microsoft.com/office/drawing/2014/main" id="{BFAC4B34-BF94-3A70-1101-76BA02F53E6D}"/>
                </a:ext>
              </a:extLst>
            </p:cNvPr>
            <p:cNvSpPr/>
            <p:nvPr/>
          </p:nvSpPr>
          <p:spPr>
            <a:xfrm>
              <a:off x="5286000" y="2290900"/>
              <a:ext cx="1620000" cy="576000"/>
            </a:xfrm>
            <a:prstGeom prst="roundRect">
              <a:avLst/>
            </a:prstGeom>
            <a:ln>
              <a:headEnd w="lg" len="lg"/>
              <a:tailEnd w="lg" len="lg"/>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GB" sz="3200" dirty="0"/>
                <a:t>display</a:t>
              </a:r>
            </a:p>
          </p:txBody>
        </p:sp>
        <p:cxnSp>
          <p:nvCxnSpPr>
            <p:cNvPr id="13" name="Straight Arrow Connector 12">
              <a:extLst>
                <a:ext uri="{FF2B5EF4-FFF2-40B4-BE49-F238E27FC236}">
                  <a16:creationId xmlns:a16="http://schemas.microsoft.com/office/drawing/2014/main" id="{706068DC-3EE2-FCC1-B884-AD1137DF4DA6}"/>
                </a:ext>
              </a:extLst>
            </p:cNvPr>
            <p:cNvCxnSpPr>
              <a:stCxn id="5" idx="3"/>
              <a:endCxn id="10" idx="1"/>
            </p:cNvCxnSpPr>
            <p:nvPr/>
          </p:nvCxnSpPr>
          <p:spPr>
            <a:xfrm flipV="1">
              <a:off x="3337956" y="2578900"/>
              <a:ext cx="1948044" cy="1583452"/>
            </a:xfrm>
            <a:prstGeom prst="curvedConnector3">
              <a:avLst>
                <a:gd name="adj1" fmla="val 31122"/>
              </a:avLst>
            </a:prstGeom>
            <a:ln w="38100">
              <a:solidFill>
                <a:srgbClr val="FF0000"/>
              </a:solidFill>
              <a:headEnd w="lg" len="lg"/>
              <a:tailEnd type="triangle" w="lg" len="lg"/>
            </a:ln>
          </p:spPr>
          <p:style>
            <a:lnRef idx="1">
              <a:schemeClr val="accent1"/>
            </a:lnRef>
            <a:fillRef idx="0">
              <a:schemeClr val="accent1"/>
            </a:fillRef>
            <a:effectRef idx="0">
              <a:schemeClr val="accent1"/>
            </a:effectRef>
            <a:fontRef idx="minor">
              <a:schemeClr val="tx1"/>
            </a:fontRef>
          </p:style>
        </p:cxnSp>
        <p:cxnSp>
          <p:nvCxnSpPr>
            <p:cNvPr id="22" name="Straight Arrow Connector 21">
              <a:extLst>
                <a:ext uri="{FF2B5EF4-FFF2-40B4-BE49-F238E27FC236}">
                  <a16:creationId xmlns:a16="http://schemas.microsoft.com/office/drawing/2014/main" id="{20D5A7B2-B7AD-7D36-8EB1-D7BDBEFC1604}"/>
                </a:ext>
              </a:extLst>
            </p:cNvPr>
            <p:cNvCxnSpPr>
              <a:stCxn id="10" idx="3"/>
              <a:endCxn id="6" idx="1"/>
            </p:cNvCxnSpPr>
            <p:nvPr/>
          </p:nvCxnSpPr>
          <p:spPr>
            <a:xfrm>
              <a:off x="6906000" y="2578900"/>
              <a:ext cx="1948044" cy="1583452"/>
            </a:xfrm>
            <a:prstGeom prst="curvedConnector3">
              <a:avLst>
                <a:gd name="adj1" fmla="val 69069"/>
              </a:avLst>
            </a:prstGeom>
            <a:ln w="38100">
              <a:solidFill>
                <a:srgbClr val="FF0000"/>
              </a:solidFill>
              <a:headEnd w="lg" len="lg"/>
              <a:tailEnd type="triangle" w="lg" len="lg"/>
            </a:ln>
          </p:spPr>
          <p:style>
            <a:lnRef idx="1">
              <a:schemeClr val="accent1"/>
            </a:lnRef>
            <a:fillRef idx="0">
              <a:schemeClr val="accent1"/>
            </a:fillRef>
            <a:effectRef idx="0">
              <a:schemeClr val="accent1"/>
            </a:effectRef>
            <a:fontRef idx="minor">
              <a:schemeClr val="tx1"/>
            </a:fontRef>
          </p:style>
        </p:cxnSp>
      </p:grpSp>
      <p:grpSp>
        <p:nvGrpSpPr>
          <p:cNvPr id="40" name="Group 39">
            <a:extLst>
              <a:ext uri="{FF2B5EF4-FFF2-40B4-BE49-F238E27FC236}">
                <a16:creationId xmlns:a16="http://schemas.microsoft.com/office/drawing/2014/main" id="{DE04E227-EC5E-5B11-8E1B-4FDBA3493BC6}"/>
              </a:ext>
            </a:extLst>
          </p:cNvPr>
          <p:cNvGrpSpPr/>
          <p:nvPr/>
        </p:nvGrpSpPr>
        <p:grpSpPr>
          <a:xfrm>
            <a:off x="3337956" y="3301255"/>
            <a:ext cx="5516088" cy="861097"/>
            <a:chOff x="3337956" y="3301255"/>
            <a:chExt cx="5516088" cy="861097"/>
          </a:xfrm>
        </p:grpSpPr>
        <p:sp>
          <p:nvSpPr>
            <p:cNvPr id="9" name="Rectangle: Rounded Corners 8">
              <a:extLst>
                <a:ext uri="{FF2B5EF4-FFF2-40B4-BE49-F238E27FC236}">
                  <a16:creationId xmlns:a16="http://schemas.microsoft.com/office/drawing/2014/main" id="{06EF0D47-7B57-60F1-3B60-0A56D6754DAD}"/>
                </a:ext>
              </a:extLst>
            </p:cNvPr>
            <p:cNvSpPr/>
            <p:nvPr/>
          </p:nvSpPr>
          <p:spPr>
            <a:xfrm>
              <a:off x="5286000" y="3301255"/>
              <a:ext cx="1620000" cy="576000"/>
            </a:xfrm>
            <a:prstGeom prst="roundRect">
              <a:avLst/>
            </a:prstGeom>
            <a:ln>
              <a:headEnd w="lg" len="lg"/>
              <a:tailEnd w="lg" len="lg"/>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GB" sz="3200" dirty="0"/>
                <a:t>add</a:t>
              </a:r>
            </a:p>
          </p:txBody>
        </p:sp>
        <p:cxnSp>
          <p:nvCxnSpPr>
            <p:cNvPr id="16" name="Straight Arrow Connector 15">
              <a:extLst>
                <a:ext uri="{FF2B5EF4-FFF2-40B4-BE49-F238E27FC236}">
                  <a16:creationId xmlns:a16="http://schemas.microsoft.com/office/drawing/2014/main" id="{A2C04D05-B888-B28C-3B89-A1C1A5DEA472}"/>
                </a:ext>
              </a:extLst>
            </p:cNvPr>
            <p:cNvCxnSpPr>
              <a:cxnSpLocks/>
              <a:stCxn id="5" idx="3"/>
              <a:endCxn id="9" idx="1"/>
            </p:cNvCxnSpPr>
            <p:nvPr/>
          </p:nvCxnSpPr>
          <p:spPr>
            <a:xfrm flipV="1">
              <a:off x="3337956" y="3589255"/>
              <a:ext cx="1948044" cy="573097"/>
            </a:xfrm>
            <a:prstGeom prst="curvedConnector3">
              <a:avLst>
                <a:gd name="adj1" fmla="val 31611"/>
              </a:avLst>
            </a:prstGeom>
            <a:ln w="38100">
              <a:solidFill>
                <a:srgbClr val="FFC000"/>
              </a:solidFill>
              <a:headEnd w="lg" len="lg"/>
              <a:tailEnd type="triangle" w="lg" len="lg"/>
            </a:ln>
          </p:spPr>
          <p:style>
            <a:lnRef idx="1">
              <a:schemeClr val="accent1"/>
            </a:lnRef>
            <a:fillRef idx="0">
              <a:schemeClr val="accent1"/>
            </a:fillRef>
            <a:effectRef idx="0">
              <a:schemeClr val="accent1"/>
            </a:effectRef>
            <a:fontRef idx="minor">
              <a:schemeClr val="tx1"/>
            </a:fontRef>
          </p:style>
        </p:cxnSp>
        <p:cxnSp>
          <p:nvCxnSpPr>
            <p:cNvPr id="24" name="Straight Arrow Connector 23">
              <a:extLst>
                <a:ext uri="{FF2B5EF4-FFF2-40B4-BE49-F238E27FC236}">
                  <a16:creationId xmlns:a16="http://schemas.microsoft.com/office/drawing/2014/main" id="{9348DE9A-1D2D-72E3-162F-0D7068291FDF}"/>
                </a:ext>
              </a:extLst>
            </p:cNvPr>
            <p:cNvCxnSpPr>
              <a:stCxn id="9" idx="3"/>
              <a:endCxn id="6" idx="1"/>
            </p:cNvCxnSpPr>
            <p:nvPr/>
          </p:nvCxnSpPr>
          <p:spPr>
            <a:xfrm>
              <a:off x="6906000" y="3589255"/>
              <a:ext cx="1948044" cy="573097"/>
            </a:xfrm>
            <a:prstGeom prst="curvedConnector3">
              <a:avLst>
                <a:gd name="adj1" fmla="val 69558"/>
              </a:avLst>
            </a:prstGeom>
            <a:ln w="38100">
              <a:solidFill>
                <a:srgbClr val="FFC000"/>
              </a:solidFill>
              <a:headEnd w="lg" len="lg"/>
              <a:tailEnd type="triangle" w="lg" len="lg"/>
            </a:ln>
          </p:spPr>
          <p:style>
            <a:lnRef idx="1">
              <a:schemeClr val="accent1"/>
            </a:lnRef>
            <a:fillRef idx="0">
              <a:schemeClr val="accent1"/>
            </a:fillRef>
            <a:effectRef idx="0">
              <a:schemeClr val="accent1"/>
            </a:effectRef>
            <a:fontRef idx="minor">
              <a:schemeClr val="tx1"/>
            </a:fontRef>
          </p:style>
        </p:cxnSp>
      </p:grpSp>
      <p:grpSp>
        <p:nvGrpSpPr>
          <p:cNvPr id="41" name="Group 40">
            <a:extLst>
              <a:ext uri="{FF2B5EF4-FFF2-40B4-BE49-F238E27FC236}">
                <a16:creationId xmlns:a16="http://schemas.microsoft.com/office/drawing/2014/main" id="{D0D29CB2-063F-BC3D-5B79-F592688F21ED}"/>
              </a:ext>
            </a:extLst>
          </p:cNvPr>
          <p:cNvGrpSpPr/>
          <p:nvPr/>
        </p:nvGrpSpPr>
        <p:grpSpPr>
          <a:xfrm>
            <a:off x="3337956" y="4162352"/>
            <a:ext cx="5516088" cy="725258"/>
            <a:chOff x="3337956" y="4162352"/>
            <a:chExt cx="5516088" cy="725258"/>
          </a:xfrm>
        </p:grpSpPr>
        <p:sp>
          <p:nvSpPr>
            <p:cNvPr id="8" name="Rectangle: Rounded Corners 7">
              <a:extLst>
                <a:ext uri="{FF2B5EF4-FFF2-40B4-BE49-F238E27FC236}">
                  <a16:creationId xmlns:a16="http://schemas.microsoft.com/office/drawing/2014/main" id="{681D8EBA-C9CF-E11E-8335-B5E1C0BD4897}"/>
                </a:ext>
              </a:extLst>
            </p:cNvPr>
            <p:cNvSpPr/>
            <p:nvPr/>
          </p:nvSpPr>
          <p:spPr>
            <a:xfrm>
              <a:off x="5286000" y="4311610"/>
              <a:ext cx="1620000" cy="576000"/>
            </a:xfrm>
            <a:prstGeom prst="roundRect">
              <a:avLst/>
            </a:prstGeom>
            <a:ln>
              <a:headEnd w="lg" len="lg"/>
              <a:tailEnd w="lg" len="lg"/>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GB" sz="3200" dirty="0"/>
                <a:t>edit</a:t>
              </a:r>
            </a:p>
          </p:txBody>
        </p:sp>
        <p:cxnSp>
          <p:nvCxnSpPr>
            <p:cNvPr id="18" name="Straight Arrow Connector 17">
              <a:extLst>
                <a:ext uri="{FF2B5EF4-FFF2-40B4-BE49-F238E27FC236}">
                  <a16:creationId xmlns:a16="http://schemas.microsoft.com/office/drawing/2014/main" id="{4F8C6197-C09C-3507-D9E1-77BDF13D49D2}"/>
                </a:ext>
              </a:extLst>
            </p:cNvPr>
            <p:cNvCxnSpPr>
              <a:stCxn id="5" idx="3"/>
              <a:endCxn id="8" idx="1"/>
            </p:cNvCxnSpPr>
            <p:nvPr/>
          </p:nvCxnSpPr>
          <p:spPr>
            <a:xfrm>
              <a:off x="3337956" y="4162352"/>
              <a:ext cx="1948044" cy="437258"/>
            </a:xfrm>
            <a:prstGeom prst="curvedConnector3">
              <a:avLst>
                <a:gd name="adj1" fmla="val 30959"/>
              </a:avLst>
            </a:prstGeom>
            <a:ln w="38100">
              <a:solidFill>
                <a:srgbClr val="FFFF00"/>
              </a:solidFill>
              <a:headEnd w="lg" len="lg"/>
              <a:tailEnd type="triangle" w="lg" len="lg"/>
            </a:ln>
          </p:spPr>
          <p:style>
            <a:lnRef idx="1">
              <a:schemeClr val="accent1"/>
            </a:lnRef>
            <a:fillRef idx="0">
              <a:schemeClr val="accent1"/>
            </a:fillRef>
            <a:effectRef idx="0">
              <a:schemeClr val="accent1"/>
            </a:effectRef>
            <a:fontRef idx="minor">
              <a:schemeClr val="tx1"/>
            </a:fontRef>
          </p:style>
        </p:cxnSp>
        <p:cxnSp>
          <p:nvCxnSpPr>
            <p:cNvPr id="26" name="Straight Arrow Connector 25">
              <a:extLst>
                <a:ext uri="{FF2B5EF4-FFF2-40B4-BE49-F238E27FC236}">
                  <a16:creationId xmlns:a16="http://schemas.microsoft.com/office/drawing/2014/main" id="{190ABB77-9281-89C2-0741-89A308B68B9D}"/>
                </a:ext>
              </a:extLst>
            </p:cNvPr>
            <p:cNvCxnSpPr>
              <a:stCxn id="8" idx="3"/>
              <a:endCxn id="6" idx="1"/>
            </p:cNvCxnSpPr>
            <p:nvPr/>
          </p:nvCxnSpPr>
          <p:spPr>
            <a:xfrm flipV="1">
              <a:off x="6906000" y="4162352"/>
              <a:ext cx="1948044" cy="437258"/>
            </a:xfrm>
            <a:prstGeom prst="curvedConnector3">
              <a:avLst>
                <a:gd name="adj1" fmla="val 69558"/>
              </a:avLst>
            </a:prstGeom>
            <a:ln w="38100">
              <a:solidFill>
                <a:srgbClr val="FFFF00"/>
              </a:solidFill>
              <a:headEnd w="lg" len="lg"/>
              <a:tailEnd type="triangle" w="lg" len="lg"/>
            </a:ln>
          </p:spPr>
          <p:style>
            <a:lnRef idx="1">
              <a:schemeClr val="accent1"/>
            </a:lnRef>
            <a:fillRef idx="0">
              <a:schemeClr val="accent1"/>
            </a:fillRef>
            <a:effectRef idx="0">
              <a:schemeClr val="accent1"/>
            </a:effectRef>
            <a:fontRef idx="minor">
              <a:schemeClr val="tx1"/>
            </a:fontRef>
          </p:style>
        </p:cxnSp>
      </p:grpSp>
      <p:grpSp>
        <p:nvGrpSpPr>
          <p:cNvPr id="42" name="Group 41">
            <a:extLst>
              <a:ext uri="{FF2B5EF4-FFF2-40B4-BE49-F238E27FC236}">
                <a16:creationId xmlns:a16="http://schemas.microsoft.com/office/drawing/2014/main" id="{3E3760D5-EA89-8E10-B7FD-8370049545DD}"/>
              </a:ext>
            </a:extLst>
          </p:cNvPr>
          <p:cNvGrpSpPr/>
          <p:nvPr/>
        </p:nvGrpSpPr>
        <p:grpSpPr>
          <a:xfrm>
            <a:off x="3337956" y="4162352"/>
            <a:ext cx="5516088" cy="1735613"/>
            <a:chOff x="3337956" y="4162352"/>
            <a:chExt cx="5516088" cy="1735613"/>
          </a:xfrm>
        </p:grpSpPr>
        <p:sp>
          <p:nvSpPr>
            <p:cNvPr id="7" name="Rectangle: Rounded Corners 6">
              <a:extLst>
                <a:ext uri="{FF2B5EF4-FFF2-40B4-BE49-F238E27FC236}">
                  <a16:creationId xmlns:a16="http://schemas.microsoft.com/office/drawing/2014/main" id="{DDAC4BFC-3AC2-CDF6-6A70-54E3B698E160}"/>
                </a:ext>
              </a:extLst>
            </p:cNvPr>
            <p:cNvSpPr/>
            <p:nvPr/>
          </p:nvSpPr>
          <p:spPr>
            <a:xfrm>
              <a:off x="5286000" y="5321965"/>
              <a:ext cx="1620000" cy="576000"/>
            </a:xfrm>
            <a:prstGeom prst="roundRect">
              <a:avLst/>
            </a:prstGeom>
            <a:ln>
              <a:headEnd w="lg" len="lg"/>
              <a:tailEnd w="lg" len="lg"/>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GB" sz="3200" dirty="0"/>
                <a:t>remove</a:t>
              </a:r>
            </a:p>
          </p:txBody>
        </p:sp>
        <p:cxnSp>
          <p:nvCxnSpPr>
            <p:cNvPr id="20" name="Straight Arrow Connector 19">
              <a:extLst>
                <a:ext uri="{FF2B5EF4-FFF2-40B4-BE49-F238E27FC236}">
                  <a16:creationId xmlns:a16="http://schemas.microsoft.com/office/drawing/2014/main" id="{4F7D1DF8-E4A3-503E-0374-FCBF7ED62765}"/>
                </a:ext>
              </a:extLst>
            </p:cNvPr>
            <p:cNvCxnSpPr>
              <a:stCxn id="5" idx="3"/>
              <a:endCxn id="7" idx="1"/>
            </p:cNvCxnSpPr>
            <p:nvPr/>
          </p:nvCxnSpPr>
          <p:spPr>
            <a:xfrm>
              <a:off x="3337956" y="4162352"/>
              <a:ext cx="1948044" cy="1447613"/>
            </a:xfrm>
            <a:prstGeom prst="curvedConnector3">
              <a:avLst>
                <a:gd name="adj1" fmla="val 30644"/>
              </a:avLst>
            </a:prstGeom>
            <a:ln w="38100">
              <a:solidFill>
                <a:srgbClr val="00B050"/>
              </a:solidFill>
              <a:headEnd w="lg" len="lg"/>
              <a:tailEnd type="triangle" w="lg" len="lg"/>
            </a:ln>
          </p:spPr>
          <p:style>
            <a:lnRef idx="1">
              <a:schemeClr val="accent1"/>
            </a:lnRef>
            <a:fillRef idx="0">
              <a:schemeClr val="accent1"/>
            </a:fillRef>
            <a:effectRef idx="0">
              <a:schemeClr val="accent1"/>
            </a:effectRef>
            <a:fontRef idx="minor">
              <a:schemeClr val="tx1"/>
            </a:fontRef>
          </p:style>
        </p:cxnSp>
        <p:cxnSp>
          <p:nvCxnSpPr>
            <p:cNvPr id="28" name="Straight Arrow Connector 27">
              <a:extLst>
                <a:ext uri="{FF2B5EF4-FFF2-40B4-BE49-F238E27FC236}">
                  <a16:creationId xmlns:a16="http://schemas.microsoft.com/office/drawing/2014/main" id="{A565C2C7-1437-CDF9-79D7-B4B948E7344B}"/>
                </a:ext>
              </a:extLst>
            </p:cNvPr>
            <p:cNvCxnSpPr>
              <a:stCxn id="7" idx="3"/>
              <a:endCxn id="6" idx="1"/>
            </p:cNvCxnSpPr>
            <p:nvPr/>
          </p:nvCxnSpPr>
          <p:spPr>
            <a:xfrm flipV="1">
              <a:off x="6906000" y="4162352"/>
              <a:ext cx="1948044" cy="1447613"/>
            </a:xfrm>
            <a:prstGeom prst="curvedConnector3">
              <a:avLst>
                <a:gd name="adj1" fmla="val 69069"/>
              </a:avLst>
            </a:prstGeom>
            <a:ln w="38100">
              <a:solidFill>
                <a:srgbClr val="00B050"/>
              </a:solidFill>
              <a:headEnd w="lg" len="lg"/>
              <a:tailEnd type="triangle" w="lg" len="lg"/>
            </a:ln>
          </p:spPr>
          <p:style>
            <a:lnRef idx="1">
              <a:schemeClr val="accent1"/>
            </a:lnRef>
            <a:fillRef idx="0">
              <a:schemeClr val="accent1"/>
            </a:fillRef>
            <a:effectRef idx="0">
              <a:schemeClr val="accent1"/>
            </a:effectRef>
            <a:fontRef idx="minor">
              <a:schemeClr val="tx1"/>
            </a:fontRef>
          </p:style>
        </p:cxnSp>
      </p:grpSp>
      <p:sp>
        <p:nvSpPr>
          <p:cNvPr id="21" name="TextBox 20">
            <a:extLst>
              <a:ext uri="{FF2B5EF4-FFF2-40B4-BE49-F238E27FC236}">
                <a16:creationId xmlns:a16="http://schemas.microsoft.com/office/drawing/2014/main" id="{8D230846-F57D-4485-815D-7C6D0FC404EC}"/>
              </a:ext>
            </a:extLst>
          </p:cNvPr>
          <p:cNvSpPr txBox="1"/>
          <p:nvPr/>
        </p:nvSpPr>
        <p:spPr>
          <a:xfrm>
            <a:off x="4276023" y="6183062"/>
            <a:ext cx="3639954" cy="523220"/>
          </a:xfrm>
          <a:prstGeom prst="rect">
            <a:avLst/>
          </a:prstGeom>
          <a:noFill/>
        </p:spPr>
        <p:txBody>
          <a:bodyPr wrap="square">
            <a:spAutoFit/>
          </a:bodyPr>
          <a:lstStyle/>
          <a:p>
            <a:pPr algn="ctr"/>
            <a:r>
              <a:rPr lang="en-GB" sz="2800" dirty="0">
                <a:solidFill>
                  <a:srgbClr val="7030A0"/>
                </a:solidFill>
              </a:rPr>
              <a:t>Non-technical language</a:t>
            </a:r>
          </a:p>
        </p:txBody>
      </p:sp>
    </p:spTree>
    <p:extLst>
      <p:ext uri="{BB962C8B-B14F-4D97-AF65-F5344CB8AC3E}">
        <p14:creationId xmlns:p14="http://schemas.microsoft.com/office/powerpoint/2010/main" val="1164188483"/>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5"/>
                                        </p:tgtEl>
                                        <p:attrNameLst>
                                          <p:attrName>style.visibility</p:attrName>
                                        </p:attrNameLst>
                                      </p:cBhvr>
                                      <p:to>
                                        <p:strVal val="visible"/>
                                      </p:to>
                                    </p:set>
                                    <p:animEffect transition="in" filter="wipe(left)">
                                      <p:cBhvr>
                                        <p:cTn id="7" dur="1500"/>
                                        <p:tgtEl>
                                          <p:spTgt spid="5"/>
                                        </p:tgtEl>
                                      </p:cBhvr>
                                    </p:animEffect>
                                  </p:childTnLst>
                                </p:cTn>
                              </p:par>
                            </p:childTnLst>
                          </p:cTn>
                        </p:par>
                      </p:childTnLst>
                    </p:cTn>
                  </p:par>
                  <p:par>
                    <p:cTn id="8" fill="hold">
                      <p:stCondLst>
                        <p:cond delay="indefinite"/>
                      </p:stCondLst>
                      <p:childTnLst>
                        <p:par>
                          <p:cTn id="9" fill="hold">
                            <p:stCondLst>
                              <p:cond delay="0"/>
                            </p:stCondLst>
                            <p:childTnLst>
                              <p:par>
                                <p:cTn id="10" presetID="22" presetClass="entr" presetSubtype="8" fill="hold" grpId="0" nodeType="clickEffect">
                                  <p:stCondLst>
                                    <p:cond delay="0"/>
                                  </p:stCondLst>
                                  <p:childTnLst>
                                    <p:set>
                                      <p:cBhvr>
                                        <p:cTn id="11" dur="1" fill="hold">
                                          <p:stCondLst>
                                            <p:cond delay="0"/>
                                          </p:stCondLst>
                                        </p:cTn>
                                        <p:tgtEl>
                                          <p:spTgt spid="6"/>
                                        </p:tgtEl>
                                        <p:attrNameLst>
                                          <p:attrName>style.visibility</p:attrName>
                                        </p:attrNameLst>
                                      </p:cBhvr>
                                      <p:to>
                                        <p:strVal val="visible"/>
                                      </p:to>
                                    </p:set>
                                    <p:animEffect transition="in" filter="wipe(left)">
                                      <p:cBhvr>
                                        <p:cTn id="12" dur="1500"/>
                                        <p:tgtEl>
                                          <p:spTgt spid="6"/>
                                        </p:tgtEl>
                                      </p:cBhvr>
                                    </p:animEffect>
                                  </p:childTnLst>
                                </p:cTn>
                              </p:par>
                            </p:childTnLst>
                          </p:cTn>
                        </p:par>
                      </p:childTnLst>
                    </p:cTn>
                  </p:par>
                  <p:par>
                    <p:cTn id="13" fill="hold">
                      <p:stCondLst>
                        <p:cond delay="indefinite"/>
                      </p:stCondLst>
                      <p:childTnLst>
                        <p:par>
                          <p:cTn id="14" fill="hold">
                            <p:stCondLst>
                              <p:cond delay="0"/>
                            </p:stCondLst>
                            <p:childTnLst>
                              <p:par>
                                <p:cTn id="15" presetID="22" presetClass="entr" presetSubtype="8" fill="hold" nodeType="clickEffect">
                                  <p:stCondLst>
                                    <p:cond delay="0"/>
                                  </p:stCondLst>
                                  <p:childTnLst>
                                    <p:set>
                                      <p:cBhvr>
                                        <p:cTn id="16" dur="1" fill="hold">
                                          <p:stCondLst>
                                            <p:cond delay="0"/>
                                          </p:stCondLst>
                                        </p:cTn>
                                        <p:tgtEl>
                                          <p:spTgt spid="39"/>
                                        </p:tgtEl>
                                        <p:attrNameLst>
                                          <p:attrName>style.visibility</p:attrName>
                                        </p:attrNameLst>
                                      </p:cBhvr>
                                      <p:to>
                                        <p:strVal val="visible"/>
                                      </p:to>
                                    </p:set>
                                    <p:animEffect transition="in" filter="wipe(left)">
                                      <p:cBhvr>
                                        <p:cTn id="17" dur="3000"/>
                                        <p:tgtEl>
                                          <p:spTgt spid="39"/>
                                        </p:tgtEl>
                                      </p:cBhvr>
                                    </p:animEffect>
                                  </p:childTnLst>
                                </p:cTn>
                              </p:par>
                            </p:childTnLst>
                          </p:cTn>
                        </p:par>
                      </p:childTnLst>
                    </p:cTn>
                  </p:par>
                  <p:par>
                    <p:cTn id="18" fill="hold">
                      <p:stCondLst>
                        <p:cond delay="indefinite"/>
                      </p:stCondLst>
                      <p:childTnLst>
                        <p:par>
                          <p:cTn id="19" fill="hold">
                            <p:stCondLst>
                              <p:cond delay="0"/>
                            </p:stCondLst>
                            <p:childTnLst>
                              <p:par>
                                <p:cTn id="20" presetID="22" presetClass="entr" presetSubtype="8" fill="hold" nodeType="clickEffect">
                                  <p:stCondLst>
                                    <p:cond delay="0"/>
                                  </p:stCondLst>
                                  <p:childTnLst>
                                    <p:set>
                                      <p:cBhvr>
                                        <p:cTn id="21" dur="1" fill="hold">
                                          <p:stCondLst>
                                            <p:cond delay="0"/>
                                          </p:stCondLst>
                                        </p:cTn>
                                        <p:tgtEl>
                                          <p:spTgt spid="40"/>
                                        </p:tgtEl>
                                        <p:attrNameLst>
                                          <p:attrName>style.visibility</p:attrName>
                                        </p:attrNameLst>
                                      </p:cBhvr>
                                      <p:to>
                                        <p:strVal val="visible"/>
                                      </p:to>
                                    </p:set>
                                    <p:animEffect transition="in" filter="wipe(left)">
                                      <p:cBhvr>
                                        <p:cTn id="22" dur="3000"/>
                                        <p:tgtEl>
                                          <p:spTgt spid="40"/>
                                        </p:tgtEl>
                                      </p:cBhvr>
                                    </p:animEffect>
                                  </p:childTnLst>
                                </p:cTn>
                              </p:par>
                            </p:childTnLst>
                          </p:cTn>
                        </p:par>
                      </p:childTnLst>
                    </p:cTn>
                  </p:par>
                  <p:par>
                    <p:cTn id="23" fill="hold">
                      <p:stCondLst>
                        <p:cond delay="indefinite"/>
                      </p:stCondLst>
                      <p:childTnLst>
                        <p:par>
                          <p:cTn id="24" fill="hold">
                            <p:stCondLst>
                              <p:cond delay="0"/>
                            </p:stCondLst>
                            <p:childTnLst>
                              <p:par>
                                <p:cTn id="25" presetID="22" presetClass="entr" presetSubtype="8" fill="hold" nodeType="clickEffect">
                                  <p:stCondLst>
                                    <p:cond delay="0"/>
                                  </p:stCondLst>
                                  <p:childTnLst>
                                    <p:set>
                                      <p:cBhvr>
                                        <p:cTn id="26" dur="1" fill="hold">
                                          <p:stCondLst>
                                            <p:cond delay="0"/>
                                          </p:stCondLst>
                                        </p:cTn>
                                        <p:tgtEl>
                                          <p:spTgt spid="41"/>
                                        </p:tgtEl>
                                        <p:attrNameLst>
                                          <p:attrName>style.visibility</p:attrName>
                                        </p:attrNameLst>
                                      </p:cBhvr>
                                      <p:to>
                                        <p:strVal val="visible"/>
                                      </p:to>
                                    </p:set>
                                    <p:animEffect transition="in" filter="wipe(left)">
                                      <p:cBhvr>
                                        <p:cTn id="27" dur="3000"/>
                                        <p:tgtEl>
                                          <p:spTgt spid="41"/>
                                        </p:tgtEl>
                                      </p:cBhvr>
                                    </p:animEffect>
                                  </p:childTnLst>
                                </p:cTn>
                              </p:par>
                            </p:childTnLst>
                          </p:cTn>
                        </p:par>
                      </p:childTnLst>
                    </p:cTn>
                  </p:par>
                  <p:par>
                    <p:cTn id="28" fill="hold">
                      <p:stCondLst>
                        <p:cond delay="indefinite"/>
                      </p:stCondLst>
                      <p:childTnLst>
                        <p:par>
                          <p:cTn id="29" fill="hold">
                            <p:stCondLst>
                              <p:cond delay="0"/>
                            </p:stCondLst>
                            <p:childTnLst>
                              <p:par>
                                <p:cTn id="30" presetID="22" presetClass="entr" presetSubtype="8" fill="hold" nodeType="clickEffect">
                                  <p:stCondLst>
                                    <p:cond delay="0"/>
                                  </p:stCondLst>
                                  <p:childTnLst>
                                    <p:set>
                                      <p:cBhvr>
                                        <p:cTn id="31" dur="1" fill="hold">
                                          <p:stCondLst>
                                            <p:cond delay="0"/>
                                          </p:stCondLst>
                                        </p:cTn>
                                        <p:tgtEl>
                                          <p:spTgt spid="42"/>
                                        </p:tgtEl>
                                        <p:attrNameLst>
                                          <p:attrName>style.visibility</p:attrName>
                                        </p:attrNameLst>
                                      </p:cBhvr>
                                      <p:to>
                                        <p:strVal val="visible"/>
                                      </p:to>
                                    </p:set>
                                    <p:animEffect transition="in" filter="wipe(left)">
                                      <p:cBhvr>
                                        <p:cTn id="32" dur="3000"/>
                                        <p:tgtEl>
                                          <p:spTgt spid="42"/>
                                        </p:tgtEl>
                                      </p:cBhvr>
                                    </p:animEffect>
                                  </p:childTnLst>
                                </p:cTn>
                              </p:par>
                            </p:childTnLst>
                          </p:cTn>
                        </p:par>
                      </p:childTnLst>
                    </p:cTn>
                  </p:par>
                  <p:par>
                    <p:cTn id="33" fill="hold">
                      <p:stCondLst>
                        <p:cond delay="indefinite"/>
                      </p:stCondLst>
                      <p:childTnLst>
                        <p:par>
                          <p:cTn id="34" fill="hold">
                            <p:stCondLst>
                              <p:cond delay="0"/>
                            </p:stCondLst>
                            <p:childTnLst>
                              <p:par>
                                <p:cTn id="35" presetID="22" presetClass="entr" presetSubtype="8" fill="hold" grpId="0" nodeType="clickEffect">
                                  <p:stCondLst>
                                    <p:cond delay="0"/>
                                  </p:stCondLst>
                                  <p:childTnLst>
                                    <p:set>
                                      <p:cBhvr>
                                        <p:cTn id="36" dur="1" fill="hold">
                                          <p:stCondLst>
                                            <p:cond delay="0"/>
                                          </p:stCondLst>
                                        </p:cTn>
                                        <p:tgtEl>
                                          <p:spTgt spid="21"/>
                                        </p:tgtEl>
                                        <p:attrNameLst>
                                          <p:attrName>style.visibility</p:attrName>
                                        </p:attrNameLst>
                                      </p:cBhvr>
                                      <p:to>
                                        <p:strVal val="visible"/>
                                      </p:to>
                                    </p:set>
                                    <p:animEffect transition="in" filter="wipe(left)">
                                      <p:cBhvr>
                                        <p:cTn id="37" dur="1500"/>
                                        <p:tgtEl>
                                          <p:spTgt spid="21"/>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 grpId="0" animBg="1"/>
      <p:bldP spid="6" grpId="0" animBg="1"/>
      <p:bldP spid="21" grpId="0"/>
    </p:bldLst>
  </p:timing>
</p:sld>
</file>

<file path=ppt/slides/slide76.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4" name="Title 3">
            <a:extLst>
              <a:ext uri="{FF2B5EF4-FFF2-40B4-BE49-F238E27FC236}">
                <a16:creationId xmlns:a16="http://schemas.microsoft.com/office/drawing/2014/main" id="{B3977BA9-5052-AEBB-63AE-9572018FCAC5}"/>
              </a:ext>
            </a:extLst>
          </p:cNvPr>
          <p:cNvSpPr>
            <a:spLocks noGrp="1"/>
          </p:cNvSpPr>
          <p:nvPr>
            <p:ph type="title"/>
          </p:nvPr>
        </p:nvSpPr>
        <p:spPr/>
        <p:txBody>
          <a:bodyPr/>
          <a:lstStyle/>
          <a:p>
            <a:r>
              <a:rPr lang="en-GB" dirty="0"/>
              <a:t>End User Requirements</a:t>
            </a:r>
          </a:p>
        </p:txBody>
      </p:sp>
      <p:sp>
        <p:nvSpPr>
          <p:cNvPr id="5" name="Rectangle: Rounded Corners 4">
            <a:extLst>
              <a:ext uri="{FF2B5EF4-FFF2-40B4-BE49-F238E27FC236}">
                <a16:creationId xmlns:a16="http://schemas.microsoft.com/office/drawing/2014/main" id="{14D164DF-E92D-CBB7-F339-F11144806BD0}"/>
              </a:ext>
            </a:extLst>
          </p:cNvPr>
          <p:cNvSpPr/>
          <p:nvPr/>
        </p:nvSpPr>
        <p:spPr>
          <a:xfrm>
            <a:off x="349956" y="3442352"/>
            <a:ext cx="2988000" cy="1440000"/>
          </a:xfrm>
          <a:prstGeom prst="roundRect">
            <a:avLst/>
          </a:prstGeom>
          <a:noFill/>
          <a:ln w="38100"/>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sz="3200" dirty="0"/>
          </a:p>
        </p:txBody>
      </p:sp>
      <p:sp>
        <p:nvSpPr>
          <p:cNvPr id="6" name="Rectangle: Rounded Corners 5">
            <a:extLst>
              <a:ext uri="{FF2B5EF4-FFF2-40B4-BE49-F238E27FC236}">
                <a16:creationId xmlns:a16="http://schemas.microsoft.com/office/drawing/2014/main" id="{AAD69D90-28B7-7A05-046C-3A5212110F16}"/>
              </a:ext>
            </a:extLst>
          </p:cNvPr>
          <p:cNvSpPr/>
          <p:nvPr/>
        </p:nvSpPr>
        <p:spPr>
          <a:xfrm>
            <a:off x="8854044" y="3442352"/>
            <a:ext cx="2988000" cy="1440000"/>
          </a:xfrm>
          <a:prstGeom prst="roundRect">
            <a:avLst/>
          </a:prstGeom>
          <a:noFill/>
          <a:ln w="38100"/>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sz="3200" dirty="0"/>
          </a:p>
        </p:txBody>
      </p:sp>
      <p:grpSp>
        <p:nvGrpSpPr>
          <p:cNvPr id="39" name="Group 38">
            <a:extLst>
              <a:ext uri="{FF2B5EF4-FFF2-40B4-BE49-F238E27FC236}">
                <a16:creationId xmlns:a16="http://schemas.microsoft.com/office/drawing/2014/main" id="{99B7C9B5-1940-69D9-ED01-2BE6CFD0E7DF}"/>
              </a:ext>
            </a:extLst>
          </p:cNvPr>
          <p:cNvGrpSpPr/>
          <p:nvPr/>
        </p:nvGrpSpPr>
        <p:grpSpPr>
          <a:xfrm>
            <a:off x="3337956" y="2290900"/>
            <a:ext cx="5516088" cy="1871452"/>
            <a:chOff x="3337956" y="2290900"/>
            <a:chExt cx="5516088" cy="1871452"/>
          </a:xfrm>
        </p:grpSpPr>
        <p:sp>
          <p:nvSpPr>
            <p:cNvPr id="10" name="Rectangle: Rounded Corners 9">
              <a:extLst>
                <a:ext uri="{FF2B5EF4-FFF2-40B4-BE49-F238E27FC236}">
                  <a16:creationId xmlns:a16="http://schemas.microsoft.com/office/drawing/2014/main" id="{BFAC4B34-BF94-3A70-1101-76BA02F53E6D}"/>
                </a:ext>
              </a:extLst>
            </p:cNvPr>
            <p:cNvSpPr/>
            <p:nvPr/>
          </p:nvSpPr>
          <p:spPr>
            <a:xfrm>
              <a:off x="5286000" y="2290900"/>
              <a:ext cx="1620000" cy="576000"/>
            </a:xfrm>
            <a:prstGeom prst="roundRect">
              <a:avLst/>
            </a:prstGeom>
            <a:noFill/>
            <a:ln w="28575">
              <a:headEnd w="lg" len="lg"/>
              <a:tailEnd w="lg" len="lg"/>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sz="3200" dirty="0"/>
            </a:p>
          </p:txBody>
        </p:sp>
        <p:cxnSp>
          <p:nvCxnSpPr>
            <p:cNvPr id="13" name="Straight Arrow Connector 12">
              <a:extLst>
                <a:ext uri="{FF2B5EF4-FFF2-40B4-BE49-F238E27FC236}">
                  <a16:creationId xmlns:a16="http://schemas.microsoft.com/office/drawing/2014/main" id="{706068DC-3EE2-FCC1-B884-AD1137DF4DA6}"/>
                </a:ext>
              </a:extLst>
            </p:cNvPr>
            <p:cNvCxnSpPr>
              <a:stCxn id="5" idx="3"/>
              <a:endCxn id="10" idx="1"/>
            </p:cNvCxnSpPr>
            <p:nvPr/>
          </p:nvCxnSpPr>
          <p:spPr>
            <a:xfrm flipV="1">
              <a:off x="3337956" y="2578900"/>
              <a:ext cx="1948044" cy="1583452"/>
            </a:xfrm>
            <a:prstGeom prst="curvedConnector3">
              <a:avLst>
                <a:gd name="adj1" fmla="val 31122"/>
              </a:avLst>
            </a:prstGeom>
            <a:ln w="38100">
              <a:solidFill>
                <a:srgbClr val="FF0000"/>
              </a:solidFill>
              <a:headEnd w="lg" len="lg"/>
              <a:tailEnd type="triangle" w="lg" len="lg"/>
            </a:ln>
          </p:spPr>
          <p:style>
            <a:lnRef idx="1">
              <a:schemeClr val="accent1"/>
            </a:lnRef>
            <a:fillRef idx="0">
              <a:schemeClr val="accent1"/>
            </a:fillRef>
            <a:effectRef idx="0">
              <a:schemeClr val="accent1"/>
            </a:effectRef>
            <a:fontRef idx="minor">
              <a:schemeClr val="tx1"/>
            </a:fontRef>
          </p:style>
        </p:cxnSp>
        <p:cxnSp>
          <p:nvCxnSpPr>
            <p:cNvPr id="22" name="Straight Arrow Connector 21">
              <a:extLst>
                <a:ext uri="{FF2B5EF4-FFF2-40B4-BE49-F238E27FC236}">
                  <a16:creationId xmlns:a16="http://schemas.microsoft.com/office/drawing/2014/main" id="{20D5A7B2-B7AD-7D36-8EB1-D7BDBEFC1604}"/>
                </a:ext>
              </a:extLst>
            </p:cNvPr>
            <p:cNvCxnSpPr>
              <a:stCxn id="10" idx="3"/>
              <a:endCxn id="6" idx="1"/>
            </p:cNvCxnSpPr>
            <p:nvPr/>
          </p:nvCxnSpPr>
          <p:spPr>
            <a:xfrm>
              <a:off x="6906000" y="2578900"/>
              <a:ext cx="1948044" cy="1583452"/>
            </a:xfrm>
            <a:prstGeom prst="curvedConnector3">
              <a:avLst>
                <a:gd name="adj1" fmla="val 69069"/>
              </a:avLst>
            </a:prstGeom>
            <a:ln w="38100">
              <a:solidFill>
                <a:srgbClr val="FF0000"/>
              </a:solidFill>
              <a:headEnd w="lg" len="lg"/>
              <a:tailEnd type="triangle" w="lg" len="lg"/>
            </a:ln>
          </p:spPr>
          <p:style>
            <a:lnRef idx="1">
              <a:schemeClr val="accent1"/>
            </a:lnRef>
            <a:fillRef idx="0">
              <a:schemeClr val="accent1"/>
            </a:fillRef>
            <a:effectRef idx="0">
              <a:schemeClr val="accent1"/>
            </a:effectRef>
            <a:fontRef idx="minor">
              <a:schemeClr val="tx1"/>
            </a:fontRef>
          </p:style>
        </p:cxnSp>
      </p:grpSp>
      <p:grpSp>
        <p:nvGrpSpPr>
          <p:cNvPr id="40" name="Group 39">
            <a:extLst>
              <a:ext uri="{FF2B5EF4-FFF2-40B4-BE49-F238E27FC236}">
                <a16:creationId xmlns:a16="http://schemas.microsoft.com/office/drawing/2014/main" id="{DE04E227-EC5E-5B11-8E1B-4FDBA3493BC6}"/>
              </a:ext>
            </a:extLst>
          </p:cNvPr>
          <p:cNvGrpSpPr/>
          <p:nvPr/>
        </p:nvGrpSpPr>
        <p:grpSpPr>
          <a:xfrm>
            <a:off x="3337956" y="3301255"/>
            <a:ext cx="5516088" cy="861097"/>
            <a:chOff x="3337956" y="3301255"/>
            <a:chExt cx="5516088" cy="861097"/>
          </a:xfrm>
        </p:grpSpPr>
        <p:sp>
          <p:nvSpPr>
            <p:cNvPr id="9" name="Rectangle: Rounded Corners 8">
              <a:extLst>
                <a:ext uri="{FF2B5EF4-FFF2-40B4-BE49-F238E27FC236}">
                  <a16:creationId xmlns:a16="http://schemas.microsoft.com/office/drawing/2014/main" id="{06EF0D47-7B57-60F1-3B60-0A56D6754DAD}"/>
                </a:ext>
              </a:extLst>
            </p:cNvPr>
            <p:cNvSpPr/>
            <p:nvPr/>
          </p:nvSpPr>
          <p:spPr>
            <a:xfrm>
              <a:off x="5286000" y="3301255"/>
              <a:ext cx="1620000" cy="576000"/>
            </a:xfrm>
            <a:prstGeom prst="roundRect">
              <a:avLst/>
            </a:prstGeom>
            <a:noFill/>
            <a:ln w="28575">
              <a:headEnd w="lg" len="lg"/>
              <a:tailEnd w="lg" len="lg"/>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sz="3200" dirty="0"/>
            </a:p>
          </p:txBody>
        </p:sp>
        <p:cxnSp>
          <p:nvCxnSpPr>
            <p:cNvPr id="16" name="Straight Arrow Connector 15">
              <a:extLst>
                <a:ext uri="{FF2B5EF4-FFF2-40B4-BE49-F238E27FC236}">
                  <a16:creationId xmlns:a16="http://schemas.microsoft.com/office/drawing/2014/main" id="{A2C04D05-B888-B28C-3B89-A1C1A5DEA472}"/>
                </a:ext>
              </a:extLst>
            </p:cNvPr>
            <p:cNvCxnSpPr>
              <a:cxnSpLocks/>
              <a:stCxn id="5" idx="3"/>
              <a:endCxn id="9" idx="1"/>
            </p:cNvCxnSpPr>
            <p:nvPr/>
          </p:nvCxnSpPr>
          <p:spPr>
            <a:xfrm flipV="1">
              <a:off x="3337956" y="3589255"/>
              <a:ext cx="1948044" cy="573097"/>
            </a:xfrm>
            <a:prstGeom prst="curvedConnector3">
              <a:avLst>
                <a:gd name="adj1" fmla="val 31611"/>
              </a:avLst>
            </a:prstGeom>
            <a:ln w="38100">
              <a:solidFill>
                <a:srgbClr val="FFC000"/>
              </a:solidFill>
              <a:headEnd w="lg" len="lg"/>
              <a:tailEnd type="triangle" w="lg" len="lg"/>
            </a:ln>
          </p:spPr>
          <p:style>
            <a:lnRef idx="1">
              <a:schemeClr val="accent1"/>
            </a:lnRef>
            <a:fillRef idx="0">
              <a:schemeClr val="accent1"/>
            </a:fillRef>
            <a:effectRef idx="0">
              <a:schemeClr val="accent1"/>
            </a:effectRef>
            <a:fontRef idx="minor">
              <a:schemeClr val="tx1"/>
            </a:fontRef>
          </p:style>
        </p:cxnSp>
        <p:cxnSp>
          <p:nvCxnSpPr>
            <p:cNvPr id="24" name="Straight Arrow Connector 23">
              <a:extLst>
                <a:ext uri="{FF2B5EF4-FFF2-40B4-BE49-F238E27FC236}">
                  <a16:creationId xmlns:a16="http://schemas.microsoft.com/office/drawing/2014/main" id="{9348DE9A-1D2D-72E3-162F-0D7068291FDF}"/>
                </a:ext>
              </a:extLst>
            </p:cNvPr>
            <p:cNvCxnSpPr>
              <a:stCxn id="9" idx="3"/>
              <a:endCxn id="6" idx="1"/>
            </p:cNvCxnSpPr>
            <p:nvPr/>
          </p:nvCxnSpPr>
          <p:spPr>
            <a:xfrm>
              <a:off x="6906000" y="3589255"/>
              <a:ext cx="1948044" cy="573097"/>
            </a:xfrm>
            <a:prstGeom prst="curvedConnector3">
              <a:avLst>
                <a:gd name="adj1" fmla="val 69558"/>
              </a:avLst>
            </a:prstGeom>
            <a:ln w="38100">
              <a:solidFill>
                <a:srgbClr val="FFC000"/>
              </a:solidFill>
              <a:headEnd w="lg" len="lg"/>
              <a:tailEnd type="triangle" w="lg" len="lg"/>
            </a:ln>
          </p:spPr>
          <p:style>
            <a:lnRef idx="1">
              <a:schemeClr val="accent1"/>
            </a:lnRef>
            <a:fillRef idx="0">
              <a:schemeClr val="accent1"/>
            </a:fillRef>
            <a:effectRef idx="0">
              <a:schemeClr val="accent1"/>
            </a:effectRef>
            <a:fontRef idx="minor">
              <a:schemeClr val="tx1"/>
            </a:fontRef>
          </p:style>
        </p:cxnSp>
      </p:grpSp>
      <p:grpSp>
        <p:nvGrpSpPr>
          <p:cNvPr id="41" name="Group 40">
            <a:extLst>
              <a:ext uri="{FF2B5EF4-FFF2-40B4-BE49-F238E27FC236}">
                <a16:creationId xmlns:a16="http://schemas.microsoft.com/office/drawing/2014/main" id="{D0D29CB2-063F-BC3D-5B79-F592688F21ED}"/>
              </a:ext>
            </a:extLst>
          </p:cNvPr>
          <p:cNvGrpSpPr/>
          <p:nvPr/>
        </p:nvGrpSpPr>
        <p:grpSpPr>
          <a:xfrm>
            <a:off x="3337956" y="4162352"/>
            <a:ext cx="5516088" cy="725258"/>
            <a:chOff x="3337956" y="4162352"/>
            <a:chExt cx="5516088" cy="725258"/>
          </a:xfrm>
        </p:grpSpPr>
        <p:sp>
          <p:nvSpPr>
            <p:cNvPr id="8" name="Rectangle: Rounded Corners 7">
              <a:extLst>
                <a:ext uri="{FF2B5EF4-FFF2-40B4-BE49-F238E27FC236}">
                  <a16:creationId xmlns:a16="http://schemas.microsoft.com/office/drawing/2014/main" id="{681D8EBA-C9CF-E11E-8335-B5E1C0BD4897}"/>
                </a:ext>
              </a:extLst>
            </p:cNvPr>
            <p:cNvSpPr/>
            <p:nvPr/>
          </p:nvSpPr>
          <p:spPr>
            <a:xfrm>
              <a:off x="5286000" y="4311610"/>
              <a:ext cx="1620000" cy="576000"/>
            </a:xfrm>
            <a:prstGeom prst="roundRect">
              <a:avLst/>
            </a:prstGeom>
            <a:noFill/>
            <a:ln w="28575">
              <a:headEnd w="lg" len="lg"/>
              <a:tailEnd w="lg" len="lg"/>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sz="3200" dirty="0"/>
            </a:p>
          </p:txBody>
        </p:sp>
        <p:cxnSp>
          <p:nvCxnSpPr>
            <p:cNvPr id="18" name="Straight Arrow Connector 17">
              <a:extLst>
                <a:ext uri="{FF2B5EF4-FFF2-40B4-BE49-F238E27FC236}">
                  <a16:creationId xmlns:a16="http://schemas.microsoft.com/office/drawing/2014/main" id="{4F8C6197-C09C-3507-D9E1-77BDF13D49D2}"/>
                </a:ext>
              </a:extLst>
            </p:cNvPr>
            <p:cNvCxnSpPr>
              <a:stCxn id="5" idx="3"/>
              <a:endCxn id="8" idx="1"/>
            </p:cNvCxnSpPr>
            <p:nvPr/>
          </p:nvCxnSpPr>
          <p:spPr>
            <a:xfrm>
              <a:off x="3337956" y="4162352"/>
              <a:ext cx="1948044" cy="437258"/>
            </a:xfrm>
            <a:prstGeom prst="curvedConnector3">
              <a:avLst>
                <a:gd name="adj1" fmla="val 30959"/>
              </a:avLst>
            </a:prstGeom>
            <a:ln w="38100">
              <a:solidFill>
                <a:srgbClr val="FFFF00"/>
              </a:solidFill>
              <a:headEnd w="lg" len="lg"/>
              <a:tailEnd type="triangle" w="lg" len="lg"/>
            </a:ln>
          </p:spPr>
          <p:style>
            <a:lnRef idx="1">
              <a:schemeClr val="accent1"/>
            </a:lnRef>
            <a:fillRef idx="0">
              <a:schemeClr val="accent1"/>
            </a:fillRef>
            <a:effectRef idx="0">
              <a:schemeClr val="accent1"/>
            </a:effectRef>
            <a:fontRef idx="minor">
              <a:schemeClr val="tx1"/>
            </a:fontRef>
          </p:style>
        </p:cxnSp>
        <p:cxnSp>
          <p:nvCxnSpPr>
            <p:cNvPr id="26" name="Straight Arrow Connector 25">
              <a:extLst>
                <a:ext uri="{FF2B5EF4-FFF2-40B4-BE49-F238E27FC236}">
                  <a16:creationId xmlns:a16="http://schemas.microsoft.com/office/drawing/2014/main" id="{190ABB77-9281-89C2-0741-89A308B68B9D}"/>
                </a:ext>
              </a:extLst>
            </p:cNvPr>
            <p:cNvCxnSpPr>
              <a:stCxn id="8" idx="3"/>
              <a:endCxn id="6" idx="1"/>
            </p:cNvCxnSpPr>
            <p:nvPr/>
          </p:nvCxnSpPr>
          <p:spPr>
            <a:xfrm flipV="1">
              <a:off x="6906000" y="4162352"/>
              <a:ext cx="1948044" cy="437258"/>
            </a:xfrm>
            <a:prstGeom prst="curvedConnector3">
              <a:avLst>
                <a:gd name="adj1" fmla="val 69558"/>
              </a:avLst>
            </a:prstGeom>
            <a:ln w="38100">
              <a:solidFill>
                <a:srgbClr val="FFFF00"/>
              </a:solidFill>
              <a:headEnd w="lg" len="lg"/>
              <a:tailEnd type="triangle" w="lg" len="lg"/>
            </a:ln>
          </p:spPr>
          <p:style>
            <a:lnRef idx="1">
              <a:schemeClr val="accent1"/>
            </a:lnRef>
            <a:fillRef idx="0">
              <a:schemeClr val="accent1"/>
            </a:fillRef>
            <a:effectRef idx="0">
              <a:schemeClr val="accent1"/>
            </a:effectRef>
            <a:fontRef idx="minor">
              <a:schemeClr val="tx1"/>
            </a:fontRef>
          </p:style>
        </p:cxnSp>
      </p:grpSp>
      <p:grpSp>
        <p:nvGrpSpPr>
          <p:cNvPr id="42" name="Group 41">
            <a:extLst>
              <a:ext uri="{FF2B5EF4-FFF2-40B4-BE49-F238E27FC236}">
                <a16:creationId xmlns:a16="http://schemas.microsoft.com/office/drawing/2014/main" id="{3E3760D5-EA89-8E10-B7FD-8370049545DD}"/>
              </a:ext>
            </a:extLst>
          </p:cNvPr>
          <p:cNvGrpSpPr/>
          <p:nvPr/>
        </p:nvGrpSpPr>
        <p:grpSpPr>
          <a:xfrm>
            <a:off x="3337956" y="4162352"/>
            <a:ext cx="5516088" cy="1735613"/>
            <a:chOff x="3337956" y="4162352"/>
            <a:chExt cx="5516088" cy="1735613"/>
          </a:xfrm>
        </p:grpSpPr>
        <p:sp>
          <p:nvSpPr>
            <p:cNvPr id="7" name="Rectangle: Rounded Corners 6">
              <a:extLst>
                <a:ext uri="{FF2B5EF4-FFF2-40B4-BE49-F238E27FC236}">
                  <a16:creationId xmlns:a16="http://schemas.microsoft.com/office/drawing/2014/main" id="{DDAC4BFC-3AC2-CDF6-6A70-54E3B698E160}"/>
                </a:ext>
              </a:extLst>
            </p:cNvPr>
            <p:cNvSpPr/>
            <p:nvPr/>
          </p:nvSpPr>
          <p:spPr>
            <a:xfrm>
              <a:off x="5286000" y="5321965"/>
              <a:ext cx="1620000" cy="576000"/>
            </a:xfrm>
            <a:prstGeom prst="roundRect">
              <a:avLst/>
            </a:prstGeom>
            <a:noFill/>
            <a:ln w="28575">
              <a:solidFill>
                <a:schemeClr val="tx1"/>
              </a:solidFill>
              <a:headEnd w="lg" len="lg"/>
              <a:tailEnd w="lg" len="lg"/>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sz="3200" dirty="0"/>
            </a:p>
          </p:txBody>
        </p:sp>
        <p:cxnSp>
          <p:nvCxnSpPr>
            <p:cNvPr id="20" name="Straight Arrow Connector 19">
              <a:extLst>
                <a:ext uri="{FF2B5EF4-FFF2-40B4-BE49-F238E27FC236}">
                  <a16:creationId xmlns:a16="http://schemas.microsoft.com/office/drawing/2014/main" id="{4F7D1DF8-E4A3-503E-0374-FCBF7ED62765}"/>
                </a:ext>
              </a:extLst>
            </p:cNvPr>
            <p:cNvCxnSpPr>
              <a:stCxn id="5" idx="3"/>
              <a:endCxn id="7" idx="1"/>
            </p:cNvCxnSpPr>
            <p:nvPr/>
          </p:nvCxnSpPr>
          <p:spPr>
            <a:xfrm>
              <a:off x="3337956" y="4162352"/>
              <a:ext cx="1948044" cy="1447613"/>
            </a:xfrm>
            <a:prstGeom prst="curvedConnector3">
              <a:avLst>
                <a:gd name="adj1" fmla="val 30644"/>
              </a:avLst>
            </a:prstGeom>
            <a:ln w="38100">
              <a:solidFill>
                <a:srgbClr val="00B050"/>
              </a:solidFill>
              <a:headEnd w="lg" len="lg"/>
              <a:tailEnd type="triangle" w="lg" len="lg"/>
            </a:ln>
          </p:spPr>
          <p:style>
            <a:lnRef idx="1">
              <a:schemeClr val="accent1"/>
            </a:lnRef>
            <a:fillRef idx="0">
              <a:schemeClr val="accent1"/>
            </a:fillRef>
            <a:effectRef idx="0">
              <a:schemeClr val="accent1"/>
            </a:effectRef>
            <a:fontRef idx="minor">
              <a:schemeClr val="tx1"/>
            </a:fontRef>
          </p:style>
        </p:cxnSp>
        <p:cxnSp>
          <p:nvCxnSpPr>
            <p:cNvPr id="28" name="Straight Arrow Connector 27">
              <a:extLst>
                <a:ext uri="{FF2B5EF4-FFF2-40B4-BE49-F238E27FC236}">
                  <a16:creationId xmlns:a16="http://schemas.microsoft.com/office/drawing/2014/main" id="{A565C2C7-1437-CDF9-79D7-B4B948E7344B}"/>
                </a:ext>
              </a:extLst>
            </p:cNvPr>
            <p:cNvCxnSpPr>
              <a:stCxn id="7" idx="3"/>
              <a:endCxn id="6" idx="1"/>
            </p:cNvCxnSpPr>
            <p:nvPr/>
          </p:nvCxnSpPr>
          <p:spPr>
            <a:xfrm flipV="1">
              <a:off x="6906000" y="4162352"/>
              <a:ext cx="1948044" cy="1447613"/>
            </a:xfrm>
            <a:prstGeom prst="curvedConnector3">
              <a:avLst>
                <a:gd name="adj1" fmla="val 69069"/>
              </a:avLst>
            </a:prstGeom>
            <a:ln w="38100">
              <a:solidFill>
                <a:srgbClr val="00B050"/>
              </a:solidFill>
              <a:headEnd w="lg" len="lg"/>
              <a:tailEnd type="triangle" w="lg" len="lg"/>
            </a:ln>
          </p:spPr>
          <p:style>
            <a:lnRef idx="1">
              <a:schemeClr val="accent1"/>
            </a:lnRef>
            <a:fillRef idx="0">
              <a:schemeClr val="accent1"/>
            </a:fillRef>
            <a:effectRef idx="0">
              <a:schemeClr val="accent1"/>
            </a:effectRef>
            <a:fontRef idx="minor">
              <a:schemeClr val="tx1"/>
            </a:fontRef>
          </p:style>
        </p:cxnSp>
      </p:grpSp>
    </p:spTree>
    <p:extLst>
      <p:ext uri="{BB962C8B-B14F-4D97-AF65-F5344CB8AC3E}">
        <p14:creationId xmlns:p14="http://schemas.microsoft.com/office/powerpoint/2010/main" val="1251185072"/>
      </p:ext>
    </p:extLst>
  </p:cSld>
  <p:clrMapOvr>
    <a:masterClrMapping/>
  </p:clrMapOvr>
</p:sld>
</file>

<file path=ppt/slides/slide7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itle 3">
            <a:extLst>
              <a:ext uri="{FF2B5EF4-FFF2-40B4-BE49-F238E27FC236}">
                <a16:creationId xmlns:a16="http://schemas.microsoft.com/office/drawing/2014/main" id="{B3977BA9-5052-AEBB-63AE-9572018FCAC5}"/>
              </a:ext>
            </a:extLst>
          </p:cNvPr>
          <p:cNvSpPr>
            <a:spLocks noGrp="1"/>
          </p:cNvSpPr>
          <p:nvPr>
            <p:ph type="title"/>
          </p:nvPr>
        </p:nvSpPr>
        <p:spPr/>
        <p:txBody>
          <a:bodyPr/>
          <a:lstStyle/>
          <a:p>
            <a:r>
              <a:rPr lang="en-GB" dirty="0"/>
              <a:t>Functional Requirements</a:t>
            </a:r>
          </a:p>
        </p:txBody>
      </p:sp>
      <p:sp>
        <p:nvSpPr>
          <p:cNvPr id="5" name="Rectangle: Rounded Corners 4">
            <a:extLst>
              <a:ext uri="{FF2B5EF4-FFF2-40B4-BE49-F238E27FC236}">
                <a16:creationId xmlns:a16="http://schemas.microsoft.com/office/drawing/2014/main" id="{14D164DF-E92D-CBB7-F339-F11144806BD0}"/>
              </a:ext>
            </a:extLst>
          </p:cNvPr>
          <p:cNvSpPr/>
          <p:nvPr/>
        </p:nvSpPr>
        <p:spPr>
          <a:xfrm>
            <a:off x="349956" y="3442352"/>
            <a:ext cx="2988000" cy="1440000"/>
          </a:xfrm>
          <a:prstGeom prst="round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GB" sz="3200" dirty="0"/>
              <a:t>A query to</a:t>
            </a:r>
          </a:p>
        </p:txBody>
      </p:sp>
      <p:sp>
        <p:nvSpPr>
          <p:cNvPr id="6" name="Rectangle: Rounded Corners 5">
            <a:extLst>
              <a:ext uri="{FF2B5EF4-FFF2-40B4-BE49-F238E27FC236}">
                <a16:creationId xmlns:a16="http://schemas.microsoft.com/office/drawing/2014/main" id="{AAD69D90-28B7-7A05-046C-3A5212110F16}"/>
              </a:ext>
            </a:extLst>
          </p:cNvPr>
          <p:cNvSpPr/>
          <p:nvPr/>
        </p:nvSpPr>
        <p:spPr>
          <a:xfrm>
            <a:off x="8854044" y="3442352"/>
            <a:ext cx="2988000" cy="1440000"/>
          </a:xfrm>
          <a:prstGeom prst="round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GB" sz="3200" dirty="0"/>
              <a:t>specific details from context</a:t>
            </a:r>
          </a:p>
        </p:txBody>
      </p:sp>
      <p:grpSp>
        <p:nvGrpSpPr>
          <p:cNvPr id="39" name="Group 38">
            <a:extLst>
              <a:ext uri="{FF2B5EF4-FFF2-40B4-BE49-F238E27FC236}">
                <a16:creationId xmlns:a16="http://schemas.microsoft.com/office/drawing/2014/main" id="{99B7C9B5-1940-69D9-ED01-2BE6CFD0E7DF}"/>
              </a:ext>
            </a:extLst>
          </p:cNvPr>
          <p:cNvGrpSpPr/>
          <p:nvPr/>
        </p:nvGrpSpPr>
        <p:grpSpPr>
          <a:xfrm>
            <a:off x="3337956" y="1480462"/>
            <a:ext cx="5516088" cy="2681890"/>
            <a:chOff x="3337956" y="1480462"/>
            <a:chExt cx="5516088" cy="2681890"/>
          </a:xfrm>
        </p:grpSpPr>
        <p:sp>
          <p:nvSpPr>
            <p:cNvPr id="10" name="Rectangle: Rounded Corners 9">
              <a:extLst>
                <a:ext uri="{FF2B5EF4-FFF2-40B4-BE49-F238E27FC236}">
                  <a16:creationId xmlns:a16="http://schemas.microsoft.com/office/drawing/2014/main" id="{BFAC4B34-BF94-3A70-1101-76BA02F53E6D}"/>
                </a:ext>
              </a:extLst>
            </p:cNvPr>
            <p:cNvSpPr/>
            <p:nvPr/>
          </p:nvSpPr>
          <p:spPr>
            <a:xfrm>
              <a:off x="5340000" y="1480462"/>
              <a:ext cx="1512000" cy="504000"/>
            </a:xfrm>
            <a:prstGeom prst="roundRect">
              <a:avLst/>
            </a:prstGeom>
            <a:ln>
              <a:headEnd w="lg" len="lg"/>
              <a:tailEnd w="lg" len="lg"/>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GB" sz="2800" dirty="0"/>
                <a:t>select</a:t>
              </a:r>
              <a:endParaRPr lang="en-GB" sz="3200" dirty="0"/>
            </a:p>
          </p:txBody>
        </p:sp>
        <p:cxnSp>
          <p:nvCxnSpPr>
            <p:cNvPr id="13" name="Straight Arrow Connector 12">
              <a:extLst>
                <a:ext uri="{FF2B5EF4-FFF2-40B4-BE49-F238E27FC236}">
                  <a16:creationId xmlns:a16="http://schemas.microsoft.com/office/drawing/2014/main" id="{706068DC-3EE2-FCC1-B884-AD1137DF4DA6}"/>
                </a:ext>
              </a:extLst>
            </p:cNvPr>
            <p:cNvCxnSpPr>
              <a:stCxn id="5" idx="3"/>
              <a:endCxn id="10" idx="1"/>
            </p:cNvCxnSpPr>
            <p:nvPr/>
          </p:nvCxnSpPr>
          <p:spPr>
            <a:xfrm flipV="1">
              <a:off x="3337956" y="1732462"/>
              <a:ext cx="2002044" cy="2429890"/>
            </a:xfrm>
            <a:prstGeom prst="curvedConnector3">
              <a:avLst>
                <a:gd name="adj1" fmla="val 27707"/>
              </a:avLst>
            </a:prstGeom>
            <a:ln w="38100">
              <a:solidFill>
                <a:srgbClr val="FF0000"/>
              </a:solidFill>
              <a:headEnd w="lg" len="lg"/>
              <a:tailEnd type="triangle" w="lg" len="lg"/>
            </a:ln>
          </p:spPr>
          <p:style>
            <a:lnRef idx="1">
              <a:schemeClr val="accent1"/>
            </a:lnRef>
            <a:fillRef idx="0">
              <a:schemeClr val="accent1"/>
            </a:fillRef>
            <a:effectRef idx="0">
              <a:schemeClr val="accent1"/>
            </a:effectRef>
            <a:fontRef idx="minor">
              <a:schemeClr val="tx1"/>
            </a:fontRef>
          </p:style>
        </p:cxnSp>
        <p:cxnSp>
          <p:nvCxnSpPr>
            <p:cNvPr id="22" name="Straight Arrow Connector 21">
              <a:extLst>
                <a:ext uri="{FF2B5EF4-FFF2-40B4-BE49-F238E27FC236}">
                  <a16:creationId xmlns:a16="http://schemas.microsoft.com/office/drawing/2014/main" id="{20D5A7B2-B7AD-7D36-8EB1-D7BDBEFC1604}"/>
                </a:ext>
              </a:extLst>
            </p:cNvPr>
            <p:cNvCxnSpPr>
              <a:cxnSpLocks/>
              <a:stCxn id="10" idx="3"/>
              <a:endCxn id="6" idx="1"/>
            </p:cNvCxnSpPr>
            <p:nvPr/>
          </p:nvCxnSpPr>
          <p:spPr>
            <a:xfrm>
              <a:off x="6852000" y="1732462"/>
              <a:ext cx="2002044" cy="2429890"/>
            </a:xfrm>
            <a:prstGeom prst="curvedConnector3">
              <a:avLst>
                <a:gd name="adj1" fmla="val 73380"/>
              </a:avLst>
            </a:prstGeom>
            <a:ln w="38100">
              <a:solidFill>
                <a:srgbClr val="FF0000"/>
              </a:solidFill>
              <a:headEnd w="lg" len="lg"/>
              <a:tailEnd type="triangle" w="lg" len="lg"/>
            </a:ln>
          </p:spPr>
          <p:style>
            <a:lnRef idx="1">
              <a:schemeClr val="accent1"/>
            </a:lnRef>
            <a:fillRef idx="0">
              <a:schemeClr val="accent1"/>
            </a:fillRef>
            <a:effectRef idx="0">
              <a:schemeClr val="accent1"/>
            </a:effectRef>
            <a:fontRef idx="minor">
              <a:schemeClr val="tx1"/>
            </a:fontRef>
          </p:style>
        </p:cxnSp>
      </p:grpSp>
      <p:grpSp>
        <p:nvGrpSpPr>
          <p:cNvPr id="40" name="Group 39">
            <a:extLst>
              <a:ext uri="{FF2B5EF4-FFF2-40B4-BE49-F238E27FC236}">
                <a16:creationId xmlns:a16="http://schemas.microsoft.com/office/drawing/2014/main" id="{DE04E227-EC5E-5B11-8E1B-4FDBA3493BC6}"/>
              </a:ext>
            </a:extLst>
          </p:cNvPr>
          <p:cNvGrpSpPr/>
          <p:nvPr/>
        </p:nvGrpSpPr>
        <p:grpSpPr>
          <a:xfrm>
            <a:off x="3337956" y="2080194"/>
            <a:ext cx="5516088" cy="2082158"/>
            <a:chOff x="3337956" y="2080194"/>
            <a:chExt cx="5516088" cy="2082158"/>
          </a:xfrm>
        </p:grpSpPr>
        <p:sp>
          <p:nvSpPr>
            <p:cNvPr id="9" name="Rectangle: Rounded Corners 8">
              <a:extLst>
                <a:ext uri="{FF2B5EF4-FFF2-40B4-BE49-F238E27FC236}">
                  <a16:creationId xmlns:a16="http://schemas.microsoft.com/office/drawing/2014/main" id="{06EF0D47-7B57-60F1-3B60-0A56D6754DAD}"/>
                </a:ext>
              </a:extLst>
            </p:cNvPr>
            <p:cNvSpPr/>
            <p:nvPr/>
          </p:nvSpPr>
          <p:spPr>
            <a:xfrm>
              <a:off x="5340000" y="2080194"/>
              <a:ext cx="1512000" cy="504000"/>
            </a:xfrm>
            <a:prstGeom prst="roundRect">
              <a:avLst/>
            </a:prstGeom>
            <a:ln>
              <a:headEnd w="lg" len="lg"/>
              <a:tailEnd w="lg" len="lg"/>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GB" sz="2800" dirty="0"/>
                <a:t>insert</a:t>
              </a:r>
              <a:endParaRPr lang="en-GB" sz="3200" dirty="0"/>
            </a:p>
          </p:txBody>
        </p:sp>
        <p:cxnSp>
          <p:nvCxnSpPr>
            <p:cNvPr id="16" name="Straight Arrow Connector 15">
              <a:extLst>
                <a:ext uri="{FF2B5EF4-FFF2-40B4-BE49-F238E27FC236}">
                  <a16:creationId xmlns:a16="http://schemas.microsoft.com/office/drawing/2014/main" id="{A2C04D05-B888-B28C-3B89-A1C1A5DEA472}"/>
                </a:ext>
              </a:extLst>
            </p:cNvPr>
            <p:cNvCxnSpPr>
              <a:cxnSpLocks/>
              <a:stCxn id="5" idx="3"/>
              <a:endCxn id="9" idx="1"/>
            </p:cNvCxnSpPr>
            <p:nvPr/>
          </p:nvCxnSpPr>
          <p:spPr>
            <a:xfrm flipV="1">
              <a:off x="3337956" y="2332194"/>
              <a:ext cx="2002044" cy="1830158"/>
            </a:xfrm>
            <a:prstGeom prst="curvedConnector3">
              <a:avLst>
                <a:gd name="adj1" fmla="val 37494"/>
              </a:avLst>
            </a:prstGeom>
            <a:ln w="38100">
              <a:solidFill>
                <a:srgbClr val="FFC000"/>
              </a:solidFill>
              <a:headEnd w="lg" len="lg"/>
              <a:tailEnd type="triangle" w="lg" len="lg"/>
            </a:ln>
          </p:spPr>
          <p:style>
            <a:lnRef idx="1">
              <a:schemeClr val="accent1"/>
            </a:lnRef>
            <a:fillRef idx="0">
              <a:schemeClr val="accent1"/>
            </a:fillRef>
            <a:effectRef idx="0">
              <a:schemeClr val="accent1"/>
            </a:effectRef>
            <a:fontRef idx="minor">
              <a:schemeClr val="tx1"/>
            </a:fontRef>
          </p:style>
        </p:cxnSp>
        <p:cxnSp>
          <p:nvCxnSpPr>
            <p:cNvPr id="24" name="Straight Arrow Connector 23">
              <a:extLst>
                <a:ext uri="{FF2B5EF4-FFF2-40B4-BE49-F238E27FC236}">
                  <a16:creationId xmlns:a16="http://schemas.microsoft.com/office/drawing/2014/main" id="{9348DE9A-1D2D-72E3-162F-0D7068291FDF}"/>
                </a:ext>
              </a:extLst>
            </p:cNvPr>
            <p:cNvCxnSpPr>
              <a:cxnSpLocks/>
              <a:stCxn id="9" idx="3"/>
              <a:endCxn id="6" idx="1"/>
            </p:cNvCxnSpPr>
            <p:nvPr/>
          </p:nvCxnSpPr>
          <p:spPr>
            <a:xfrm>
              <a:off x="6852000" y="2332194"/>
              <a:ext cx="2002044" cy="1830158"/>
            </a:xfrm>
            <a:prstGeom prst="curvedConnector3">
              <a:avLst>
                <a:gd name="adj1" fmla="val 61418"/>
              </a:avLst>
            </a:prstGeom>
            <a:ln w="38100">
              <a:solidFill>
                <a:srgbClr val="FFC000"/>
              </a:solidFill>
              <a:headEnd w="lg" len="lg"/>
              <a:tailEnd type="triangle" w="lg" len="lg"/>
            </a:ln>
          </p:spPr>
          <p:style>
            <a:lnRef idx="1">
              <a:schemeClr val="accent1"/>
            </a:lnRef>
            <a:fillRef idx="0">
              <a:schemeClr val="accent1"/>
            </a:fillRef>
            <a:effectRef idx="0">
              <a:schemeClr val="accent1"/>
            </a:effectRef>
            <a:fontRef idx="minor">
              <a:schemeClr val="tx1"/>
            </a:fontRef>
          </p:style>
        </p:cxnSp>
      </p:grpSp>
      <p:grpSp>
        <p:nvGrpSpPr>
          <p:cNvPr id="41" name="Group 40">
            <a:extLst>
              <a:ext uri="{FF2B5EF4-FFF2-40B4-BE49-F238E27FC236}">
                <a16:creationId xmlns:a16="http://schemas.microsoft.com/office/drawing/2014/main" id="{D0D29CB2-063F-BC3D-5B79-F592688F21ED}"/>
              </a:ext>
            </a:extLst>
          </p:cNvPr>
          <p:cNvGrpSpPr/>
          <p:nvPr/>
        </p:nvGrpSpPr>
        <p:grpSpPr>
          <a:xfrm>
            <a:off x="3337956" y="2677175"/>
            <a:ext cx="5516088" cy="1485177"/>
            <a:chOff x="3337956" y="2677175"/>
            <a:chExt cx="5516088" cy="1485177"/>
          </a:xfrm>
        </p:grpSpPr>
        <p:sp>
          <p:nvSpPr>
            <p:cNvPr id="8" name="Rectangle: Rounded Corners 7">
              <a:extLst>
                <a:ext uri="{FF2B5EF4-FFF2-40B4-BE49-F238E27FC236}">
                  <a16:creationId xmlns:a16="http://schemas.microsoft.com/office/drawing/2014/main" id="{681D8EBA-C9CF-E11E-8335-B5E1C0BD4897}"/>
                </a:ext>
              </a:extLst>
            </p:cNvPr>
            <p:cNvSpPr/>
            <p:nvPr/>
          </p:nvSpPr>
          <p:spPr>
            <a:xfrm>
              <a:off x="5354101" y="2677175"/>
              <a:ext cx="1512000" cy="504000"/>
            </a:xfrm>
            <a:prstGeom prst="roundRect">
              <a:avLst/>
            </a:prstGeom>
            <a:ln>
              <a:headEnd w="lg" len="lg"/>
              <a:tailEnd w="lg" len="lg"/>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GB" sz="2800" dirty="0"/>
                <a:t>update</a:t>
              </a:r>
              <a:endParaRPr lang="en-GB" sz="3200" dirty="0"/>
            </a:p>
          </p:txBody>
        </p:sp>
        <p:cxnSp>
          <p:nvCxnSpPr>
            <p:cNvPr id="18" name="Straight Arrow Connector 17">
              <a:extLst>
                <a:ext uri="{FF2B5EF4-FFF2-40B4-BE49-F238E27FC236}">
                  <a16:creationId xmlns:a16="http://schemas.microsoft.com/office/drawing/2014/main" id="{4F8C6197-C09C-3507-D9E1-77BDF13D49D2}"/>
                </a:ext>
              </a:extLst>
            </p:cNvPr>
            <p:cNvCxnSpPr>
              <a:stCxn id="5" idx="3"/>
              <a:endCxn id="8" idx="1"/>
            </p:cNvCxnSpPr>
            <p:nvPr/>
          </p:nvCxnSpPr>
          <p:spPr>
            <a:xfrm flipV="1">
              <a:off x="3337956" y="2929175"/>
              <a:ext cx="2016145" cy="1233177"/>
            </a:xfrm>
            <a:prstGeom prst="curvedConnector3">
              <a:avLst>
                <a:gd name="adj1" fmla="val 46760"/>
              </a:avLst>
            </a:prstGeom>
            <a:ln w="38100">
              <a:solidFill>
                <a:srgbClr val="FFFF00"/>
              </a:solidFill>
              <a:headEnd w="lg" len="lg"/>
              <a:tailEnd type="triangle" w="lg" len="lg"/>
            </a:ln>
          </p:spPr>
          <p:style>
            <a:lnRef idx="1">
              <a:schemeClr val="accent1"/>
            </a:lnRef>
            <a:fillRef idx="0">
              <a:schemeClr val="accent1"/>
            </a:fillRef>
            <a:effectRef idx="0">
              <a:schemeClr val="accent1"/>
            </a:effectRef>
            <a:fontRef idx="minor">
              <a:schemeClr val="tx1"/>
            </a:fontRef>
          </p:style>
        </p:cxnSp>
        <p:cxnSp>
          <p:nvCxnSpPr>
            <p:cNvPr id="26" name="Straight Arrow Connector 25">
              <a:extLst>
                <a:ext uri="{FF2B5EF4-FFF2-40B4-BE49-F238E27FC236}">
                  <a16:creationId xmlns:a16="http://schemas.microsoft.com/office/drawing/2014/main" id="{190ABB77-9281-89C2-0741-89A308B68B9D}"/>
                </a:ext>
              </a:extLst>
            </p:cNvPr>
            <p:cNvCxnSpPr>
              <a:cxnSpLocks/>
              <a:stCxn id="8" idx="3"/>
              <a:endCxn id="6" idx="1"/>
            </p:cNvCxnSpPr>
            <p:nvPr/>
          </p:nvCxnSpPr>
          <p:spPr>
            <a:xfrm>
              <a:off x="6866101" y="2929175"/>
              <a:ext cx="1987943" cy="1233177"/>
            </a:xfrm>
            <a:prstGeom prst="curvedConnector3">
              <a:avLst>
                <a:gd name="adj1" fmla="val 50000"/>
              </a:avLst>
            </a:prstGeom>
            <a:ln w="38100">
              <a:solidFill>
                <a:srgbClr val="FFFF00"/>
              </a:solidFill>
              <a:headEnd w="lg" len="lg"/>
              <a:tailEnd type="triangle" w="lg" len="lg"/>
            </a:ln>
          </p:spPr>
          <p:style>
            <a:lnRef idx="1">
              <a:schemeClr val="accent1"/>
            </a:lnRef>
            <a:fillRef idx="0">
              <a:schemeClr val="accent1"/>
            </a:fillRef>
            <a:effectRef idx="0">
              <a:schemeClr val="accent1"/>
            </a:effectRef>
            <a:fontRef idx="minor">
              <a:schemeClr val="tx1"/>
            </a:fontRef>
          </p:style>
        </p:cxnSp>
      </p:grpSp>
      <p:grpSp>
        <p:nvGrpSpPr>
          <p:cNvPr id="42" name="Group 41">
            <a:extLst>
              <a:ext uri="{FF2B5EF4-FFF2-40B4-BE49-F238E27FC236}">
                <a16:creationId xmlns:a16="http://schemas.microsoft.com/office/drawing/2014/main" id="{3E3760D5-EA89-8E10-B7FD-8370049545DD}"/>
              </a:ext>
            </a:extLst>
          </p:cNvPr>
          <p:cNvGrpSpPr/>
          <p:nvPr/>
        </p:nvGrpSpPr>
        <p:grpSpPr>
          <a:xfrm>
            <a:off x="3337956" y="3274156"/>
            <a:ext cx="5516088" cy="888196"/>
            <a:chOff x="3337956" y="3274156"/>
            <a:chExt cx="5516088" cy="888196"/>
          </a:xfrm>
        </p:grpSpPr>
        <p:sp>
          <p:nvSpPr>
            <p:cNvPr id="7" name="Rectangle: Rounded Corners 6">
              <a:extLst>
                <a:ext uri="{FF2B5EF4-FFF2-40B4-BE49-F238E27FC236}">
                  <a16:creationId xmlns:a16="http://schemas.microsoft.com/office/drawing/2014/main" id="{DDAC4BFC-3AC2-CDF6-6A70-54E3B698E160}"/>
                </a:ext>
              </a:extLst>
            </p:cNvPr>
            <p:cNvSpPr/>
            <p:nvPr/>
          </p:nvSpPr>
          <p:spPr>
            <a:xfrm>
              <a:off x="5347051" y="3274156"/>
              <a:ext cx="1512000" cy="504000"/>
            </a:xfrm>
            <a:prstGeom prst="roundRect">
              <a:avLst/>
            </a:prstGeom>
            <a:ln>
              <a:headEnd w="lg" len="lg"/>
              <a:tailEnd w="lg" len="lg"/>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GB" sz="2800" dirty="0"/>
                <a:t>delete</a:t>
              </a:r>
              <a:endParaRPr lang="en-GB" sz="3200" dirty="0"/>
            </a:p>
          </p:txBody>
        </p:sp>
        <p:cxnSp>
          <p:nvCxnSpPr>
            <p:cNvPr id="20" name="Straight Arrow Connector 19">
              <a:extLst>
                <a:ext uri="{FF2B5EF4-FFF2-40B4-BE49-F238E27FC236}">
                  <a16:creationId xmlns:a16="http://schemas.microsoft.com/office/drawing/2014/main" id="{4F7D1DF8-E4A3-503E-0374-FCBF7ED62765}"/>
                </a:ext>
              </a:extLst>
            </p:cNvPr>
            <p:cNvCxnSpPr>
              <a:stCxn id="5" idx="3"/>
              <a:endCxn id="7" idx="1"/>
            </p:cNvCxnSpPr>
            <p:nvPr/>
          </p:nvCxnSpPr>
          <p:spPr>
            <a:xfrm flipV="1">
              <a:off x="3337956" y="3526156"/>
              <a:ext cx="2009095" cy="636196"/>
            </a:xfrm>
            <a:prstGeom prst="curvedConnector3">
              <a:avLst>
                <a:gd name="adj1" fmla="val 55961"/>
              </a:avLst>
            </a:prstGeom>
            <a:ln w="38100">
              <a:solidFill>
                <a:srgbClr val="00B050"/>
              </a:solidFill>
              <a:headEnd w="lg" len="lg"/>
              <a:tailEnd type="triangle" w="lg" len="lg"/>
            </a:ln>
          </p:spPr>
          <p:style>
            <a:lnRef idx="1">
              <a:schemeClr val="accent1"/>
            </a:lnRef>
            <a:fillRef idx="0">
              <a:schemeClr val="accent1"/>
            </a:fillRef>
            <a:effectRef idx="0">
              <a:schemeClr val="accent1"/>
            </a:effectRef>
            <a:fontRef idx="minor">
              <a:schemeClr val="tx1"/>
            </a:fontRef>
          </p:style>
        </p:cxnSp>
        <p:cxnSp>
          <p:nvCxnSpPr>
            <p:cNvPr id="28" name="Straight Arrow Connector 27">
              <a:extLst>
                <a:ext uri="{FF2B5EF4-FFF2-40B4-BE49-F238E27FC236}">
                  <a16:creationId xmlns:a16="http://schemas.microsoft.com/office/drawing/2014/main" id="{A565C2C7-1437-CDF9-79D7-B4B948E7344B}"/>
                </a:ext>
              </a:extLst>
            </p:cNvPr>
            <p:cNvCxnSpPr>
              <a:cxnSpLocks/>
              <a:stCxn id="7" idx="3"/>
              <a:endCxn id="6" idx="1"/>
            </p:cNvCxnSpPr>
            <p:nvPr/>
          </p:nvCxnSpPr>
          <p:spPr>
            <a:xfrm>
              <a:off x="6859051" y="3526156"/>
              <a:ext cx="1994993" cy="636196"/>
            </a:xfrm>
            <a:prstGeom prst="curvedConnector3">
              <a:avLst>
                <a:gd name="adj1" fmla="val 42361"/>
              </a:avLst>
            </a:prstGeom>
            <a:ln w="38100">
              <a:solidFill>
                <a:srgbClr val="00B050"/>
              </a:solidFill>
              <a:headEnd w="lg" len="lg"/>
              <a:tailEnd type="triangle" w="lg" len="lg"/>
            </a:ln>
          </p:spPr>
          <p:style>
            <a:lnRef idx="1">
              <a:schemeClr val="accent1"/>
            </a:lnRef>
            <a:fillRef idx="0">
              <a:schemeClr val="accent1"/>
            </a:fillRef>
            <a:effectRef idx="0">
              <a:schemeClr val="accent1"/>
            </a:effectRef>
            <a:fontRef idx="minor">
              <a:schemeClr val="tx1"/>
            </a:fontRef>
          </p:style>
        </p:cxnSp>
      </p:grpSp>
      <p:grpSp>
        <p:nvGrpSpPr>
          <p:cNvPr id="25" name="Group 24">
            <a:extLst>
              <a:ext uri="{FF2B5EF4-FFF2-40B4-BE49-F238E27FC236}">
                <a16:creationId xmlns:a16="http://schemas.microsoft.com/office/drawing/2014/main" id="{68B0E13C-CEB3-A7D3-148D-B9FFE8D85E8B}"/>
              </a:ext>
            </a:extLst>
          </p:cNvPr>
          <p:cNvGrpSpPr/>
          <p:nvPr/>
        </p:nvGrpSpPr>
        <p:grpSpPr>
          <a:xfrm>
            <a:off x="3337956" y="4171751"/>
            <a:ext cx="1936044" cy="1420063"/>
            <a:chOff x="3337956" y="4162352"/>
            <a:chExt cx="1936044" cy="1420063"/>
          </a:xfrm>
        </p:grpSpPr>
        <p:sp>
          <p:nvSpPr>
            <p:cNvPr id="27" name="Rectangle: Rounded Corners 26">
              <a:extLst>
                <a:ext uri="{FF2B5EF4-FFF2-40B4-BE49-F238E27FC236}">
                  <a16:creationId xmlns:a16="http://schemas.microsoft.com/office/drawing/2014/main" id="{70A37FAF-9873-9764-3992-64B49B6583CC}"/>
                </a:ext>
              </a:extLst>
            </p:cNvPr>
            <p:cNvSpPr/>
            <p:nvPr/>
          </p:nvSpPr>
          <p:spPr>
            <a:xfrm>
              <a:off x="3762000" y="5078415"/>
              <a:ext cx="1512000" cy="504000"/>
            </a:xfrm>
            <a:prstGeom prst="roundRect">
              <a:avLst/>
            </a:prstGeom>
            <a:ln>
              <a:headEnd w="lg" len="lg"/>
              <a:tailEnd w="lg" len="lg"/>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GB" sz="2800" dirty="0"/>
                <a:t>calculate</a:t>
              </a:r>
              <a:endParaRPr lang="en-GB" sz="3200" dirty="0"/>
            </a:p>
          </p:txBody>
        </p:sp>
        <p:cxnSp>
          <p:nvCxnSpPr>
            <p:cNvPr id="29" name="Straight Arrow Connector 19">
              <a:extLst>
                <a:ext uri="{FF2B5EF4-FFF2-40B4-BE49-F238E27FC236}">
                  <a16:creationId xmlns:a16="http://schemas.microsoft.com/office/drawing/2014/main" id="{B1F99470-FEDA-C024-77D3-069C838DAA7A}"/>
                </a:ext>
              </a:extLst>
            </p:cNvPr>
            <p:cNvCxnSpPr>
              <a:cxnSpLocks/>
              <a:stCxn id="5" idx="3"/>
              <a:endCxn id="27" idx="1"/>
            </p:cNvCxnSpPr>
            <p:nvPr/>
          </p:nvCxnSpPr>
          <p:spPr>
            <a:xfrm>
              <a:off x="3337956" y="4162352"/>
              <a:ext cx="424044" cy="1177462"/>
            </a:xfrm>
            <a:prstGeom prst="curvedConnector3">
              <a:avLst>
                <a:gd name="adj1" fmla="val 50000"/>
              </a:avLst>
            </a:prstGeom>
            <a:ln w="38100">
              <a:solidFill>
                <a:srgbClr val="7030A0"/>
              </a:solidFill>
              <a:headEnd w="lg" len="lg"/>
              <a:tailEnd type="triangle" w="lg" len="lg"/>
            </a:ln>
          </p:spPr>
          <p:style>
            <a:lnRef idx="1">
              <a:schemeClr val="accent1"/>
            </a:lnRef>
            <a:fillRef idx="0">
              <a:schemeClr val="accent1"/>
            </a:fillRef>
            <a:effectRef idx="0">
              <a:schemeClr val="accent1"/>
            </a:effectRef>
            <a:fontRef idx="minor">
              <a:schemeClr val="tx1"/>
            </a:fontRef>
          </p:style>
        </p:cxnSp>
      </p:grpSp>
      <p:grpSp>
        <p:nvGrpSpPr>
          <p:cNvPr id="127" name="Group 126">
            <a:extLst>
              <a:ext uri="{FF2B5EF4-FFF2-40B4-BE49-F238E27FC236}">
                <a16:creationId xmlns:a16="http://schemas.microsoft.com/office/drawing/2014/main" id="{F6547C50-9811-10B8-7ECB-D28C02BE3197}"/>
              </a:ext>
            </a:extLst>
          </p:cNvPr>
          <p:cNvGrpSpPr/>
          <p:nvPr/>
        </p:nvGrpSpPr>
        <p:grpSpPr>
          <a:xfrm>
            <a:off x="5274000" y="4075333"/>
            <a:ext cx="3580044" cy="1264481"/>
            <a:chOff x="5274000" y="4075333"/>
            <a:chExt cx="3580044" cy="1264481"/>
          </a:xfrm>
        </p:grpSpPr>
        <p:sp>
          <p:nvSpPr>
            <p:cNvPr id="46" name="Rectangle: Rounded Corners 45">
              <a:extLst>
                <a:ext uri="{FF2B5EF4-FFF2-40B4-BE49-F238E27FC236}">
                  <a16:creationId xmlns:a16="http://schemas.microsoft.com/office/drawing/2014/main" id="{6345A6F8-1147-55DC-3291-E6D69D881649}"/>
                </a:ext>
              </a:extLst>
            </p:cNvPr>
            <p:cNvSpPr/>
            <p:nvPr/>
          </p:nvSpPr>
          <p:spPr>
            <a:xfrm>
              <a:off x="6165000" y="4075333"/>
              <a:ext cx="1440000" cy="360000"/>
            </a:xfrm>
            <a:prstGeom prst="roundRect">
              <a:avLst/>
            </a:prstGeom>
            <a:ln>
              <a:headEnd w="lg" len="lg"/>
              <a:tailEnd w="lg" len="lg"/>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GB" sz="2000" dirty="0"/>
                <a:t>minimum</a:t>
              </a:r>
              <a:endParaRPr lang="en-GB" sz="2800" dirty="0"/>
            </a:p>
          </p:txBody>
        </p:sp>
        <p:cxnSp>
          <p:nvCxnSpPr>
            <p:cNvPr id="75" name="Straight Arrow Connector 74">
              <a:extLst>
                <a:ext uri="{FF2B5EF4-FFF2-40B4-BE49-F238E27FC236}">
                  <a16:creationId xmlns:a16="http://schemas.microsoft.com/office/drawing/2014/main" id="{77272203-64C8-69E5-41BE-0EB0D0614B75}"/>
                </a:ext>
              </a:extLst>
            </p:cNvPr>
            <p:cNvCxnSpPr>
              <a:stCxn id="27" idx="3"/>
              <a:endCxn id="46" idx="1"/>
            </p:cNvCxnSpPr>
            <p:nvPr/>
          </p:nvCxnSpPr>
          <p:spPr>
            <a:xfrm flipV="1">
              <a:off x="5274000" y="4255333"/>
              <a:ext cx="891000" cy="1084481"/>
            </a:xfrm>
            <a:prstGeom prst="curvedConnector3">
              <a:avLst>
                <a:gd name="adj1" fmla="val 28620"/>
              </a:avLst>
            </a:prstGeom>
            <a:ln w="25400">
              <a:solidFill>
                <a:srgbClr val="7030A0"/>
              </a:solidFill>
              <a:headEnd w="lg" len="lg"/>
              <a:tailEnd type="triangle" w="lg" len="lg"/>
            </a:ln>
          </p:spPr>
          <p:style>
            <a:lnRef idx="1">
              <a:schemeClr val="accent1"/>
            </a:lnRef>
            <a:fillRef idx="0">
              <a:schemeClr val="accent1"/>
            </a:fillRef>
            <a:effectRef idx="0">
              <a:schemeClr val="accent1"/>
            </a:effectRef>
            <a:fontRef idx="minor">
              <a:schemeClr val="tx1"/>
            </a:fontRef>
          </p:style>
        </p:cxnSp>
        <p:cxnSp>
          <p:nvCxnSpPr>
            <p:cNvPr id="87" name="Straight Arrow Connector 86">
              <a:extLst>
                <a:ext uri="{FF2B5EF4-FFF2-40B4-BE49-F238E27FC236}">
                  <a16:creationId xmlns:a16="http://schemas.microsoft.com/office/drawing/2014/main" id="{DA115523-3D07-FD33-F85E-03AA0C5E60B4}"/>
                </a:ext>
              </a:extLst>
            </p:cNvPr>
            <p:cNvCxnSpPr>
              <a:stCxn id="46" idx="3"/>
              <a:endCxn id="6" idx="1"/>
            </p:cNvCxnSpPr>
            <p:nvPr/>
          </p:nvCxnSpPr>
          <p:spPr>
            <a:xfrm flipV="1">
              <a:off x="7605000" y="4162352"/>
              <a:ext cx="1249044" cy="92981"/>
            </a:xfrm>
            <a:prstGeom prst="curvedConnector3">
              <a:avLst>
                <a:gd name="adj1" fmla="val 50000"/>
              </a:avLst>
            </a:prstGeom>
            <a:ln w="25400">
              <a:solidFill>
                <a:srgbClr val="7030A0"/>
              </a:solidFill>
              <a:headEnd w="lg" len="lg"/>
              <a:tailEnd type="triangle" w="lg" len="lg"/>
            </a:ln>
          </p:spPr>
          <p:style>
            <a:lnRef idx="1">
              <a:schemeClr val="accent1"/>
            </a:lnRef>
            <a:fillRef idx="0">
              <a:schemeClr val="accent1"/>
            </a:fillRef>
            <a:effectRef idx="0">
              <a:schemeClr val="accent1"/>
            </a:effectRef>
            <a:fontRef idx="minor">
              <a:schemeClr val="tx1"/>
            </a:fontRef>
          </p:style>
        </p:cxnSp>
      </p:grpSp>
      <p:grpSp>
        <p:nvGrpSpPr>
          <p:cNvPr id="128" name="Group 127">
            <a:extLst>
              <a:ext uri="{FF2B5EF4-FFF2-40B4-BE49-F238E27FC236}">
                <a16:creationId xmlns:a16="http://schemas.microsoft.com/office/drawing/2014/main" id="{78EEB35E-235D-1279-021A-28057249D3EE}"/>
              </a:ext>
            </a:extLst>
          </p:cNvPr>
          <p:cNvGrpSpPr/>
          <p:nvPr/>
        </p:nvGrpSpPr>
        <p:grpSpPr>
          <a:xfrm>
            <a:off x="5274000" y="4162352"/>
            <a:ext cx="3580044" cy="1177462"/>
            <a:chOff x="5274000" y="4162352"/>
            <a:chExt cx="3580044" cy="1177462"/>
          </a:xfrm>
        </p:grpSpPr>
        <p:sp>
          <p:nvSpPr>
            <p:cNvPr id="61" name="Rectangle: Rounded Corners 60">
              <a:extLst>
                <a:ext uri="{FF2B5EF4-FFF2-40B4-BE49-F238E27FC236}">
                  <a16:creationId xmlns:a16="http://schemas.microsoft.com/office/drawing/2014/main" id="{D29C9A3C-0C3E-30F3-54DF-52F56D00291F}"/>
                </a:ext>
              </a:extLst>
            </p:cNvPr>
            <p:cNvSpPr/>
            <p:nvPr/>
          </p:nvSpPr>
          <p:spPr>
            <a:xfrm>
              <a:off x="6165000" y="4527722"/>
              <a:ext cx="1440000" cy="360000"/>
            </a:xfrm>
            <a:prstGeom prst="roundRect">
              <a:avLst/>
            </a:prstGeom>
            <a:ln>
              <a:headEnd w="lg" len="lg"/>
              <a:tailEnd w="lg" len="lg"/>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GB" sz="2000" dirty="0"/>
                <a:t>maximum</a:t>
              </a:r>
              <a:endParaRPr lang="en-GB" sz="2800" dirty="0"/>
            </a:p>
          </p:txBody>
        </p:sp>
        <p:cxnSp>
          <p:nvCxnSpPr>
            <p:cNvPr id="77" name="Straight Arrow Connector 76">
              <a:extLst>
                <a:ext uri="{FF2B5EF4-FFF2-40B4-BE49-F238E27FC236}">
                  <a16:creationId xmlns:a16="http://schemas.microsoft.com/office/drawing/2014/main" id="{7020987A-A955-CAC4-E30D-3EACCC8734A5}"/>
                </a:ext>
              </a:extLst>
            </p:cNvPr>
            <p:cNvCxnSpPr>
              <a:stCxn id="27" idx="3"/>
              <a:endCxn id="61" idx="1"/>
            </p:cNvCxnSpPr>
            <p:nvPr/>
          </p:nvCxnSpPr>
          <p:spPr>
            <a:xfrm flipV="1">
              <a:off x="5274000" y="4707722"/>
              <a:ext cx="891000" cy="632092"/>
            </a:xfrm>
            <a:prstGeom prst="curvedConnector3">
              <a:avLst>
                <a:gd name="adj1" fmla="val 37172"/>
              </a:avLst>
            </a:prstGeom>
            <a:ln w="25400">
              <a:solidFill>
                <a:srgbClr val="7030A0"/>
              </a:solidFill>
              <a:headEnd w="lg" len="lg"/>
              <a:tailEnd type="triangle" w="lg" len="lg"/>
            </a:ln>
          </p:spPr>
          <p:style>
            <a:lnRef idx="1">
              <a:schemeClr val="accent1"/>
            </a:lnRef>
            <a:fillRef idx="0">
              <a:schemeClr val="accent1"/>
            </a:fillRef>
            <a:effectRef idx="0">
              <a:schemeClr val="accent1"/>
            </a:effectRef>
            <a:fontRef idx="minor">
              <a:schemeClr val="tx1"/>
            </a:fontRef>
          </p:style>
        </p:cxnSp>
        <p:cxnSp>
          <p:nvCxnSpPr>
            <p:cNvPr id="89" name="Straight Arrow Connector 88">
              <a:extLst>
                <a:ext uri="{FF2B5EF4-FFF2-40B4-BE49-F238E27FC236}">
                  <a16:creationId xmlns:a16="http://schemas.microsoft.com/office/drawing/2014/main" id="{10E8EAF6-8B17-ADB8-25CA-65C3E624ABD4}"/>
                </a:ext>
              </a:extLst>
            </p:cNvPr>
            <p:cNvCxnSpPr>
              <a:cxnSpLocks/>
              <a:stCxn id="61" idx="3"/>
              <a:endCxn id="6" idx="1"/>
            </p:cNvCxnSpPr>
            <p:nvPr/>
          </p:nvCxnSpPr>
          <p:spPr>
            <a:xfrm flipV="1">
              <a:off x="7605000" y="4162352"/>
              <a:ext cx="1249044" cy="545370"/>
            </a:xfrm>
            <a:prstGeom prst="curvedConnector3">
              <a:avLst>
                <a:gd name="adj1" fmla="val 56101"/>
              </a:avLst>
            </a:prstGeom>
            <a:ln w="25400">
              <a:solidFill>
                <a:srgbClr val="7030A0"/>
              </a:solidFill>
              <a:headEnd w="lg" len="lg"/>
              <a:tailEnd type="triangle" w="lg" len="lg"/>
            </a:ln>
          </p:spPr>
          <p:style>
            <a:lnRef idx="1">
              <a:schemeClr val="accent1"/>
            </a:lnRef>
            <a:fillRef idx="0">
              <a:schemeClr val="accent1"/>
            </a:fillRef>
            <a:effectRef idx="0">
              <a:schemeClr val="accent1"/>
            </a:effectRef>
            <a:fontRef idx="minor">
              <a:schemeClr val="tx1"/>
            </a:fontRef>
          </p:style>
        </p:cxnSp>
      </p:grpSp>
      <p:grpSp>
        <p:nvGrpSpPr>
          <p:cNvPr id="129" name="Group 128">
            <a:extLst>
              <a:ext uri="{FF2B5EF4-FFF2-40B4-BE49-F238E27FC236}">
                <a16:creationId xmlns:a16="http://schemas.microsoft.com/office/drawing/2014/main" id="{B6E30357-2C36-789F-C890-DCBAEC0D183B}"/>
              </a:ext>
            </a:extLst>
          </p:cNvPr>
          <p:cNvGrpSpPr/>
          <p:nvPr/>
        </p:nvGrpSpPr>
        <p:grpSpPr>
          <a:xfrm>
            <a:off x="5274000" y="4162352"/>
            <a:ext cx="3580044" cy="1177759"/>
            <a:chOff x="5274000" y="4162352"/>
            <a:chExt cx="3580044" cy="1177759"/>
          </a:xfrm>
        </p:grpSpPr>
        <p:sp>
          <p:nvSpPr>
            <p:cNvPr id="62" name="Rectangle: Rounded Corners 61">
              <a:extLst>
                <a:ext uri="{FF2B5EF4-FFF2-40B4-BE49-F238E27FC236}">
                  <a16:creationId xmlns:a16="http://schemas.microsoft.com/office/drawing/2014/main" id="{53975BEA-E5AB-264C-95E5-E73594689627}"/>
                </a:ext>
              </a:extLst>
            </p:cNvPr>
            <p:cNvSpPr/>
            <p:nvPr/>
          </p:nvSpPr>
          <p:spPr>
            <a:xfrm>
              <a:off x="6165000" y="4980111"/>
              <a:ext cx="1440000" cy="360000"/>
            </a:xfrm>
            <a:prstGeom prst="roundRect">
              <a:avLst/>
            </a:prstGeom>
            <a:ln>
              <a:headEnd w="lg" len="lg"/>
              <a:tailEnd w="lg" len="lg"/>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GB" sz="2000" dirty="0"/>
                <a:t>average</a:t>
              </a:r>
              <a:endParaRPr lang="en-GB" sz="2800" dirty="0"/>
            </a:p>
          </p:txBody>
        </p:sp>
        <p:cxnSp>
          <p:nvCxnSpPr>
            <p:cNvPr id="79" name="Straight Arrow Connector 78">
              <a:extLst>
                <a:ext uri="{FF2B5EF4-FFF2-40B4-BE49-F238E27FC236}">
                  <a16:creationId xmlns:a16="http://schemas.microsoft.com/office/drawing/2014/main" id="{456E1B85-B492-AE19-AE4F-2F3D31420D5D}"/>
                </a:ext>
              </a:extLst>
            </p:cNvPr>
            <p:cNvCxnSpPr>
              <a:stCxn id="27" idx="3"/>
              <a:endCxn id="62" idx="1"/>
            </p:cNvCxnSpPr>
            <p:nvPr/>
          </p:nvCxnSpPr>
          <p:spPr>
            <a:xfrm flipV="1">
              <a:off x="5274000" y="5160111"/>
              <a:ext cx="891000" cy="179703"/>
            </a:xfrm>
            <a:prstGeom prst="curvedConnector3">
              <a:avLst>
                <a:gd name="adj1" fmla="val 50000"/>
              </a:avLst>
            </a:prstGeom>
            <a:ln w="25400">
              <a:solidFill>
                <a:srgbClr val="7030A0"/>
              </a:solidFill>
              <a:headEnd w="lg" len="lg"/>
              <a:tailEnd type="triangle" w="lg" len="lg"/>
            </a:ln>
          </p:spPr>
          <p:style>
            <a:lnRef idx="1">
              <a:schemeClr val="accent1"/>
            </a:lnRef>
            <a:fillRef idx="0">
              <a:schemeClr val="accent1"/>
            </a:fillRef>
            <a:effectRef idx="0">
              <a:schemeClr val="accent1"/>
            </a:effectRef>
            <a:fontRef idx="minor">
              <a:schemeClr val="tx1"/>
            </a:fontRef>
          </p:style>
        </p:cxnSp>
        <p:cxnSp>
          <p:nvCxnSpPr>
            <p:cNvPr id="91" name="Straight Arrow Connector 90">
              <a:extLst>
                <a:ext uri="{FF2B5EF4-FFF2-40B4-BE49-F238E27FC236}">
                  <a16:creationId xmlns:a16="http://schemas.microsoft.com/office/drawing/2014/main" id="{DBA16938-7203-3C0C-8090-F49009B95662}"/>
                </a:ext>
              </a:extLst>
            </p:cNvPr>
            <p:cNvCxnSpPr>
              <a:stCxn id="62" idx="3"/>
              <a:endCxn id="6" idx="1"/>
            </p:cNvCxnSpPr>
            <p:nvPr/>
          </p:nvCxnSpPr>
          <p:spPr>
            <a:xfrm flipV="1">
              <a:off x="7605000" y="4162352"/>
              <a:ext cx="1249044" cy="997759"/>
            </a:xfrm>
            <a:prstGeom prst="curvedConnector3">
              <a:avLst>
                <a:gd name="adj1" fmla="val 57626"/>
              </a:avLst>
            </a:prstGeom>
            <a:ln w="25400">
              <a:solidFill>
                <a:srgbClr val="7030A0"/>
              </a:solidFill>
              <a:headEnd w="lg" len="lg"/>
              <a:tailEnd type="triangle" w="lg" len="lg"/>
            </a:ln>
          </p:spPr>
          <p:style>
            <a:lnRef idx="1">
              <a:schemeClr val="accent1"/>
            </a:lnRef>
            <a:fillRef idx="0">
              <a:schemeClr val="accent1"/>
            </a:fillRef>
            <a:effectRef idx="0">
              <a:schemeClr val="accent1"/>
            </a:effectRef>
            <a:fontRef idx="minor">
              <a:schemeClr val="tx1"/>
            </a:fontRef>
          </p:style>
        </p:cxnSp>
      </p:grpSp>
      <p:grpSp>
        <p:nvGrpSpPr>
          <p:cNvPr id="130" name="Group 129">
            <a:extLst>
              <a:ext uri="{FF2B5EF4-FFF2-40B4-BE49-F238E27FC236}">
                <a16:creationId xmlns:a16="http://schemas.microsoft.com/office/drawing/2014/main" id="{2035D8E5-D794-C884-4F38-E1E7336167FC}"/>
              </a:ext>
            </a:extLst>
          </p:cNvPr>
          <p:cNvGrpSpPr/>
          <p:nvPr/>
        </p:nvGrpSpPr>
        <p:grpSpPr>
          <a:xfrm>
            <a:off x="5274000" y="4162352"/>
            <a:ext cx="3580044" cy="1630148"/>
            <a:chOff x="5274000" y="4162352"/>
            <a:chExt cx="3580044" cy="1630148"/>
          </a:xfrm>
        </p:grpSpPr>
        <p:sp>
          <p:nvSpPr>
            <p:cNvPr id="63" name="Rectangle: Rounded Corners 62">
              <a:extLst>
                <a:ext uri="{FF2B5EF4-FFF2-40B4-BE49-F238E27FC236}">
                  <a16:creationId xmlns:a16="http://schemas.microsoft.com/office/drawing/2014/main" id="{4AA3D285-404E-F355-2A5B-EF0C44E02783}"/>
                </a:ext>
              </a:extLst>
            </p:cNvPr>
            <p:cNvSpPr/>
            <p:nvPr/>
          </p:nvSpPr>
          <p:spPr>
            <a:xfrm>
              <a:off x="6165000" y="5432500"/>
              <a:ext cx="1440000" cy="360000"/>
            </a:xfrm>
            <a:prstGeom prst="roundRect">
              <a:avLst/>
            </a:prstGeom>
            <a:ln>
              <a:headEnd w="lg" len="lg"/>
              <a:tailEnd w="lg" len="lg"/>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GB" sz="2000" dirty="0"/>
                <a:t>number of</a:t>
              </a:r>
              <a:endParaRPr lang="en-GB" sz="2800" dirty="0"/>
            </a:p>
          </p:txBody>
        </p:sp>
        <p:cxnSp>
          <p:nvCxnSpPr>
            <p:cNvPr id="81" name="Straight Arrow Connector 80">
              <a:extLst>
                <a:ext uri="{FF2B5EF4-FFF2-40B4-BE49-F238E27FC236}">
                  <a16:creationId xmlns:a16="http://schemas.microsoft.com/office/drawing/2014/main" id="{EBCD4DC0-43B5-AB3E-672A-C412B16C731D}"/>
                </a:ext>
              </a:extLst>
            </p:cNvPr>
            <p:cNvCxnSpPr>
              <a:stCxn id="27" idx="3"/>
              <a:endCxn id="63" idx="1"/>
            </p:cNvCxnSpPr>
            <p:nvPr/>
          </p:nvCxnSpPr>
          <p:spPr>
            <a:xfrm>
              <a:off x="5274000" y="5339814"/>
              <a:ext cx="891000" cy="272686"/>
            </a:xfrm>
            <a:prstGeom prst="curvedConnector3">
              <a:avLst>
                <a:gd name="adj1" fmla="val 50000"/>
              </a:avLst>
            </a:prstGeom>
            <a:ln w="25400">
              <a:solidFill>
                <a:srgbClr val="7030A0"/>
              </a:solidFill>
              <a:headEnd w="lg" len="lg"/>
              <a:tailEnd type="triangle" w="lg" len="lg"/>
            </a:ln>
          </p:spPr>
          <p:style>
            <a:lnRef idx="1">
              <a:schemeClr val="accent1"/>
            </a:lnRef>
            <a:fillRef idx="0">
              <a:schemeClr val="accent1"/>
            </a:fillRef>
            <a:effectRef idx="0">
              <a:schemeClr val="accent1"/>
            </a:effectRef>
            <a:fontRef idx="minor">
              <a:schemeClr val="tx1"/>
            </a:fontRef>
          </p:style>
        </p:cxnSp>
        <p:cxnSp>
          <p:nvCxnSpPr>
            <p:cNvPr id="93" name="Straight Arrow Connector 92">
              <a:extLst>
                <a:ext uri="{FF2B5EF4-FFF2-40B4-BE49-F238E27FC236}">
                  <a16:creationId xmlns:a16="http://schemas.microsoft.com/office/drawing/2014/main" id="{A884B71A-CF20-3F7C-DFC9-AF723C1087BD}"/>
                </a:ext>
              </a:extLst>
            </p:cNvPr>
            <p:cNvCxnSpPr>
              <a:stCxn id="63" idx="3"/>
              <a:endCxn id="6" idx="1"/>
            </p:cNvCxnSpPr>
            <p:nvPr/>
          </p:nvCxnSpPr>
          <p:spPr>
            <a:xfrm flipV="1">
              <a:off x="7605000" y="4162352"/>
              <a:ext cx="1249044" cy="1450148"/>
            </a:xfrm>
            <a:prstGeom prst="curvedConnector3">
              <a:avLst>
                <a:gd name="adj1" fmla="val 62710"/>
              </a:avLst>
            </a:prstGeom>
            <a:ln w="25400">
              <a:solidFill>
                <a:srgbClr val="7030A0"/>
              </a:solidFill>
              <a:headEnd w="lg" len="lg"/>
              <a:tailEnd type="triangle" w="lg" len="lg"/>
            </a:ln>
          </p:spPr>
          <p:style>
            <a:lnRef idx="1">
              <a:schemeClr val="accent1"/>
            </a:lnRef>
            <a:fillRef idx="0">
              <a:schemeClr val="accent1"/>
            </a:fillRef>
            <a:effectRef idx="0">
              <a:schemeClr val="accent1"/>
            </a:effectRef>
            <a:fontRef idx="minor">
              <a:schemeClr val="tx1"/>
            </a:fontRef>
          </p:style>
        </p:cxnSp>
      </p:grpSp>
      <p:grpSp>
        <p:nvGrpSpPr>
          <p:cNvPr id="131" name="Group 130">
            <a:extLst>
              <a:ext uri="{FF2B5EF4-FFF2-40B4-BE49-F238E27FC236}">
                <a16:creationId xmlns:a16="http://schemas.microsoft.com/office/drawing/2014/main" id="{CDA0C4E4-611C-BBDA-46CB-8356798A1C7B}"/>
              </a:ext>
            </a:extLst>
          </p:cNvPr>
          <p:cNvGrpSpPr/>
          <p:nvPr/>
        </p:nvGrpSpPr>
        <p:grpSpPr>
          <a:xfrm>
            <a:off x="5274000" y="4162352"/>
            <a:ext cx="3580044" cy="2082537"/>
            <a:chOff x="5274000" y="4162352"/>
            <a:chExt cx="3580044" cy="2082537"/>
          </a:xfrm>
        </p:grpSpPr>
        <p:sp>
          <p:nvSpPr>
            <p:cNvPr id="64" name="Rectangle: Rounded Corners 63">
              <a:extLst>
                <a:ext uri="{FF2B5EF4-FFF2-40B4-BE49-F238E27FC236}">
                  <a16:creationId xmlns:a16="http://schemas.microsoft.com/office/drawing/2014/main" id="{97B3155C-EF30-04C4-7517-CD5CB4C24262}"/>
                </a:ext>
              </a:extLst>
            </p:cNvPr>
            <p:cNvSpPr/>
            <p:nvPr/>
          </p:nvSpPr>
          <p:spPr>
            <a:xfrm>
              <a:off x="6165000" y="5884889"/>
              <a:ext cx="1440000" cy="360000"/>
            </a:xfrm>
            <a:prstGeom prst="roundRect">
              <a:avLst/>
            </a:prstGeom>
            <a:ln>
              <a:headEnd w="lg" len="lg"/>
              <a:tailEnd w="lg" len="lg"/>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GB" sz="2000" dirty="0"/>
                <a:t>total</a:t>
              </a:r>
              <a:endParaRPr lang="en-GB" sz="2800" dirty="0"/>
            </a:p>
          </p:txBody>
        </p:sp>
        <p:cxnSp>
          <p:nvCxnSpPr>
            <p:cNvPr id="83" name="Straight Arrow Connector 82">
              <a:extLst>
                <a:ext uri="{FF2B5EF4-FFF2-40B4-BE49-F238E27FC236}">
                  <a16:creationId xmlns:a16="http://schemas.microsoft.com/office/drawing/2014/main" id="{22050E1F-6DA8-D7E4-BA93-DAFA6A6549D8}"/>
                </a:ext>
              </a:extLst>
            </p:cNvPr>
            <p:cNvCxnSpPr>
              <a:stCxn id="27" idx="3"/>
              <a:endCxn id="64" idx="1"/>
            </p:cNvCxnSpPr>
            <p:nvPr/>
          </p:nvCxnSpPr>
          <p:spPr>
            <a:xfrm>
              <a:off x="5274000" y="5339814"/>
              <a:ext cx="891000" cy="725075"/>
            </a:xfrm>
            <a:prstGeom prst="curvedConnector3">
              <a:avLst>
                <a:gd name="adj1" fmla="val 47149"/>
              </a:avLst>
            </a:prstGeom>
            <a:ln w="25400">
              <a:solidFill>
                <a:srgbClr val="7030A0"/>
              </a:solidFill>
              <a:headEnd w="lg" len="lg"/>
              <a:tailEnd type="triangle" w="lg" len="lg"/>
            </a:ln>
          </p:spPr>
          <p:style>
            <a:lnRef idx="1">
              <a:schemeClr val="accent1"/>
            </a:lnRef>
            <a:fillRef idx="0">
              <a:schemeClr val="accent1"/>
            </a:fillRef>
            <a:effectRef idx="0">
              <a:schemeClr val="accent1"/>
            </a:effectRef>
            <a:fontRef idx="minor">
              <a:schemeClr val="tx1"/>
            </a:fontRef>
          </p:style>
        </p:cxnSp>
        <p:cxnSp>
          <p:nvCxnSpPr>
            <p:cNvPr id="95" name="Straight Arrow Connector 94">
              <a:extLst>
                <a:ext uri="{FF2B5EF4-FFF2-40B4-BE49-F238E27FC236}">
                  <a16:creationId xmlns:a16="http://schemas.microsoft.com/office/drawing/2014/main" id="{4B9FE22B-8FC7-E8A0-90B4-924F612B38E7}"/>
                </a:ext>
              </a:extLst>
            </p:cNvPr>
            <p:cNvCxnSpPr>
              <a:stCxn id="64" idx="3"/>
              <a:endCxn id="6" idx="1"/>
            </p:cNvCxnSpPr>
            <p:nvPr/>
          </p:nvCxnSpPr>
          <p:spPr>
            <a:xfrm flipV="1">
              <a:off x="7605000" y="4162352"/>
              <a:ext cx="1249044" cy="1902537"/>
            </a:xfrm>
            <a:prstGeom prst="curvedConnector3">
              <a:avLst>
                <a:gd name="adj1" fmla="val 68302"/>
              </a:avLst>
            </a:prstGeom>
            <a:ln w="25400">
              <a:solidFill>
                <a:srgbClr val="7030A0"/>
              </a:solidFill>
              <a:headEnd w="lg" len="lg"/>
              <a:tailEnd type="triangle" w="lg" len="lg"/>
            </a:ln>
          </p:spPr>
          <p:style>
            <a:lnRef idx="1">
              <a:schemeClr val="accent1"/>
            </a:lnRef>
            <a:fillRef idx="0">
              <a:schemeClr val="accent1"/>
            </a:fillRef>
            <a:effectRef idx="0">
              <a:schemeClr val="accent1"/>
            </a:effectRef>
            <a:fontRef idx="minor">
              <a:schemeClr val="tx1"/>
            </a:fontRef>
          </p:style>
        </p:cxnSp>
      </p:grpSp>
      <p:grpSp>
        <p:nvGrpSpPr>
          <p:cNvPr id="132" name="Group 131">
            <a:extLst>
              <a:ext uri="{FF2B5EF4-FFF2-40B4-BE49-F238E27FC236}">
                <a16:creationId xmlns:a16="http://schemas.microsoft.com/office/drawing/2014/main" id="{4B04578F-D2C5-4B41-6BAC-8B5AB93F438A}"/>
              </a:ext>
            </a:extLst>
          </p:cNvPr>
          <p:cNvGrpSpPr/>
          <p:nvPr/>
        </p:nvGrpSpPr>
        <p:grpSpPr>
          <a:xfrm>
            <a:off x="5274000" y="4162352"/>
            <a:ext cx="3580044" cy="2534924"/>
            <a:chOff x="5274000" y="4162352"/>
            <a:chExt cx="3580044" cy="2534924"/>
          </a:xfrm>
        </p:grpSpPr>
        <p:sp>
          <p:nvSpPr>
            <p:cNvPr id="73" name="Rectangle: Rounded Corners 72">
              <a:extLst>
                <a:ext uri="{FF2B5EF4-FFF2-40B4-BE49-F238E27FC236}">
                  <a16:creationId xmlns:a16="http://schemas.microsoft.com/office/drawing/2014/main" id="{6BCE907D-1BC1-42F3-A5F7-ADEA0D81E628}"/>
                </a:ext>
              </a:extLst>
            </p:cNvPr>
            <p:cNvSpPr/>
            <p:nvPr/>
          </p:nvSpPr>
          <p:spPr>
            <a:xfrm>
              <a:off x="6165000" y="6337276"/>
              <a:ext cx="1440000" cy="360000"/>
            </a:xfrm>
            <a:prstGeom prst="roundRect">
              <a:avLst/>
            </a:prstGeom>
            <a:ln>
              <a:headEnd w="lg" len="lg"/>
              <a:tailEnd w="lg" len="lg"/>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GB" sz="2000" dirty="0"/>
                <a:t>formula</a:t>
              </a:r>
              <a:endParaRPr lang="en-GB" sz="2800" dirty="0"/>
            </a:p>
          </p:txBody>
        </p:sp>
        <p:cxnSp>
          <p:nvCxnSpPr>
            <p:cNvPr id="85" name="Straight Arrow Connector 84">
              <a:extLst>
                <a:ext uri="{FF2B5EF4-FFF2-40B4-BE49-F238E27FC236}">
                  <a16:creationId xmlns:a16="http://schemas.microsoft.com/office/drawing/2014/main" id="{53576EEC-F26B-2996-8D8F-485309FB2A82}"/>
                </a:ext>
              </a:extLst>
            </p:cNvPr>
            <p:cNvCxnSpPr>
              <a:stCxn id="27" idx="3"/>
              <a:endCxn id="73" idx="1"/>
            </p:cNvCxnSpPr>
            <p:nvPr/>
          </p:nvCxnSpPr>
          <p:spPr>
            <a:xfrm>
              <a:off x="5274000" y="5339814"/>
              <a:ext cx="891000" cy="1177462"/>
            </a:xfrm>
            <a:prstGeom prst="curvedConnector3">
              <a:avLst>
                <a:gd name="adj1" fmla="val 34321"/>
              </a:avLst>
            </a:prstGeom>
            <a:ln w="25400">
              <a:solidFill>
                <a:srgbClr val="7030A0"/>
              </a:solidFill>
              <a:headEnd w="lg" len="lg"/>
              <a:tailEnd type="triangle" w="lg" len="lg"/>
            </a:ln>
          </p:spPr>
          <p:style>
            <a:lnRef idx="1">
              <a:schemeClr val="accent1"/>
            </a:lnRef>
            <a:fillRef idx="0">
              <a:schemeClr val="accent1"/>
            </a:fillRef>
            <a:effectRef idx="0">
              <a:schemeClr val="accent1"/>
            </a:effectRef>
            <a:fontRef idx="minor">
              <a:schemeClr val="tx1"/>
            </a:fontRef>
          </p:style>
        </p:cxnSp>
        <p:cxnSp>
          <p:nvCxnSpPr>
            <p:cNvPr id="97" name="Straight Arrow Connector 96">
              <a:extLst>
                <a:ext uri="{FF2B5EF4-FFF2-40B4-BE49-F238E27FC236}">
                  <a16:creationId xmlns:a16="http://schemas.microsoft.com/office/drawing/2014/main" id="{12E15993-0C68-C291-F9E9-A5879FB5D831}"/>
                </a:ext>
              </a:extLst>
            </p:cNvPr>
            <p:cNvCxnSpPr>
              <a:stCxn id="73" idx="3"/>
              <a:endCxn id="6" idx="1"/>
            </p:cNvCxnSpPr>
            <p:nvPr/>
          </p:nvCxnSpPr>
          <p:spPr>
            <a:xfrm flipV="1">
              <a:off x="7605000" y="4162352"/>
              <a:ext cx="1249044" cy="2354924"/>
            </a:xfrm>
            <a:prstGeom prst="curvedConnector3">
              <a:avLst>
                <a:gd name="adj1" fmla="val 73386"/>
              </a:avLst>
            </a:prstGeom>
            <a:ln w="25400">
              <a:solidFill>
                <a:srgbClr val="7030A0"/>
              </a:solidFill>
              <a:headEnd w="lg" len="lg"/>
              <a:tailEnd type="triangle" w="lg" len="lg"/>
            </a:ln>
          </p:spPr>
          <p:style>
            <a:lnRef idx="1">
              <a:schemeClr val="accent1"/>
            </a:lnRef>
            <a:fillRef idx="0">
              <a:schemeClr val="accent1"/>
            </a:fillRef>
            <a:effectRef idx="0">
              <a:schemeClr val="accent1"/>
            </a:effectRef>
            <a:fontRef idx="minor">
              <a:schemeClr val="tx1"/>
            </a:fontRef>
          </p:style>
        </p:cxnSp>
      </p:grpSp>
      <p:sp>
        <p:nvSpPr>
          <p:cNvPr id="48" name="TextBox 47">
            <a:extLst>
              <a:ext uri="{FF2B5EF4-FFF2-40B4-BE49-F238E27FC236}">
                <a16:creationId xmlns:a16="http://schemas.microsoft.com/office/drawing/2014/main" id="{E299012B-36FF-4C40-BC4C-CA27CD69D30C}"/>
              </a:ext>
            </a:extLst>
          </p:cNvPr>
          <p:cNvSpPr txBox="1"/>
          <p:nvPr/>
        </p:nvSpPr>
        <p:spPr>
          <a:xfrm>
            <a:off x="10215120" y="5591814"/>
            <a:ext cx="1628652" cy="954107"/>
          </a:xfrm>
          <a:prstGeom prst="rect">
            <a:avLst/>
          </a:prstGeom>
          <a:noFill/>
        </p:spPr>
        <p:txBody>
          <a:bodyPr wrap="square">
            <a:spAutoFit/>
          </a:bodyPr>
          <a:lstStyle/>
          <a:p>
            <a:pPr algn="ctr"/>
            <a:r>
              <a:rPr lang="en-GB" sz="2800" dirty="0">
                <a:solidFill>
                  <a:srgbClr val="7030A0"/>
                </a:solidFill>
              </a:rPr>
              <a:t>Technical language</a:t>
            </a:r>
          </a:p>
        </p:txBody>
      </p:sp>
    </p:spTree>
    <p:extLst>
      <p:ext uri="{BB962C8B-B14F-4D97-AF65-F5344CB8AC3E}">
        <p14:creationId xmlns:p14="http://schemas.microsoft.com/office/powerpoint/2010/main" val="3347276238"/>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5"/>
                                        </p:tgtEl>
                                        <p:attrNameLst>
                                          <p:attrName>style.visibility</p:attrName>
                                        </p:attrNameLst>
                                      </p:cBhvr>
                                      <p:to>
                                        <p:strVal val="visible"/>
                                      </p:to>
                                    </p:set>
                                    <p:animEffect transition="in" filter="wipe(left)">
                                      <p:cBhvr>
                                        <p:cTn id="7" dur="1500"/>
                                        <p:tgtEl>
                                          <p:spTgt spid="5"/>
                                        </p:tgtEl>
                                      </p:cBhvr>
                                    </p:animEffect>
                                  </p:childTnLst>
                                </p:cTn>
                              </p:par>
                            </p:childTnLst>
                          </p:cTn>
                        </p:par>
                      </p:childTnLst>
                    </p:cTn>
                  </p:par>
                  <p:par>
                    <p:cTn id="8" fill="hold">
                      <p:stCondLst>
                        <p:cond delay="indefinite"/>
                      </p:stCondLst>
                      <p:childTnLst>
                        <p:par>
                          <p:cTn id="9" fill="hold">
                            <p:stCondLst>
                              <p:cond delay="0"/>
                            </p:stCondLst>
                            <p:childTnLst>
                              <p:par>
                                <p:cTn id="10" presetID="22" presetClass="entr" presetSubtype="8" fill="hold" grpId="0" nodeType="clickEffect">
                                  <p:stCondLst>
                                    <p:cond delay="0"/>
                                  </p:stCondLst>
                                  <p:childTnLst>
                                    <p:set>
                                      <p:cBhvr>
                                        <p:cTn id="11" dur="1" fill="hold">
                                          <p:stCondLst>
                                            <p:cond delay="0"/>
                                          </p:stCondLst>
                                        </p:cTn>
                                        <p:tgtEl>
                                          <p:spTgt spid="6"/>
                                        </p:tgtEl>
                                        <p:attrNameLst>
                                          <p:attrName>style.visibility</p:attrName>
                                        </p:attrNameLst>
                                      </p:cBhvr>
                                      <p:to>
                                        <p:strVal val="visible"/>
                                      </p:to>
                                    </p:set>
                                    <p:animEffect transition="in" filter="wipe(left)">
                                      <p:cBhvr>
                                        <p:cTn id="12" dur="1500"/>
                                        <p:tgtEl>
                                          <p:spTgt spid="6"/>
                                        </p:tgtEl>
                                      </p:cBhvr>
                                    </p:animEffect>
                                  </p:childTnLst>
                                </p:cTn>
                              </p:par>
                            </p:childTnLst>
                          </p:cTn>
                        </p:par>
                      </p:childTnLst>
                    </p:cTn>
                  </p:par>
                  <p:par>
                    <p:cTn id="13" fill="hold">
                      <p:stCondLst>
                        <p:cond delay="indefinite"/>
                      </p:stCondLst>
                      <p:childTnLst>
                        <p:par>
                          <p:cTn id="14" fill="hold">
                            <p:stCondLst>
                              <p:cond delay="0"/>
                            </p:stCondLst>
                            <p:childTnLst>
                              <p:par>
                                <p:cTn id="15" presetID="22" presetClass="entr" presetSubtype="8" fill="hold" nodeType="clickEffect">
                                  <p:stCondLst>
                                    <p:cond delay="0"/>
                                  </p:stCondLst>
                                  <p:childTnLst>
                                    <p:set>
                                      <p:cBhvr>
                                        <p:cTn id="16" dur="1" fill="hold">
                                          <p:stCondLst>
                                            <p:cond delay="0"/>
                                          </p:stCondLst>
                                        </p:cTn>
                                        <p:tgtEl>
                                          <p:spTgt spid="39"/>
                                        </p:tgtEl>
                                        <p:attrNameLst>
                                          <p:attrName>style.visibility</p:attrName>
                                        </p:attrNameLst>
                                      </p:cBhvr>
                                      <p:to>
                                        <p:strVal val="visible"/>
                                      </p:to>
                                    </p:set>
                                    <p:animEffect transition="in" filter="wipe(left)">
                                      <p:cBhvr>
                                        <p:cTn id="17" dur="3000"/>
                                        <p:tgtEl>
                                          <p:spTgt spid="39"/>
                                        </p:tgtEl>
                                      </p:cBhvr>
                                    </p:animEffect>
                                  </p:childTnLst>
                                </p:cTn>
                              </p:par>
                            </p:childTnLst>
                          </p:cTn>
                        </p:par>
                      </p:childTnLst>
                    </p:cTn>
                  </p:par>
                  <p:par>
                    <p:cTn id="18" fill="hold">
                      <p:stCondLst>
                        <p:cond delay="indefinite"/>
                      </p:stCondLst>
                      <p:childTnLst>
                        <p:par>
                          <p:cTn id="19" fill="hold">
                            <p:stCondLst>
                              <p:cond delay="0"/>
                            </p:stCondLst>
                            <p:childTnLst>
                              <p:par>
                                <p:cTn id="20" presetID="22" presetClass="entr" presetSubtype="8" fill="hold" nodeType="clickEffect">
                                  <p:stCondLst>
                                    <p:cond delay="0"/>
                                  </p:stCondLst>
                                  <p:childTnLst>
                                    <p:set>
                                      <p:cBhvr>
                                        <p:cTn id="21" dur="1" fill="hold">
                                          <p:stCondLst>
                                            <p:cond delay="0"/>
                                          </p:stCondLst>
                                        </p:cTn>
                                        <p:tgtEl>
                                          <p:spTgt spid="40"/>
                                        </p:tgtEl>
                                        <p:attrNameLst>
                                          <p:attrName>style.visibility</p:attrName>
                                        </p:attrNameLst>
                                      </p:cBhvr>
                                      <p:to>
                                        <p:strVal val="visible"/>
                                      </p:to>
                                    </p:set>
                                    <p:animEffect transition="in" filter="wipe(left)">
                                      <p:cBhvr>
                                        <p:cTn id="22" dur="3000"/>
                                        <p:tgtEl>
                                          <p:spTgt spid="40"/>
                                        </p:tgtEl>
                                      </p:cBhvr>
                                    </p:animEffect>
                                  </p:childTnLst>
                                </p:cTn>
                              </p:par>
                            </p:childTnLst>
                          </p:cTn>
                        </p:par>
                      </p:childTnLst>
                    </p:cTn>
                  </p:par>
                  <p:par>
                    <p:cTn id="23" fill="hold">
                      <p:stCondLst>
                        <p:cond delay="indefinite"/>
                      </p:stCondLst>
                      <p:childTnLst>
                        <p:par>
                          <p:cTn id="24" fill="hold">
                            <p:stCondLst>
                              <p:cond delay="0"/>
                            </p:stCondLst>
                            <p:childTnLst>
                              <p:par>
                                <p:cTn id="25" presetID="22" presetClass="entr" presetSubtype="8" fill="hold" nodeType="clickEffect">
                                  <p:stCondLst>
                                    <p:cond delay="0"/>
                                  </p:stCondLst>
                                  <p:childTnLst>
                                    <p:set>
                                      <p:cBhvr>
                                        <p:cTn id="26" dur="1" fill="hold">
                                          <p:stCondLst>
                                            <p:cond delay="0"/>
                                          </p:stCondLst>
                                        </p:cTn>
                                        <p:tgtEl>
                                          <p:spTgt spid="41"/>
                                        </p:tgtEl>
                                        <p:attrNameLst>
                                          <p:attrName>style.visibility</p:attrName>
                                        </p:attrNameLst>
                                      </p:cBhvr>
                                      <p:to>
                                        <p:strVal val="visible"/>
                                      </p:to>
                                    </p:set>
                                    <p:animEffect transition="in" filter="wipe(left)">
                                      <p:cBhvr>
                                        <p:cTn id="27" dur="3000"/>
                                        <p:tgtEl>
                                          <p:spTgt spid="41"/>
                                        </p:tgtEl>
                                      </p:cBhvr>
                                    </p:animEffect>
                                  </p:childTnLst>
                                </p:cTn>
                              </p:par>
                            </p:childTnLst>
                          </p:cTn>
                        </p:par>
                      </p:childTnLst>
                    </p:cTn>
                  </p:par>
                  <p:par>
                    <p:cTn id="28" fill="hold">
                      <p:stCondLst>
                        <p:cond delay="indefinite"/>
                      </p:stCondLst>
                      <p:childTnLst>
                        <p:par>
                          <p:cTn id="29" fill="hold">
                            <p:stCondLst>
                              <p:cond delay="0"/>
                            </p:stCondLst>
                            <p:childTnLst>
                              <p:par>
                                <p:cTn id="30" presetID="22" presetClass="entr" presetSubtype="8" fill="hold" nodeType="clickEffect">
                                  <p:stCondLst>
                                    <p:cond delay="0"/>
                                  </p:stCondLst>
                                  <p:childTnLst>
                                    <p:set>
                                      <p:cBhvr>
                                        <p:cTn id="31" dur="1" fill="hold">
                                          <p:stCondLst>
                                            <p:cond delay="0"/>
                                          </p:stCondLst>
                                        </p:cTn>
                                        <p:tgtEl>
                                          <p:spTgt spid="42"/>
                                        </p:tgtEl>
                                        <p:attrNameLst>
                                          <p:attrName>style.visibility</p:attrName>
                                        </p:attrNameLst>
                                      </p:cBhvr>
                                      <p:to>
                                        <p:strVal val="visible"/>
                                      </p:to>
                                    </p:set>
                                    <p:animEffect transition="in" filter="wipe(left)">
                                      <p:cBhvr>
                                        <p:cTn id="32" dur="3000"/>
                                        <p:tgtEl>
                                          <p:spTgt spid="42"/>
                                        </p:tgtEl>
                                      </p:cBhvr>
                                    </p:animEffect>
                                  </p:childTnLst>
                                </p:cTn>
                              </p:par>
                            </p:childTnLst>
                          </p:cTn>
                        </p:par>
                      </p:childTnLst>
                    </p:cTn>
                  </p:par>
                  <p:par>
                    <p:cTn id="33" fill="hold">
                      <p:stCondLst>
                        <p:cond delay="indefinite"/>
                      </p:stCondLst>
                      <p:childTnLst>
                        <p:par>
                          <p:cTn id="34" fill="hold">
                            <p:stCondLst>
                              <p:cond delay="0"/>
                            </p:stCondLst>
                            <p:childTnLst>
                              <p:par>
                                <p:cTn id="35" presetID="22" presetClass="entr" presetSubtype="8" fill="hold" nodeType="clickEffect">
                                  <p:stCondLst>
                                    <p:cond delay="0"/>
                                  </p:stCondLst>
                                  <p:childTnLst>
                                    <p:set>
                                      <p:cBhvr>
                                        <p:cTn id="36" dur="1" fill="hold">
                                          <p:stCondLst>
                                            <p:cond delay="0"/>
                                          </p:stCondLst>
                                        </p:cTn>
                                        <p:tgtEl>
                                          <p:spTgt spid="25"/>
                                        </p:tgtEl>
                                        <p:attrNameLst>
                                          <p:attrName>style.visibility</p:attrName>
                                        </p:attrNameLst>
                                      </p:cBhvr>
                                      <p:to>
                                        <p:strVal val="visible"/>
                                      </p:to>
                                    </p:set>
                                    <p:animEffect transition="in" filter="wipe(left)">
                                      <p:cBhvr>
                                        <p:cTn id="37" dur="1000"/>
                                        <p:tgtEl>
                                          <p:spTgt spid="25"/>
                                        </p:tgtEl>
                                      </p:cBhvr>
                                    </p:animEffect>
                                  </p:childTnLst>
                                </p:cTn>
                              </p:par>
                            </p:childTnLst>
                          </p:cTn>
                        </p:par>
                      </p:childTnLst>
                    </p:cTn>
                  </p:par>
                  <p:par>
                    <p:cTn id="38" fill="hold">
                      <p:stCondLst>
                        <p:cond delay="indefinite"/>
                      </p:stCondLst>
                      <p:childTnLst>
                        <p:par>
                          <p:cTn id="39" fill="hold">
                            <p:stCondLst>
                              <p:cond delay="0"/>
                            </p:stCondLst>
                            <p:childTnLst>
                              <p:par>
                                <p:cTn id="40" presetID="22" presetClass="entr" presetSubtype="8" fill="hold" nodeType="clickEffect">
                                  <p:stCondLst>
                                    <p:cond delay="0"/>
                                  </p:stCondLst>
                                  <p:childTnLst>
                                    <p:set>
                                      <p:cBhvr>
                                        <p:cTn id="41" dur="1" fill="hold">
                                          <p:stCondLst>
                                            <p:cond delay="0"/>
                                          </p:stCondLst>
                                        </p:cTn>
                                        <p:tgtEl>
                                          <p:spTgt spid="127"/>
                                        </p:tgtEl>
                                        <p:attrNameLst>
                                          <p:attrName>style.visibility</p:attrName>
                                        </p:attrNameLst>
                                      </p:cBhvr>
                                      <p:to>
                                        <p:strVal val="visible"/>
                                      </p:to>
                                    </p:set>
                                    <p:animEffect transition="in" filter="wipe(left)">
                                      <p:cBhvr>
                                        <p:cTn id="42" dur="2000"/>
                                        <p:tgtEl>
                                          <p:spTgt spid="127"/>
                                        </p:tgtEl>
                                      </p:cBhvr>
                                    </p:animEffect>
                                  </p:childTnLst>
                                </p:cTn>
                              </p:par>
                            </p:childTnLst>
                          </p:cTn>
                        </p:par>
                      </p:childTnLst>
                    </p:cTn>
                  </p:par>
                  <p:par>
                    <p:cTn id="43" fill="hold">
                      <p:stCondLst>
                        <p:cond delay="indefinite"/>
                      </p:stCondLst>
                      <p:childTnLst>
                        <p:par>
                          <p:cTn id="44" fill="hold">
                            <p:stCondLst>
                              <p:cond delay="0"/>
                            </p:stCondLst>
                            <p:childTnLst>
                              <p:par>
                                <p:cTn id="45" presetID="22" presetClass="entr" presetSubtype="8" fill="hold" nodeType="clickEffect">
                                  <p:stCondLst>
                                    <p:cond delay="0"/>
                                  </p:stCondLst>
                                  <p:childTnLst>
                                    <p:set>
                                      <p:cBhvr>
                                        <p:cTn id="46" dur="1" fill="hold">
                                          <p:stCondLst>
                                            <p:cond delay="0"/>
                                          </p:stCondLst>
                                        </p:cTn>
                                        <p:tgtEl>
                                          <p:spTgt spid="128"/>
                                        </p:tgtEl>
                                        <p:attrNameLst>
                                          <p:attrName>style.visibility</p:attrName>
                                        </p:attrNameLst>
                                      </p:cBhvr>
                                      <p:to>
                                        <p:strVal val="visible"/>
                                      </p:to>
                                    </p:set>
                                    <p:animEffect transition="in" filter="wipe(left)">
                                      <p:cBhvr>
                                        <p:cTn id="47" dur="2000"/>
                                        <p:tgtEl>
                                          <p:spTgt spid="128"/>
                                        </p:tgtEl>
                                      </p:cBhvr>
                                    </p:animEffect>
                                  </p:childTnLst>
                                </p:cTn>
                              </p:par>
                            </p:childTnLst>
                          </p:cTn>
                        </p:par>
                      </p:childTnLst>
                    </p:cTn>
                  </p:par>
                  <p:par>
                    <p:cTn id="48" fill="hold">
                      <p:stCondLst>
                        <p:cond delay="indefinite"/>
                      </p:stCondLst>
                      <p:childTnLst>
                        <p:par>
                          <p:cTn id="49" fill="hold">
                            <p:stCondLst>
                              <p:cond delay="0"/>
                            </p:stCondLst>
                            <p:childTnLst>
                              <p:par>
                                <p:cTn id="50" presetID="22" presetClass="entr" presetSubtype="8" fill="hold" nodeType="clickEffect">
                                  <p:stCondLst>
                                    <p:cond delay="0"/>
                                  </p:stCondLst>
                                  <p:childTnLst>
                                    <p:set>
                                      <p:cBhvr>
                                        <p:cTn id="51" dur="1" fill="hold">
                                          <p:stCondLst>
                                            <p:cond delay="0"/>
                                          </p:stCondLst>
                                        </p:cTn>
                                        <p:tgtEl>
                                          <p:spTgt spid="129"/>
                                        </p:tgtEl>
                                        <p:attrNameLst>
                                          <p:attrName>style.visibility</p:attrName>
                                        </p:attrNameLst>
                                      </p:cBhvr>
                                      <p:to>
                                        <p:strVal val="visible"/>
                                      </p:to>
                                    </p:set>
                                    <p:animEffect transition="in" filter="wipe(left)">
                                      <p:cBhvr>
                                        <p:cTn id="52" dur="2000"/>
                                        <p:tgtEl>
                                          <p:spTgt spid="129"/>
                                        </p:tgtEl>
                                      </p:cBhvr>
                                    </p:animEffect>
                                  </p:childTnLst>
                                </p:cTn>
                              </p:par>
                            </p:childTnLst>
                          </p:cTn>
                        </p:par>
                      </p:childTnLst>
                    </p:cTn>
                  </p:par>
                  <p:par>
                    <p:cTn id="53" fill="hold">
                      <p:stCondLst>
                        <p:cond delay="indefinite"/>
                      </p:stCondLst>
                      <p:childTnLst>
                        <p:par>
                          <p:cTn id="54" fill="hold">
                            <p:stCondLst>
                              <p:cond delay="0"/>
                            </p:stCondLst>
                            <p:childTnLst>
                              <p:par>
                                <p:cTn id="55" presetID="22" presetClass="entr" presetSubtype="8" fill="hold" nodeType="clickEffect">
                                  <p:stCondLst>
                                    <p:cond delay="0"/>
                                  </p:stCondLst>
                                  <p:childTnLst>
                                    <p:set>
                                      <p:cBhvr>
                                        <p:cTn id="56" dur="1" fill="hold">
                                          <p:stCondLst>
                                            <p:cond delay="0"/>
                                          </p:stCondLst>
                                        </p:cTn>
                                        <p:tgtEl>
                                          <p:spTgt spid="130"/>
                                        </p:tgtEl>
                                        <p:attrNameLst>
                                          <p:attrName>style.visibility</p:attrName>
                                        </p:attrNameLst>
                                      </p:cBhvr>
                                      <p:to>
                                        <p:strVal val="visible"/>
                                      </p:to>
                                    </p:set>
                                    <p:animEffect transition="in" filter="wipe(left)">
                                      <p:cBhvr>
                                        <p:cTn id="57" dur="2000"/>
                                        <p:tgtEl>
                                          <p:spTgt spid="130"/>
                                        </p:tgtEl>
                                      </p:cBhvr>
                                    </p:animEffect>
                                  </p:childTnLst>
                                </p:cTn>
                              </p:par>
                            </p:childTnLst>
                          </p:cTn>
                        </p:par>
                      </p:childTnLst>
                    </p:cTn>
                  </p:par>
                  <p:par>
                    <p:cTn id="58" fill="hold">
                      <p:stCondLst>
                        <p:cond delay="indefinite"/>
                      </p:stCondLst>
                      <p:childTnLst>
                        <p:par>
                          <p:cTn id="59" fill="hold">
                            <p:stCondLst>
                              <p:cond delay="0"/>
                            </p:stCondLst>
                            <p:childTnLst>
                              <p:par>
                                <p:cTn id="60" presetID="22" presetClass="entr" presetSubtype="8" fill="hold" nodeType="clickEffect">
                                  <p:stCondLst>
                                    <p:cond delay="0"/>
                                  </p:stCondLst>
                                  <p:childTnLst>
                                    <p:set>
                                      <p:cBhvr>
                                        <p:cTn id="61" dur="1" fill="hold">
                                          <p:stCondLst>
                                            <p:cond delay="0"/>
                                          </p:stCondLst>
                                        </p:cTn>
                                        <p:tgtEl>
                                          <p:spTgt spid="131"/>
                                        </p:tgtEl>
                                        <p:attrNameLst>
                                          <p:attrName>style.visibility</p:attrName>
                                        </p:attrNameLst>
                                      </p:cBhvr>
                                      <p:to>
                                        <p:strVal val="visible"/>
                                      </p:to>
                                    </p:set>
                                    <p:animEffect transition="in" filter="wipe(left)">
                                      <p:cBhvr>
                                        <p:cTn id="62" dur="2000"/>
                                        <p:tgtEl>
                                          <p:spTgt spid="131"/>
                                        </p:tgtEl>
                                      </p:cBhvr>
                                    </p:animEffect>
                                  </p:childTnLst>
                                </p:cTn>
                              </p:par>
                            </p:childTnLst>
                          </p:cTn>
                        </p:par>
                      </p:childTnLst>
                    </p:cTn>
                  </p:par>
                  <p:par>
                    <p:cTn id="63" fill="hold">
                      <p:stCondLst>
                        <p:cond delay="indefinite"/>
                      </p:stCondLst>
                      <p:childTnLst>
                        <p:par>
                          <p:cTn id="64" fill="hold">
                            <p:stCondLst>
                              <p:cond delay="0"/>
                            </p:stCondLst>
                            <p:childTnLst>
                              <p:par>
                                <p:cTn id="65" presetID="22" presetClass="entr" presetSubtype="8" fill="hold" nodeType="clickEffect">
                                  <p:stCondLst>
                                    <p:cond delay="0"/>
                                  </p:stCondLst>
                                  <p:childTnLst>
                                    <p:set>
                                      <p:cBhvr>
                                        <p:cTn id="66" dur="1" fill="hold">
                                          <p:stCondLst>
                                            <p:cond delay="0"/>
                                          </p:stCondLst>
                                        </p:cTn>
                                        <p:tgtEl>
                                          <p:spTgt spid="132"/>
                                        </p:tgtEl>
                                        <p:attrNameLst>
                                          <p:attrName>style.visibility</p:attrName>
                                        </p:attrNameLst>
                                      </p:cBhvr>
                                      <p:to>
                                        <p:strVal val="visible"/>
                                      </p:to>
                                    </p:set>
                                    <p:animEffect transition="in" filter="wipe(left)">
                                      <p:cBhvr>
                                        <p:cTn id="67" dur="2000"/>
                                        <p:tgtEl>
                                          <p:spTgt spid="132"/>
                                        </p:tgtEl>
                                      </p:cBhvr>
                                    </p:animEffect>
                                  </p:childTnLst>
                                </p:cTn>
                              </p:par>
                            </p:childTnLst>
                          </p:cTn>
                        </p:par>
                      </p:childTnLst>
                    </p:cTn>
                  </p:par>
                  <p:par>
                    <p:cTn id="68" fill="hold">
                      <p:stCondLst>
                        <p:cond delay="indefinite"/>
                      </p:stCondLst>
                      <p:childTnLst>
                        <p:par>
                          <p:cTn id="69" fill="hold">
                            <p:stCondLst>
                              <p:cond delay="0"/>
                            </p:stCondLst>
                            <p:childTnLst>
                              <p:par>
                                <p:cTn id="70" presetID="22" presetClass="entr" presetSubtype="8" fill="hold" grpId="0" nodeType="clickEffect">
                                  <p:stCondLst>
                                    <p:cond delay="0"/>
                                  </p:stCondLst>
                                  <p:childTnLst>
                                    <p:set>
                                      <p:cBhvr>
                                        <p:cTn id="71" dur="1" fill="hold">
                                          <p:stCondLst>
                                            <p:cond delay="0"/>
                                          </p:stCondLst>
                                        </p:cTn>
                                        <p:tgtEl>
                                          <p:spTgt spid="48"/>
                                        </p:tgtEl>
                                        <p:attrNameLst>
                                          <p:attrName>style.visibility</p:attrName>
                                        </p:attrNameLst>
                                      </p:cBhvr>
                                      <p:to>
                                        <p:strVal val="visible"/>
                                      </p:to>
                                    </p:set>
                                    <p:animEffect transition="in" filter="wipe(left)">
                                      <p:cBhvr>
                                        <p:cTn id="72" dur="1500"/>
                                        <p:tgtEl>
                                          <p:spTgt spid="48"/>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 grpId="0" animBg="1"/>
      <p:bldP spid="6" grpId="0" animBg="1"/>
      <p:bldP spid="48" grpId="0"/>
    </p:bldLst>
  </p:timing>
</p:sld>
</file>

<file path=ppt/slides/slide78.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4" name="Title 3">
            <a:extLst>
              <a:ext uri="{FF2B5EF4-FFF2-40B4-BE49-F238E27FC236}">
                <a16:creationId xmlns:a16="http://schemas.microsoft.com/office/drawing/2014/main" id="{B3977BA9-5052-AEBB-63AE-9572018FCAC5}"/>
              </a:ext>
            </a:extLst>
          </p:cNvPr>
          <p:cNvSpPr>
            <a:spLocks noGrp="1"/>
          </p:cNvSpPr>
          <p:nvPr>
            <p:ph type="title"/>
          </p:nvPr>
        </p:nvSpPr>
        <p:spPr/>
        <p:txBody>
          <a:bodyPr/>
          <a:lstStyle/>
          <a:p>
            <a:r>
              <a:rPr lang="en-GB" dirty="0"/>
              <a:t>Functional Requirements</a:t>
            </a:r>
          </a:p>
        </p:txBody>
      </p:sp>
      <p:sp>
        <p:nvSpPr>
          <p:cNvPr id="5" name="Rectangle: Rounded Corners 4">
            <a:extLst>
              <a:ext uri="{FF2B5EF4-FFF2-40B4-BE49-F238E27FC236}">
                <a16:creationId xmlns:a16="http://schemas.microsoft.com/office/drawing/2014/main" id="{14D164DF-E92D-CBB7-F339-F11144806BD0}"/>
              </a:ext>
            </a:extLst>
          </p:cNvPr>
          <p:cNvSpPr/>
          <p:nvPr/>
        </p:nvSpPr>
        <p:spPr>
          <a:xfrm>
            <a:off x="349956" y="3442352"/>
            <a:ext cx="2988000" cy="1440000"/>
          </a:xfrm>
          <a:prstGeom prst="roundRect">
            <a:avLst/>
          </a:prstGeom>
          <a:noFill/>
          <a:ln w="38100"/>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sz="3200" dirty="0"/>
          </a:p>
        </p:txBody>
      </p:sp>
      <p:sp>
        <p:nvSpPr>
          <p:cNvPr id="6" name="Rectangle: Rounded Corners 5">
            <a:extLst>
              <a:ext uri="{FF2B5EF4-FFF2-40B4-BE49-F238E27FC236}">
                <a16:creationId xmlns:a16="http://schemas.microsoft.com/office/drawing/2014/main" id="{AAD69D90-28B7-7A05-046C-3A5212110F16}"/>
              </a:ext>
            </a:extLst>
          </p:cNvPr>
          <p:cNvSpPr/>
          <p:nvPr/>
        </p:nvSpPr>
        <p:spPr>
          <a:xfrm>
            <a:off x="8854044" y="3442352"/>
            <a:ext cx="2988000" cy="1440000"/>
          </a:xfrm>
          <a:prstGeom prst="roundRect">
            <a:avLst/>
          </a:prstGeom>
          <a:noFill/>
          <a:ln w="38100"/>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sz="3200" dirty="0"/>
          </a:p>
        </p:txBody>
      </p:sp>
      <p:grpSp>
        <p:nvGrpSpPr>
          <p:cNvPr id="39" name="Group 38">
            <a:extLst>
              <a:ext uri="{FF2B5EF4-FFF2-40B4-BE49-F238E27FC236}">
                <a16:creationId xmlns:a16="http://schemas.microsoft.com/office/drawing/2014/main" id="{99B7C9B5-1940-69D9-ED01-2BE6CFD0E7DF}"/>
              </a:ext>
            </a:extLst>
          </p:cNvPr>
          <p:cNvGrpSpPr/>
          <p:nvPr/>
        </p:nvGrpSpPr>
        <p:grpSpPr>
          <a:xfrm>
            <a:off x="3337956" y="1480462"/>
            <a:ext cx="5516088" cy="2681890"/>
            <a:chOff x="3337956" y="1480462"/>
            <a:chExt cx="5516088" cy="2681890"/>
          </a:xfrm>
        </p:grpSpPr>
        <p:sp>
          <p:nvSpPr>
            <p:cNvPr id="10" name="Rectangle: Rounded Corners 9">
              <a:extLst>
                <a:ext uri="{FF2B5EF4-FFF2-40B4-BE49-F238E27FC236}">
                  <a16:creationId xmlns:a16="http://schemas.microsoft.com/office/drawing/2014/main" id="{BFAC4B34-BF94-3A70-1101-76BA02F53E6D}"/>
                </a:ext>
              </a:extLst>
            </p:cNvPr>
            <p:cNvSpPr/>
            <p:nvPr/>
          </p:nvSpPr>
          <p:spPr>
            <a:xfrm>
              <a:off x="5340000" y="1480462"/>
              <a:ext cx="1512000" cy="504000"/>
            </a:xfrm>
            <a:prstGeom prst="roundRect">
              <a:avLst/>
            </a:prstGeom>
            <a:noFill/>
            <a:ln w="28575">
              <a:headEnd w="lg" len="lg"/>
              <a:tailEnd w="lg" len="lg"/>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sz="3200" dirty="0"/>
            </a:p>
          </p:txBody>
        </p:sp>
        <p:cxnSp>
          <p:nvCxnSpPr>
            <p:cNvPr id="13" name="Straight Arrow Connector 12">
              <a:extLst>
                <a:ext uri="{FF2B5EF4-FFF2-40B4-BE49-F238E27FC236}">
                  <a16:creationId xmlns:a16="http://schemas.microsoft.com/office/drawing/2014/main" id="{706068DC-3EE2-FCC1-B884-AD1137DF4DA6}"/>
                </a:ext>
              </a:extLst>
            </p:cNvPr>
            <p:cNvCxnSpPr>
              <a:stCxn id="5" idx="3"/>
              <a:endCxn id="10" idx="1"/>
            </p:cNvCxnSpPr>
            <p:nvPr/>
          </p:nvCxnSpPr>
          <p:spPr>
            <a:xfrm flipV="1">
              <a:off x="3337956" y="1732462"/>
              <a:ext cx="2002044" cy="2429890"/>
            </a:xfrm>
            <a:prstGeom prst="curvedConnector3">
              <a:avLst>
                <a:gd name="adj1" fmla="val 27707"/>
              </a:avLst>
            </a:prstGeom>
            <a:ln w="38100">
              <a:solidFill>
                <a:srgbClr val="FF0000"/>
              </a:solidFill>
              <a:headEnd w="lg" len="lg"/>
              <a:tailEnd type="triangle" w="lg" len="lg"/>
            </a:ln>
          </p:spPr>
          <p:style>
            <a:lnRef idx="1">
              <a:schemeClr val="accent1"/>
            </a:lnRef>
            <a:fillRef idx="0">
              <a:schemeClr val="accent1"/>
            </a:fillRef>
            <a:effectRef idx="0">
              <a:schemeClr val="accent1"/>
            </a:effectRef>
            <a:fontRef idx="minor">
              <a:schemeClr val="tx1"/>
            </a:fontRef>
          </p:style>
        </p:cxnSp>
        <p:cxnSp>
          <p:nvCxnSpPr>
            <p:cNvPr id="22" name="Straight Arrow Connector 21">
              <a:extLst>
                <a:ext uri="{FF2B5EF4-FFF2-40B4-BE49-F238E27FC236}">
                  <a16:creationId xmlns:a16="http://schemas.microsoft.com/office/drawing/2014/main" id="{20D5A7B2-B7AD-7D36-8EB1-D7BDBEFC1604}"/>
                </a:ext>
              </a:extLst>
            </p:cNvPr>
            <p:cNvCxnSpPr>
              <a:cxnSpLocks/>
              <a:stCxn id="10" idx="3"/>
              <a:endCxn id="6" idx="1"/>
            </p:cNvCxnSpPr>
            <p:nvPr/>
          </p:nvCxnSpPr>
          <p:spPr>
            <a:xfrm>
              <a:off x="6852000" y="1732462"/>
              <a:ext cx="2002044" cy="2429890"/>
            </a:xfrm>
            <a:prstGeom prst="curvedConnector3">
              <a:avLst>
                <a:gd name="adj1" fmla="val 73380"/>
              </a:avLst>
            </a:prstGeom>
            <a:ln w="38100">
              <a:solidFill>
                <a:srgbClr val="FF0000"/>
              </a:solidFill>
              <a:headEnd w="lg" len="lg"/>
              <a:tailEnd type="triangle" w="lg" len="lg"/>
            </a:ln>
          </p:spPr>
          <p:style>
            <a:lnRef idx="1">
              <a:schemeClr val="accent1"/>
            </a:lnRef>
            <a:fillRef idx="0">
              <a:schemeClr val="accent1"/>
            </a:fillRef>
            <a:effectRef idx="0">
              <a:schemeClr val="accent1"/>
            </a:effectRef>
            <a:fontRef idx="minor">
              <a:schemeClr val="tx1"/>
            </a:fontRef>
          </p:style>
        </p:cxnSp>
      </p:grpSp>
      <p:grpSp>
        <p:nvGrpSpPr>
          <p:cNvPr id="40" name="Group 39">
            <a:extLst>
              <a:ext uri="{FF2B5EF4-FFF2-40B4-BE49-F238E27FC236}">
                <a16:creationId xmlns:a16="http://schemas.microsoft.com/office/drawing/2014/main" id="{DE04E227-EC5E-5B11-8E1B-4FDBA3493BC6}"/>
              </a:ext>
            </a:extLst>
          </p:cNvPr>
          <p:cNvGrpSpPr/>
          <p:nvPr/>
        </p:nvGrpSpPr>
        <p:grpSpPr>
          <a:xfrm>
            <a:off x="3337956" y="2080194"/>
            <a:ext cx="5516088" cy="2082158"/>
            <a:chOff x="3337956" y="2080194"/>
            <a:chExt cx="5516088" cy="2082158"/>
          </a:xfrm>
        </p:grpSpPr>
        <p:sp>
          <p:nvSpPr>
            <p:cNvPr id="9" name="Rectangle: Rounded Corners 8">
              <a:extLst>
                <a:ext uri="{FF2B5EF4-FFF2-40B4-BE49-F238E27FC236}">
                  <a16:creationId xmlns:a16="http://schemas.microsoft.com/office/drawing/2014/main" id="{06EF0D47-7B57-60F1-3B60-0A56D6754DAD}"/>
                </a:ext>
              </a:extLst>
            </p:cNvPr>
            <p:cNvSpPr/>
            <p:nvPr/>
          </p:nvSpPr>
          <p:spPr>
            <a:xfrm>
              <a:off x="5340000" y="2080194"/>
              <a:ext cx="1512000" cy="504000"/>
            </a:xfrm>
            <a:prstGeom prst="roundRect">
              <a:avLst/>
            </a:prstGeom>
            <a:noFill/>
            <a:ln w="28575">
              <a:headEnd w="lg" len="lg"/>
              <a:tailEnd w="lg" len="lg"/>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sz="3200" dirty="0"/>
            </a:p>
          </p:txBody>
        </p:sp>
        <p:cxnSp>
          <p:nvCxnSpPr>
            <p:cNvPr id="16" name="Straight Arrow Connector 15">
              <a:extLst>
                <a:ext uri="{FF2B5EF4-FFF2-40B4-BE49-F238E27FC236}">
                  <a16:creationId xmlns:a16="http://schemas.microsoft.com/office/drawing/2014/main" id="{A2C04D05-B888-B28C-3B89-A1C1A5DEA472}"/>
                </a:ext>
              </a:extLst>
            </p:cNvPr>
            <p:cNvCxnSpPr>
              <a:cxnSpLocks/>
              <a:stCxn id="5" idx="3"/>
              <a:endCxn id="9" idx="1"/>
            </p:cNvCxnSpPr>
            <p:nvPr/>
          </p:nvCxnSpPr>
          <p:spPr>
            <a:xfrm flipV="1">
              <a:off x="3337956" y="2332194"/>
              <a:ext cx="2002044" cy="1830158"/>
            </a:xfrm>
            <a:prstGeom prst="curvedConnector3">
              <a:avLst>
                <a:gd name="adj1" fmla="val 37494"/>
              </a:avLst>
            </a:prstGeom>
            <a:ln w="38100">
              <a:solidFill>
                <a:srgbClr val="FFC000"/>
              </a:solidFill>
              <a:headEnd w="lg" len="lg"/>
              <a:tailEnd type="triangle" w="lg" len="lg"/>
            </a:ln>
          </p:spPr>
          <p:style>
            <a:lnRef idx="1">
              <a:schemeClr val="accent1"/>
            </a:lnRef>
            <a:fillRef idx="0">
              <a:schemeClr val="accent1"/>
            </a:fillRef>
            <a:effectRef idx="0">
              <a:schemeClr val="accent1"/>
            </a:effectRef>
            <a:fontRef idx="minor">
              <a:schemeClr val="tx1"/>
            </a:fontRef>
          </p:style>
        </p:cxnSp>
        <p:cxnSp>
          <p:nvCxnSpPr>
            <p:cNvPr id="24" name="Straight Arrow Connector 23">
              <a:extLst>
                <a:ext uri="{FF2B5EF4-FFF2-40B4-BE49-F238E27FC236}">
                  <a16:creationId xmlns:a16="http://schemas.microsoft.com/office/drawing/2014/main" id="{9348DE9A-1D2D-72E3-162F-0D7068291FDF}"/>
                </a:ext>
              </a:extLst>
            </p:cNvPr>
            <p:cNvCxnSpPr>
              <a:cxnSpLocks/>
              <a:stCxn id="9" idx="3"/>
              <a:endCxn id="6" idx="1"/>
            </p:cNvCxnSpPr>
            <p:nvPr/>
          </p:nvCxnSpPr>
          <p:spPr>
            <a:xfrm>
              <a:off x="6852000" y="2332194"/>
              <a:ext cx="2002044" cy="1830158"/>
            </a:xfrm>
            <a:prstGeom prst="curvedConnector3">
              <a:avLst>
                <a:gd name="adj1" fmla="val 61418"/>
              </a:avLst>
            </a:prstGeom>
            <a:ln w="38100">
              <a:solidFill>
                <a:srgbClr val="FFC000"/>
              </a:solidFill>
              <a:headEnd w="lg" len="lg"/>
              <a:tailEnd type="triangle" w="lg" len="lg"/>
            </a:ln>
          </p:spPr>
          <p:style>
            <a:lnRef idx="1">
              <a:schemeClr val="accent1"/>
            </a:lnRef>
            <a:fillRef idx="0">
              <a:schemeClr val="accent1"/>
            </a:fillRef>
            <a:effectRef idx="0">
              <a:schemeClr val="accent1"/>
            </a:effectRef>
            <a:fontRef idx="minor">
              <a:schemeClr val="tx1"/>
            </a:fontRef>
          </p:style>
        </p:cxnSp>
      </p:grpSp>
      <p:grpSp>
        <p:nvGrpSpPr>
          <p:cNvPr id="41" name="Group 40">
            <a:extLst>
              <a:ext uri="{FF2B5EF4-FFF2-40B4-BE49-F238E27FC236}">
                <a16:creationId xmlns:a16="http://schemas.microsoft.com/office/drawing/2014/main" id="{D0D29CB2-063F-BC3D-5B79-F592688F21ED}"/>
              </a:ext>
            </a:extLst>
          </p:cNvPr>
          <p:cNvGrpSpPr/>
          <p:nvPr/>
        </p:nvGrpSpPr>
        <p:grpSpPr>
          <a:xfrm>
            <a:off x="3337956" y="2677175"/>
            <a:ext cx="5516088" cy="1485177"/>
            <a:chOff x="3337956" y="2677175"/>
            <a:chExt cx="5516088" cy="1485177"/>
          </a:xfrm>
        </p:grpSpPr>
        <p:sp>
          <p:nvSpPr>
            <p:cNvPr id="8" name="Rectangle: Rounded Corners 7">
              <a:extLst>
                <a:ext uri="{FF2B5EF4-FFF2-40B4-BE49-F238E27FC236}">
                  <a16:creationId xmlns:a16="http://schemas.microsoft.com/office/drawing/2014/main" id="{681D8EBA-C9CF-E11E-8335-B5E1C0BD4897}"/>
                </a:ext>
              </a:extLst>
            </p:cNvPr>
            <p:cNvSpPr/>
            <p:nvPr/>
          </p:nvSpPr>
          <p:spPr>
            <a:xfrm>
              <a:off x="5354101" y="2677175"/>
              <a:ext cx="1512000" cy="504000"/>
            </a:xfrm>
            <a:prstGeom prst="roundRect">
              <a:avLst/>
            </a:prstGeom>
            <a:noFill/>
            <a:ln w="28575">
              <a:headEnd w="lg" len="lg"/>
              <a:tailEnd w="lg" len="lg"/>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sz="3200" dirty="0"/>
            </a:p>
          </p:txBody>
        </p:sp>
        <p:cxnSp>
          <p:nvCxnSpPr>
            <p:cNvPr id="18" name="Straight Arrow Connector 17">
              <a:extLst>
                <a:ext uri="{FF2B5EF4-FFF2-40B4-BE49-F238E27FC236}">
                  <a16:creationId xmlns:a16="http://schemas.microsoft.com/office/drawing/2014/main" id="{4F8C6197-C09C-3507-D9E1-77BDF13D49D2}"/>
                </a:ext>
              </a:extLst>
            </p:cNvPr>
            <p:cNvCxnSpPr>
              <a:stCxn id="5" idx="3"/>
              <a:endCxn id="8" idx="1"/>
            </p:cNvCxnSpPr>
            <p:nvPr/>
          </p:nvCxnSpPr>
          <p:spPr>
            <a:xfrm flipV="1">
              <a:off x="3337956" y="2929175"/>
              <a:ext cx="2016145" cy="1233177"/>
            </a:xfrm>
            <a:prstGeom prst="curvedConnector3">
              <a:avLst>
                <a:gd name="adj1" fmla="val 46760"/>
              </a:avLst>
            </a:prstGeom>
            <a:ln w="38100">
              <a:solidFill>
                <a:srgbClr val="FFFF00"/>
              </a:solidFill>
              <a:headEnd w="lg" len="lg"/>
              <a:tailEnd type="triangle" w="lg" len="lg"/>
            </a:ln>
          </p:spPr>
          <p:style>
            <a:lnRef idx="1">
              <a:schemeClr val="accent1"/>
            </a:lnRef>
            <a:fillRef idx="0">
              <a:schemeClr val="accent1"/>
            </a:fillRef>
            <a:effectRef idx="0">
              <a:schemeClr val="accent1"/>
            </a:effectRef>
            <a:fontRef idx="minor">
              <a:schemeClr val="tx1"/>
            </a:fontRef>
          </p:style>
        </p:cxnSp>
        <p:cxnSp>
          <p:nvCxnSpPr>
            <p:cNvPr id="26" name="Straight Arrow Connector 25">
              <a:extLst>
                <a:ext uri="{FF2B5EF4-FFF2-40B4-BE49-F238E27FC236}">
                  <a16:creationId xmlns:a16="http://schemas.microsoft.com/office/drawing/2014/main" id="{190ABB77-9281-89C2-0741-89A308B68B9D}"/>
                </a:ext>
              </a:extLst>
            </p:cNvPr>
            <p:cNvCxnSpPr>
              <a:cxnSpLocks/>
              <a:stCxn id="8" idx="3"/>
              <a:endCxn id="6" idx="1"/>
            </p:cNvCxnSpPr>
            <p:nvPr/>
          </p:nvCxnSpPr>
          <p:spPr>
            <a:xfrm>
              <a:off x="6866101" y="2929175"/>
              <a:ext cx="1987943" cy="1233177"/>
            </a:xfrm>
            <a:prstGeom prst="curvedConnector3">
              <a:avLst>
                <a:gd name="adj1" fmla="val 50000"/>
              </a:avLst>
            </a:prstGeom>
            <a:ln w="38100">
              <a:solidFill>
                <a:srgbClr val="FFFF00"/>
              </a:solidFill>
              <a:headEnd w="lg" len="lg"/>
              <a:tailEnd type="triangle" w="lg" len="lg"/>
            </a:ln>
          </p:spPr>
          <p:style>
            <a:lnRef idx="1">
              <a:schemeClr val="accent1"/>
            </a:lnRef>
            <a:fillRef idx="0">
              <a:schemeClr val="accent1"/>
            </a:fillRef>
            <a:effectRef idx="0">
              <a:schemeClr val="accent1"/>
            </a:effectRef>
            <a:fontRef idx="minor">
              <a:schemeClr val="tx1"/>
            </a:fontRef>
          </p:style>
        </p:cxnSp>
      </p:grpSp>
      <p:grpSp>
        <p:nvGrpSpPr>
          <p:cNvPr id="42" name="Group 41">
            <a:extLst>
              <a:ext uri="{FF2B5EF4-FFF2-40B4-BE49-F238E27FC236}">
                <a16:creationId xmlns:a16="http://schemas.microsoft.com/office/drawing/2014/main" id="{3E3760D5-EA89-8E10-B7FD-8370049545DD}"/>
              </a:ext>
            </a:extLst>
          </p:cNvPr>
          <p:cNvGrpSpPr/>
          <p:nvPr/>
        </p:nvGrpSpPr>
        <p:grpSpPr>
          <a:xfrm>
            <a:off x="3337956" y="3274156"/>
            <a:ext cx="5516088" cy="888196"/>
            <a:chOff x="3337956" y="3274156"/>
            <a:chExt cx="5516088" cy="888196"/>
          </a:xfrm>
        </p:grpSpPr>
        <p:sp>
          <p:nvSpPr>
            <p:cNvPr id="7" name="Rectangle: Rounded Corners 6">
              <a:extLst>
                <a:ext uri="{FF2B5EF4-FFF2-40B4-BE49-F238E27FC236}">
                  <a16:creationId xmlns:a16="http://schemas.microsoft.com/office/drawing/2014/main" id="{DDAC4BFC-3AC2-CDF6-6A70-54E3B698E160}"/>
                </a:ext>
              </a:extLst>
            </p:cNvPr>
            <p:cNvSpPr/>
            <p:nvPr/>
          </p:nvSpPr>
          <p:spPr>
            <a:xfrm>
              <a:off x="5347051" y="3274156"/>
              <a:ext cx="1512000" cy="504000"/>
            </a:xfrm>
            <a:prstGeom prst="roundRect">
              <a:avLst/>
            </a:prstGeom>
            <a:noFill/>
            <a:ln w="28575">
              <a:headEnd w="lg" len="lg"/>
              <a:tailEnd w="lg" len="lg"/>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sz="3200" dirty="0"/>
            </a:p>
          </p:txBody>
        </p:sp>
        <p:cxnSp>
          <p:nvCxnSpPr>
            <p:cNvPr id="20" name="Straight Arrow Connector 19">
              <a:extLst>
                <a:ext uri="{FF2B5EF4-FFF2-40B4-BE49-F238E27FC236}">
                  <a16:creationId xmlns:a16="http://schemas.microsoft.com/office/drawing/2014/main" id="{4F7D1DF8-E4A3-503E-0374-FCBF7ED62765}"/>
                </a:ext>
              </a:extLst>
            </p:cNvPr>
            <p:cNvCxnSpPr>
              <a:stCxn id="5" idx="3"/>
              <a:endCxn id="7" idx="1"/>
            </p:cNvCxnSpPr>
            <p:nvPr/>
          </p:nvCxnSpPr>
          <p:spPr>
            <a:xfrm flipV="1">
              <a:off x="3337956" y="3526156"/>
              <a:ext cx="2009095" cy="636196"/>
            </a:xfrm>
            <a:prstGeom prst="curvedConnector3">
              <a:avLst>
                <a:gd name="adj1" fmla="val 55961"/>
              </a:avLst>
            </a:prstGeom>
            <a:ln w="38100">
              <a:solidFill>
                <a:srgbClr val="00B050"/>
              </a:solidFill>
              <a:headEnd w="lg" len="lg"/>
              <a:tailEnd type="triangle" w="lg" len="lg"/>
            </a:ln>
          </p:spPr>
          <p:style>
            <a:lnRef idx="1">
              <a:schemeClr val="accent1"/>
            </a:lnRef>
            <a:fillRef idx="0">
              <a:schemeClr val="accent1"/>
            </a:fillRef>
            <a:effectRef idx="0">
              <a:schemeClr val="accent1"/>
            </a:effectRef>
            <a:fontRef idx="minor">
              <a:schemeClr val="tx1"/>
            </a:fontRef>
          </p:style>
        </p:cxnSp>
        <p:cxnSp>
          <p:nvCxnSpPr>
            <p:cNvPr id="28" name="Straight Arrow Connector 27">
              <a:extLst>
                <a:ext uri="{FF2B5EF4-FFF2-40B4-BE49-F238E27FC236}">
                  <a16:creationId xmlns:a16="http://schemas.microsoft.com/office/drawing/2014/main" id="{A565C2C7-1437-CDF9-79D7-B4B948E7344B}"/>
                </a:ext>
              </a:extLst>
            </p:cNvPr>
            <p:cNvCxnSpPr>
              <a:cxnSpLocks/>
              <a:stCxn id="7" idx="3"/>
              <a:endCxn id="6" idx="1"/>
            </p:cNvCxnSpPr>
            <p:nvPr/>
          </p:nvCxnSpPr>
          <p:spPr>
            <a:xfrm>
              <a:off x="6859051" y="3526156"/>
              <a:ext cx="1994993" cy="636196"/>
            </a:xfrm>
            <a:prstGeom prst="curvedConnector3">
              <a:avLst>
                <a:gd name="adj1" fmla="val 42361"/>
              </a:avLst>
            </a:prstGeom>
            <a:ln w="38100">
              <a:solidFill>
                <a:srgbClr val="00B050"/>
              </a:solidFill>
              <a:headEnd w="lg" len="lg"/>
              <a:tailEnd type="triangle" w="lg" len="lg"/>
            </a:ln>
          </p:spPr>
          <p:style>
            <a:lnRef idx="1">
              <a:schemeClr val="accent1"/>
            </a:lnRef>
            <a:fillRef idx="0">
              <a:schemeClr val="accent1"/>
            </a:fillRef>
            <a:effectRef idx="0">
              <a:schemeClr val="accent1"/>
            </a:effectRef>
            <a:fontRef idx="minor">
              <a:schemeClr val="tx1"/>
            </a:fontRef>
          </p:style>
        </p:cxnSp>
      </p:grpSp>
      <p:grpSp>
        <p:nvGrpSpPr>
          <p:cNvPr id="25" name="Group 24">
            <a:extLst>
              <a:ext uri="{FF2B5EF4-FFF2-40B4-BE49-F238E27FC236}">
                <a16:creationId xmlns:a16="http://schemas.microsoft.com/office/drawing/2014/main" id="{68B0E13C-CEB3-A7D3-148D-B9FFE8D85E8B}"/>
              </a:ext>
            </a:extLst>
          </p:cNvPr>
          <p:cNvGrpSpPr/>
          <p:nvPr/>
        </p:nvGrpSpPr>
        <p:grpSpPr>
          <a:xfrm>
            <a:off x="3337956" y="4171751"/>
            <a:ext cx="1936044" cy="1420063"/>
            <a:chOff x="3337956" y="4162352"/>
            <a:chExt cx="1936044" cy="1420063"/>
          </a:xfrm>
        </p:grpSpPr>
        <p:sp>
          <p:nvSpPr>
            <p:cNvPr id="27" name="Rectangle: Rounded Corners 26">
              <a:extLst>
                <a:ext uri="{FF2B5EF4-FFF2-40B4-BE49-F238E27FC236}">
                  <a16:creationId xmlns:a16="http://schemas.microsoft.com/office/drawing/2014/main" id="{70A37FAF-9873-9764-3992-64B49B6583CC}"/>
                </a:ext>
              </a:extLst>
            </p:cNvPr>
            <p:cNvSpPr/>
            <p:nvPr/>
          </p:nvSpPr>
          <p:spPr>
            <a:xfrm>
              <a:off x="3762000" y="5078415"/>
              <a:ext cx="1512000" cy="504000"/>
            </a:xfrm>
            <a:prstGeom prst="roundRect">
              <a:avLst/>
            </a:prstGeom>
            <a:noFill/>
            <a:ln w="28575">
              <a:headEnd w="lg" len="lg"/>
              <a:tailEnd w="lg" len="lg"/>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sz="3200" dirty="0"/>
            </a:p>
          </p:txBody>
        </p:sp>
        <p:cxnSp>
          <p:nvCxnSpPr>
            <p:cNvPr id="29" name="Straight Arrow Connector 19">
              <a:extLst>
                <a:ext uri="{FF2B5EF4-FFF2-40B4-BE49-F238E27FC236}">
                  <a16:creationId xmlns:a16="http://schemas.microsoft.com/office/drawing/2014/main" id="{B1F99470-FEDA-C024-77D3-069C838DAA7A}"/>
                </a:ext>
              </a:extLst>
            </p:cNvPr>
            <p:cNvCxnSpPr>
              <a:cxnSpLocks/>
              <a:stCxn id="5" idx="3"/>
              <a:endCxn id="27" idx="1"/>
            </p:cNvCxnSpPr>
            <p:nvPr/>
          </p:nvCxnSpPr>
          <p:spPr>
            <a:xfrm>
              <a:off x="3337956" y="4162352"/>
              <a:ext cx="424044" cy="1177462"/>
            </a:xfrm>
            <a:prstGeom prst="curvedConnector3">
              <a:avLst>
                <a:gd name="adj1" fmla="val 50000"/>
              </a:avLst>
            </a:prstGeom>
            <a:ln w="38100">
              <a:solidFill>
                <a:srgbClr val="7030A0"/>
              </a:solidFill>
              <a:headEnd w="lg" len="lg"/>
              <a:tailEnd type="triangle" w="lg" len="lg"/>
            </a:ln>
          </p:spPr>
          <p:style>
            <a:lnRef idx="1">
              <a:schemeClr val="accent1"/>
            </a:lnRef>
            <a:fillRef idx="0">
              <a:schemeClr val="accent1"/>
            </a:fillRef>
            <a:effectRef idx="0">
              <a:schemeClr val="accent1"/>
            </a:effectRef>
            <a:fontRef idx="minor">
              <a:schemeClr val="tx1"/>
            </a:fontRef>
          </p:style>
        </p:cxnSp>
      </p:grpSp>
      <p:grpSp>
        <p:nvGrpSpPr>
          <p:cNvPr id="127" name="Group 126">
            <a:extLst>
              <a:ext uri="{FF2B5EF4-FFF2-40B4-BE49-F238E27FC236}">
                <a16:creationId xmlns:a16="http://schemas.microsoft.com/office/drawing/2014/main" id="{F6547C50-9811-10B8-7ECB-D28C02BE3197}"/>
              </a:ext>
            </a:extLst>
          </p:cNvPr>
          <p:cNvGrpSpPr/>
          <p:nvPr/>
        </p:nvGrpSpPr>
        <p:grpSpPr>
          <a:xfrm>
            <a:off x="5274000" y="4075333"/>
            <a:ext cx="3580044" cy="1264481"/>
            <a:chOff x="5274000" y="4075333"/>
            <a:chExt cx="3580044" cy="1264481"/>
          </a:xfrm>
        </p:grpSpPr>
        <p:sp>
          <p:nvSpPr>
            <p:cNvPr id="46" name="Rectangle: Rounded Corners 45">
              <a:extLst>
                <a:ext uri="{FF2B5EF4-FFF2-40B4-BE49-F238E27FC236}">
                  <a16:creationId xmlns:a16="http://schemas.microsoft.com/office/drawing/2014/main" id="{6345A6F8-1147-55DC-3291-E6D69D881649}"/>
                </a:ext>
              </a:extLst>
            </p:cNvPr>
            <p:cNvSpPr/>
            <p:nvPr/>
          </p:nvSpPr>
          <p:spPr>
            <a:xfrm>
              <a:off x="6165000" y="4075333"/>
              <a:ext cx="1440000" cy="360000"/>
            </a:xfrm>
            <a:prstGeom prst="roundRect">
              <a:avLst/>
            </a:prstGeom>
            <a:ln>
              <a:headEnd w="lg" len="lg"/>
              <a:tailEnd w="lg" len="lg"/>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GB" sz="2000" dirty="0"/>
                <a:t>minimum</a:t>
              </a:r>
              <a:endParaRPr lang="en-GB" sz="2800" dirty="0"/>
            </a:p>
          </p:txBody>
        </p:sp>
        <p:cxnSp>
          <p:nvCxnSpPr>
            <p:cNvPr id="75" name="Straight Arrow Connector 74">
              <a:extLst>
                <a:ext uri="{FF2B5EF4-FFF2-40B4-BE49-F238E27FC236}">
                  <a16:creationId xmlns:a16="http://schemas.microsoft.com/office/drawing/2014/main" id="{77272203-64C8-69E5-41BE-0EB0D0614B75}"/>
                </a:ext>
              </a:extLst>
            </p:cNvPr>
            <p:cNvCxnSpPr>
              <a:stCxn id="27" idx="3"/>
              <a:endCxn id="46" idx="1"/>
            </p:cNvCxnSpPr>
            <p:nvPr/>
          </p:nvCxnSpPr>
          <p:spPr>
            <a:xfrm flipV="1">
              <a:off x="5274000" y="4255333"/>
              <a:ext cx="891000" cy="1084481"/>
            </a:xfrm>
            <a:prstGeom prst="curvedConnector3">
              <a:avLst>
                <a:gd name="adj1" fmla="val 28620"/>
              </a:avLst>
            </a:prstGeom>
            <a:ln w="25400">
              <a:solidFill>
                <a:srgbClr val="7030A0"/>
              </a:solidFill>
              <a:headEnd w="lg" len="lg"/>
              <a:tailEnd type="triangle" w="lg" len="lg"/>
            </a:ln>
          </p:spPr>
          <p:style>
            <a:lnRef idx="1">
              <a:schemeClr val="accent1"/>
            </a:lnRef>
            <a:fillRef idx="0">
              <a:schemeClr val="accent1"/>
            </a:fillRef>
            <a:effectRef idx="0">
              <a:schemeClr val="accent1"/>
            </a:effectRef>
            <a:fontRef idx="minor">
              <a:schemeClr val="tx1"/>
            </a:fontRef>
          </p:style>
        </p:cxnSp>
        <p:cxnSp>
          <p:nvCxnSpPr>
            <p:cNvPr id="87" name="Straight Arrow Connector 86">
              <a:extLst>
                <a:ext uri="{FF2B5EF4-FFF2-40B4-BE49-F238E27FC236}">
                  <a16:creationId xmlns:a16="http://schemas.microsoft.com/office/drawing/2014/main" id="{DA115523-3D07-FD33-F85E-03AA0C5E60B4}"/>
                </a:ext>
              </a:extLst>
            </p:cNvPr>
            <p:cNvCxnSpPr>
              <a:stCxn id="46" idx="3"/>
              <a:endCxn id="6" idx="1"/>
            </p:cNvCxnSpPr>
            <p:nvPr/>
          </p:nvCxnSpPr>
          <p:spPr>
            <a:xfrm flipV="1">
              <a:off x="7605000" y="4162352"/>
              <a:ext cx="1249044" cy="92981"/>
            </a:xfrm>
            <a:prstGeom prst="curvedConnector3">
              <a:avLst>
                <a:gd name="adj1" fmla="val 50000"/>
              </a:avLst>
            </a:prstGeom>
            <a:ln w="25400">
              <a:solidFill>
                <a:srgbClr val="7030A0"/>
              </a:solidFill>
              <a:headEnd w="lg" len="lg"/>
              <a:tailEnd type="triangle" w="lg" len="lg"/>
            </a:ln>
          </p:spPr>
          <p:style>
            <a:lnRef idx="1">
              <a:schemeClr val="accent1"/>
            </a:lnRef>
            <a:fillRef idx="0">
              <a:schemeClr val="accent1"/>
            </a:fillRef>
            <a:effectRef idx="0">
              <a:schemeClr val="accent1"/>
            </a:effectRef>
            <a:fontRef idx="minor">
              <a:schemeClr val="tx1"/>
            </a:fontRef>
          </p:style>
        </p:cxnSp>
      </p:grpSp>
      <p:grpSp>
        <p:nvGrpSpPr>
          <p:cNvPr id="128" name="Group 127">
            <a:extLst>
              <a:ext uri="{FF2B5EF4-FFF2-40B4-BE49-F238E27FC236}">
                <a16:creationId xmlns:a16="http://schemas.microsoft.com/office/drawing/2014/main" id="{78EEB35E-235D-1279-021A-28057249D3EE}"/>
              </a:ext>
            </a:extLst>
          </p:cNvPr>
          <p:cNvGrpSpPr/>
          <p:nvPr/>
        </p:nvGrpSpPr>
        <p:grpSpPr>
          <a:xfrm>
            <a:off x="5274000" y="4162352"/>
            <a:ext cx="3580044" cy="1177462"/>
            <a:chOff x="5274000" y="4162352"/>
            <a:chExt cx="3580044" cy="1177462"/>
          </a:xfrm>
        </p:grpSpPr>
        <p:sp>
          <p:nvSpPr>
            <p:cNvPr id="61" name="Rectangle: Rounded Corners 60">
              <a:extLst>
                <a:ext uri="{FF2B5EF4-FFF2-40B4-BE49-F238E27FC236}">
                  <a16:creationId xmlns:a16="http://schemas.microsoft.com/office/drawing/2014/main" id="{D29C9A3C-0C3E-30F3-54DF-52F56D00291F}"/>
                </a:ext>
              </a:extLst>
            </p:cNvPr>
            <p:cNvSpPr/>
            <p:nvPr/>
          </p:nvSpPr>
          <p:spPr>
            <a:xfrm>
              <a:off x="6165000" y="4527722"/>
              <a:ext cx="1440000" cy="360000"/>
            </a:xfrm>
            <a:prstGeom prst="roundRect">
              <a:avLst/>
            </a:prstGeom>
            <a:ln>
              <a:headEnd w="lg" len="lg"/>
              <a:tailEnd w="lg" len="lg"/>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GB" sz="2000" dirty="0"/>
                <a:t>maximum</a:t>
              </a:r>
              <a:endParaRPr lang="en-GB" sz="2800" dirty="0"/>
            </a:p>
          </p:txBody>
        </p:sp>
        <p:cxnSp>
          <p:nvCxnSpPr>
            <p:cNvPr id="77" name="Straight Arrow Connector 76">
              <a:extLst>
                <a:ext uri="{FF2B5EF4-FFF2-40B4-BE49-F238E27FC236}">
                  <a16:creationId xmlns:a16="http://schemas.microsoft.com/office/drawing/2014/main" id="{7020987A-A955-CAC4-E30D-3EACCC8734A5}"/>
                </a:ext>
              </a:extLst>
            </p:cNvPr>
            <p:cNvCxnSpPr>
              <a:stCxn id="27" idx="3"/>
              <a:endCxn id="61" idx="1"/>
            </p:cNvCxnSpPr>
            <p:nvPr/>
          </p:nvCxnSpPr>
          <p:spPr>
            <a:xfrm flipV="1">
              <a:off x="5274000" y="4707722"/>
              <a:ext cx="891000" cy="632092"/>
            </a:xfrm>
            <a:prstGeom prst="curvedConnector3">
              <a:avLst>
                <a:gd name="adj1" fmla="val 37172"/>
              </a:avLst>
            </a:prstGeom>
            <a:ln w="25400">
              <a:solidFill>
                <a:srgbClr val="7030A0"/>
              </a:solidFill>
              <a:headEnd w="lg" len="lg"/>
              <a:tailEnd type="triangle" w="lg" len="lg"/>
            </a:ln>
          </p:spPr>
          <p:style>
            <a:lnRef idx="1">
              <a:schemeClr val="accent1"/>
            </a:lnRef>
            <a:fillRef idx="0">
              <a:schemeClr val="accent1"/>
            </a:fillRef>
            <a:effectRef idx="0">
              <a:schemeClr val="accent1"/>
            </a:effectRef>
            <a:fontRef idx="minor">
              <a:schemeClr val="tx1"/>
            </a:fontRef>
          </p:style>
        </p:cxnSp>
        <p:cxnSp>
          <p:nvCxnSpPr>
            <p:cNvPr id="89" name="Straight Arrow Connector 88">
              <a:extLst>
                <a:ext uri="{FF2B5EF4-FFF2-40B4-BE49-F238E27FC236}">
                  <a16:creationId xmlns:a16="http://schemas.microsoft.com/office/drawing/2014/main" id="{10E8EAF6-8B17-ADB8-25CA-65C3E624ABD4}"/>
                </a:ext>
              </a:extLst>
            </p:cNvPr>
            <p:cNvCxnSpPr>
              <a:cxnSpLocks/>
              <a:stCxn id="61" idx="3"/>
              <a:endCxn id="6" idx="1"/>
            </p:cNvCxnSpPr>
            <p:nvPr/>
          </p:nvCxnSpPr>
          <p:spPr>
            <a:xfrm flipV="1">
              <a:off x="7605000" y="4162352"/>
              <a:ext cx="1249044" cy="545370"/>
            </a:xfrm>
            <a:prstGeom prst="curvedConnector3">
              <a:avLst>
                <a:gd name="adj1" fmla="val 56101"/>
              </a:avLst>
            </a:prstGeom>
            <a:ln w="25400">
              <a:solidFill>
                <a:srgbClr val="7030A0"/>
              </a:solidFill>
              <a:headEnd w="lg" len="lg"/>
              <a:tailEnd type="triangle" w="lg" len="lg"/>
            </a:ln>
          </p:spPr>
          <p:style>
            <a:lnRef idx="1">
              <a:schemeClr val="accent1"/>
            </a:lnRef>
            <a:fillRef idx="0">
              <a:schemeClr val="accent1"/>
            </a:fillRef>
            <a:effectRef idx="0">
              <a:schemeClr val="accent1"/>
            </a:effectRef>
            <a:fontRef idx="minor">
              <a:schemeClr val="tx1"/>
            </a:fontRef>
          </p:style>
        </p:cxnSp>
      </p:grpSp>
      <p:grpSp>
        <p:nvGrpSpPr>
          <p:cNvPr id="129" name="Group 128">
            <a:extLst>
              <a:ext uri="{FF2B5EF4-FFF2-40B4-BE49-F238E27FC236}">
                <a16:creationId xmlns:a16="http://schemas.microsoft.com/office/drawing/2014/main" id="{B6E30357-2C36-789F-C890-DCBAEC0D183B}"/>
              </a:ext>
            </a:extLst>
          </p:cNvPr>
          <p:cNvGrpSpPr/>
          <p:nvPr/>
        </p:nvGrpSpPr>
        <p:grpSpPr>
          <a:xfrm>
            <a:off x="5274000" y="4162352"/>
            <a:ext cx="3580044" cy="1177759"/>
            <a:chOff x="5274000" y="4162352"/>
            <a:chExt cx="3580044" cy="1177759"/>
          </a:xfrm>
        </p:grpSpPr>
        <p:sp>
          <p:nvSpPr>
            <p:cNvPr id="62" name="Rectangle: Rounded Corners 61">
              <a:extLst>
                <a:ext uri="{FF2B5EF4-FFF2-40B4-BE49-F238E27FC236}">
                  <a16:creationId xmlns:a16="http://schemas.microsoft.com/office/drawing/2014/main" id="{53975BEA-E5AB-264C-95E5-E73594689627}"/>
                </a:ext>
              </a:extLst>
            </p:cNvPr>
            <p:cNvSpPr/>
            <p:nvPr/>
          </p:nvSpPr>
          <p:spPr>
            <a:xfrm>
              <a:off x="6165000" y="4980111"/>
              <a:ext cx="1440000" cy="360000"/>
            </a:xfrm>
            <a:prstGeom prst="roundRect">
              <a:avLst/>
            </a:prstGeom>
            <a:ln>
              <a:headEnd w="lg" len="lg"/>
              <a:tailEnd w="lg" len="lg"/>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GB" sz="2000" dirty="0"/>
                <a:t>average</a:t>
              </a:r>
              <a:endParaRPr lang="en-GB" sz="2800" dirty="0"/>
            </a:p>
          </p:txBody>
        </p:sp>
        <p:cxnSp>
          <p:nvCxnSpPr>
            <p:cNvPr id="79" name="Straight Arrow Connector 78">
              <a:extLst>
                <a:ext uri="{FF2B5EF4-FFF2-40B4-BE49-F238E27FC236}">
                  <a16:creationId xmlns:a16="http://schemas.microsoft.com/office/drawing/2014/main" id="{456E1B85-B492-AE19-AE4F-2F3D31420D5D}"/>
                </a:ext>
              </a:extLst>
            </p:cNvPr>
            <p:cNvCxnSpPr>
              <a:stCxn id="27" idx="3"/>
              <a:endCxn id="62" idx="1"/>
            </p:cNvCxnSpPr>
            <p:nvPr/>
          </p:nvCxnSpPr>
          <p:spPr>
            <a:xfrm flipV="1">
              <a:off x="5274000" y="5160111"/>
              <a:ext cx="891000" cy="179703"/>
            </a:xfrm>
            <a:prstGeom prst="curvedConnector3">
              <a:avLst>
                <a:gd name="adj1" fmla="val 50000"/>
              </a:avLst>
            </a:prstGeom>
            <a:ln w="25400">
              <a:solidFill>
                <a:srgbClr val="7030A0"/>
              </a:solidFill>
              <a:headEnd w="lg" len="lg"/>
              <a:tailEnd type="triangle" w="lg" len="lg"/>
            </a:ln>
          </p:spPr>
          <p:style>
            <a:lnRef idx="1">
              <a:schemeClr val="accent1"/>
            </a:lnRef>
            <a:fillRef idx="0">
              <a:schemeClr val="accent1"/>
            </a:fillRef>
            <a:effectRef idx="0">
              <a:schemeClr val="accent1"/>
            </a:effectRef>
            <a:fontRef idx="minor">
              <a:schemeClr val="tx1"/>
            </a:fontRef>
          </p:style>
        </p:cxnSp>
        <p:cxnSp>
          <p:nvCxnSpPr>
            <p:cNvPr id="91" name="Straight Arrow Connector 90">
              <a:extLst>
                <a:ext uri="{FF2B5EF4-FFF2-40B4-BE49-F238E27FC236}">
                  <a16:creationId xmlns:a16="http://schemas.microsoft.com/office/drawing/2014/main" id="{DBA16938-7203-3C0C-8090-F49009B95662}"/>
                </a:ext>
              </a:extLst>
            </p:cNvPr>
            <p:cNvCxnSpPr>
              <a:stCxn id="62" idx="3"/>
              <a:endCxn id="6" idx="1"/>
            </p:cNvCxnSpPr>
            <p:nvPr/>
          </p:nvCxnSpPr>
          <p:spPr>
            <a:xfrm flipV="1">
              <a:off x="7605000" y="4162352"/>
              <a:ext cx="1249044" cy="997759"/>
            </a:xfrm>
            <a:prstGeom prst="curvedConnector3">
              <a:avLst>
                <a:gd name="adj1" fmla="val 57626"/>
              </a:avLst>
            </a:prstGeom>
            <a:ln w="25400">
              <a:solidFill>
                <a:srgbClr val="7030A0"/>
              </a:solidFill>
              <a:headEnd w="lg" len="lg"/>
              <a:tailEnd type="triangle" w="lg" len="lg"/>
            </a:ln>
          </p:spPr>
          <p:style>
            <a:lnRef idx="1">
              <a:schemeClr val="accent1"/>
            </a:lnRef>
            <a:fillRef idx="0">
              <a:schemeClr val="accent1"/>
            </a:fillRef>
            <a:effectRef idx="0">
              <a:schemeClr val="accent1"/>
            </a:effectRef>
            <a:fontRef idx="minor">
              <a:schemeClr val="tx1"/>
            </a:fontRef>
          </p:style>
        </p:cxnSp>
      </p:grpSp>
      <p:grpSp>
        <p:nvGrpSpPr>
          <p:cNvPr id="130" name="Group 129">
            <a:extLst>
              <a:ext uri="{FF2B5EF4-FFF2-40B4-BE49-F238E27FC236}">
                <a16:creationId xmlns:a16="http://schemas.microsoft.com/office/drawing/2014/main" id="{2035D8E5-D794-C884-4F38-E1E7336167FC}"/>
              </a:ext>
            </a:extLst>
          </p:cNvPr>
          <p:cNvGrpSpPr/>
          <p:nvPr/>
        </p:nvGrpSpPr>
        <p:grpSpPr>
          <a:xfrm>
            <a:off x="5274000" y="4162352"/>
            <a:ext cx="3580044" cy="1630148"/>
            <a:chOff x="5274000" y="4162352"/>
            <a:chExt cx="3580044" cy="1630148"/>
          </a:xfrm>
        </p:grpSpPr>
        <p:sp>
          <p:nvSpPr>
            <p:cNvPr id="63" name="Rectangle: Rounded Corners 62">
              <a:extLst>
                <a:ext uri="{FF2B5EF4-FFF2-40B4-BE49-F238E27FC236}">
                  <a16:creationId xmlns:a16="http://schemas.microsoft.com/office/drawing/2014/main" id="{4AA3D285-404E-F355-2A5B-EF0C44E02783}"/>
                </a:ext>
              </a:extLst>
            </p:cNvPr>
            <p:cNvSpPr/>
            <p:nvPr/>
          </p:nvSpPr>
          <p:spPr>
            <a:xfrm>
              <a:off x="6165000" y="5432500"/>
              <a:ext cx="1440000" cy="360000"/>
            </a:xfrm>
            <a:prstGeom prst="roundRect">
              <a:avLst/>
            </a:prstGeom>
            <a:ln>
              <a:headEnd w="lg" len="lg"/>
              <a:tailEnd w="lg" len="lg"/>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GB" sz="2000" dirty="0"/>
                <a:t>number of</a:t>
              </a:r>
              <a:endParaRPr lang="en-GB" sz="2800" dirty="0"/>
            </a:p>
          </p:txBody>
        </p:sp>
        <p:cxnSp>
          <p:nvCxnSpPr>
            <p:cNvPr id="81" name="Straight Arrow Connector 80">
              <a:extLst>
                <a:ext uri="{FF2B5EF4-FFF2-40B4-BE49-F238E27FC236}">
                  <a16:creationId xmlns:a16="http://schemas.microsoft.com/office/drawing/2014/main" id="{EBCD4DC0-43B5-AB3E-672A-C412B16C731D}"/>
                </a:ext>
              </a:extLst>
            </p:cNvPr>
            <p:cNvCxnSpPr>
              <a:stCxn id="27" idx="3"/>
              <a:endCxn id="63" idx="1"/>
            </p:cNvCxnSpPr>
            <p:nvPr/>
          </p:nvCxnSpPr>
          <p:spPr>
            <a:xfrm>
              <a:off x="5274000" y="5339814"/>
              <a:ext cx="891000" cy="272686"/>
            </a:xfrm>
            <a:prstGeom prst="curvedConnector3">
              <a:avLst>
                <a:gd name="adj1" fmla="val 50000"/>
              </a:avLst>
            </a:prstGeom>
            <a:ln w="25400">
              <a:solidFill>
                <a:srgbClr val="7030A0"/>
              </a:solidFill>
              <a:headEnd w="lg" len="lg"/>
              <a:tailEnd type="triangle" w="lg" len="lg"/>
            </a:ln>
          </p:spPr>
          <p:style>
            <a:lnRef idx="1">
              <a:schemeClr val="accent1"/>
            </a:lnRef>
            <a:fillRef idx="0">
              <a:schemeClr val="accent1"/>
            </a:fillRef>
            <a:effectRef idx="0">
              <a:schemeClr val="accent1"/>
            </a:effectRef>
            <a:fontRef idx="minor">
              <a:schemeClr val="tx1"/>
            </a:fontRef>
          </p:style>
        </p:cxnSp>
        <p:cxnSp>
          <p:nvCxnSpPr>
            <p:cNvPr id="93" name="Straight Arrow Connector 92">
              <a:extLst>
                <a:ext uri="{FF2B5EF4-FFF2-40B4-BE49-F238E27FC236}">
                  <a16:creationId xmlns:a16="http://schemas.microsoft.com/office/drawing/2014/main" id="{A884B71A-CF20-3F7C-DFC9-AF723C1087BD}"/>
                </a:ext>
              </a:extLst>
            </p:cNvPr>
            <p:cNvCxnSpPr>
              <a:stCxn id="63" idx="3"/>
              <a:endCxn id="6" idx="1"/>
            </p:cNvCxnSpPr>
            <p:nvPr/>
          </p:nvCxnSpPr>
          <p:spPr>
            <a:xfrm flipV="1">
              <a:off x="7605000" y="4162352"/>
              <a:ext cx="1249044" cy="1450148"/>
            </a:xfrm>
            <a:prstGeom prst="curvedConnector3">
              <a:avLst>
                <a:gd name="adj1" fmla="val 62710"/>
              </a:avLst>
            </a:prstGeom>
            <a:ln w="25400">
              <a:solidFill>
                <a:srgbClr val="7030A0"/>
              </a:solidFill>
              <a:headEnd w="lg" len="lg"/>
              <a:tailEnd type="triangle" w="lg" len="lg"/>
            </a:ln>
          </p:spPr>
          <p:style>
            <a:lnRef idx="1">
              <a:schemeClr val="accent1"/>
            </a:lnRef>
            <a:fillRef idx="0">
              <a:schemeClr val="accent1"/>
            </a:fillRef>
            <a:effectRef idx="0">
              <a:schemeClr val="accent1"/>
            </a:effectRef>
            <a:fontRef idx="minor">
              <a:schemeClr val="tx1"/>
            </a:fontRef>
          </p:style>
        </p:cxnSp>
      </p:grpSp>
      <p:grpSp>
        <p:nvGrpSpPr>
          <p:cNvPr id="131" name="Group 130">
            <a:extLst>
              <a:ext uri="{FF2B5EF4-FFF2-40B4-BE49-F238E27FC236}">
                <a16:creationId xmlns:a16="http://schemas.microsoft.com/office/drawing/2014/main" id="{CDA0C4E4-611C-BBDA-46CB-8356798A1C7B}"/>
              </a:ext>
            </a:extLst>
          </p:cNvPr>
          <p:cNvGrpSpPr/>
          <p:nvPr/>
        </p:nvGrpSpPr>
        <p:grpSpPr>
          <a:xfrm>
            <a:off x="5274000" y="4162352"/>
            <a:ext cx="3580044" cy="2082537"/>
            <a:chOff x="5274000" y="4162352"/>
            <a:chExt cx="3580044" cy="2082537"/>
          </a:xfrm>
        </p:grpSpPr>
        <p:sp>
          <p:nvSpPr>
            <p:cNvPr id="64" name="Rectangle: Rounded Corners 63">
              <a:extLst>
                <a:ext uri="{FF2B5EF4-FFF2-40B4-BE49-F238E27FC236}">
                  <a16:creationId xmlns:a16="http://schemas.microsoft.com/office/drawing/2014/main" id="{97B3155C-EF30-04C4-7517-CD5CB4C24262}"/>
                </a:ext>
              </a:extLst>
            </p:cNvPr>
            <p:cNvSpPr/>
            <p:nvPr/>
          </p:nvSpPr>
          <p:spPr>
            <a:xfrm>
              <a:off x="6165000" y="5884889"/>
              <a:ext cx="1440000" cy="360000"/>
            </a:xfrm>
            <a:prstGeom prst="roundRect">
              <a:avLst/>
            </a:prstGeom>
            <a:ln>
              <a:headEnd w="lg" len="lg"/>
              <a:tailEnd w="lg" len="lg"/>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GB" sz="2000" dirty="0"/>
                <a:t>total</a:t>
              </a:r>
              <a:endParaRPr lang="en-GB" sz="2800" dirty="0"/>
            </a:p>
          </p:txBody>
        </p:sp>
        <p:cxnSp>
          <p:nvCxnSpPr>
            <p:cNvPr id="83" name="Straight Arrow Connector 82">
              <a:extLst>
                <a:ext uri="{FF2B5EF4-FFF2-40B4-BE49-F238E27FC236}">
                  <a16:creationId xmlns:a16="http://schemas.microsoft.com/office/drawing/2014/main" id="{22050E1F-6DA8-D7E4-BA93-DAFA6A6549D8}"/>
                </a:ext>
              </a:extLst>
            </p:cNvPr>
            <p:cNvCxnSpPr>
              <a:stCxn id="27" idx="3"/>
              <a:endCxn id="64" idx="1"/>
            </p:cNvCxnSpPr>
            <p:nvPr/>
          </p:nvCxnSpPr>
          <p:spPr>
            <a:xfrm>
              <a:off x="5274000" y="5339814"/>
              <a:ext cx="891000" cy="725075"/>
            </a:xfrm>
            <a:prstGeom prst="curvedConnector3">
              <a:avLst>
                <a:gd name="adj1" fmla="val 47149"/>
              </a:avLst>
            </a:prstGeom>
            <a:ln w="25400">
              <a:solidFill>
                <a:srgbClr val="7030A0"/>
              </a:solidFill>
              <a:headEnd w="lg" len="lg"/>
              <a:tailEnd type="triangle" w="lg" len="lg"/>
            </a:ln>
          </p:spPr>
          <p:style>
            <a:lnRef idx="1">
              <a:schemeClr val="accent1"/>
            </a:lnRef>
            <a:fillRef idx="0">
              <a:schemeClr val="accent1"/>
            </a:fillRef>
            <a:effectRef idx="0">
              <a:schemeClr val="accent1"/>
            </a:effectRef>
            <a:fontRef idx="minor">
              <a:schemeClr val="tx1"/>
            </a:fontRef>
          </p:style>
        </p:cxnSp>
        <p:cxnSp>
          <p:nvCxnSpPr>
            <p:cNvPr id="95" name="Straight Arrow Connector 94">
              <a:extLst>
                <a:ext uri="{FF2B5EF4-FFF2-40B4-BE49-F238E27FC236}">
                  <a16:creationId xmlns:a16="http://schemas.microsoft.com/office/drawing/2014/main" id="{4B9FE22B-8FC7-E8A0-90B4-924F612B38E7}"/>
                </a:ext>
              </a:extLst>
            </p:cNvPr>
            <p:cNvCxnSpPr>
              <a:stCxn id="64" idx="3"/>
              <a:endCxn id="6" idx="1"/>
            </p:cNvCxnSpPr>
            <p:nvPr/>
          </p:nvCxnSpPr>
          <p:spPr>
            <a:xfrm flipV="1">
              <a:off x="7605000" y="4162352"/>
              <a:ext cx="1249044" cy="1902537"/>
            </a:xfrm>
            <a:prstGeom prst="curvedConnector3">
              <a:avLst>
                <a:gd name="adj1" fmla="val 68302"/>
              </a:avLst>
            </a:prstGeom>
            <a:ln w="25400">
              <a:solidFill>
                <a:srgbClr val="7030A0"/>
              </a:solidFill>
              <a:headEnd w="lg" len="lg"/>
              <a:tailEnd type="triangle" w="lg" len="lg"/>
            </a:ln>
          </p:spPr>
          <p:style>
            <a:lnRef idx="1">
              <a:schemeClr val="accent1"/>
            </a:lnRef>
            <a:fillRef idx="0">
              <a:schemeClr val="accent1"/>
            </a:fillRef>
            <a:effectRef idx="0">
              <a:schemeClr val="accent1"/>
            </a:effectRef>
            <a:fontRef idx="minor">
              <a:schemeClr val="tx1"/>
            </a:fontRef>
          </p:style>
        </p:cxnSp>
      </p:grpSp>
      <p:grpSp>
        <p:nvGrpSpPr>
          <p:cNvPr id="132" name="Group 131">
            <a:extLst>
              <a:ext uri="{FF2B5EF4-FFF2-40B4-BE49-F238E27FC236}">
                <a16:creationId xmlns:a16="http://schemas.microsoft.com/office/drawing/2014/main" id="{4B04578F-D2C5-4B41-6BAC-8B5AB93F438A}"/>
              </a:ext>
            </a:extLst>
          </p:cNvPr>
          <p:cNvGrpSpPr/>
          <p:nvPr/>
        </p:nvGrpSpPr>
        <p:grpSpPr>
          <a:xfrm>
            <a:off x="5274000" y="4162352"/>
            <a:ext cx="3580044" cy="2534924"/>
            <a:chOff x="5274000" y="4162352"/>
            <a:chExt cx="3580044" cy="2534924"/>
          </a:xfrm>
        </p:grpSpPr>
        <p:sp>
          <p:nvSpPr>
            <p:cNvPr id="73" name="Rectangle: Rounded Corners 72">
              <a:extLst>
                <a:ext uri="{FF2B5EF4-FFF2-40B4-BE49-F238E27FC236}">
                  <a16:creationId xmlns:a16="http://schemas.microsoft.com/office/drawing/2014/main" id="{6BCE907D-1BC1-42F3-A5F7-ADEA0D81E628}"/>
                </a:ext>
              </a:extLst>
            </p:cNvPr>
            <p:cNvSpPr/>
            <p:nvPr/>
          </p:nvSpPr>
          <p:spPr>
            <a:xfrm>
              <a:off x="6165000" y="6337276"/>
              <a:ext cx="1440000" cy="360000"/>
            </a:xfrm>
            <a:prstGeom prst="roundRect">
              <a:avLst/>
            </a:prstGeom>
            <a:ln>
              <a:headEnd w="lg" len="lg"/>
              <a:tailEnd w="lg" len="lg"/>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GB" sz="2000" dirty="0"/>
                <a:t>formula</a:t>
              </a:r>
              <a:endParaRPr lang="en-GB" sz="2800" dirty="0"/>
            </a:p>
          </p:txBody>
        </p:sp>
        <p:cxnSp>
          <p:nvCxnSpPr>
            <p:cNvPr id="85" name="Straight Arrow Connector 84">
              <a:extLst>
                <a:ext uri="{FF2B5EF4-FFF2-40B4-BE49-F238E27FC236}">
                  <a16:creationId xmlns:a16="http://schemas.microsoft.com/office/drawing/2014/main" id="{53576EEC-F26B-2996-8D8F-485309FB2A82}"/>
                </a:ext>
              </a:extLst>
            </p:cNvPr>
            <p:cNvCxnSpPr>
              <a:stCxn id="27" idx="3"/>
              <a:endCxn id="73" idx="1"/>
            </p:cNvCxnSpPr>
            <p:nvPr/>
          </p:nvCxnSpPr>
          <p:spPr>
            <a:xfrm>
              <a:off x="5274000" y="5339814"/>
              <a:ext cx="891000" cy="1177462"/>
            </a:xfrm>
            <a:prstGeom prst="curvedConnector3">
              <a:avLst>
                <a:gd name="adj1" fmla="val 34321"/>
              </a:avLst>
            </a:prstGeom>
            <a:ln w="25400">
              <a:solidFill>
                <a:srgbClr val="7030A0"/>
              </a:solidFill>
              <a:headEnd w="lg" len="lg"/>
              <a:tailEnd type="triangle" w="lg" len="lg"/>
            </a:ln>
          </p:spPr>
          <p:style>
            <a:lnRef idx="1">
              <a:schemeClr val="accent1"/>
            </a:lnRef>
            <a:fillRef idx="0">
              <a:schemeClr val="accent1"/>
            </a:fillRef>
            <a:effectRef idx="0">
              <a:schemeClr val="accent1"/>
            </a:effectRef>
            <a:fontRef idx="minor">
              <a:schemeClr val="tx1"/>
            </a:fontRef>
          </p:style>
        </p:cxnSp>
        <p:cxnSp>
          <p:nvCxnSpPr>
            <p:cNvPr id="97" name="Straight Arrow Connector 96">
              <a:extLst>
                <a:ext uri="{FF2B5EF4-FFF2-40B4-BE49-F238E27FC236}">
                  <a16:creationId xmlns:a16="http://schemas.microsoft.com/office/drawing/2014/main" id="{12E15993-0C68-C291-F9E9-A5879FB5D831}"/>
                </a:ext>
              </a:extLst>
            </p:cNvPr>
            <p:cNvCxnSpPr>
              <a:stCxn id="73" idx="3"/>
              <a:endCxn id="6" idx="1"/>
            </p:cNvCxnSpPr>
            <p:nvPr/>
          </p:nvCxnSpPr>
          <p:spPr>
            <a:xfrm flipV="1">
              <a:off x="7605000" y="4162352"/>
              <a:ext cx="1249044" cy="2354924"/>
            </a:xfrm>
            <a:prstGeom prst="curvedConnector3">
              <a:avLst>
                <a:gd name="adj1" fmla="val 73386"/>
              </a:avLst>
            </a:prstGeom>
            <a:ln w="25400">
              <a:solidFill>
                <a:srgbClr val="7030A0"/>
              </a:solidFill>
              <a:headEnd w="lg" len="lg"/>
              <a:tailEnd type="triangle" w="lg" len="lg"/>
            </a:ln>
          </p:spPr>
          <p:style>
            <a:lnRef idx="1">
              <a:schemeClr val="accent1"/>
            </a:lnRef>
            <a:fillRef idx="0">
              <a:schemeClr val="accent1"/>
            </a:fillRef>
            <a:effectRef idx="0">
              <a:schemeClr val="accent1"/>
            </a:effectRef>
            <a:fontRef idx="minor">
              <a:schemeClr val="tx1"/>
            </a:fontRef>
          </p:style>
        </p:cxnSp>
      </p:grpSp>
    </p:spTree>
    <p:extLst>
      <p:ext uri="{BB962C8B-B14F-4D97-AF65-F5344CB8AC3E}">
        <p14:creationId xmlns:p14="http://schemas.microsoft.com/office/powerpoint/2010/main" val="665431772"/>
      </p:ext>
    </p:extLst>
  </p:cSld>
  <p:clrMapOvr>
    <a:masterClrMapping/>
  </p:clrMapOvr>
</p:sld>
</file>

<file path=ppt/slides/slide7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GB" dirty="0"/>
              <a:t>Learning Intentions</a:t>
            </a:r>
          </a:p>
        </p:txBody>
      </p:sp>
      <p:sp>
        <p:nvSpPr>
          <p:cNvPr id="3" name="Content Placeholder 2"/>
          <p:cNvSpPr>
            <a:spLocks noGrp="1"/>
          </p:cNvSpPr>
          <p:nvPr>
            <p:ph idx="1"/>
          </p:nvPr>
        </p:nvSpPr>
        <p:spPr/>
        <p:txBody>
          <a:bodyPr/>
          <a:lstStyle/>
          <a:p>
            <a:r>
              <a:rPr lang="en-GB" dirty="0"/>
              <a:t>Describe and exemplify an entity-occurrence diagram</a:t>
            </a:r>
          </a:p>
        </p:txBody>
      </p:sp>
    </p:spTree>
    <p:extLst>
      <p:ext uri="{BB962C8B-B14F-4D97-AF65-F5344CB8AC3E}">
        <p14:creationId xmlns:p14="http://schemas.microsoft.com/office/powerpoint/2010/main" val="2808149957"/>
      </p:ext>
    </p:extLst>
  </p:cSld>
  <p:clrMapOvr>
    <a:masterClrMapping/>
  </p:clrMapOvr>
</p:sld>
</file>

<file path=ppt/slides/slide8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B7C48AE-DF0B-4A3E-8111-6A6971FAB274}"/>
              </a:ext>
            </a:extLst>
          </p:cNvPr>
          <p:cNvSpPr>
            <a:spLocks noGrp="1"/>
          </p:cNvSpPr>
          <p:nvPr>
            <p:ph type="title"/>
          </p:nvPr>
        </p:nvSpPr>
        <p:spPr/>
        <p:txBody>
          <a:bodyPr/>
          <a:lstStyle/>
          <a:p>
            <a:r>
              <a:rPr lang="en-GB" dirty="0"/>
              <a:t>Entity-Occurrence Diagram (1)</a:t>
            </a:r>
          </a:p>
        </p:txBody>
      </p:sp>
      <p:graphicFrame>
        <p:nvGraphicFramePr>
          <p:cNvPr id="4" name="Table 3">
            <a:extLst>
              <a:ext uri="{FF2B5EF4-FFF2-40B4-BE49-F238E27FC236}">
                <a16:creationId xmlns:a16="http://schemas.microsoft.com/office/drawing/2014/main" id="{0D364723-E5A1-4357-8595-04A23EBF0BB0}"/>
              </a:ext>
            </a:extLst>
          </p:cNvPr>
          <p:cNvGraphicFramePr>
            <a:graphicFrameLocks noGrp="1"/>
          </p:cNvGraphicFramePr>
          <p:nvPr>
            <p:extLst>
              <p:ext uri="{D42A27DB-BD31-4B8C-83A1-F6EECF244321}">
                <p14:modId xmlns:p14="http://schemas.microsoft.com/office/powerpoint/2010/main" val="1180174320"/>
              </p:ext>
            </p:extLst>
          </p:nvPr>
        </p:nvGraphicFramePr>
        <p:xfrm>
          <a:off x="843708" y="1996073"/>
          <a:ext cx="3395155" cy="2072640"/>
        </p:xfrm>
        <a:graphic>
          <a:graphicData uri="http://schemas.openxmlformats.org/drawingml/2006/table">
            <a:tbl>
              <a:tblPr firstRow="1" bandRow="1">
                <a:tableStyleId>{5C22544A-7EE6-4342-B048-85BDC9FD1C3A}</a:tableStyleId>
              </a:tblPr>
              <a:tblGrid>
                <a:gridCol w="1240155">
                  <a:extLst>
                    <a:ext uri="{9D8B030D-6E8A-4147-A177-3AD203B41FA5}">
                      <a16:colId xmlns:a16="http://schemas.microsoft.com/office/drawing/2014/main" val="1459550812"/>
                    </a:ext>
                  </a:extLst>
                </a:gridCol>
                <a:gridCol w="2155000">
                  <a:extLst>
                    <a:ext uri="{9D8B030D-6E8A-4147-A177-3AD203B41FA5}">
                      <a16:colId xmlns:a16="http://schemas.microsoft.com/office/drawing/2014/main" val="1728944668"/>
                    </a:ext>
                  </a:extLst>
                </a:gridCol>
              </a:tblGrid>
              <a:tr h="370840">
                <a:tc>
                  <a:txBody>
                    <a:bodyPr/>
                    <a:lstStyle/>
                    <a:p>
                      <a:pPr algn="ctr"/>
                      <a:r>
                        <a:rPr lang="en-GB" sz="2800" dirty="0"/>
                        <a:t>School</a:t>
                      </a:r>
                    </a:p>
                  </a:txBody>
                  <a:tcPr anchor="ctr"/>
                </a:tc>
                <a:tc>
                  <a:txBody>
                    <a:bodyPr/>
                    <a:lstStyle/>
                    <a:p>
                      <a:pPr algn="ctr"/>
                      <a:r>
                        <a:rPr lang="en-GB" sz="2800" dirty="0"/>
                        <a:t>Headteacher</a:t>
                      </a:r>
                    </a:p>
                  </a:txBody>
                  <a:tcPr anchor="ctr"/>
                </a:tc>
                <a:extLst>
                  <a:ext uri="{0D108BD9-81ED-4DB2-BD59-A6C34878D82A}">
                    <a16:rowId xmlns:a16="http://schemas.microsoft.com/office/drawing/2014/main" val="777104341"/>
                  </a:ext>
                </a:extLst>
              </a:tr>
              <a:tr h="370840">
                <a:tc>
                  <a:txBody>
                    <a:bodyPr/>
                    <a:lstStyle/>
                    <a:p>
                      <a:pPr algn="ctr"/>
                      <a:r>
                        <a:rPr lang="en-GB" sz="2800" dirty="0"/>
                        <a:t>IC42</a:t>
                      </a:r>
                    </a:p>
                  </a:txBody>
                  <a:tcPr anchor="ctr"/>
                </a:tc>
                <a:tc>
                  <a:txBody>
                    <a:bodyPr/>
                    <a:lstStyle/>
                    <a:p>
                      <a:pPr algn="ctr"/>
                      <a:r>
                        <a:rPr lang="en-GB" sz="2800" dirty="0"/>
                        <a:t>92</a:t>
                      </a:r>
                    </a:p>
                  </a:txBody>
                  <a:tcPr anchor="ctr"/>
                </a:tc>
                <a:extLst>
                  <a:ext uri="{0D108BD9-81ED-4DB2-BD59-A6C34878D82A}">
                    <a16:rowId xmlns:a16="http://schemas.microsoft.com/office/drawing/2014/main" val="2227473476"/>
                  </a:ext>
                </a:extLst>
              </a:tr>
              <a:tr h="370840">
                <a:tc>
                  <a:txBody>
                    <a:bodyPr/>
                    <a:lstStyle/>
                    <a:p>
                      <a:pPr algn="ctr"/>
                      <a:r>
                        <a:rPr lang="en-GB" sz="2800" dirty="0"/>
                        <a:t>IC57</a:t>
                      </a:r>
                    </a:p>
                  </a:txBody>
                  <a:tcPr anchor="ctr"/>
                </a:tc>
                <a:tc>
                  <a:txBody>
                    <a:bodyPr/>
                    <a:lstStyle/>
                    <a:p>
                      <a:pPr algn="ctr"/>
                      <a:r>
                        <a:rPr lang="en-GB" sz="2800" dirty="0"/>
                        <a:t>84</a:t>
                      </a:r>
                    </a:p>
                  </a:txBody>
                  <a:tcPr anchor="ctr"/>
                </a:tc>
                <a:extLst>
                  <a:ext uri="{0D108BD9-81ED-4DB2-BD59-A6C34878D82A}">
                    <a16:rowId xmlns:a16="http://schemas.microsoft.com/office/drawing/2014/main" val="3983725799"/>
                  </a:ext>
                </a:extLst>
              </a:tr>
              <a:tr h="370840">
                <a:tc>
                  <a:txBody>
                    <a:bodyPr/>
                    <a:lstStyle/>
                    <a:p>
                      <a:pPr algn="ctr"/>
                      <a:r>
                        <a:rPr lang="en-GB" sz="2800" dirty="0"/>
                        <a:t>IC23</a:t>
                      </a:r>
                    </a:p>
                  </a:txBody>
                  <a:tcPr anchor="ctr"/>
                </a:tc>
                <a:tc>
                  <a:txBody>
                    <a:bodyPr/>
                    <a:lstStyle/>
                    <a:p>
                      <a:pPr algn="ctr"/>
                      <a:r>
                        <a:rPr lang="en-GB" sz="2800" dirty="0"/>
                        <a:t>128</a:t>
                      </a:r>
                    </a:p>
                  </a:txBody>
                  <a:tcPr anchor="ctr"/>
                </a:tc>
                <a:extLst>
                  <a:ext uri="{0D108BD9-81ED-4DB2-BD59-A6C34878D82A}">
                    <a16:rowId xmlns:a16="http://schemas.microsoft.com/office/drawing/2014/main" val="2788509373"/>
                  </a:ext>
                </a:extLst>
              </a:tr>
            </a:tbl>
          </a:graphicData>
        </a:graphic>
      </p:graphicFrame>
      <p:grpSp>
        <p:nvGrpSpPr>
          <p:cNvPr id="9" name="Group 8">
            <a:extLst>
              <a:ext uri="{FF2B5EF4-FFF2-40B4-BE49-F238E27FC236}">
                <a16:creationId xmlns:a16="http://schemas.microsoft.com/office/drawing/2014/main" id="{C35AF0A5-621C-4CF8-B38F-99F06F6343E8}"/>
              </a:ext>
            </a:extLst>
          </p:cNvPr>
          <p:cNvGrpSpPr/>
          <p:nvPr/>
        </p:nvGrpSpPr>
        <p:grpSpPr>
          <a:xfrm>
            <a:off x="5075103" y="2255050"/>
            <a:ext cx="2041793" cy="3497774"/>
            <a:chOff x="5075103" y="2255050"/>
            <a:chExt cx="2041793" cy="3497774"/>
          </a:xfrm>
        </p:grpSpPr>
        <p:sp>
          <p:nvSpPr>
            <p:cNvPr id="5" name="Oval 4">
              <a:extLst>
                <a:ext uri="{FF2B5EF4-FFF2-40B4-BE49-F238E27FC236}">
                  <a16:creationId xmlns:a16="http://schemas.microsoft.com/office/drawing/2014/main" id="{75577C27-51B9-4F55-BFA2-DF0566949856}"/>
                </a:ext>
              </a:extLst>
            </p:cNvPr>
            <p:cNvSpPr/>
            <p:nvPr/>
          </p:nvSpPr>
          <p:spPr>
            <a:xfrm>
              <a:off x="5075103" y="2778270"/>
              <a:ext cx="2041793" cy="2974554"/>
            </a:xfrm>
            <a:prstGeom prst="ellipse">
              <a:avLst/>
            </a:prstGeom>
            <a:noFill/>
            <a:ln w="3810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GB" sz="2800" dirty="0">
                  <a:solidFill>
                    <a:schemeClr val="tx1"/>
                  </a:solidFill>
                </a:rPr>
                <a:t>IC23</a:t>
              </a:r>
            </a:p>
            <a:p>
              <a:pPr algn="ctr"/>
              <a:endParaRPr lang="en-GB" sz="2800" dirty="0">
                <a:solidFill>
                  <a:schemeClr val="tx1"/>
                </a:solidFill>
              </a:endParaRPr>
            </a:p>
            <a:p>
              <a:pPr algn="ctr"/>
              <a:r>
                <a:rPr lang="en-GB" sz="2800" dirty="0">
                  <a:solidFill>
                    <a:schemeClr val="tx1"/>
                  </a:solidFill>
                </a:rPr>
                <a:t>IC42</a:t>
              </a:r>
            </a:p>
            <a:p>
              <a:pPr algn="ctr"/>
              <a:endParaRPr lang="en-GB" sz="2800" dirty="0">
                <a:solidFill>
                  <a:schemeClr val="tx1"/>
                </a:solidFill>
              </a:endParaRPr>
            </a:p>
            <a:p>
              <a:pPr algn="ctr"/>
              <a:r>
                <a:rPr lang="en-GB" sz="2800" dirty="0">
                  <a:solidFill>
                    <a:schemeClr val="tx1"/>
                  </a:solidFill>
                </a:rPr>
                <a:t>IC57</a:t>
              </a:r>
            </a:p>
          </p:txBody>
        </p:sp>
        <p:sp>
          <p:nvSpPr>
            <p:cNvPr id="7" name="TextBox 6">
              <a:extLst>
                <a:ext uri="{FF2B5EF4-FFF2-40B4-BE49-F238E27FC236}">
                  <a16:creationId xmlns:a16="http://schemas.microsoft.com/office/drawing/2014/main" id="{63D9B717-8D10-4C1A-B8C3-2DDC0A4F4D6A}"/>
                </a:ext>
              </a:extLst>
            </p:cNvPr>
            <p:cNvSpPr txBox="1"/>
            <p:nvPr/>
          </p:nvSpPr>
          <p:spPr>
            <a:xfrm>
              <a:off x="5520360" y="2255050"/>
              <a:ext cx="1151277" cy="523220"/>
            </a:xfrm>
            <a:prstGeom prst="rect">
              <a:avLst/>
            </a:prstGeom>
            <a:noFill/>
          </p:spPr>
          <p:txBody>
            <a:bodyPr wrap="none" rtlCol="0">
              <a:spAutoFit/>
            </a:bodyPr>
            <a:lstStyle/>
            <a:p>
              <a:r>
                <a:rPr lang="en-GB" sz="2800" dirty="0"/>
                <a:t>School</a:t>
              </a:r>
            </a:p>
          </p:txBody>
        </p:sp>
      </p:grpSp>
      <p:grpSp>
        <p:nvGrpSpPr>
          <p:cNvPr id="10" name="Group 9">
            <a:extLst>
              <a:ext uri="{FF2B5EF4-FFF2-40B4-BE49-F238E27FC236}">
                <a16:creationId xmlns:a16="http://schemas.microsoft.com/office/drawing/2014/main" id="{DA5D8E01-FB30-4902-B8E8-AB6B49C05DB7}"/>
              </a:ext>
            </a:extLst>
          </p:cNvPr>
          <p:cNvGrpSpPr/>
          <p:nvPr/>
        </p:nvGrpSpPr>
        <p:grpSpPr>
          <a:xfrm>
            <a:off x="9053301" y="2255050"/>
            <a:ext cx="2057936" cy="3497774"/>
            <a:chOff x="9053301" y="2255050"/>
            <a:chExt cx="2057936" cy="3497774"/>
          </a:xfrm>
        </p:grpSpPr>
        <p:sp>
          <p:nvSpPr>
            <p:cNvPr id="6" name="Oval 5">
              <a:extLst>
                <a:ext uri="{FF2B5EF4-FFF2-40B4-BE49-F238E27FC236}">
                  <a16:creationId xmlns:a16="http://schemas.microsoft.com/office/drawing/2014/main" id="{F5F57839-3C91-41D4-891E-F2668C4F76FF}"/>
                </a:ext>
              </a:extLst>
            </p:cNvPr>
            <p:cNvSpPr/>
            <p:nvPr/>
          </p:nvSpPr>
          <p:spPr>
            <a:xfrm>
              <a:off x="9061373" y="2778270"/>
              <a:ext cx="2041793" cy="2974554"/>
            </a:xfrm>
            <a:prstGeom prst="ellipse">
              <a:avLst/>
            </a:prstGeom>
            <a:noFill/>
            <a:ln w="3810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GB" sz="2800" dirty="0">
                  <a:solidFill>
                    <a:schemeClr val="tx1"/>
                  </a:solidFill>
                </a:rPr>
                <a:t>84</a:t>
              </a:r>
            </a:p>
            <a:p>
              <a:pPr algn="ctr"/>
              <a:endParaRPr lang="en-GB" sz="2800" dirty="0">
                <a:solidFill>
                  <a:schemeClr val="tx1"/>
                </a:solidFill>
              </a:endParaRPr>
            </a:p>
            <a:p>
              <a:pPr algn="ctr"/>
              <a:r>
                <a:rPr lang="en-GB" sz="2800" dirty="0">
                  <a:solidFill>
                    <a:schemeClr val="tx1"/>
                  </a:solidFill>
                </a:rPr>
                <a:t>92</a:t>
              </a:r>
            </a:p>
            <a:p>
              <a:pPr algn="ctr"/>
              <a:endParaRPr lang="en-GB" sz="2800" dirty="0">
                <a:solidFill>
                  <a:schemeClr val="tx1"/>
                </a:solidFill>
              </a:endParaRPr>
            </a:p>
            <a:p>
              <a:pPr algn="ctr"/>
              <a:r>
                <a:rPr lang="en-GB" sz="2800" dirty="0">
                  <a:solidFill>
                    <a:schemeClr val="tx1"/>
                  </a:solidFill>
                </a:rPr>
                <a:t>128</a:t>
              </a:r>
            </a:p>
          </p:txBody>
        </p:sp>
        <p:sp>
          <p:nvSpPr>
            <p:cNvPr id="8" name="TextBox 7">
              <a:extLst>
                <a:ext uri="{FF2B5EF4-FFF2-40B4-BE49-F238E27FC236}">
                  <a16:creationId xmlns:a16="http://schemas.microsoft.com/office/drawing/2014/main" id="{1F3D1295-BA4E-48A5-8E06-0FB956BB2492}"/>
                </a:ext>
              </a:extLst>
            </p:cNvPr>
            <p:cNvSpPr txBox="1"/>
            <p:nvPr/>
          </p:nvSpPr>
          <p:spPr>
            <a:xfrm>
              <a:off x="9053301" y="2255050"/>
              <a:ext cx="2057936" cy="523220"/>
            </a:xfrm>
            <a:prstGeom prst="rect">
              <a:avLst/>
            </a:prstGeom>
            <a:noFill/>
          </p:spPr>
          <p:txBody>
            <a:bodyPr wrap="none" rtlCol="0">
              <a:spAutoFit/>
            </a:bodyPr>
            <a:lstStyle/>
            <a:p>
              <a:r>
                <a:rPr lang="en-GB" sz="2800" dirty="0"/>
                <a:t>Headteacher</a:t>
              </a:r>
            </a:p>
          </p:txBody>
        </p:sp>
      </p:grpSp>
      <p:cxnSp>
        <p:nvCxnSpPr>
          <p:cNvPr id="12" name="Straight Connector 11">
            <a:extLst>
              <a:ext uri="{FF2B5EF4-FFF2-40B4-BE49-F238E27FC236}">
                <a16:creationId xmlns:a16="http://schemas.microsoft.com/office/drawing/2014/main" id="{083154E4-4F98-4828-A8A6-8BD91857C554}"/>
              </a:ext>
            </a:extLst>
          </p:cNvPr>
          <p:cNvCxnSpPr>
            <a:cxnSpLocks/>
          </p:cNvCxnSpPr>
          <p:nvPr/>
        </p:nvCxnSpPr>
        <p:spPr>
          <a:xfrm flipV="1">
            <a:off x="6521986" y="4265548"/>
            <a:ext cx="3216925" cy="10374"/>
          </a:xfrm>
          <a:prstGeom prst="line">
            <a:avLst/>
          </a:prstGeom>
          <a:ln w="38100"/>
        </p:spPr>
        <p:style>
          <a:lnRef idx="1">
            <a:schemeClr val="accent1"/>
          </a:lnRef>
          <a:fillRef idx="0">
            <a:schemeClr val="accent1"/>
          </a:fillRef>
          <a:effectRef idx="0">
            <a:schemeClr val="accent1"/>
          </a:effectRef>
          <a:fontRef idx="minor">
            <a:schemeClr val="tx1"/>
          </a:fontRef>
        </p:style>
      </p:cxnSp>
      <p:cxnSp>
        <p:nvCxnSpPr>
          <p:cNvPr id="14" name="Straight Connector 13">
            <a:extLst>
              <a:ext uri="{FF2B5EF4-FFF2-40B4-BE49-F238E27FC236}">
                <a16:creationId xmlns:a16="http://schemas.microsoft.com/office/drawing/2014/main" id="{8280AF5C-3BA9-445A-AC26-215FBE5072CA}"/>
              </a:ext>
            </a:extLst>
          </p:cNvPr>
          <p:cNvCxnSpPr>
            <a:cxnSpLocks/>
          </p:cNvCxnSpPr>
          <p:nvPr/>
        </p:nvCxnSpPr>
        <p:spPr>
          <a:xfrm flipV="1">
            <a:off x="6521986" y="3429000"/>
            <a:ext cx="3224997" cy="1693844"/>
          </a:xfrm>
          <a:prstGeom prst="line">
            <a:avLst/>
          </a:prstGeom>
          <a:ln w="38100">
            <a:solidFill>
              <a:srgbClr val="7030A0"/>
            </a:solidFill>
          </a:ln>
        </p:spPr>
        <p:style>
          <a:lnRef idx="1">
            <a:schemeClr val="accent1"/>
          </a:lnRef>
          <a:fillRef idx="0">
            <a:schemeClr val="accent1"/>
          </a:fillRef>
          <a:effectRef idx="0">
            <a:schemeClr val="accent1"/>
          </a:effectRef>
          <a:fontRef idx="minor">
            <a:schemeClr val="tx1"/>
          </a:fontRef>
        </p:style>
      </p:cxnSp>
      <p:cxnSp>
        <p:nvCxnSpPr>
          <p:cNvPr id="17" name="Straight Connector 16">
            <a:extLst>
              <a:ext uri="{FF2B5EF4-FFF2-40B4-BE49-F238E27FC236}">
                <a16:creationId xmlns:a16="http://schemas.microsoft.com/office/drawing/2014/main" id="{402AD59F-AFA4-4935-B9F8-466BF3CFCB3A}"/>
              </a:ext>
            </a:extLst>
          </p:cNvPr>
          <p:cNvCxnSpPr>
            <a:cxnSpLocks/>
          </p:cNvCxnSpPr>
          <p:nvPr/>
        </p:nvCxnSpPr>
        <p:spPr>
          <a:xfrm>
            <a:off x="6476636" y="3429000"/>
            <a:ext cx="3262275" cy="1693844"/>
          </a:xfrm>
          <a:prstGeom prst="line">
            <a:avLst/>
          </a:prstGeom>
          <a:ln w="38100">
            <a:solidFill>
              <a:srgbClr val="00B050"/>
            </a:solidFill>
          </a:ln>
        </p:spPr>
        <p:style>
          <a:lnRef idx="1">
            <a:schemeClr val="accent1"/>
          </a:lnRef>
          <a:fillRef idx="0">
            <a:schemeClr val="accent1"/>
          </a:fillRef>
          <a:effectRef idx="0">
            <a:schemeClr val="accent1"/>
          </a:effectRef>
          <a:fontRef idx="minor">
            <a:schemeClr val="tx1"/>
          </a:fontRef>
        </p:style>
      </p:cxnSp>
      <p:sp>
        <p:nvSpPr>
          <p:cNvPr id="23" name="Right Arrow 9">
            <a:extLst>
              <a:ext uri="{FF2B5EF4-FFF2-40B4-BE49-F238E27FC236}">
                <a16:creationId xmlns:a16="http://schemas.microsoft.com/office/drawing/2014/main" id="{47742A20-A1DC-47EB-BD35-ED01AD283E70}"/>
              </a:ext>
            </a:extLst>
          </p:cNvPr>
          <p:cNvSpPr/>
          <p:nvPr/>
        </p:nvSpPr>
        <p:spPr>
          <a:xfrm>
            <a:off x="329289" y="2646250"/>
            <a:ext cx="464567" cy="264039"/>
          </a:xfrm>
          <a:prstGeom prst="rightArrow">
            <a:avLst/>
          </a:prstGeom>
          <a:solidFill>
            <a:schemeClr val="accent1"/>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24" name="Right Arrow 9">
            <a:extLst>
              <a:ext uri="{FF2B5EF4-FFF2-40B4-BE49-F238E27FC236}">
                <a16:creationId xmlns:a16="http://schemas.microsoft.com/office/drawing/2014/main" id="{55D30500-414A-47A8-8E14-97CF8CB1F911}"/>
              </a:ext>
            </a:extLst>
          </p:cNvPr>
          <p:cNvSpPr/>
          <p:nvPr/>
        </p:nvSpPr>
        <p:spPr>
          <a:xfrm>
            <a:off x="329288" y="3164961"/>
            <a:ext cx="464567" cy="264039"/>
          </a:xfrm>
          <a:prstGeom prst="rightArrow">
            <a:avLst/>
          </a:prstGeom>
          <a:solidFill>
            <a:srgbClr val="7030A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25" name="Right Arrow 9">
            <a:extLst>
              <a:ext uri="{FF2B5EF4-FFF2-40B4-BE49-F238E27FC236}">
                <a16:creationId xmlns:a16="http://schemas.microsoft.com/office/drawing/2014/main" id="{7A4D3C7A-91B4-4F1F-A3EC-BF622A7CC6F1}"/>
              </a:ext>
            </a:extLst>
          </p:cNvPr>
          <p:cNvSpPr/>
          <p:nvPr/>
        </p:nvSpPr>
        <p:spPr>
          <a:xfrm>
            <a:off x="329288" y="3683673"/>
            <a:ext cx="464567" cy="264039"/>
          </a:xfrm>
          <a:prstGeom prst="rightArrow">
            <a:avLst/>
          </a:prstGeom>
          <a:solidFill>
            <a:srgbClr val="00B05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26" name="TextBox 25">
            <a:extLst>
              <a:ext uri="{FF2B5EF4-FFF2-40B4-BE49-F238E27FC236}">
                <a16:creationId xmlns:a16="http://schemas.microsoft.com/office/drawing/2014/main" id="{A024410C-76DB-4FE6-921C-6D07FD62D6A1}"/>
              </a:ext>
            </a:extLst>
          </p:cNvPr>
          <p:cNvSpPr txBox="1"/>
          <p:nvPr/>
        </p:nvSpPr>
        <p:spPr>
          <a:xfrm>
            <a:off x="6491153" y="5959392"/>
            <a:ext cx="3278590" cy="646331"/>
          </a:xfrm>
          <a:prstGeom prst="rect">
            <a:avLst/>
          </a:prstGeom>
          <a:noFill/>
        </p:spPr>
        <p:txBody>
          <a:bodyPr wrap="none" rtlCol="0">
            <a:spAutoFit/>
          </a:bodyPr>
          <a:lstStyle/>
          <a:p>
            <a:r>
              <a:rPr lang="en-GB" sz="3600" dirty="0">
                <a:solidFill>
                  <a:srgbClr val="7030A0"/>
                </a:solidFill>
              </a:rPr>
              <a:t>Cardinality is </a:t>
            </a:r>
            <a:r>
              <a:rPr lang="en-GB" sz="3600" b="1" dirty="0">
                <a:solidFill>
                  <a:srgbClr val="7030A0"/>
                </a:solidFill>
              </a:rPr>
              <a:t>1:1</a:t>
            </a:r>
          </a:p>
        </p:txBody>
      </p:sp>
    </p:spTree>
    <p:extLst>
      <p:ext uri="{BB962C8B-B14F-4D97-AF65-F5344CB8AC3E}">
        <p14:creationId xmlns:p14="http://schemas.microsoft.com/office/powerpoint/2010/main" val="1681579256"/>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1" fill="hold" nodeType="clickEffect">
                                  <p:stCondLst>
                                    <p:cond delay="0"/>
                                  </p:stCondLst>
                                  <p:childTnLst>
                                    <p:set>
                                      <p:cBhvr>
                                        <p:cTn id="6" dur="1" fill="hold">
                                          <p:stCondLst>
                                            <p:cond delay="0"/>
                                          </p:stCondLst>
                                        </p:cTn>
                                        <p:tgtEl>
                                          <p:spTgt spid="4"/>
                                        </p:tgtEl>
                                        <p:attrNameLst>
                                          <p:attrName>style.visibility</p:attrName>
                                        </p:attrNameLst>
                                      </p:cBhvr>
                                      <p:to>
                                        <p:strVal val="visible"/>
                                      </p:to>
                                    </p:set>
                                    <p:animEffect transition="in" filter="wipe(up)">
                                      <p:cBhvr>
                                        <p:cTn id="7" dur="1500"/>
                                        <p:tgtEl>
                                          <p:spTgt spid="4"/>
                                        </p:tgtEl>
                                      </p:cBhvr>
                                    </p:animEffect>
                                  </p:childTnLst>
                                </p:cTn>
                              </p:par>
                            </p:childTnLst>
                          </p:cTn>
                        </p:par>
                      </p:childTnLst>
                    </p:cTn>
                  </p:par>
                  <p:par>
                    <p:cTn id="8" fill="hold">
                      <p:stCondLst>
                        <p:cond delay="indefinite"/>
                      </p:stCondLst>
                      <p:childTnLst>
                        <p:par>
                          <p:cTn id="9" fill="hold">
                            <p:stCondLst>
                              <p:cond delay="0"/>
                            </p:stCondLst>
                            <p:childTnLst>
                              <p:par>
                                <p:cTn id="10" presetID="22" presetClass="entr" presetSubtype="1" fill="hold" nodeType="clickEffect">
                                  <p:stCondLst>
                                    <p:cond delay="0"/>
                                  </p:stCondLst>
                                  <p:childTnLst>
                                    <p:set>
                                      <p:cBhvr>
                                        <p:cTn id="11" dur="1" fill="hold">
                                          <p:stCondLst>
                                            <p:cond delay="0"/>
                                          </p:stCondLst>
                                        </p:cTn>
                                        <p:tgtEl>
                                          <p:spTgt spid="9"/>
                                        </p:tgtEl>
                                        <p:attrNameLst>
                                          <p:attrName>style.visibility</p:attrName>
                                        </p:attrNameLst>
                                      </p:cBhvr>
                                      <p:to>
                                        <p:strVal val="visible"/>
                                      </p:to>
                                    </p:set>
                                    <p:animEffect transition="in" filter="wipe(up)">
                                      <p:cBhvr>
                                        <p:cTn id="12" dur="2000"/>
                                        <p:tgtEl>
                                          <p:spTgt spid="9"/>
                                        </p:tgtEl>
                                      </p:cBhvr>
                                    </p:animEffect>
                                  </p:childTnLst>
                                </p:cTn>
                              </p:par>
                            </p:childTnLst>
                          </p:cTn>
                        </p:par>
                      </p:childTnLst>
                    </p:cTn>
                  </p:par>
                  <p:par>
                    <p:cTn id="13" fill="hold">
                      <p:stCondLst>
                        <p:cond delay="indefinite"/>
                      </p:stCondLst>
                      <p:childTnLst>
                        <p:par>
                          <p:cTn id="14" fill="hold">
                            <p:stCondLst>
                              <p:cond delay="0"/>
                            </p:stCondLst>
                            <p:childTnLst>
                              <p:par>
                                <p:cTn id="15" presetID="22" presetClass="entr" presetSubtype="1" fill="hold" nodeType="clickEffect">
                                  <p:stCondLst>
                                    <p:cond delay="0"/>
                                  </p:stCondLst>
                                  <p:childTnLst>
                                    <p:set>
                                      <p:cBhvr>
                                        <p:cTn id="16" dur="1" fill="hold">
                                          <p:stCondLst>
                                            <p:cond delay="0"/>
                                          </p:stCondLst>
                                        </p:cTn>
                                        <p:tgtEl>
                                          <p:spTgt spid="10"/>
                                        </p:tgtEl>
                                        <p:attrNameLst>
                                          <p:attrName>style.visibility</p:attrName>
                                        </p:attrNameLst>
                                      </p:cBhvr>
                                      <p:to>
                                        <p:strVal val="visible"/>
                                      </p:to>
                                    </p:set>
                                    <p:animEffect transition="in" filter="wipe(up)">
                                      <p:cBhvr>
                                        <p:cTn id="17" dur="2000"/>
                                        <p:tgtEl>
                                          <p:spTgt spid="10"/>
                                        </p:tgtEl>
                                      </p:cBhvr>
                                    </p:animEffect>
                                  </p:childTnLst>
                                </p:cTn>
                              </p:par>
                            </p:childTnLst>
                          </p:cTn>
                        </p:par>
                      </p:childTnLst>
                    </p:cTn>
                  </p:par>
                  <p:par>
                    <p:cTn id="18" fill="hold">
                      <p:stCondLst>
                        <p:cond delay="indefinite"/>
                      </p:stCondLst>
                      <p:childTnLst>
                        <p:par>
                          <p:cTn id="19" fill="hold">
                            <p:stCondLst>
                              <p:cond delay="0"/>
                            </p:stCondLst>
                            <p:childTnLst>
                              <p:par>
                                <p:cTn id="20" presetID="22" presetClass="entr" presetSubtype="8" fill="hold" grpId="0" nodeType="clickEffect">
                                  <p:stCondLst>
                                    <p:cond delay="0"/>
                                  </p:stCondLst>
                                  <p:childTnLst>
                                    <p:set>
                                      <p:cBhvr>
                                        <p:cTn id="21" dur="1" fill="hold">
                                          <p:stCondLst>
                                            <p:cond delay="0"/>
                                          </p:stCondLst>
                                        </p:cTn>
                                        <p:tgtEl>
                                          <p:spTgt spid="23"/>
                                        </p:tgtEl>
                                        <p:attrNameLst>
                                          <p:attrName>style.visibility</p:attrName>
                                        </p:attrNameLst>
                                      </p:cBhvr>
                                      <p:to>
                                        <p:strVal val="visible"/>
                                      </p:to>
                                    </p:set>
                                    <p:animEffect transition="in" filter="wipe(left)">
                                      <p:cBhvr>
                                        <p:cTn id="22" dur="1000"/>
                                        <p:tgtEl>
                                          <p:spTgt spid="23"/>
                                        </p:tgtEl>
                                      </p:cBhvr>
                                    </p:animEffect>
                                  </p:childTnLst>
                                </p:cTn>
                              </p:par>
                            </p:childTnLst>
                          </p:cTn>
                        </p:par>
                      </p:childTnLst>
                    </p:cTn>
                  </p:par>
                  <p:par>
                    <p:cTn id="23" fill="hold">
                      <p:stCondLst>
                        <p:cond delay="indefinite"/>
                      </p:stCondLst>
                      <p:childTnLst>
                        <p:par>
                          <p:cTn id="24" fill="hold">
                            <p:stCondLst>
                              <p:cond delay="0"/>
                            </p:stCondLst>
                            <p:childTnLst>
                              <p:par>
                                <p:cTn id="25" presetID="22" presetClass="entr" presetSubtype="8" fill="hold" nodeType="clickEffect">
                                  <p:stCondLst>
                                    <p:cond delay="0"/>
                                  </p:stCondLst>
                                  <p:childTnLst>
                                    <p:set>
                                      <p:cBhvr>
                                        <p:cTn id="26" dur="1" fill="hold">
                                          <p:stCondLst>
                                            <p:cond delay="0"/>
                                          </p:stCondLst>
                                        </p:cTn>
                                        <p:tgtEl>
                                          <p:spTgt spid="12"/>
                                        </p:tgtEl>
                                        <p:attrNameLst>
                                          <p:attrName>style.visibility</p:attrName>
                                        </p:attrNameLst>
                                      </p:cBhvr>
                                      <p:to>
                                        <p:strVal val="visible"/>
                                      </p:to>
                                    </p:set>
                                    <p:animEffect transition="in" filter="wipe(left)">
                                      <p:cBhvr>
                                        <p:cTn id="27" dur="1500"/>
                                        <p:tgtEl>
                                          <p:spTgt spid="12"/>
                                        </p:tgtEl>
                                      </p:cBhvr>
                                    </p:animEffect>
                                  </p:childTnLst>
                                </p:cTn>
                              </p:par>
                            </p:childTnLst>
                          </p:cTn>
                        </p:par>
                      </p:childTnLst>
                    </p:cTn>
                  </p:par>
                  <p:par>
                    <p:cTn id="28" fill="hold">
                      <p:stCondLst>
                        <p:cond delay="indefinite"/>
                      </p:stCondLst>
                      <p:childTnLst>
                        <p:par>
                          <p:cTn id="29" fill="hold">
                            <p:stCondLst>
                              <p:cond delay="0"/>
                            </p:stCondLst>
                            <p:childTnLst>
                              <p:par>
                                <p:cTn id="30" presetID="10" presetClass="exit" presetSubtype="0" fill="hold" grpId="1" nodeType="clickEffect">
                                  <p:stCondLst>
                                    <p:cond delay="0"/>
                                  </p:stCondLst>
                                  <p:childTnLst>
                                    <p:animEffect transition="out" filter="fade">
                                      <p:cBhvr>
                                        <p:cTn id="31" dur="500"/>
                                        <p:tgtEl>
                                          <p:spTgt spid="23"/>
                                        </p:tgtEl>
                                      </p:cBhvr>
                                    </p:animEffect>
                                    <p:set>
                                      <p:cBhvr>
                                        <p:cTn id="32" dur="1" fill="hold">
                                          <p:stCondLst>
                                            <p:cond delay="499"/>
                                          </p:stCondLst>
                                        </p:cTn>
                                        <p:tgtEl>
                                          <p:spTgt spid="23"/>
                                        </p:tgtEl>
                                        <p:attrNameLst>
                                          <p:attrName>style.visibility</p:attrName>
                                        </p:attrNameLst>
                                      </p:cBhvr>
                                      <p:to>
                                        <p:strVal val="hidden"/>
                                      </p:to>
                                    </p:set>
                                  </p:childTnLst>
                                </p:cTn>
                              </p:par>
                            </p:childTnLst>
                          </p:cTn>
                        </p:par>
                        <p:par>
                          <p:cTn id="33" fill="hold">
                            <p:stCondLst>
                              <p:cond delay="500"/>
                            </p:stCondLst>
                            <p:childTnLst>
                              <p:par>
                                <p:cTn id="34" presetID="22" presetClass="entr" presetSubtype="8" fill="hold" grpId="0" nodeType="afterEffect">
                                  <p:stCondLst>
                                    <p:cond delay="0"/>
                                  </p:stCondLst>
                                  <p:childTnLst>
                                    <p:set>
                                      <p:cBhvr>
                                        <p:cTn id="35" dur="1" fill="hold">
                                          <p:stCondLst>
                                            <p:cond delay="0"/>
                                          </p:stCondLst>
                                        </p:cTn>
                                        <p:tgtEl>
                                          <p:spTgt spid="24"/>
                                        </p:tgtEl>
                                        <p:attrNameLst>
                                          <p:attrName>style.visibility</p:attrName>
                                        </p:attrNameLst>
                                      </p:cBhvr>
                                      <p:to>
                                        <p:strVal val="visible"/>
                                      </p:to>
                                    </p:set>
                                    <p:animEffect transition="in" filter="wipe(left)">
                                      <p:cBhvr>
                                        <p:cTn id="36" dur="1000"/>
                                        <p:tgtEl>
                                          <p:spTgt spid="24"/>
                                        </p:tgtEl>
                                      </p:cBhvr>
                                    </p:animEffect>
                                  </p:childTnLst>
                                </p:cTn>
                              </p:par>
                            </p:childTnLst>
                          </p:cTn>
                        </p:par>
                        <p:par>
                          <p:cTn id="37" fill="hold">
                            <p:stCondLst>
                              <p:cond delay="1500"/>
                            </p:stCondLst>
                            <p:childTnLst>
                              <p:par>
                                <p:cTn id="38" presetID="22" presetClass="entr" presetSubtype="8" fill="hold" nodeType="afterEffect">
                                  <p:stCondLst>
                                    <p:cond delay="0"/>
                                  </p:stCondLst>
                                  <p:childTnLst>
                                    <p:set>
                                      <p:cBhvr>
                                        <p:cTn id="39" dur="1" fill="hold">
                                          <p:stCondLst>
                                            <p:cond delay="0"/>
                                          </p:stCondLst>
                                        </p:cTn>
                                        <p:tgtEl>
                                          <p:spTgt spid="14"/>
                                        </p:tgtEl>
                                        <p:attrNameLst>
                                          <p:attrName>style.visibility</p:attrName>
                                        </p:attrNameLst>
                                      </p:cBhvr>
                                      <p:to>
                                        <p:strVal val="visible"/>
                                      </p:to>
                                    </p:set>
                                    <p:animEffect transition="in" filter="wipe(left)">
                                      <p:cBhvr>
                                        <p:cTn id="40" dur="1500"/>
                                        <p:tgtEl>
                                          <p:spTgt spid="14"/>
                                        </p:tgtEl>
                                      </p:cBhvr>
                                    </p:animEffect>
                                  </p:childTnLst>
                                </p:cTn>
                              </p:par>
                            </p:childTnLst>
                          </p:cTn>
                        </p:par>
                      </p:childTnLst>
                    </p:cTn>
                  </p:par>
                  <p:par>
                    <p:cTn id="41" fill="hold">
                      <p:stCondLst>
                        <p:cond delay="indefinite"/>
                      </p:stCondLst>
                      <p:childTnLst>
                        <p:par>
                          <p:cTn id="42" fill="hold">
                            <p:stCondLst>
                              <p:cond delay="0"/>
                            </p:stCondLst>
                            <p:childTnLst>
                              <p:par>
                                <p:cTn id="43" presetID="10" presetClass="exit" presetSubtype="0" fill="hold" grpId="1" nodeType="clickEffect">
                                  <p:stCondLst>
                                    <p:cond delay="0"/>
                                  </p:stCondLst>
                                  <p:childTnLst>
                                    <p:animEffect transition="out" filter="fade">
                                      <p:cBhvr>
                                        <p:cTn id="44" dur="500"/>
                                        <p:tgtEl>
                                          <p:spTgt spid="24"/>
                                        </p:tgtEl>
                                      </p:cBhvr>
                                    </p:animEffect>
                                    <p:set>
                                      <p:cBhvr>
                                        <p:cTn id="45" dur="1" fill="hold">
                                          <p:stCondLst>
                                            <p:cond delay="499"/>
                                          </p:stCondLst>
                                        </p:cTn>
                                        <p:tgtEl>
                                          <p:spTgt spid="24"/>
                                        </p:tgtEl>
                                        <p:attrNameLst>
                                          <p:attrName>style.visibility</p:attrName>
                                        </p:attrNameLst>
                                      </p:cBhvr>
                                      <p:to>
                                        <p:strVal val="hidden"/>
                                      </p:to>
                                    </p:set>
                                  </p:childTnLst>
                                </p:cTn>
                              </p:par>
                            </p:childTnLst>
                          </p:cTn>
                        </p:par>
                        <p:par>
                          <p:cTn id="46" fill="hold">
                            <p:stCondLst>
                              <p:cond delay="500"/>
                            </p:stCondLst>
                            <p:childTnLst>
                              <p:par>
                                <p:cTn id="47" presetID="22" presetClass="entr" presetSubtype="8" fill="hold" grpId="0" nodeType="afterEffect">
                                  <p:stCondLst>
                                    <p:cond delay="0"/>
                                  </p:stCondLst>
                                  <p:childTnLst>
                                    <p:set>
                                      <p:cBhvr>
                                        <p:cTn id="48" dur="1" fill="hold">
                                          <p:stCondLst>
                                            <p:cond delay="0"/>
                                          </p:stCondLst>
                                        </p:cTn>
                                        <p:tgtEl>
                                          <p:spTgt spid="25"/>
                                        </p:tgtEl>
                                        <p:attrNameLst>
                                          <p:attrName>style.visibility</p:attrName>
                                        </p:attrNameLst>
                                      </p:cBhvr>
                                      <p:to>
                                        <p:strVal val="visible"/>
                                      </p:to>
                                    </p:set>
                                    <p:animEffect transition="in" filter="wipe(left)">
                                      <p:cBhvr>
                                        <p:cTn id="49" dur="1000"/>
                                        <p:tgtEl>
                                          <p:spTgt spid="25"/>
                                        </p:tgtEl>
                                      </p:cBhvr>
                                    </p:animEffect>
                                  </p:childTnLst>
                                </p:cTn>
                              </p:par>
                            </p:childTnLst>
                          </p:cTn>
                        </p:par>
                        <p:par>
                          <p:cTn id="50" fill="hold">
                            <p:stCondLst>
                              <p:cond delay="1500"/>
                            </p:stCondLst>
                            <p:childTnLst>
                              <p:par>
                                <p:cTn id="51" presetID="22" presetClass="entr" presetSubtype="8" fill="hold" nodeType="afterEffect">
                                  <p:stCondLst>
                                    <p:cond delay="0"/>
                                  </p:stCondLst>
                                  <p:childTnLst>
                                    <p:set>
                                      <p:cBhvr>
                                        <p:cTn id="52" dur="1" fill="hold">
                                          <p:stCondLst>
                                            <p:cond delay="0"/>
                                          </p:stCondLst>
                                        </p:cTn>
                                        <p:tgtEl>
                                          <p:spTgt spid="17"/>
                                        </p:tgtEl>
                                        <p:attrNameLst>
                                          <p:attrName>style.visibility</p:attrName>
                                        </p:attrNameLst>
                                      </p:cBhvr>
                                      <p:to>
                                        <p:strVal val="visible"/>
                                      </p:to>
                                    </p:set>
                                    <p:animEffect transition="in" filter="wipe(left)">
                                      <p:cBhvr>
                                        <p:cTn id="53" dur="1500"/>
                                        <p:tgtEl>
                                          <p:spTgt spid="17"/>
                                        </p:tgtEl>
                                      </p:cBhvr>
                                    </p:animEffect>
                                  </p:childTnLst>
                                </p:cTn>
                              </p:par>
                            </p:childTnLst>
                          </p:cTn>
                        </p:par>
                      </p:childTnLst>
                    </p:cTn>
                  </p:par>
                  <p:par>
                    <p:cTn id="54" fill="hold">
                      <p:stCondLst>
                        <p:cond delay="indefinite"/>
                      </p:stCondLst>
                      <p:childTnLst>
                        <p:par>
                          <p:cTn id="55" fill="hold">
                            <p:stCondLst>
                              <p:cond delay="0"/>
                            </p:stCondLst>
                            <p:childTnLst>
                              <p:par>
                                <p:cTn id="56" presetID="10" presetClass="exit" presetSubtype="0" fill="hold" grpId="1" nodeType="clickEffect">
                                  <p:stCondLst>
                                    <p:cond delay="0"/>
                                  </p:stCondLst>
                                  <p:childTnLst>
                                    <p:animEffect transition="out" filter="fade">
                                      <p:cBhvr>
                                        <p:cTn id="57" dur="500"/>
                                        <p:tgtEl>
                                          <p:spTgt spid="25"/>
                                        </p:tgtEl>
                                      </p:cBhvr>
                                    </p:animEffect>
                                    <p:set>
                                      <p:cBhvr>
                                        <p:cTn id="58" dur="1" fill="hold">
                                          <p:stCondLst>
                                            <p:cond delay="499"/>
                                          </p:stCondLst>
                                        </p:cTn>
                                        <p:tgtEl>
                                          <p:spTgt spid="25"/>
                                        </p:tgtEl>
                                        <p:attrNameLst>
                                          <p:attrName>style.visibility</p:attrName>
                                        </p:attrNameLst>
                                      </p:cBhvr>
                                      <p:to>
                                        <p:strVal val="hidden"/>
                                      </p:to>
                                    </p:set>
                                  </p:childTnLst>
                                </p:cTn>
                              </p:par>
                            </p:childTnLst>
                          </p:cTn>
                        </p:par>
                        <p:par>
                          <p:cTn id="59" fill="hold">
                            <p:stCondLst>
                              <p:cond delay="500"/>
                            </p:stCondLst>
                            <p:childTnLst>
                              <p:par>
                                <p:cTn id="60" presetID="22" presetClass="entr" presetSubtype="8" fill="hold" grpId="0" nodeType="afterEffect">
                                  <p:stCondLst>
                                    <p:cond delay="0"/>
                                  </p:stCondLst>
                                  <p:childTnLst>
                                    <p:set>
                                      <p:cBhvr>
                                        <p:cTn id="61" dur="1" fill="hold">
                                          <p:stCondLst>
                                            <p:cond delay="0"/>
                                          </p:stCondLst>
                                        </p:cTn>
                                        <p:tgtEl>
                                          <p:spTgt spid="26"/>
                                        </p:tgtEl>
                                        <p:attrNameLst>
                                          <p:attrName>style.visibility</p:attrName>
                                        </p:attrNameLst>
                                      </p:cBhvr>
                                      <p:to>
                                        <p:strVal val="visible"/>
                                      </p:to>
                                    </p:set>
                                    <p:animEffect transition="in" filter="wipe(left)">
                                      <p:cBhvr>
                                        <p:cTn id="62" dur="1500"/>
                                        <p:tgtEl>
                                          <p:spTgt spid="26"/>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3" grpId="0" animBg="1"/>
      <p:bldP spid="23" grpId="1" animBg="1"/>
      <p:bldP spid="24" grpId="0" animBg="1"/>
      <p:bldP spid="24" grpId="1" animBg="1"/>
      <p:bldP spid="25" grpId="0" animBg="1"/>
      <p:bldP spid="25" grpId="1" animBg="1"/>
      <p:bldP spid="26" grpId="0"/>
    </p:bldLst>
  </p:timing>
</p:sld>
</file>

<file path=ppt/slides/slide81.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B7C48AE-DF0B-4A3E-8111-6A6971FAB274}"/>
              </a:ext>
            </a:extLst>
          </p:cNvPr>
          <p:cNvSpPr>
            <a:spLocks noGrp="1"/>
          </p:cNvSpPr>
          <p:nvPr>
            <p:ph type="title"/>
          </p:nvPr>
        </p:nvSpPr>
        <p:spPr/>
        <p:txBody>
          <a:bodyPr/>
          <a:lstStyle/>
          <a:p>
            <a:r>
              <a:rPr lang="en-GB" dirty="0"/>
              <a:t>Entity-Occurrence Diagram (1)</a:t>
            </a:r>
          </a:p>
        </p:txBody>
      </p:sp>
      <p:graphicFrame>
        <p:nvGraphicFramePr>
          <p:cNvPr id="4" name="Table 3">
            <a:extLst>
              <a:ext uri="{FF2B5EF4-FFF2-40B4-BE49-F238E27FC236}">
                <a16:creationId xmlns:a16="http://schemas.microsoft.com/office/drawing/2014/main" id="{0D364723-E5A1-4357-8595-04A23EBF0BB0}"/>
              </a:ext>
            </a:extLst>
          </p:cNvPr>
          <p:cNvGraphicFramePr>
            <a:graphicFrameLocks noGrp="1"/>
          </p:cNvGraphicFramePr>
          <p:nvPr/>
        </p:nvGraphicFramePr>
        <p:xfrm>
          <a:off x="843708" y="1996073"/>
          <a:ext cx="3395155" cy="2072640"/>
        </p:xfrm>
        <a:graphic>
          <a:graphicData uri="http://schemas.openxmlformats.org/drawingml/2006/table">
            <a:tbl>
              <a:tblPr firstRow="1" bandRow="1">
                <a:tableStyleId>{5C22544A-7EE6-4342-B048-85BDC9FD1C3A}</a:tableStyleId>
              </a:tblPr>
              <a:tblGrid>
                <a:gridCol w="1240155">
                  <a:extLst>
                    <a:ext uri="{9D8B030D-6E8A-4147-A177-3AD203B41FA5}">
                      <a16:colId xmlns:a16="http://schemas.microsoft.com/office/drawing/2014/main" val="1459550812"/>
                    </a:ext>
                  </a:extLst>
                </a:gridCol>
                <a:gridCol w="2155000">
                  <a:extLst>
                    <a:ext uri="{9D8B030D-6E8A-4147-A177-3AD203B41FA5}">
                      <a16:colId xmlns:a16="http://schemas.microsoft.com/office/drawing/2014/main" val="1728944668"/>
                    </a:ext>
                  </a:extLst>
                </a:gridCol>
              </a:tblGrid>
              <a:tr h="370840">
                <a:tc>
                  <a:txBody>
                    <a:bodyPr/>
                    <a:lstStyle/>
                    <a:p>
                      <a:pPr algn="ctr"/>
                      <a:r>
                        <a:rPr lang="en-GB" sz="2800" dirty="0"/>
                        <a:t>School</a:t>
                      </a:r>
                    </a:p>
                  </a:txBody>
                  <a:tcPr anchor="ctr"/>
                </a:tc>
                <a:tc>
                  <a:txBody>
                    <a:bodyPr/>
                    <a:lstStyle/>
                    <a:p>
                      <a:pPr algn="ctr"/>
                      <a:r>
                        <a:rPr lang="en-GB" sz="2800" dirty="0"/>
                        <a:t>Headteacher</a:t>
                      </a:r>
                    </a:p>
                  </a:txBody>
                  <a:tcPr anchor="ctr"/>
                </a:tc>
                <a:extLst>
                  <a:ext uri="{0D108BD9-81ED-4DB2-BD59-A6C34878D82A}">
                    <a16:rowId xmlns:a16="http://schemas.microsoft.com/office/drawing/2014/main" val="777104341"/>
                  </a:ext>
                </a:extLst>
              </a:tr>
              <a:tr h="370840">
                <a:tc>
                  <a:txBody>
                    <a:bodyPr/>
                    <a:lstStyle/>
                    <a:p>
                      <a:pPr algn="ctr"/>
                      <a:r>
                        <a:rPr lang="en-GB" sz="2800" dirty="0"/>
                        <a:t>IC42</a:t>
                      </a:r>
                    </a:p>
                  </a:txBody>
                  <a:tcPr anchor="ctr"/>
                </a:tc>
                <a:tc>
                  <a:txBody>
                    <a:bodyPr/>
                    <a:lstStyle/>
                    <a:p>
                      <a:pPr algn="ctr"/>
                      <a:r>
                        <a:rPr lang="en-GB" sz="2800" dirty="0"/>
                        <a:t>92</a:t>
                      </a:r>
                    </a:p>
                  </a:txBody>
                  <a:tcPr anchor="ctr"/>
                </a:tc>
                <a:extLst>
                  <a:ext uri="{0D108BD9-81ED-4DB2-BD59-A6C34878D82A}">
                    <a16:rowId xmlns:a16="http://schemas.microsoft.com/office/drawing/2014/main" val="2227473476"/>
                  </a:ext>
                </a:extLst>
              </a:tr>
              <a:tr h="370840">
                <a:tc>
                  <a:txBody>
                    <a:bodyPr/>
                    <a:lstStyle/>
                    <a:p>
                      <a:pPr algn="ctr"/>
                      <a:r>
                        <a:rPr lang="en-GB" sz="2800" dirty="0"/>
                        <a:t>IC57</a:t>
                      </a:r>
                    </a:p>
                  </a:txBody>
                  <a:tcPr anchor="ctr"/>
                </a:tc>
                <a:tc>
                  <a:txBody>
                    <a:bodyPr/>
                    <a:lstStyle/>
                    <a:p>
                      <a:pPr algn="ctr"/>
                      <a:r>
                        <a:rPr lang="en-GB" sz="2800" dirty="0"/>
                        <a:t>84</a:t>
                      </a:r>
                    </a:p>
                  </a:txBody>
                  <a:tcPr anchor="ctr"/>
                </a:tc>
                <a:extLst>
                  <a:ext uri="{0D108BD9-81ED-4DB2-BD59-A6C34878D82A}">
                    <a16:rowId xmlns:a16="http://schemas.microsoft.com/office/drawing/2014/main" val="3983725799"/>
                  </a:ext>
                </a:extLst>
              </a:tr>
              <a:tr h="370840">
                <a:tc>
                  <a:txBody>
                    <a:bodyPr/>
                    <a:lstStyle/>
                    <a:p>
                      <a:pPr algn="ctr"/>
                      <a:r>
                        <a:rPr lang="en-GB" sz="2800" dirty="0"/>
                        <a:t>IC23</a:t>
                      </a:r>
                    </a:p>
                  </a:txBody>
                  <a:tcPr anchor="ctr"/>
                </a:tc>
                <a:tc>
                  <a:txBody>
                    <a:bodyPr/>
                    <a:lstStyle/>
                    <a:p>
                      <a:pPr algn="ctr"/>
                      <a:r>
                        <a:rPr lang="en-GB" sz="2800" dirty="0"/>
                        <a:t>128</a:t>
                      </a:r>
                    </a:p>
                  </a:txBody>
                  <a:tcPr anchor="ctr"/>
                </a:tc>
                <a:extLst>
                  <a:ext uri="{0D108BD9-81ED-4DB2-BD59-A6C34878D82A}">
                    <a16:rowId xmlns:a16="http://schemas.microsoft.com/office/drawing/2014/main" val="2788509373"/>
                  </a:ext>
                </a:extLst>
              </a:tr>
            </a:tbl>
          </a:graphicData>
        </a:graphic>
      </p:graphicFrame>
      <p:sp>
        <p:nvSpPr>
          <p:cNvPr id="5" name="Oval 4">
            <a:extLst>
              <a:ext uri="{FF2B5EF4-FFF2-40B4-BE49-F238E27FC236}">
                <a16:creationId xmlns:a16="http://schemas.microsoft.com/office/drawing/2014/main" id="{75577C27-51B9-4F55-BFA2-DF0566949856}"/>
              </a:ext>
            </a:extLst>
          </p:cNvPr>
          <p:cNvSpPr/>
          <p:nvPr/>
        </p:nvSpPr>
        <p:spPr>
          <a:xfrm>
            <a:off x="5075103" y="2778270"/>
            <a:ext cx="2041793" cy="2974554"/>
          </a:xfrm>
          <a:prstGeom prst="ellipse">
            <a:avLst/>
          </a:prstGeom>
          <a:noFill/>
          <a:ln w="3810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sz="2800" dirty="0">
              <a:solidFill>
                <a:schemeClr val="tx1"/>
              </a:solidFill>
            </a:endParaRPr>
          </a:p>
        </p:txBody>
      </p:sp>
      <p:sp>
        <p:nvSpPr>
          <p:cNvPr id="6" name="Oval 5">
            <a:extLst>
              <a:ext uri="{FF2B5EF4-FFF2-40B4-BE49-F238E27FC236}">
                <a16:creationId xmlns:a16="http://schemas.microsoft.com/office/drawing/2014/main" id="{F5F57839-3C91-41D4-891E-F2668C4F76FF}"/>
              </a:ext>
            </a:extLst>
          </p:cNvPr>
          <p:cNvSpPr/>
          <p:nvPr/>
        </p:nvSpPr>
        <p:spPr>
          <a:xfrm>
            <a:off x="9061373" y="2778270"/>
            <a:ext cx="2041793" cy="2974554"/>
          </a:xfrm>
          <a:prstGeom prst="ellipse">
            <a:avLst/>
          </a:prstGeom>
          <a:noFill/>
          <a:ln w="3810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sz="2800" dirty="0">
              <a:solidFill>
                <a:schemeClr val="tx1"/>
              </a:solidFill>
            </a:endParaRPr>
          </a:p>
        </p:txBody>
      </p:sp>
    </p:spTree>
    <p:extLst>
      <p:ext uri="{BB962C8B-B14F-4D97-AF65-F5344CB8AC3E}">
        <p14:creationId xmlns:p14="http://schemas.microsoft.com/office/powerpoint/2010/main" val="347794617"/>
      </p:ext>
    </p:extLst>
  </p:cSld>
  <p:clrMapOvr>
    <a:masterClrMapping/>
  </p:clrMapOvr>
</p:sld>
</file>

<file path=ppt/slides/slide8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B7C48AE-DF0B-4A3E-8111-6A6971FAB274}"/>
              </a:ext>
            </a:extLst>
          </p:cNvPr>
          <p:cNvSpPr>
            <a:spLocks noGrp="1"/>
          </p:cNvSpPr>
          <p:nvPr>
            <p:ph type="title"/>
          </p:nvPr>
        </p:nvSpPr>
        <p:spPr/>
        <p:txBody>
          <a:bodyPr/>
          <a:lstStyle/>
          <a:p>
            <a:r>
              <a:rPr lang="en-GB" dirty="0"/>
              <a:t>Entity-Occurrence Diagram (2)</a:t>
            </a:r>
          </a:p>
        </p:txBody>
      </p:sp>
      <p:graphicFrame>
        <p:nvGraphicFramePr>
          <p:cNvPr id="4" name="Table 3">
            <a:extLst>
              <a:ext uri="{FF2B5EF4-FFF2-40B4-BE49-F238E27FC236}">
                <a16:creationId xmlns:a16="http://schemas.microsoft.com/office/drawing/2014/main" id="{0D364723-E5A1-4357-8595-04A23EBF0BB0}"/>
              </a:ext>
            </a:extLst>
          </p:cNvPr>
          <p:cNvGraphicFramePr>
            <a:graphicFrameLocks noGrp="1"/>
          </p:cNvGraphicFramePr>
          <p:nvPr>
            <p:extLst>
              <p:ext uri="{D42A27DB-BD31-4B8C-83A1-F6EECF244321}">
                <p14:modId xmlns:p14="http://schemas.microsoft.com/office/powerpoint/2010/main" val="251167312"/>
              </p:ext>
            </p:extLst>
          </p:nvPr>
        </p:nvGraphicFramePr>
        <p:xfrm>
          <a:off x="843708" y="1996073"/>
          <a:ext cx="2651188" cy="4145280"/>
        </p:xfrm>
        <a:graphic>
          <a:graphicData uri="http://schemas.openxmlformats.org/drawingml/2006/table">
            <a:tbl>
              <a:tblPr firstRow="1" bandRow="1">
                <a:tableStyleId>{5C22544A-7EE6-4342-B048-85BDC9FD1C3A}</a:tableStyleId>
              </a:tblPr>
              <a:tblGrid>
                <a:gridCol w="1240155">
                  <a:extLst>
                    <a:ext uri="{9D8B030D-6E8A-4147-A177-3AD203B41FA5}">
                      <a16:colId xmlns:a16="http://schemas.microsoft.com/office/drawing/2014/main" val="1459550812"/>
                    </a:ext>
                  </a:extLst>
                </a:gridCol>
                <a:gridCol w="1411033">
                  <a:extLst>
                    <a:ext uri="{9D8B030D-6E8A-4147-A177-3AD203B41FA5}">
                      <a16:colId xmlns:a16="http://schemas.microsoft.com/office/drawing/2014/main" val="1728944668"/>
                    </a:ext>
                  </a:extLst>
                </a:gridCol>
              </a:tblGrid>
              <a:tr h="370840">
                <a:tc>
                  <a:txBody>
                    <a:bodyPr/>
                    <a:lstStyle/>
                    <a:p>
                      <a:pPr algn="ctr"/>
                      <a:r>
                        <a:rPr lang="en-GB" sz="2800" dirty="0"/>
                        <a:t>School</a:t>
                      </a:r>
                    </a:p>
                  </a:txBody>
                  <a:tcPr anchor="ctr"/>
                </a:tc>
                <a:tc>
                  <a:txBody>
                    <a:bodyPr/>
                    <a:lstStyle/>
                    <a:p>
                      <a:pPr algn="ctr"/>
                      <a:r>
                        <a:rPr lang="en-GB" sz="2800" dirty="0"/>
                        <a:t>Teacher</a:t>
                      </a:r>
                    </a:p>
                  </a:txBody>
                  <a:tcPr anchor="ctr"/>
                </a:tc>
                <a:extLst>
                  <a:ext uri="{0D108BD9-81ED-4DB2-BD59-A6C34878D82A}">
                    <a16:rowId xmlns:a16="http://schemas.microsoft.com/office/drawing/2014/main" val="777104341"/>
                  </a:ext>
                </a:extLst>
              </a:tr>
              <a:tr h="370840">
                <a:tc>
                  <a:txBody>
                    <a:bodyPr/>
                    <a:lstStyle/>
                    <a:p>
                      <a:pPr algn="ctr"/>
                      <a:r>
                        <a:rPr lang="en-GB" sz="2800" dirty="0"/>
                        <a:t>IC42</a:t>
                      </a:r>
                    </a:p>
                  </a:txBody>
                  <a:tcPr anchor="ctr"/>
                </a:tc>
                <a:tc>
                  <a:txBody>
                    <a:bodyPr/>
                    <a:lstStyle/>
                    <a:p>
                      <a:pPr algn="ctr"/>
                      <a:r>
                        <a:rPr lang="en-GB" sz="2800" dirty="0"/>
                        <a:t>135</a:t>
                      </a:r>
                    </a:p>
                  </a:txBody>
                  <a:tcPr anchor="ctr"/>
                </a:tc>
                <a:extLst>
                  <a:ext uri="{0D108BD9-81ED-4DB2-BD59-A6C34878D82A}">
                    <a16:rowId xmlns:a16="http://schemas.microsoft.com/office/drawing/2014/main" val="2227473476"/>
                  </a:ext>
                </a:extLst>
              </a:tr>
              <a:tr h="370840">
                <a:tc>
                  <a:txBody>
                    <a:bodyPr/>
                    <a:lstStyle/>
                    <a:p>
                      <a:pPr algn="ctr"/>
                      <a:r>
                        <a:rPr lang="en-GB" sz="2800" dirty="0"/>
                        <a:t>IC57</a:t>
                      </a:r>
                    </a:p>
                  </a:txBody>
                  <a:tcPr anchor="ctr"/>
                </a:tc>
                <a:tc>
                  <a:txBody>
                    <a:bodyPr/>
                    <a:lstStyle/>
                    <a:p>
                      <a:pPr algn="ctr"/>
                      <a:r>
                        <a:rPr lang="en-GB" sz="2800" dirty="0"/>
                        <a:t>123</a:t>
                      </a:r>
                    </a:p>
                  </a:txBody>
                  <a:tcPr anchor="ctr"/>
                </a:tc>
                <a:extLst>
                  <a:ext uri="{0D108BD9-81ED-4DB2-BD59-A6C34878D82A}">
                    <a16:rowId xmlns:a16="http://schemas.microsoft.com/office/drawing/2014/main" val="3983725799"/>
                  </a:ext>
                </a:extLst>
              </a:tr>
              <a:tr h="370840">
                <a:tc>
                  <a:txBody>
                    <a:bodyPr/>
                    <a:lstStyle/>
                    <a:p>
                      <a:pPr algn="ctr"/>
                      <a:r>
                        <a:rPr lang="en-GB" sz="2800" dirty="0"/>
                        <a:t>IC23</a:t>
                      </a:r>
                    </a:p>
                  </a:txBody>
                  <a:tcPr anchor="ctr"/>
                </a:tc>
                <a:tc>
                  <a:txBody>
                    <a:bodyPr/>
                    <a:lstStyle/>
                    <a:p>
                      <a:pPr algn="ctr"/>
                      <a:r>
                        <a:rPr lang="en-GB" sz="2800" dirty="0"/>
                        <a:t>111</a:t>
                      </a:r>
                    </a:p>
                  </a:txBody>
                  <a:tcPr anchor="ctr"/>
                </a:tc>
                <a:extLst>
                  <a:ext uri="{0D108BD9-81ED-4DB2-BD59-A6C34878D82A}">
                    <a16:rowId xmlns:a16="http://schemas.microsoft.com/office/drawing/2014/main" val="2788509373"/>
                  </a:ext>
                </a:extLst>
              </a:tr>
              <a:tr h="370840">
                <a:tc>
                  <a:txBody>
                    <a:bodyPr/>
                    <a:lstStyle/>
                    <a:p>
                      <a:pPr algn="ctr"/>
                      <a:r>
                        <a:rPr lang="en-GB" sz="2800" dirty="0"/>
                        <a:t>IC23</a:t>
                      </a:r>
                    </a:p>
                  </a:txBody>
                  <a:tcPr anchor="ctr"/>
                </a:tc>
                <a:tc>
                  <a:txBody>
                    <a:bodyPr/>
                    <a:lstStyle/>
                    <a:p>
                      <a:pPr algn="ctr"/>
                      <a:r>
                        <a:rPr lang="en-GB" sz="2800" dirty="0"/>
                        <a:t>184</a:t>
                      </a:r>
                    </a:p>
                  </a:txBody>
                  <a:tcPr anchor="ctr"/>
                </a:tc>
                <a:extLst>
                  <a:ext uri="{0D108BD9-81ED-4DB2-BD59-A6C34878D82A}">
                    <a16:rowId xmlns:a16="http://schemas.microsoft.com/office/drawing/2014/main" val="268199048"/>
                  </a:ext>
                </a:extLst>
              </a:tr>
              <a:tr h="370840">
                <a:tc>
                  <a:txBody>
                    <a:bodyPr/>
                    <a:lstStyle/>
                    <a:p>
                      <a:pPr algn="ctr"/>
                      <a:r>
                        <a:rPr lang="en-GB" sz="2800" dirty="0"/>
                        <a:t>IC57</a:t>
                      </a:r>
                    </a:p>
                  </a:txBody>
                  <a:tcPr anchor="ctr"/>
                </a:tc>
                <a:tc>
                  <a:txBody>
                    <a:bodyPr/>
                    <a:lstStyle/>
                    <a:p>
                      <a:pPr algn="ctr"/>
                      <a:r>
                        <a:rPr lang="en-GB" sz="2800" dirty="0"/>
                        <a:t>77</a:t>
                      </a:r>
                    </a:p>
                  </a:txBody>
                  <a:tcPr anchor="ctr"/>
                </a:tc>
                <a:extLst>
                  <a:ext uri="{0D108BD9-81ED-4DB2-BD59-A6C34878D82A}">
                    <a16:rowId xmlns:a16="http://schemas.microsoft.com/office/drawing/2014/main" val="2607101158"/>
                  </a:ext>
                </a:extLst>
              </a:tr>
              <a:tr h="370840">
                <a:tc>
                  <a:txBody>
                    <a:bodyPr/>
                    <a:lstStyle/>
                    <a:p>
                      <a:pPr algn="ctr"/>
                      <a:r>
                        <a:rPr lang="en-GB" sz="2800" dirty="0"/>
                        <a:t>IC57</a:t>
                      </a:r>
                    </a:p>
                  </a:txBody>
                  <a:tcPr anchor="ctr"/>
                </a:tc>
                <a:tc>
                  <a:txBody>
                    <a:bodyPr/>
                    <a:lstStyle/>
                    <a:p>
                      <a:pPr algn="ctr"/>
                      <a:r>
                        <a:rPr lang="en-GB" sz="2800" dirty="0"/>
                        <a:t>295</a:t>
                      </a:r>
                    </a:p>
                  </a:txBody>
                  <a:tcPr anchor="ctr"/>
                </a:tc>
                <a:extLst>
                  <a:ext uri="{0D108BD9-81ED-4DB2-BD59-A6C34878D82A}">
                    <a16:rowId xmlns:a16="http://schemas.microsoft.com/office/drawing/2014/main" val="518457521"/>
                  </a:ext>
                </a:extLst>
              </a:tr>
              <a:tr h="370840">
                <a:tc>
                  <a:txBody>
                    <a:bodyPr/>
                    <a:lstStyle/>
                    <a:p>
                      <a:pPr algn="ctr"/>
                      <a:r>
                        <a:rPr lang="en-GB" sz="2800" dirty="0"/>
                        <a:t>IC23</a:t>
                      </a:r>
                    </a:p>
                  </a:txBody>
                  <a:tcPr anchor="ctr"/>
                </a:tc>
                <a:tc>
                  <a:txBody>
                    <a:bodyPr/>
                    <a:lstStyle/>
                    <a:p>
                      <a:pPr algn="ctr"/>
                      <a:r>
                        <a:rPr lang="en-GB" sz="2800" dirty="0"/>
                        <a:t>93</a:t>
                      </a:r>
                    </a:p>
                  </a:txBody>
                  <a:tcPr anchor="ctr"/>
                </a:tc>
                <a:extLst>
                  <a:ext uri="{0D108BD9-81ED-4DB2-BD59-A6C34878D82A}">
                    <a16:rowId xmlns:a16="http://schemas.microsoft.com/office/drawing/2014/main" val="401003365"/>
                  </a:ext>
                </a:extLst>
              </a:tr>
            </a:tbl>
          </a:graphicData>
        </a:graphic>
      </p:graphicFrame>
      <p:grpSp>
        <p:nvGrpSpPr>
          <p:cNvPr id="9" name="Group 8">
            <a:extLst>
              <a:ext uri="{FF2B5EF4-FFF2-40B4-BE49-F238E27FC236}">
                <a16:creationId xmlns:a16="http://schemas.microsoft.com/office/drawing/2014/main" id="{C35AF0A5-621C-4CF8-B38F-99F06F6343E8}"/>
              </a:ext>
            </a:extLst>
          </p:cNvPr>
          <p:cNvGrpSpPr/>
          <p:nvPr/>
        </p:nvGrpSpPr>
        <p:grpSpPr>
          <a:xfrm>
            <a:off x="5075103" y="1690688"/>
            <a:ext cx="2041793" cy="3497774"/>
            <a:chOff x="5075103" y="2255050"/>
            <a:chExt cx="2041793" cy="3497774"/>
          </a:xfrm>
        </p:grpSpPr>
        <p:sp>
          <p:nvSpPr>
            <p:cNvPr id="5" name="Oval 4">
              <a:extLst>
                <a:ext uri="{FF2B5EF4-FFF2-40B4-BE49-F238E27FC236}">
                  <a16:creationId xmlns:a16="http://schemas.microsoft.com/office/drawing/2014/main" id="{75577C27-51B9-4F55-BFA2-DF0566949856}"/>
                </a:ext>
              </a:extLst>
            </p:cNvPr>
            <p:cNvSpPr/>
            <p:nvPr/>
          </p:nvSpPr>
          <p:spPr>
            <a:xfrm>
              <a:off x="5075103" y="2778270"/>
              <a:ext cx="2041793" cy="2974554"/>
            </a:xfrm>
            <a:prstGeom prst="ellipse">
              <a:avLst/>
            </a:prstGeom>
            <a:noFill/>
            <a:ln w="3810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GB" sz="2800" dirty="0">
                  <a:solidFill>
                    <a:schemeClr val="tx1"/>
                  </a:solidFill>
                </a:rPr>
                <a:t>IC23</a:t>
              </a:r>
            </a:p>
            <a:p>
              <a:pPr algn="ctr"/>
              <a:endParaRPr lang="en-GB" sz="2800" dirty="0">
                <a:solidFill>
                  <a:schemeClr val="tx1"/>
                </a:solidFill>
              </a:endParaRPr>
            </a:p>
            <a:p>
              <a:pPr algn="ctr"/>
              <a:r>
                <a:rPr lang="en-GB" sz="2800" dirty="0">
                  <a:solidFill>
                    <a:schemeClr val="tx1"/>
                  </a:solidFill>
                </a:rPr>
                <a:t>IC42</a:t>
              </a:r>
            </a:p>
            <a:p>
              <a:pPr algn="ctr"/>
              <a:endParaRPr lang="en-GB" sz="2800" dirty="0">
                <a:solidFill>
                  <a:schemeClr val="tx1"/>
                </a:solidFill>
              </a:endParaRPr>
            </a:p>
            <a:p>
              <a:pPr algn="ctr"/>
              <a:r>
                <a:rPr lang="en-GB" sz="2800" dirty="0">
                  <a:solidFill>
                    <a:schemeClr val="tx1"/>
                  </a:solidFill>
                </a:rPr>
                <a:t>IC57</a:t>
              </a:r>
            </a:p>
          </p:txBody>
        </p:sp>
        <p:sp>
          <p:nvSpPr>
            <p:cNvPr id="7" name="TextBox 6">
              <a:extLst>
                <a:ext uri="{FF2B5EF4-FFF2-40B4-BE49-F238E27FC236}">
                  <a16:creationId xmlns:a16="http://schemas.microsoft.com/office/drawing/2014/main" id="{63D9B717-8D10-4C1A-B8C3-2DDC0A4F4D6A}"/>
                </a:ext>
              </a:extLst>
            </p:cNvPr>
            <p:cNvSpPr txBox="1"/>
            <p:nvPr/>
          </p:nvSpPr>
          <p:spPr>
            <a:xfrm>
              <a:off x="5520360" y="2255050"/>
              <a:ext cx="1151277" cy="523220"/>
            </a:xfrm>
            <a:prstGeom prst="rect">
              <a:avLst/>
            </a:prstGeom>
            <a:noFill/>
          </p:spPr>
          <p:txBody>
            <a:bodyPr wrap="none" rtlCol="0">
              <a:spAutoFit/>
            </a:bodyPr>
            <a:lstStyle/>
            <a:p>
              <a:r>
                <a:rPr lang="en-GB" sz="2800" dirty="0"/>
                <a:t>School</a:t>
              </a:r>
            </a:p>
          </p:txBody>
        </p:sp>
      </p:grpSp>
      <p:grpSp>
        <p:nvGrpSpPr>
          <p:cNvPr id="10" name="Group 9">
            <a:extLst>
              <a:ext uri="{FF2B5EF4-FFF2-40B4-BE49-F238E27FC236}">
                <a16:creationId xmlns:a16="http://schemas.microsoft.com/office/drawing/2014/main" id="{DA5D8E01-FB30-4902-B8E8-AB6B49C05DB7}"/>
              </a:ext>
            </a:extLst>
          </p:cNvPr>
          <p:cNvGrpSpPr/>
          <p:nvPr/>
        </p:nvGrpSpPr>
        <p:grpSpPr>
          <a:xfrm>
            <a:off x="9061373" y="864905"/>
            <a:ext cx="2286919" cy="4887919"/>
            <a:chOff x="9061373" y="864905"/>
            <a:chExt cx="2041793" cy="4887919"/>
          </a:xfrm>
        </p:grpSpPr>
        <p:sp>
          <p:nvSpPr>
            <p:cNvPr id="6" name="Oval 5">
              <a:extLst>
                <a:ext uri="{FF2B5EF4-FFF2-40B4-BE49-F238E27FC236}">
                  <a16:creationId xmlns:a16="http://schemas.microsoft.com/office/drawing/2014/main" id="{F5F57839-3C91-41D4-891E-F2668C4F76FF}"/>
                </a:ext>
              </a:extLst>
            </p:cNvPr>
            <p:cNvSpPr/>
            <p:nvPr/>
          </p:nvSpPr>
          <p:spPr>
            <a:xfrm>
              <a:off x="9061373" y="1388125"/>
              <a:ext cx="2041793" cy="4364699"/>
            </a:xfrm>
            <a:prstGeom prst="ellipse">
              <a:avLst/>
            </a:prstGeom>
            <a:noFill/>
            <a:ln w="3810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GB" sz="2800" dirty="0">
                  <a:solidFill>
                    <a:schemeClr val="tx1"/>
                  </a:solidFill>
                </a:rPr>
                <a:t>77</a:t>
              </a:r>
            </a:p>
            <a:p>
              <a:pPr algn="ctr"/>
              <a:endParaRPr lang="en-GB" sz="1400" dirty="0">
                <a:solidFill>
                  <a:schemeClr val="tx1"/>
                </a:solidFill>
              </a:endParaRPr>
            </a:p>
            <a:p>
              <a:pPr algn="ctr"/>
              <a:r>
                <a:rPr lang="en-GB" sz="2800" dirty="0">
                  <a:solidFill>
                    <a:schemeClr val="tx1"/>
                  </a:solidFill>
                </a:rPr>
                <a:t>93</a:t>
              </a:r>
            </a:p>
            <a:p>
              <a:pPr algn="ctr"/>
              <a:endParaRPr lang="en-GB" sz="1400" dirty="0">
                <a:solidFill>
                  <a:schemeClr val="tx1"/>
                </a:solidFill>
              </a:endParaRPr>
            </a:p>
            <a:p>
              <a:pPr algn="ctr"/>
              <a:r>
                <a:rPr lang="en-GB" sz="2800" dirty="0">
                  <a:solidFill>
                    <a:schemeClr val="tx1"/>
                  </a:solidFill>
                </a:rPr>
                <a:t>111</a:t>
              </a:r>
            </a:p>
            <a:p>
              <a:pPr algn="ctr"/>
              <a:endParaRPr lang="en-GB" sz="1400" dirty="0">
                <a:solidFill>
                  <a:schemeClr val="tx1"/>
                </a:solidFill>
              </a:endParaRPr>
            </a:p>
            <a:p>
              <a:pPr algn="ctr"/>
              <a:r>
                <a:rPr lang="en-GB" sz="2800" dirty="0">
                  <a:solidFill>
                    <a:schemeClr val="tx1"/>
                  </a:solidFill>
                </a:rPr>
                <a:t>123</a:t>
              </a:r>
            </a:p>
            <a:p>
              <a:pPr algn="ctr"/>
              <a:endParaRPr lang="en-GB" sz="1400" dirty="0">
                <a:solidFill>
                  <a:schemeClr val="tx1"/>
                </a:solidFill>
              </a:endParaRPr>
            </a:p>
            <a:p>
              <a:pPr algn="ctr"/>
              <a:r>
                <a:rPr lang="en-GB" sz="2800" dirty="0">
                  <a:solidFill>
                    <a:schemeClr val="tx1"/>
                  </a:solidFill>
                </a:rPr>
                <a:t>135</a:t>
              </a:r>
            </a:p>
            <a:p>
              <a:pPr algn="ctr"/>
              <a:endParaRPr lang="en-GB" sz="1400" dirty="0">
                <a:solidFill>
                  <a:schemeClr val="tx1"/>
                </a:solidFill>
              </a:endParaRPr>
            </a:p>
            <a:p>
              <a:pPr algn="ctr"/>
              <a:r>
                <a:rPr lang="en-GB" sz="2800" dirty="0">
                  <a:solidFill>
                    <a:schemeClr val="tx1"/>
                  </a:solidFill>
                </a:rPr>
                <a:t>184</a:t>
              </a:r>
            </a:p>
            <a:p>
              <a:pPr algn="ctr"/>
              <a:endParaRPr lang="en-GB" sz="1400" dirty="0">
                <a:solidFill>
                  <a:schemeClr val="tx1"/>
                </a:solidFill>
              </a:endParaRPr>
            </a:p>
            <a:p>
              <a:pPr algn="ctr"/>
              <a:r>
                <a:rPr lang="en-GB" sz="2800" dirty="0">
                  <a:solidFill>
                    <a:schemeClr val="tx1"/>
                  </a:solidFill>
                </a:rPr>
                <a:t>295</a:t>
              </a:r>
            </a:p>
          </p:txBody>
        </p:sp>
        <p:sp>
          <p:nvSpPr>
            <p:cNvPr id="8" name="TextBox 7">
              <a:extLst>
                <a:ext uri="{FF2B5EF4-FFF2-40B4-BE49-F238E27FC236}">
                  <a16:creationId xmlns:a16="http://schemas.microsoft.com/office/drawing/2014/main" id="{1F3D1295-BA4E-48A5-8E06-0FB956BB2492}"/>
                </a:ext>
              </a:extLst>
            </p:cNvPr>
            <p:cNvSpPr txBox="1"/>
            <p:nvPr/>
          </p:nvSpPr>
          <p:spPr>
            <a:xfrm>
              <a:off x="9421606" y="864905"/>
              <a:ext cx="1321324" cy="523220"/>
            </a:xfrm>
            <a:prstGeom prst="rect">
              <a:avLst/>
            </a:prstGeom>
            <a:noFill/>
          </p:spPr>
          <p:txBody>
            <a:bodyPr wrap="none" rtlCol="0">
              <a:spAutoFit/>
            </a:bodyPr>
            <a:lstStyle/>
            <a:p>
              <a:r>
                <a:rPr lang="en-GB" sz="2800" dirty="0"/>
                <a:t>Teacher</a:t>
              </a:r>
            </a:p>
          </p:txBody>
        </p:sp>
      </p:grpSp>
      <p:cxnSp>
        <p:nvCxnSpPr>
          <p:cNvPr id="12" name="Straight Connector 11">
            <a:extLst>
              <a:ext uri="{FF2B5EF4-FFF2-40B4-BE49-F238E27FC236}">
                <a16:creationId xmlns:a16="http://schemas.microsoft.com/office/drawing/2014/main" id="{083154E4-4F98-4828-A8A6-8BD91857C554}"/>
              </a:ext>
            </a:extLst>
          </p:cNvPr>
          <p:cNvCxnSpPr>
            <a:cxnSpLocks/>
          </p:cNvCxnSpPr>
          <p:nvPr/>
        </p:nvCxnSpPr>
        <p:spPr>
          <a:xfrm>
            <a:off x="6521986" y="3701185"/>
            <a:ext cx="3379939" cy="533416"/>
          </a:xfrm>
          <a:prstGeom prst="line">
            <a:avLst/>
          </a:prstGeom>
          <a:ln w="38100"/>
        </p:spPr>
        <p:style>
          <a:lnRef idx="1">
            <a:schemeClr val="accent1"/>
          </a:lnRef>
          <a:fillRef idx="0">
            <a:schemeClr val="accent1"/>
          </a:fillRef>
          <a:effectRef idx="0">
            <a:schemeClr val="accent1"/>
          </a:effectRef>
          <a:fontRef idx="minor">
            <a:schemeClr val="tx1"/>
          </a:fontRef>
        </p:style>
      </p:cxnSp>
      <p:cxnSp>
        <p:nvCxnSpPr>
          <p:cNvPr id="14" name="Straight Connector 13">
            <a:extLst>
              <a:ext uri="{FF2B5EF4-FFF2-40B4-BE49-F238E27FC236}">
                <a16:creationId xmlns:a16="http://schemas.microsoft.com/office/drawing/2014/main" id="{8280AF5C-3BA9-445A-AC26-215FBE5072CA}"/>
              </a:ext>
            </a:extLst>
          </p:cNvPr>
          <p:cNvCxnSpPr>
            <a:cxnSpLocks/>
          </p:cNvCxnSpPr>
          <p:nvPr/>
        </p:nvCxnSpPr>
        <p:spPr>
          <a:xfrm flipV="1">
            <a:off x="6535117" y="1614780"/>
            <a:ext cx="3468199" cy="2953898"/>
          </a:xfrm>
          <a:prstGeom prst="line">
            <a:avLst/>
          </a:prstGeom>
          <a:ln w="38100">
            <a:solidFill>
              <a:srgbClr val="7030A0"/>
            </a:solidFill>
          </a:ln>
        </p:spPr>
        <p:style>
          <a:lnRef idx="1">
            <a:schemeClr val="accent1"/>
          </a:lnRef>
          <a:fillRef idx="0">
            <a:schemeClr val="accent1"/>
          </a:fillRef>
          <a:effectRef idx="0">
            <a:schemeClr val="accent1"/>
          </a:effectRef>
          <a:fontRef idx="minor">
            <a:schemeClr val="tx1"/>
          </a:fontRef>
        </p:style>
      </p:cxnSp>
      <p:cxnSp>
        <p:nvCxnSpPr>
          <p:cNvPr id="17" name="Straight Connector 16">
            <a:extLst>
              <a:ext uri="{FF2B5EF4-FFF2-40B4-BE49-F238E27FC236}">
                <a16:creationId xmlns:a16="http://schemas.microsoft.com/office/drawing/2014/main" id="{402AD59F-AFA4-4935-B9F8-466BF3CFCB3A}"/>
              </a:ext>
            </a:extLst>
          </p:cNvPr>
          <p:cNvCxnSpPr>
            <a:cxnSpLocks/>
          </p:cNvCxnSpPr>
          <p:nvPr/>
        </p:nvCxnSpPr>
        <p:spPr>
          <a:xfrm>
            <a:off x="6457634" y="2854263"/>
            <a:ext cx="3405297" cy="108980"/>
          </a:xfrm>
          <a:prstGeom prst="line">
            <a:avLst/>
          </a:prstGeom>
          <a:ln w="38100">
            <a:solidFill>
              <a:srgbClr val="00B050"/>
            </a:solidFill>
          </a:ln>
        </p:spPr>
        <p:style>
          <a:lnRef idx="1">
            <a:schemeClr val="accent1"/>
          </a:lnRef>
          <a:fillRef idx="0">
            <a:schemeClr val="accent1"/>
          </a:fillRef>
          <a:effectRef idx="0">
            <a:schemeClr val="accent1"/>
          </a:effectRef>
          <a:fontRef idx="minor">
            <a:schemeClr val="tx1"/>
          </a:fontRef>
        </p:style>
      </p:cxnSp>
      <p:sp>
        <p:nvSpPr>
          <p:cNvPr id="23" name="Right Arrow 9">
            <a:extLst>
              <a:ext uri="{FF2B5EF4-FFF2-40B4-BE49-F238E27FC236}">
                <a16:creationId xmlns:a16="http://schemas.microsoft.com/office/drawing/2014/main" id="{47742A20-A1DC-47EB-BD35-ED01AD283E70}"/>
              </a:ext>
            </a:extLst>
          </p:cNvPr>
          <p:cNvSpPr/>
          <p:nvPr/>
        </p:nvSpPr>
        <p:spPr>
          <a:xfrm>
            <a:off x="329289" y="2646250"/>
            <a:ext cx="464567" cy="264039"/>
          </a:xfrm>
          <a:prstGeom prst="rightArrow">
            <a:avLst/>
          </a:prstGeom>
          <a:solidFill>
            <a:schemeClr val="accent1"/>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24" name="Right Arrow 9">
            <a:extLst>
              <a:ext uri="{FF2B5EF4-FFF2-40B4-BE49-F238E27FC236}">
                <a16:creationId xmlns:a16="http://schemas.microsoft.com/office/drawing/2014/main" id="{55D30500-414A-47A8-8E14-97CF8CB1F911}"/>
              </a:ext>
            </a:extLst>
          </p:cNvPr>
          <p:cNvSpPr/>
          <p:nvPr/>
        </p:nvSpPr>
        <p:spPr>
          <a:xfrm>
            <a:off x="329288" y="3164961"/>
            <a:ext cx="464567" cy="264039"/>
          </a:xfrm>
          <a:prstGeom prst="rightArrow">
            <a:avLst/>
          </a:prstGeom>
          <a:solidFill>
            <a:srgbClr val="7030A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25" name="Right Arrow 9">
            <a:extLst>
              <a:ext uri="{FF2B5EF4-FFF2-40B4-BE49-F238E27FC236}">
                <a16:creationId xmlns:a16="http://schemas.microsoft.com/office/drawing/2014/main" id="{7A4D3C7A-91B4-4F1F-A3EC-BF622A7CC6F1}"/>
              </a:ext>
            </a:extLst>
          </p:cNvPr>
          <p:cNvSpPr/>
          <p:nvPr/>
        </p:nvSpPr>
        <p:spPr>
          <a:xfrm>
            <a:off x="329288" y="3683673"/>
            <a:ext cx="464567" cy="264039"/>
          </a:xfrm>
          <a:prstGeom prst="rightArrow">
            <a:avLst/>
          </a:prstGeom>
          <a:solidFill>
            <a:srgbClr val="00B05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26" name="TextBox 25">
            <a:extLst>
              <a:ext uri="{FF2B5EF4-FFF2-40B4-BE49-F238E27FC236}">
                <a16:creationId xmlns:a16="http://schemas.microsoft.com/office/drawing/2014/main" id="{A024410C-76DB-4FE6-921C-6D07FD62D6A1}"/>
              </a:ext>
            </a:extLst>
          </p:cNvPr>
          <p:cNvSpPr txBox="1"/>
          <p:nvPr/>
        </p:nvSpPr>
        <p:spPr>
          <a:xfrm>
            <a:off x="6056794" y="5952878"/>
            <a:ext cx="4101957" cy="646331"/>
          </a:xfrm>
          <a:prstGeom prst="rect">
            <a:avLst/>
          </a:prstGeom>
          <a:noFill/>
        </p:spPr>
        <p:txBody>
          <a:bodyPr wrap="none" rtlCol="0">
            <a:spAutoFit/>
          </a:bodyPr>
          <a:lstStyle/>
          <a:p>
            <a:r>
              <a:rPr lang="en-GB" sz="3600" dirty="0">
                <a:solidFill>
                  <a:srgbClr val="7030A0"/>
                </a:solidFill>
              </a:rPr>
              <a:t>Cardinality is </a:t>
            </a:r>
            <a:r>
              <a:rPr lang="en-GB" sz="3600" b="1" dirty="0">
                <a:solidFill>
                  <a:srgbClr val="7030A0"/>
                </a:solidFill>
              </a:rPr>
              <a:t>1:Many</a:t>
            </a:r>
          </a:p>
        </p:txBody>
      </p:sp>
      <p:cxnSp>
        <p:nvCxnSpPr>
          <p:cNvPr id="22" name="Straight Connector 21">
            <a:extLst>
              <a:ext uri="{FF2B5EF4-FFF2-40B4-BE49-F238E27FC236}">
                <a16:creationId xmlns:a16="http://schemas.microsoft.com/office/drawing/2014/main" id="{6F9330AC-F496-4803-964A-BF643BA71738}"/>
              </a:ext>
            </a:extLst>
          </p:cNvPr>
          <p:cNvCxnSpPr>
            <a:cxnSpLocks/>
          </p:cNvCxnSpPr>
          <p:nvPr/>
        </p:nvCxnSpPr>
        <p:spPr>
          <a:xfrm>
            <a:off x="6470027" y="2854263"/>
            <a:ext cx="3431898" cy="2001348"/>
          </a:xfrm>
          <a:prstGeom prst="line">
            <a:avLst/>
          </a:prstGeom>
          <a:ln w="38100">
            <a:solidFill>
              <a:srgbClr val="00B050"/>
            </a:solidFill>
          </a:ln>
        </p:spPr>
        <p:style>
          <a:lnRef idx="1">
            <a:schemeClr val="accent1"/>
          </a:lnRef>
          <a:fillRef idx="0">
            <a:schemeClr val="accent1"/>
          </a:fillRef>
          <a:effectRef idx="0">
            <a:schemeClr val="accent1"/>
          </a:effectRef>
          <a:fontRef idx="minor">
            <a:schemeClr val="tx1"/>
          </a:fontRef>
        </p:style>
      </p:cxnSp>
      <p:cxnSp>
        <p:nvCxnSpPr>
          <p:cNvPr id="27" name="Straight Connector 26">
            <a:extLst>
              <a:ext uri="{FF2B5EF4-FFF2-40B4-BE49-F238E27FC236}">
                <a16:creationId xmlns:a16="http://schemas.microsoft.com/office/drawing/2014/main" id="{105EBCCA-8A9A-4DF2-BF9E-51236B7C1065}"/>
              </a:ext>
            </a:extLst>
          </p:cNvPr>
          <p:cNvCxnSpPr>
            <a:cxnSpLocks/>
          </p:cNvCxnSpPr>
          <p:nvPr/>
        </p:nvCxnSpPr>
        <p:spPr>
          <a:xfrm>
            <a:off x="6535117" y="4568678"/>
            <a:ext cx="3366808" cy="901197"/>
          </a:xfrm>
          <a:prstGeom prst="line">
            <a:avLst/>
          </a:prstGeom>
          <a:ln w="38100">
            <a:solidFill>
              <a:srgbClr val="7030A0"/>
            </a:solidFill>
          </a:ln>
        </p:spPr>
        <p:style>
          <a:lnRef idx="1">
            <a:schemeClr val="accent1"/>
          </a:lnRef>
          <a:fillRef idx="0">
            <a:schemeClr val="accent1"/>
          </a:fillRef>
          <a:effectRef idx="0">
            <a:schemeClr val="accent1"/>
          </a:effectRef>
          <a:fontRef idx="minor">
            <a:schemeClr val="tx1"/>
          </a:fontRef>
        </p:style>
      </p:cxnSp>
      <p:cxnSp>
        <p:nvCxnSpPr>
          <p:cNvPr id="29" name="Straight Connector 28">
            <a:extLst>
              <a:ext uri="{FF2B5EF4-FFF2-40B4-BE49-F238E27FC236}">
                <a16:creationId xmlns:a16="http://schemas.microsoft.com/office/drawing/2014/main" id="{FA06EA09-106C-47AB-BF8C-11DDC8B5A669}"/>
              </a:ext>
            </a:extLst>
          </p:cNvPr>
          <p:cNvCxnSpPr>
            <a:cxnSpLocks/>
          </p:cNvCxnSpPr>
          <p:nvPr/>
        </p:nvCxnSpPr>
        <p:spPr>
          <a:xfrm flipV="1">
            <a:off x="6535117" y="3594032"/>
            <a:ext cx="3366808" cy="974646"/>
          </a:xfrm>
          <a:prstGeom prst="line">
            <a:avLst/>
          </a:prstGeom>
          <a:ln w="38100">
            <a:solidFill>
              <a:srgbClr val="7030A0"/>
            </a:solidFill>
          </a:ln>
        </p:spPr>
        <p:style>
          <a:lnRef idx="1">
            <a:schemeClr val="accent1"/>
          </a:lnRef>
          <a:fillRef idx="0">
            <a:schemeClr val="accent1"/>
          </a:fillRef>
          <a:effectRef idx="0">
            <a:schemeClr val="accent1"/>
          </a:effectRef>
          <a:fontRef idx="minor">
            <a:schemeClr val="tx1"/>
          </a:fontRef>
        </p:style>
      </p:cxnSp>
      <p:cxnSp>
        <p:nvCxnSpPr>
          <p:cNvPr id="32" name="Straight Connector 31">
            <a:extLst>
              <a:ext uri="{FF2B5EF4-FFF2-40B4-BE49-F238E27FC236}">
                <a16:creationId xmlns:a16="http://schemas.microsoft.com/office/drawing/2014/main" id="{A9FAEB1D-6A1C-4E46-A725-1911EDF7C7C0}"/>
              </a:ext>
            </a:extLst>
          </p:cNvPr>
          <p:cNvCxnSpPr>
            <a:cxnSpLocks/>
          </p:cNvCxnSpPr>
          <p:nvPr/>
        </p:nvCxnSpPr>
        <p:spPr>
          <a:xfrm flipV="1">
            <a:off x="6470027" y="2298225"/>
            <a:ext cx="3485686" cy="556039"/>
          </a:xfrm>
          <a:prstGeom prst="line">
            <a:avLst/>
          </a:prstGeom>
          <a:ln w="38100">
            <a:solidFill>
              <a:srgbClr val="00B050"/>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2969433727"/>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1" fill="hold" nodeType="clickEffect">
                                  <p:stCondLst>
                                    <p:cond delay="0"/>
                                  </p:stCondLst>
                                  <p:childTnLst>
                                    <p:set>
                                      <p:cBhvr>
                                        <p:cTn id="6" dur="1" fill="hold">
                                          <p:stCondLst>
                                            <p:cond delay="0"/>
                                          </p:stCondLst>
                                        </p:cTn>
                                        <p:tgtEl>
                                          <p:spTgt spid="4"/>
                                        </p:tgtEl>
                                        <p:attrNameLst>
                                          <p:attrName>style.visibility</p:attrName>
                                        </p:attrNameLst>
                                      </p:cBhvr>
                                      <p:to>
                                        <p:strVal val="visible"/>
                                      </p:to>
                                    </p:set>
                                    <p:animEffect transition="in" filter="wipe(up)">
                                      <p:cBhvr>
                                        <p:cTn id="7" dur="2000"/>
                                        <p:tgtEl>
                                          <p:spTgt spid="4"/>
                                        </p:tgtEl>
                                      </p:cBhvr>
                                    </p:animEffect>
                                  </p:childTnLst>
                                </p:cTn>
                              </p:par>
                            </p:childTnLst>
                          </p:cTn>
                        </p:par>
                      </p:childTnLst>
                    </p:cTn>
                  </p:par>
                  <p:par>
                    <p:cTn id="8" fill="hold">
                      <p:stCondLst>
                        <p:cond delay="indefinite"/>
                      </p:stCondLst>
                      <p:childTnLst>
                        <p:par>
                          <p:cTn id="9" fill="hold">
                            <p:stCondLst>
                              <p:cond delay="0"/>
                            </p:stCondLst>
                            <p:childTnLst>
                              <p:par>
                                <p:cTn id="10" presetID="22" presetClass="entr" presetSubtype="1" fill="hold" nodeType="clickEffect">
                                  <p:stCondLst>
                                    <p:cond delay="0"/>
                                  </p:stCondLst>
                                  <p:childTnLst>
                                    <p:set>
                                      <p:cBhvr>
                                        <p:cTn id="11" dur="1" fill="hold">
                                          <p:stCondLst>
                                            <p:cond delay="0"/>
                                          </p:stCondLst>
                                        </p:cTn>
                                        <p:tgtEl>
                                          <p:spTgt spid="9"/>
                                        </p:tgtEl>
                                        <p:attrNameLst>
                                          <p:attrName>style.visibility</p:attrName>
                                        </p:attrNameLst>
                                      </p:cBhvr>
                                      <p:to>
                                        <p:strVal val="visible"/>
                                      </p:to>
                                    </p:set>
                                    <p:animEffect transition="in" filter="wipe(up)">
                                      <p:cBhvr>
                                        <p:cTn id="12" dur="2000"/>
                                        <p:tgtEl>
                                          <p:spTgt spid="9"/>
                                        </p:tgtEl>
                                      </p:cBhvr>
                                    </p:animEffect>
                                  </p:childTnLst>
                                </p:cTn>
                              </p:par>
                            </p:childTnLst>
                          </p:cTn>
                        </p:par>
                      </p:childTnLst>
                    </p:cTn>
                  </p:par>
                  <p:par>
                    <p:cTn id="13" fill="hold">
                      <p:stCondLst>
                        <p:cond delay="indefinite"/>
                      </p:stCondLst>
                      <p:childTnLst>
                        <p:par>
                          <p:cTn id="14" fill="hold">
                            <p:stCondLst>
                              <p:cond delay="0"/>
                            </p:stCondLst>
                            <p:childTnLst>
                              <p:par>
                                <p:cTn id="15" presetID="22" presetClass="entr" presetSubtype="1" fill="hold" nodeType="clickEffect">
                                  <p:stCondLst>
                                    <p:cond delay="0"/>
                                  </p:stCondLst>
                                  <p:childTnLst>
                                    <p:set>
                                      <p:cBhvr>
                                        <p:cTn id="16" dur="1" fill="hold">
                                          <p:stCondLst>
                                            <p:cond delay="0"/>
                                          </p:stCondLst>
                                        </p:cTn>
                                        <p:tgtEl>
                                          <p:spTgt spid="10"/>
                                        </p:tgtEl>
                                        <p:attrNameLst>
                                          <p:attrName>style.visibility</p:attrName>
                                        </p:attrNameLst>
                                      </p:cBhvr>
                                      <p:to>
                                        <p:strVal val="visible"/>
                                      </p:to>
                                    </p:set>
                                    <p:animEffect transition="in" filter="wipe(up)">
                                      <p:cBhvr>
                                        <p:cTn id="17" dur="2000"/>
                                        <p:tgtEl>
                                          <p:spTgt spid="10"/>
                                        </p:tgtEl>
                                      </p:cBhvr>
                                    </p:animEffect>
                                  </p:childTnLst>
                                </p:cTn>
                              </p:par>
                            </p:childTnLst>
                          </p:cTn>
                        </p:par>
                      </p:childTnLst>
                    </p:cTn>
                  </p:par>
                  <p:par>
                    <p:cTn id="18" fill="hold">
                      <p:stCondLst>
                        <p:cond delay="indefinite"/>
                      </p:stCondLst>
                      <p:childTnLst>
                        <p:par>
                          <p:cTn id="19" fill="hold">
                            <p:stCondLst>
                              <p:cond delay="0"/>
                            </p:stCondLst>
                            <p:childTnLst>
                              <p:par>
                                <p:cTn id="20" presetID="22" presetClass="entr" presetSubtype="8" fill="hold" grpId="0" nodeType="clickEffect">
                                  <p:stCondLst>
                                    <p:cond delay="0"/>
                                  </p:stCondLst>
                                  <p:childTnLst>
                                    <p:set>
                                      <p:cBhvr>
                                        <p:cTn id="21" dur="1" fill="hold">
                                          <p:stCondLst>
                                            <p:cond delay="0"/>
                                          </p:stCondLst>
                                        </p:cTn>
                                        <p:tgtEl>
                                          <p:spTgt spid="23"/>
                                        </p:tgtEl>
                                        <p:attrNameLst>
                                          <p:attrName>style.visibility</p:attrName>
                                        </p:attrNameLst>
                                      </p:cBhvr>
                                      <p:to>
                                        <p:strVal val="visible"/>
                                      </p:to>
                                    </p:set>
                                    <p:animEffect transition="in" filter="wipe(left)">
                                      <p:cBhvr>
                                        <p:cTn id="22" dur="1000"/>
                                        <p:tgtEl>
                                          <p:spTgt spid="23"/>
                                        </p:tgtEl>
                                      </p:cBhvr>
                                    </p:animEffect>
                                  </p:childTnLst>
                                </p:cTn>
                              </p:par>
                            </p:childTnLst>
                          </p:cTn>
                        </p:par>
                      </p:childTnLst>
                    </p:cTn>
                  </p:par>
                  <p:par>
                    <p:cTn id="23" fill="hold">
                      <p:stCondLst>
                        <p:cond delay="indefinite"/>
                      </p:stCondLst>
                      <p:childTnLst>
                        <p:par>
                          <p:cTn id="24" fill="hold">
                            <p:stCondLst>
                              <p:cond delay="0"/>
                            </p:stCondLst>
                            <p:childTnLst>
                              <p:par>
                                <p:cTn id="25" presetID="22" presetClass="entr" presetSubtype="8" fill="hold" nodeType="clickEffect">
                                  <p:stCondLst>
                                    <p:cond delay="0"/>
                                  </p:stCondLst>
                                  <p:childTnLst>
                                    <p:set>
                                      <p:cBhvr>
                                        <p:cTn id="26" dur="1" fill="hold">
                                          <p:stCondLst>
                                            <p:cond delay="0"/>
                                          </p:stCondLst>
                                        </p:cTn>
                                        <p:tgtEl>
                                          <p:spTgt spid="12"/>
                                        </p:tgtEl>
                                        <p:attrNameLst>
                                          <p:attrName>style.visibility</p:attrName>
                                        </p:attrNameLst>
                                      </p:cBhvr>
                                      <p:to>
                                        <p:strVal val="visible"/>
                                      </p:to>
                                    </p:set>
                                    <p:animEffect transition="in" filter="wipe(left)">
                                      <p:cBhvr>
                                        <p:cTn id="27" dur="1500"/>
                                        <p:tgtEl>
                                          <p:spTgt spid="12"/>
                                        </p:tgtEl>
                                      </p:cBhvr>
                                    </p:animEffect>
                                  </p:childTnLst>
                                </p:cTn>
                              </p:par>
                            </p:childTnLst>
                          </p:cTn>
                        </p:par>
                      </p:childTnLst>
                    </p:cTn>
                  </p:par>
                  <p:par>
                    <p:cTn id="28" fill="hold">
                      <p:stCondLst>
                        <p:cond delay="indefinite"/>
                      </p:stCondLst>
                      <p:childTnLst>
                        <p:par>
                          <p:cTn id="29" fill="hold">
                            <p:stCondLst>
                              <p:cond delay="0"/>
                            </p:stCondLst>
                            <p:childTnLst>
                              <p:par>
                                <p:cTn id="30" presetID="10" presetClass="exit" presetSubtype="0" fill="hold" grpId="1" nodeType="clickEffect">
                                  <p:stCondLst>
                                    <p:cond delay="0"/>
                                  </p:stCondLst>
                                  <p:childTnLst>
                                    <p:animEffect transition="out" filter="fade">
                                      <p:cBhvr>
                                        <p:cTn id="31" dur="500"/>
                                        <p:tgtEl>
                                          <p:spTgt spid="23"/>
                                        </p:tgtEl>
                                      </p:cBhvr>
                                    </p:animEffect>
                                    <p:set>
                                      <p:cBhvr>
                                        <p:cTn id="32" dur="1" fill="hold">
                                          <p:stCondLst>
                                            <p:cond delay="499"/>
                                          </p:stCondLst>
                                        </p:cTn>
                                        <p:tgtEl>
                                          <p:spTgt spid="23"/>
                                        </p:tgtEl>
                                        <p:attrNameLst>
                                          <p:attrName>style.visibility</p:attrName>
                                        </p:attrNameLst>
                                      </p:cBhvr>
                                      <p:to>
                                        <p:strVal val="hidden"/>
                                      </p:to>
                                    </p:set>
                                  </p:childTnLst>
                                </p:cTn>
                              </p:par>
                            </p:childTnLst>
                          </p:cTn>
                        </p:par>
                        <p:par>
                          <p:cTn id="33" fill="hold">
                            <p:stCondLst>
                              <p:cond delay="500"/>
                            </p:stCondLst>
                            <p:childTnLst>
                              <p:par>
                                <p:cTn id="34" presetID="22" presetClass="entr" presetSubtype="8" fill="hold" grpId="0" nodeType="afterEffect">
                                  <p:stCondLst>
                                    <p:cond delay="0"/>
                                  </p:stCondLst>
                                  <p:childTnLst>
                                    <p:set>
                                      <p:cBhvr>
                                        <p:cTn id="35" dur="1" fill="hold">
                                          <p:stCondLst>
                                            <p:cond delay="0"/>
                                          </p:stCondLst>
                                        </p:cTn>
                                        <p:tgtEl>
                                          <p:spTgt spid="24"/>
                                        </p:tgtEl>
                                        <p:attrNameLst>
                                          <p:attrName>style.visibility</p:attrName>
                                        </p:attrNameLst>
                                      </p:cBhvr>
                                      <p:to>
                                        <p:strVal val="visible"/>
                                      </p:to>
                                    </p:set>
                                    <p:animEffect transition="in" filter="wipe(left)">
                                      <p:cBhvr>
                                        <p:cTn id="36" dur="1000"/>
                                        <p:tgtEl>
                                          <p:spTgt spid="24"/>
                                        </p:tgtEl>
                                      </p:cBhvr>
                                    </p:animEffect>
                                  </p:childTnLst>
                                </p:cTn>
                              </p:par>
                            </p:childTnLst>
                          </p:cTn>
                        </p:par>
                        <p:par>
                          <p:cTn id="37" fill="hold">
                            <p:stCondLst>
                              <p:cond delay="1500"/>
                            </p:stCondLst>
                            <p:childTnLst>
                              <p:par>
                                <p:cTn id="38" presetID="22" presetClass="entr" presetSubtype="8" fill="hold" nodeType="afterEffect">
                                  <p:stCondLst>
                                    <p:cond delay="0"/>
                                  </p:stCondLst>
                                  <p:childTnLst>
                                    <p:set>
                                      <p:cBhvr>
                                        <p:cTn id="39" dur="1" fill="hold">
                                          <p:stCondLst>
                                            <p:cond delay="0"/>
                                          </p:stCondLst>
                                        </p:cTn>
                                        <p:tgtEl>
                                          <p:spTgt spid="29"/>
                                        </p:tgtEl>
                                        <p:attrNameLst>
                                          <p:attrName>style.visibility</p:attrName>
                                        </p:attrNameLst>
                                      </p:cBhvr>
                                      <p:to>
                                        <p:strVal val="visible"/>
                                      </p:to>
                                    </p:set>
                                    <p:animEffect transition="in" filter="wipe(left)">
                                      <p:cBhvr>
                                        <p:cTn id="40" dur="1500"/>
                                        <p:tgtEl>
                                          <p:spTgt spid="29"/>
                                        </p:tgtEl>
                                      </p:cBhvr>
                                    </p:animEffect>
                                  </p:childTnLst>
                                </p:cTn>
                              </p:par>
                            </p:childTnLst>
                          </p:cTn>
                        </p:par>
                      </p:childTnLst>
                    </p:cTn>
                  </p:par>
                  <p:par>
                    <p:cTn id="41" fill="hold">
                      <p:stCondLst>
                        <p:cond delay="indefinite"/>
                      </p:stCondLst>
                      <p:childTnLst>
                        <p:par>
                          <p:cTn id="42" fill="hold">
                            <p:stCondLst>
                              <p:cond delay="0"/>
                            </p:stCondLst>
                            <p:childTnLst>
                              <p:par>
                                <p:cTn id="43" presetID="10" presetClass="exit" presetSubtype="0" fill="hold" grpId="1" nodeType="clickEffect">
                                  <p:stCondLst>
                                    <p:cond delay="0"/>
                                  </p:stCondLst>
                                  <p:childTnLst>
                                    <p:animEffect transition="out" filter="fade">
                                      <p:cBhvr>
                                        <p:cTn id="44" dur="500"/>
                                        <p:tgtEl>
                                          <p:spTgt spid="24"/>
                                        </p:tgtEl>
                                      </p:cBhvr>
                                    </p:animEffect>
                                    <p:set>
                                      <p:cBhvr>
                                        <p:cTn id="45" dur="1" fill="hold">
                                          <p:stCondLst>
                                            <p:cond delay="499"/>
                                          </p:stCondLst>
                                        </p:cTn>
                                        <p:tgtEl>
                                          <p:spTgt spid="24"/>
                                        </p:tgtEl>
                                        <p:attrNameLst>
                                          <p:attrName>style.visibility</p:attrName>
                                        </p:attrNameLst>
                                      </p:cBhvr>
                                      <p:to>
                                        <p:strVal val="hidden"/>
                                      </p:to>
                                    </p:set>
                                  </p:childTnLst>
                                </p:cTn>
                              </p:par>
                            </p:childTnLst>
                          </p:cTn>
                        </p:par>
                        <p:par>
                          <p:cTn id="46" fill="hold">
                            <p:stCondLst>
                              <p:cond delay="500"/>
                            </p:stCondLst>
                            <p:childTnLst>
                              <p:par>
                                <p:cTn id="47" presetID="22" presetClass="entr" presetSubtype="8" fill="hold" grpId="0" nodeType="afterEffect">
                                  <p:stCondLst>
                                    <p:cond delay="0"/>
                                  </p:stCondLst>
                                  <p:childTnLst>
                                    <p:set>
                                      <p:cBhvr>
                                        <p:cTn id="48" dur="1" fill="hold">
                                          <p:stCondLst>
                                            <p:cond delay="0"/>
                                          </p:stCondLst>
                                        </p:cTn>
                                        <p:tgtEl>
                                          <p:spTgt spid="25"/>
                                        </p:tgtEl>
                                        <p:attrNameLst>
                                          <p:attrName>style.visibility</p:attrName>
                                        </p:attrNameLst>
                                      </p:cBhvr>
                                      <p:to>
                                        <p:strVal val="visible"/>
                                      </p:to>
                                    </p:set>
                                    <p:animEffect transition="in" filter="wipe(left)">
                                      <p:cBhvr>
                                        <p:cTn id="49" dur="1000"/>
                                        <p:tgtEl>
                                          <p:spTgt spid="25"/>
                                        </p:tgtEl>
                                      </p:cBhvr>
                                    </p:animEffect>
                                  </p:childTnLst>
                                </p:cTn>
                              </p:par>
                            </p:childTnLst>
                          </p:cTn>
                        </p:par>
                        <p:par>
                          <p:cTn id="50" fill="hold">
                            <p:stCondLst>
                              <p:cond delay="1500"/>
                            </p:stCondLst>
                            <p:childTnLst>
                              <p:par>
                                <p:cTn id="51" presetID="22" presetClass="entr" presetSubtype="8" fill="hold" nodeType="afterEffect">
                                  <p:stCondLst>
                                    <p:cond delay="0"/>
                                  </p:stCondLst>
                                  <p:childTnLst>
                                    <p:set>
                                      <p:cBhvr>
                                        <p:cTn id="52" dur="1" fill="hold">
                                          <p:stCondLst>
                                            <p:cond delay="0"/>
                                          </p:stCondLst>
                                        </p:cTn>
                                        <p:tgtEl>
                                          <p:spTgt spid="17"/>
                                        </p:tgtEl>
                                        <p:attrNameLst>
                                          <p:attrName>style.visibility</p:attrName>
                                        </p:attrNameLst>
                                      </p:cBhvr>
                                      <p:to>
                                        <p:strVal val="visible"/>
                                      </p:to>
                                    </p:set>
                                    <p:animEffect transition="in" filter="wipe(left)">
                                      <p:cBhvr>
                                        <p:cTn id="53" dur="1500"/>
                                        <p:tgtEl>
                                          <p:spTgt spid="17"/>
                                        </p:tgtEl>
                                      </p:cBhvr>
                                    </p:animEffect>
                                  </p:childTnLst>
                                </p:cTn>
                              </p:par>
                            </p:childTnLst>
                          </p:cTn>
                        </p:par>
                      </p:childTnLst>
                    </p:cTn>
                  </p:par>
                  <p:par>
                    <p:cTn id="54" fill="hold">
                      <p:stCondLst>
                        <p:cond delay="indefinite"/>
                      </p:stCondLst>
                      <p:childTnLst>
                        <p:par>
                          <p:cTn id="55" fill="hold">
                            <p:stCondLst>
                              <p:cond delay="0"/>
                            </p:stCondLst>
                            <p:childTnLst>
                              <p:par>
                                <p:cTn id="56" presetID="10" presetClass="exit" presetSubtype="0" fill="hold" grpId="1" nodeType="clickEffect">
                                  <p:stCondLst>
                                    <p:cond delay="0"/>
                                  </p:stCondLst>
                                  <p:childTnLst>
                                    <p:animEffect transition="out" filter="fade">
                                      <p:cBhvr>
                                        <p:cTn id="57" dur="500"/>
                                        <p:tgtEl>
                                          <p:spTgt spid="25"/>
                                        </p:tgtEl>
                                      </p:cBhvr>
                                    </p:animEffect>
                                    <p:set>
                                      <p:cBhvr>
                                        <p:cTn id="58" dur="1" fill="hold">
                                          <p:stCondLst>
                                            <p:cond delay="499"/>
                                          </p:stCondLst>
                                        </p:cTn>
                                        <p:tgtEl>
                                          <p:spTgt spid="25"/>
                                        </p:tgtEl>
                                        <p:attrNameLst>
                                          <p:attrName>style.visibility</p:attrName>
                                        </p:attrNameLst>
                                      </p:cBhvr>
                                      <p:to>
                                        <p:strVal val="hidden"/>
                                      </p:to>
                                    </p:set>
                                  </p:childTnLst>
                                </p:cTn>
                              </p:par>
                            </p:childTnLst>
                          </p:cTn>
                        </p:par>
                        <p:par>
                          <p:cTn id="59" fill="hold">
                            <p:stCondLst>
                              <p:cond delay="500"/>
                            </p:stCondLst>
                            <p:childTnLst>
                              <p:par>
                                <p:cTn id="60" presetID="22" presetClass="entr" presetSubtype="8" fill="hold" nodeType="afterEffect">
                                  <p:stCondLst>
                                    <p:cond delay="0"/>
                                  </p:stCondLst>
                                  <p:childTnLst>
                                    <p:set>
                                      <p:cBhvr>
                                        <p:cTn id="61" dur="1" fill="hold">
                                          <p:stCondLst>
                                            <p:cond delay="0"/>
                                          </p:stCondLst>
                                        </p:cTn>
                                        <p:tgtEl>
                                          <p:spTgt spid="22"/>
                                        </p:tgtEl>
                                        <p:attrNameLst>
                                          <p:attrName>style.visibility</p:attrName>
                                        </p:attrNameLst>
                                      </p:cBhvr>
                                      <p:to>
                                        <p:strVal val="visible"/>
                                      </p:to>
                                    </p:set>
                                    <p:animEffect transition="in" filter="wipe(left)">
                                      <p:cBhvr>
                                        <p:cTn id="62" dur="1500"/>
                                        <p:tgtEl>
                                          <p:spTgt spid="22"/>
                                        </p:tgtEl>
                                      </p:cBhvr>
                                    </p:animEffect>
                                  </p:childTnLst>
                                </p:cTn>
                              </p:par>
                            </p:childTnLst>
                          </p:cTn>
                        </p:par>
                        <p:par>
                          <p:cTn id="63" fill="hold">
                            <p:stCondLst>
                              <p:cond delay="2000"/>
                            </p:stCondLst>
                            <p:childTnLst>
                              <p:par>
                                <p:cTn id="64" presetID="22" presetClass="entr" presetSubtype="8" fill="hold" nodeType="afterEffect">
                                  <p:stCondLst>
                                    <p:cond delay="0"/>
                                  </p:stCondLst>
                                  <p:childTnLst>
                                    <p:set>
                                      <p:cBhvr>
                                        <p:cTn id="65" dur="1" fill="hold">
                                          <p:stCondLst>
                                            <p:cond delay="0"/>
                                          </p:stCondLst>
                                        </p:cTn>
                                        <p:tgtEl>
                                          <p:spTgt spid="14"/>
                                        </p:tgtEl>
                                        <p:attrNameLst>
                                          <p:attrName>style.visibility</p:attrName>
                                        </p:attrNameLst>
                                      </p:cBhvr>
                                      <p:to>
                                        <p:strVal val="visible"/>
                                      </p:to>
                                    </p:set>
                                    <p:animEffect transition="in" filter="wipe(left)">
                                      <p:cBhvr>
                                        <p:cTn id="66" dur="1500"/>
                                        <p:tgtEl>
                                          <p:spTgt spid="14"/>
                                        </p:tgtEl>
                                      </p:cBhvr>
                                    </p:animEffect>
                                  </p:childTnLst>
                                </p:cTn>
                              </p:par>
                            </p:childTnLst>
                          </p:cTn>
                        </p:par>
                        <p:par>
                          <p:cTn id="67" fill="hold">
                            <p:stCondLst>
                              <p:cond delay="3500"/>
                            </p:stCondLst>
                            <p:childTnLst>
                              <p:par>
                                <p:cTn id="68" presetID="22" presetClass="entr" presetSubtype="8" fill="hold" nodeType="afterEffect">
                                  <p:stCondLst>
                                    <p:cond delay="0"/>
                                  </p:stCondLst>
                                  <p:childTnLst>
                                    <p:set>
                                      <p:cBhvr>
                                        <p:cTn id="69" dur="1" fill="hold">
                                          <p:stCondLst>
                                            <p:cond delay="0"/>
                                          </p:stCondLst>
                                        </p:cTn>
                                        <p:tgtEl>
                                          <p:spTgt spid="27"/>
                                        </p:tgtEl>
                                        <p:attrNameLst>
                                          <p:attrName>style.visibility</p:attrName>
                                        </p:attrNameLst>
                                      </p:cBhvr>
                                      <p:to>
                                        <p:strVal val="visible"/>
                                      </p:to>
                                    </p:set>
                                    <p:animEffect transition="in" filter="wipe(left)">
                                      <p:cBhvr>
                                        <p:cTn id="70" dur="1500"/>
                                        <p:tgtEl>
                                          <p:spTgt spid="27"/>
                                        </p:tgtEl>
                                      </p:cBhvr>
                                    </p:animEffect>
                                  </p:childTnLst>
                                </p:cTn>
                              </p:par>
                            </p:childTnLst>
                          </p:cTn>
                        </p:par>
                        <p:par>
                          <p:cTn id="71" fill="hold">
                            <p:stCondLst>
                              <p:cond delay="5000"/>
                            </p:stCondLst>
                            <p:childTnLst>
                              <p:par>
                                <p:cTn id="72" presetID="22" presetClass="entr" presetSubtype="8" fill="hold" nodeType="afterEffect">
                                  <p:stCondLst>
                                    <p:cond delay="0"/>
                                  </p:stCondLst>
                                  <p:childTnLst>
                                    <p:set>
                                      <p:cBhvr>
                                        <p:cTn id="73" dur="1" fill="hold">
                                          <p:stCondLst>
                                            <p:cond delay="0"/>
                                          </p:stCondLst>
                                        </p:cTn>
                                        <p:tgtEl>
                                          <p:spTgt spid="32"/>
                                        </p:tgtEl>
                                        <p:attrNameLst>
                                          <p:attrName>style.visibility</p:attrName>
                                        </p:attrNameLst>
                                      </p:cBhvr>
                                      <p:to>
                                        <p:strVal val="visible"/>
                                      </p:to>
                                    </p:set>
                                    <p:animEffect transition="in" filter="wipe(left)">
                                      <p:cBhvr>
                                        <p:cTn id="74" dur="1500"/>
                                        <p:tgtEl>
                                          <p:spTgt spid="32"/>
                                        </p:tgtEl>
                                      </p:cBhvr>
                                    </p:animEffect>
                                  </p:childTnLst>
                                </p:cTn>
                              </p:par>
                            </p:childTnLst>
                          </p:cTn>
                        </p:par>
                      </p:childTnLst>
                    </p:cTn>
                  </p:par>
                  <p:par>
                    <p:cTn id="75" fill="hold">
                      <p:stCondLst>
                        <p:cond delay="indefinite"/>
                      </p:stCondLst>
                      <p:childTnLst>
                        <p:par>
                          <p:cTn id="76" fill="hold">
                            <p:stCondLst>
                              <p:cond delay="0"/>
                            </p:stCondLst>
                            <p:childTnLst>
                              <p:par>
                                <p:cTn id="77" presetID="22" presetClass="entr" presetSubtype="8" fill="hold" grpId="0" nodeType="clickEffect">
                                  <p:stCondLst>
                                    <p:cond delay="0"/>
                                  </p:stCondLst>
                                  <p:childTnLst>
                                    <p:set>
                                      <p:cBhvr>
                                        <p:cTn id="78" dur="1" fill="hold">
                                          <p:stCondLst>
                                            <p:cond delay="0"/>
                                          </p:stCondLst>
                                        </p:cTn>
                                        <p:tgtEl>
                                          <p:spTgt spid="26"/>
                                        </p:tgtEl>
                                        <p:attrNameLst>
                                          <p:attrName>style.visibility</p:attrName>
                                        </p:attrNameLst>
                                      </p:cBhvr>
                                      <p:to>
                                        <p:strVal val="visible"/>
                                      </p:to>
                                    </p:set>
                                    <p:animEffect transition="in" filter="wipe(left)">
                                      <p:cBhvr>
                                        <p:cTn id="79" dur="2000"/>
                                        <p:tgtEl>
                                          <p:spTgt spid="26"/>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3" grpId="0" animBg="1"/>
      <p:bldP spid="23" grpId="1" animBg="1"/>
      <p:bldP spid="24" grpId="0" animBg="1"/>
      <p:bldP spid="24" grpId="1" animBg="1"/>
      <p:bldP spid="25" grpId="0" animBg="1"/>
      <p:bldP spid="25" grpId="1" animBg="1"/>
      <p:bldP spid="26" grpId="0"/>
    </p:bldLst>
  </p:timing>
</p:sld>
</file>

<file path=ppt/slides/slide83.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B7C48AE-DF0B-4A3E-8111-6A6971FAB274}"/>
              </a:ext>
            </a:extLst>
          </p:cNvPr>
          <p:cNvSpPr>
            <a:spLocks noGrp="1"/>
          </p:cNvSpPr>
          <p:nvPr>
            <p:ph type="title"/>
          </p:nvPr>
        </p:nvSpPr>
        <p:spPr/>
        <p:txBody>
          <a:bodyPr/>
          <a:lstStyle/>
          <a:p>
            <a:r>
              <a:rPr lang="en-GB" dirty="0"/>
              <a:t>Entity-Occurrence Diagram (2)</a:t>
            </a:r>
          </a:p>
        </p:txBody>
      </p:sp>
      <p:graphicFrame>
        <p:nvGraphicFramePr>
          <p:cNvPr id="4" name="Table 3">
            <a:extLst>
              <a:ext uri="{FF2B5EF4-FFF2-40B4-BE49-F238E27FC236}">
                <a16:creationId xmlns:a16="http://schemas.microsoft.com/office/drawing/2014/main" id="{0D364723-E5A1-4357-8595-04A23EBF0BB0}"/>
              </a:ext>
            </a:extLst>
          </p:cNvPr>
          <p:cNvGraphicFramePr>
            <a:graphicFrameLocks noGrp="1"/>
          </p:cNvGraphicFramePr>
          <p:nvPr/>
        </p:nvGraphicFramePr>
        <p:xfrm>
          <a:off x="843708" y="1996073"/>
          <a:ext cx="2651188" cy="4145280"/>
        </p:xfrm>
        <a:graphic>
          <a:graphicData uri="http://schemas.openxmlformats.org/drawingml/2006/table">
            <a:tbl>
              <a:tblPr firstRow="1" bandRow="1">
                <a:tableStyleId>{5C22544A-7EE6-4342-B048-85BDC9FD1C3A}</a:tableStyleId>
              </a:tblPr>
              <a:tblGrid>
                <a:gridCol w="1240155">
                  <a:extLst>
                    <a:ext uri="{9D8B030D-6E8A-4147-A177-3AD203B41FA5}">
                      <a16:colId xmlns:a16="http://schemas.microsoft.com/office/drawing/2014/main" val="1459550812"/>
                    </a:ext>
                  </a:extLst>
                </a:gridCol>
                <a:gridCol w="1411033">
                  <a:extLst>
                    <a:ext uri="{9D8B030D-6E8A-4147-A177-3AD203B41FA5}">
                      <a16:colId xmlns:a16="http://schemas.microsoft.com/office/drawing/2014/main" val="1728944668"/>
                    </a:ext>
                  </a:extLst>
                </a:gridCol>
              </a:tblGrid>
              <a:tr h="370840">
                <a:tc>
                  <a:txBody>
                    <a:bodyPr/>
                    <a:lstStyle/>
                    <a:p>
                      <a:pPr algn="ctr"/>
                      <a:r>
                        <a:rPr lang="en-GB" sz="2800" dirty="0"/>
                        <a:t>School</a:t>
                      </a:r>
                    </a:p>
                  </a:txBody>
                  <a:tcPr anchor="ctr"/>
                </a:tc>
                <a:tc>
                  <a:txBody>
                    <a:bodyPr/>
                    <a:lstStyle/>
                    <a:p>
                      <a:pPr algn="ctr"/>
                      <a:r>
                        <a:rPr lang="en-GB" sz="2800" dirty="0"/>
                        <a:t>Teacher</a:t>
                      </a:r>
                    </a:p>
                  </a:txBody>
                  <a:tcPr anchor="ctr"/>
                </a:tc>
                <a:extLst>
                  <a:ext uri="{0D108BD9-81ED-4DB2-BD59-A6C34878D82A}">
                    <a16:rowId xmlns:a16="http://schemas.microsoft.com/office/drawing/2014/main" val="777104341"/>
                  </a:ext>
                </a:extLst>
              </a:tr>
              <a:tr h="370840">
                <a:tc>
                  <a:txBody>
                    <a:bodyPr/>
                    <a:lstStyle/>
                    <a:p>
                      <a:pPr algn="ctr"/>
                      <a:r>
                        <a:rPr lang="en-GB" sz="2800" dirty="0"/>
                        <a:t>IC42</a:t>
                      </a:r>
                    </a:p>
                  </a:txBody>
                  <a:tcPr anchor="ctr"/>
                </a:tc>
                <a:tc>
                  <a:txBody>
                    <a:bodyPr/>
                    <a:lstStyle/>
                    <a:p>
                      <a:pPr algn="ctr"/>
                      <a:r>
                        <a:rPr lang="en-GB" sz="2800" dirty="0"/>
                        <a:t>135</a:t>
                      </a:r>
                    </a:p>
                  </a:txBody>
                  <a:tcPr anchor="ctr"/>
                </a:tc>
                <a:extLst>
                  <a:ext uri="{0D108BD9-81ED-4DB2-BD59-A6C34878D82A}">
                    <a16:rowId xmlns:a16="http://schemas.microsoft.com/office/drawing/2014/main" val="2227473476"/>
                  </a:ext>
                </a:extLst>
              </a:tr>
              <a:tr h="370840">
                <a:tc>
                  <a:txBody>
                    <a:bodyPr/>
                    <a:lstStyle/>
                    <a:p>
                      <a:pPr algn="ctr"/>
                      <a:r>
                        <a:rPr lang="en-GB" sz="2800" dirty="0"/>
                        <a:t>IC57</a:t>
                      </a:r>
                    </a:p>
                  </a:txBody>
                  <a:tcPr anchor="ctr"/>
                </a:tc>
                <a:tc>
                  <a:txBody>
                    <a:bodyPr/>
                    <a:lstStyle/>
                    <a:p>
                      <a:pPr algn="ctr"/>
                      <a:r>
                        <a:rPr lang="en-GB" sz="2800" dirty="0"/>
                        <a:t>123</a:t>
                      </a:r>
                    </a:p>
                  </a:txBody>
                  <a:tcPr anchor="ctr"/>
                </a:tc>
                <a:extLst>
                  <a:ext uri="{0D108BD9-81ED-4DB2-BD59-A6C34878D82A}">
                    <a16:rowId xmlns:a16="http://schemas.microsoft.com/office/drawing/2014/main" val="3983725799"/>
                  </a:ext>
                </a:extLst>
              </a:tr>
              <a:tr h="370840">
                <a:tc>
                  <a:txBody>
                    <a:bodyPr/>
                    <a:lstStyle/>
                    <a:p>
                      <a:pPr algn="ctr"/>
                      <a:r>
                        <a:rPr lang="en-GB" sz="2800" dirty="0"/>
                        <a:t>IC23</a:t>
                      </a:r>
                    </a:p>
                  </a:txBody>
                  <a:tcPr anchor="ctr"/>
                </a:tc>
                <a:tc>
                  <a:txBody>
                    <a:bodyPr/>
                    <a:lstStyle/>
                    <a:p>
                      <a:pPr algn="ctr"/>
                      <a:r>
                        <a:rPr lang="en-GB" sz="2800" dirty="0"/>
                        <a:t>111</a:t>
                      </a:r>
                    </a:p>
                  </a:txBody>
                  <a:tcPr anchor="ctr"/>
                </a:tc>
                <a:extLst>
                  <a:ext uri="{0D108BD9-81ED-4DB2-BD59-A6C34878D82A}">
                    <a16:rowId xmlns:a16="http://schemas.microsoft.com/office/drawing/2014/main" val="2788509373"/>
                  </a:ext>
                </a:extLst>
              </a:tr>
              <a:tr h="370840">
                <a:tc>
                  <a:txBody>
                    <a:bodyPr/>
                    <a:lstStyle/>
                    <a:p>
                      <a:pPr algn="ctr"/>
                      <a:r>
                        <a:rPr lang="en-GB" sz="2800" dirty="0"/>
                        <a:t>IC23</a:t>
                      </a:r>
                    </a:p>
                  </a:txBody>
                  <a:tcPr anchor="ctr"/>
                </a:tc>
                <a:tc>
                  <a:txBody>
                    <a:bodyPr/>
                    <a:lstStyle/>
                    <a:p>
                      <a:pPr algn="ctr"/>
                      <a:r>
                        <a:rPr lang="en-GB" sz="2800" dirty="0"/>
                        <a:t>184</a:t>
                      </a:r>
                    </a:p>
                  </a:txBody>
                  <a:tcPr anchor="ctr"/>
                </a:tc>
                <a:extLst>
                  <a:ext uri="{0D108BD9-81ED-4DB2-BD59-A6C34878D82A}">
                    <a16:rowId xmlns:a16="http://schemas.microsoft.com/office/drawing/2014/main" val="268199048"/>
                  </a:ext>
                </a:extLst>
              </a:tr>
              <a:tr h="370840">
                <a:tc>
                  <a:txBody>
                    <a:bodyPr/>
                    <a:lstStyle/>
                    <a:p>
                      <a:pPr algn="ctr"/>
                      <a:r>
                        <a:rPr lang="en-GB" sz="2800" dirty="0"/>
                        <a:t>IC57</a:t>
                      </a:r>
                    </a:p>
                  </a:txBody>
                  <a:tcPr anchor="ctr"/>
                </a:tc>
                <a:tc>
                  <a:txBody>
                    <a:bodyPr/>
                    <a:lstStyle/>
                    <a:p>
                      <a:pPr algn="ctr"/>
                      <a:r>
                        <a:rPr lang="en-GB" sz="2800" dirty="0"/>
                        <a:t>77</a:t>
                      </a:r>
                    </a:p>
                  </a:txBody>
                  <a:tcPr anchor="ctr"/>
                </a:tc>
                <a:extLst>
                  <a:ext uri="{0D108BD9-81ED-4DB2-BD59-A6C34878D82A}">
                    <a16:rowId xmlns:a16="http://schemas.microsoft.com/office/drawing/2014/main" val="2607101158"/>
                  </a:ext>
                </a:extLst>
              </a:tr>
              <a:tr h="370840">
                <a:tc>
                  <a:txBody>
                    <a:bodyPr/>
                    <a:lstStyle/>
                    <a:p>
                      <a:pPr algn="ctr"/>
                      <a:r>
                        <a:rPr lang="en-GB" sz="2800" dirty="0"/>
                        <a:t>IC57</a:t>
                      </a:r>
                    </a:p>
                  </a:txBody>
                  <a:tcPr anchor="ctr"/>
                </a:tc>
                <a:tc>
                  <a:txBody>
                    <a:bodyPr/>
                    <a:lstStyle/>
                    <a:p>
                      <a:pPr algn="ctr"/>
                      <a:r>
                        <a:rPr lang="en-GB" sz="2800" dirty="0"/>
                        <a:t>295</a:t>
                      </a:r>
                    </a:p>
                  </a:txBody>
                  <a:tcPr anchor="ctr"/>
                </a:tc>
                <a:extLst>
                  <a:ext uri="{0D108BD9-81ED-4DB2-BD59-A6C34878D82A}">
                    <a16:rowId xmlns:a16="http://schemas.microsoft.com/office/drawing/2014/main" val="518457521"/>
                  </a:ext>
                </a:extLst>
              </a:tr>
              <a:tr h="370840">
                <a:tc>
                  <a:txBody>
                    <a:bodyPr/>
                    <a:lstStyle/>
                    <a:p>
                      <a:pPr algn="ctr"/>
                      <a:r>
                        <a:rPr lang="en-GB" sz="2800" dirty="0"/>
                        <a:t>IC23</a:t>
                      </a:r>
                    </a:p>
                  </a:txBody>
                  <a:tcPr anchor="ctr"/>
                </a:tc>
                <a:tc>
                  <a:txBody>
                    <a:bodyPr/>
                    <a:lstStyle/>
                    <a:p>
                      <a:pPr algn="ctr"/>
                      <a:r>
                        <a:rPr lang="en-GB" sz="2800" dirty="0"/>
                        <a:t>93</a:t>
                      </a:r>
                    </a:p>
                  </a:txBody>
                  <a:tcPr anchor="ctr"/>
                </a:tc>
                <a:extLst>
                  <a:ext uri="{0D108BD9-81ED-4DB2-BD59-A6C34878D82A}">
                    <a16:rowId xmlns:a16="http://schemas.microsoft.com/office/drawing/2014/main" val="401003365"/>
                  </a:ext>
                </a:extLst>
              </a:tr>
            </a:tbl>
          </a:graphicData>
        </a:graphic>
      </p:graphicFrame>
      <p:sp>
        <p:nvSpPr>
          <p:cNvPr id="5" name="Oval 4">
            <a:extLst>
              <a:ext uri="{FF2B5EF4-FFF2-40B4-BE49-F238E27FC236}">
                <a16:creationId xmlns:a16="http://schemas.microsoft.com/office/drawing/2014/main" id="{75577C27-51B9-4F55-BFA2-DF0566949856}"/>
              </a:ext>
            </a:extLst>
          </p:cNvPr>
          <p:cNvSpPr/>
          <p:nvPr/>
        </p:nvSpPr>
        <p:spPr>
          <a:xfrm>
            <a:off x="5075103" y="2213908"/>
            <a:ext cx="2041793" cy="2974554"/>
          </a:xfrm>
          <a:prstGeom prst="ellipse">
            <a:avLst/>
          </a:prstGeom>
          <a:noFill/>
          <a:ln w="3810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sz="2800" dirty="0">
              <a:solidFill>
                <a:schemeClr val="tx1"/>
              </a:solidFill>
            </a:endParaRPr>
          </a:p>
        </p:txBody>
      </p:sp>
      <p:sp>
        <p:nvSpPr>
          <p:cNvPr id="6" name="Oval 5">
            <a:extLst>
              <a:ext uri="{FF2B5EF4-FFF2-40B4-BE49-F238E27FC236}">
                <a16:creationId xmlns:a16="http://schemas.microsoft.com/office/drawing/2014/main" id="{F5F57839-3C91-41D4-891E-F2668C4F76FF}"/>
              </a:ext>
            </a:extLst>
          </p:cNvPr>
          <p:cNvSpPr/>
          <p:nvPr/>
        </p:nvSpPr>
        <p:spPr>
          <a:xfrm>
            <a:off x="9061373" y="1388125"/>
            <a:ext cx="2286919" cy="4364699"/>
          </a:xfrm>
          <a:prstGeom prst="ellipse">
            <a:avLst/>
          </a:prstGeom>
          <a:noFill/>
          <a:ln w="3810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GB" sz="2800" dirty="0">
                <a:solidFill>
                  <a:schemeClr val="tx1"/>
                </a:solidFill>
              </a:rPr>
              <a:t>77</a:t>
            </a:r>
          </a:p>
          <a:p>
            <a:pPr algn="ctr"/>
            <a:endParaRPr lang="en-GB" sz="1400" dirty="0">
              <a:solidFill>
                <a:schemeClr val="tx1"/>
              </a:solidFill>
            </a:endParaRPr>
          </a:p>
          <a:p>
            <a:pPr algn="ctr"/>
            <a:r>
              <a:rPr lang="en-GB" sz="2800" dirty="0">
                <a:solidFill>
                  <a:schemeClr val="tx1"/>
                </a:solidFill>
              </a:rPr>
              <a:t>93</a:t>
            </a:r>
          </a:p>
          <a:p>
            <a:pPr algn="ctr"/>
            <a:endParaRPr lang="en-GB" sz="1400" dirty="0">
              <a:solidFill>
                <a:schemeClr val="tx1"/>
              </a:solidFill>
            </a:endParaRPr>
          </a:p>
          <a:p>
            <a:pPr algn="ctr"/>
            <a:r>
              <a:rPr lang="en-GB" sz="2800" dirty="0">
                <a:solidFill>
                  <a:schemeClr val="tx1"/>
                </a:solidFill>
              </a:rPr>
              <a:t>111</a:t>
            </a:r>
          </a:p>
          <a:p>
            <a:pPr algn="ctr"/>
            <a:endParaRPr lang="en-GB" sz="1400" dirty="0">
              <a:solidFill>
                <a:schemeClr val="tx1"/>
              </a:solidFill>
            </a:endParaRPr>
          </a:p>
          <a:p>
            <a:pPr algn="ctr"/>
            <a:r>
              <a:rPr lang="en-GB" sz="2800" dirty="0">
                <a:solidFill>
                  <a:schemeClr val="tx1"/>
                </a:solidFill>
              </a:rPr>
              <a:t>123</a:t>
            </a:r>
          </a:p>
          <a:p>
            <a:pPr algn="ctr"/>
            <a:endParaRPr lang="en-GB" sz="1400" dirty="0">
              <a:solidFill>
                <a:schemeClr val="tx1"/>
              </a:solidFill>
            </a:endParaRPr>
          </a:p>
          <a:p>
            <a:pPr algn="ctr"/>
            <a:r>
              <a:rPr lang="en-GB" sz="2800" dirty="0">
                <a:solidFill>
                  <a:schemeClr val="tx1"/>
                </a:solidFill>
              </a:rPr>
              <a:t>135</a:t>
            </a:r>
          </a:p>
          <a:p>
            <a:pPr algn="ctr"/>
            <a:endParaRPr lang="en-GB" sz="1400" dirty="0">
              <a:solidFill>
                <a:schemeClr val="tx1"/>
              </a:solidFill>
            </a:endParaRPr>
          </a:p>
          <a:p>
            <a:pPr algn="ctr"/>
            <a:r>
              <a:rPr lang="en-GB" sz="2800" dirty="0">
                <a:solidFill>
                  <a:schemeClr val="tx1"/>
                </a:solidFill>
              </a:rPr>
              <a:t>184</a:t>
            </a:r>
          </a:p>
          <a:p>
            <a:pPr algn="ctr"/>
            <a:endParaRPr lang="en-GB" sz="1400" dirty="0">
              <a:solidFill>
                <a:schemeClr val="tx1"/>
              </a:solidFill>
            </a:endParaRPr>
          </a:p>
          <a:p>
            <a:pPr algn="ctr"/>
            <a:r>
              <a:rPr lang="en-GB" sz="2800" dirty="0">
                <a:solidFill>
                  <a:schemeClr val="tx1"/>
                </a:solidFill>
              </a:rPr>
              <a:t>295</a:t>
            </a:r>
          </a:p>
        </p:txBody>
      </p:sp>
    </p:spTree>
    <p:extLst>
      <p:ext uri="{BB962C8B-B14F-4D97-AF65-F5344CB8AC3E}">
        <p14:creationId xmlns:p14="http://schemas.microsoft.com/office/powerpoint/2010/main" val="2084903515"/>
      </p:ext>
    </p:extLst>
  </p:cSld>
  <p:clrMapOvr>
    <a:masterClrMapping/>
  </p:clrMapOvr>
</p:sld>
</file>

<file path=ppt/slides/slide8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B7C48AE-DF0B-4A3E-8111-6A6971FAB274}"/>
              </a:ext>
            </a:extLst>
          </p:cNvPr>
          <p:cNvSpPr>
            <a:spLocks noGrp="1"/>
          </p:cNvSpPr>
          <p:nvPr>
            <p:ph type="title"/>
          </p:nvPr>
        </p:nvSpPr>
        <p:spPr/>
        <p:txBody>
          <a:bodyPr/>
          <a:lstStyle/>
          <a:p>
            <a:r>
              <a:rPr lang="en-GB" dirty="0"/>
              <a:t>Entity-Occurrence Diagram (3)</a:t>
            </a:r>
          </a:p>
        </p:txBody>
      </p:sp>
      <p:graphicFrame>
        <p:nvGraphicFramePr>
          <p:cNvPr id="4" name="Table 3">
            <a:extLst>
              <a:ext uri="{FF2B5EF4-FFF2-40B4-BE49-F238E27FC236}">
                <a16:creationId xmlns:a16="http://schemas.microsoft.com/office/drawing/2014/main" id="{0D364723-E5A1-4357-8595-04A23EBF0BB0}"/>
              </a:ext>
            </a:extLst>
          </p:cNvPr>
          <p:cNvGraphicFramePr>
            <a:graphicFrameLocks noGrp="1"/>
          </p:cNvGraphicFramePr>
          <p:nvPr>
            <p:extLst>
              <p:ext uri="{D42A27DB-BD31-4B8C-83A1-F6EECF244321}">
                <p14:modId xmlns:p14="http://schemas.microsoft.com/office/powerpoint/2010/main" val="3180318097"/>
              </p:ext>
            </p:extLst>
          </p:nvPr>
        </p:nvGraphicFramePr>
        <p:xfrm>
          <a:off x="843708" y="1996073"/>
          <a:ext cx="3004122" cy="4663440"/>
        </p:xfrm>
        <a:graphic>
          <a:graphicData uri="http://schemas.openxmlformats.org/drawingml/2006/table">
            <a:tbl>
              <a:tblPr firstRow="1" bandRow="1">
                <a:tableStyleId>{5C22544A-7EE6-4342-B048-85BDC9FD1C3A}</a:tableStyleId>
              </a:tblPr>
              <a:tblGrid>
                <a:gridCol w="1427353">
                  <a:extLst>
                    <a:ext uri="{9D8B030D-6E8A-4147-A177-3AD203B41FA5}">
                      <a16:colId xmlns:a16="http://schemas.microsoft.com/office/drawing/2014/main" val="1459550812"/>
                    </a:ext>
                  </a:extLst>
                </a:gridCol>
                <a:gridCol w="1576769">
                  <a:extLst>
                    <a:ext uri="{9D8B030D-6E8A-4147-A177-3AD203B41FA5}">
                      <a16:colId xmlns:a16="http://schemas.microsoft.com/office/drawing/2014/main" val="1728944668"/>
                    </a:ext>
                  </a:extLst>
                </a:gridCol>
              </a:tblGrid>
              <a:tr h="370840">
                <a:tc>
                  <a:txBody>
                    <a:bodyPr/>
                    <a:lstStyle/>
                    <a:p>
                      <a:pPr algn="ctr"/>
                      <a:r>
                        <a:rPr lang="en-GB" sz="2800" dirty="0"/>
                        <a:t>Student</a:t>
                      </a:r>
                    </a:p>
                  </a:txBody>
                  <a:tcPr anchor="ctr"/>
                </a:tc>
                <a:tc>
                  <a:txBody>
                    <a:bodyPr/>
                    <a:lstStyle/>
                    <a:p>
                      <a:pPr algn="ctr"/>
                      <a:r>
                        <a:rPr lang="en-GB" sz="2800" dirty="0"/>
                        <a:t>Subject</a:t>
                      </a:r>
                    </a:p>
                  </a:txBody>
                  <a:tcPr anchor="ctr"/>
                </a:tc>
                <a:extLst>
                  <a:ext uri="{0D108BD9-81ED-4DB2-BD59-A6C34878D82A}">
                    <a16:rowId xmlns:a16="http://schemas.microsoft.com/office/drawing/2014/main" val="777104341"/>
                  </a:ext>
                </a:extLst>
              </a:tr>
              <a:tr h="370840">
                <a:tc>
                  <a:txBody>
                    <a:bodyPr/>
                    <a:lstStyle/>
                    <a:p>
                      <a:pPr algn="ctr"/>
                      <a:r>
                        <a:rPr lang="en-GB" sz="2800" dirty="0"/>
                        <a:t>14078</a:t>
                      </a:r>
                    </a:p>
                  </a:txBody>
                  <a:tcPr anchor="ctr"/>
                </a:tc>
                <a:tc>
                  <a:txBody>
                    <a:bodyPr/>
                    <a:lstStyle/>
                    <a:p>
                      <a:pPr algn="ctr"/>
                      <a:r>
                        <a:rPr lang="en-GB" sz="2800" dirty="0"/>
                        <a:t>COMPH1</a:t>
                      </a:r>
                    </a:p>
                  </a:txBody>
                  <a:tcPr anchor="ctr"/>
                </a:tc>
                <a:extLst>
                  <a:ext uri="{0D108BD9-81ED-4DB2-BD59-A6C34878D82A}">
                    <a16:rowId xmlns:a16="http://schemas.microsoft.com/office/drawing/2014/main" val="2227473476"/>
                  </a:ext>
                </a:extLst>
              </a:tr>
              <a:tr h="370840">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GB" sz="2800" dirty="0"/>
                        <a:t>14079</a:t>
                      </a:r>
                    </a:p>
                  </a:txBody>
                  <a:tcPr anchor="ctr"/>
                </a:tc>
                <a:tc>
                  <a:txBody>
                    <a:bodyPr/>
                    <a:lstStyle/>
                    <a:p>
                      <a:pPr algn="ctr"/>
                      <a:r>
                        <a:rPr lang="en-GB" sz="2800" dirty="0"/>
                        <a:t>MATH2</a:t>
                      </a:r>
                    </a:p>
                  </a:txBody>
                  <a:tcPr anchor="ctr"/>
                </a:tc>
                <a:extLst>
                  <a:ext uri="{0D108BD9-81ED-4DB2-BD59-A6C34878D82A}">
                    <a16:rowId xmlns:a16="http://schemas.microsoft.com/office/drawing/2014/main" val="3983725799"/>
                  </a:ext>
                </a:extLst>
              </a:tr>
              <a:tr h="370840">
                <a:tc>
                  <a:txBody>
                    <a:bodyPr/>
                    <a:lstStyle/>
                    <a:p>
                      <a:pPr algn="ctr"/>
                      <a:r>
                        <a:rPr lang="en-GB" sz="2800" dirty="0"/>
                        <a:t>14080</a:t>
                      </a:r>
                    </a:p>
                  </a:txBody>
                  <a:tcPr anchor="ctr"/>
                </a:tc>
                <a:tc>
                  <a:txBody>
                    <a:bodyPr/>
                    <a:lstStyle/>
                    <a:p>
                      <a:pPr algn="ctr"/>
                      <a:r>
                        <a:rPr lang="en-GB" sz="2800" dirty="0"/>
                        <a:t>ENGH1</a:t>
                      </a:r>
                    </a:p>
                  </a:txBody>
                  <a:tcPr anchor="ctr"/>
                </a:tc>
                <a:extLst>
                  <a:ext uri="{0D108BD9-81ED-4DB2-BD59-A6C34878D82A}">
                    <a16:rowId xmlns:a16="http://schemas.microsoft.com/office/drawing/2014/main" val="2788509373"/>
                  </a:ext>
                </a:extLst>
              </a:tr>
              <a:tr h="370840">
                <a:tc>
                  <a:txBody>
                    <a:bodyPr/>
                    <a:lstStyle/>
                    <a:p>
                      <a:pPr algn="ctr"/>
                      <a:r>
                        <a:rPr lang="en-GB" sz="2800" dirty="0"/>
                        <a:t>14078</a:t>
                      </a:r>
                    </a:p>
                  </a:txBody>
                  <a:tcPr anchor="ctr"/>
                </a:tc>
                <a:tc>
                  <a:txBody>
                    <a:bodyPr/>
                    <a:lstStyle/>
                    <a:p>
                      <a:pPr algn="ctr"/>
                      <a:r>
                        <a:rPr lang="en-GB" sz="2800" dirty="0"/>
                        <a:t>MATH2</a:t>
                      </a:r>
                    </a:p>
                  </a:txBody>
                  <a:tcPr anchor="ctr"/>
                </a:tc>
                <a:extLst>
                  <a:ext uri="{0D108BD9-81ED-4DB2-BD59-A6C34878D82A}">
                    <a16:rowId xmlns:a16="http://schemas.microsoft.com/office/drawing/2014/main" val="2503571679"/>
                  </a:ext>
                </a:extLst>
              </a:tr>
              <a:tr h="370840">
                <a:tc>
                  <a:txBody>
                    <a:bodyPr/>
                    <a:lstStyle/>
                    <a:p>
                      <a:pPr algn="ctr"/>
                      <a:r>
                        <a:rPr lang="en-GB" sz="2800" dirty="0"/>
                        <a:t>14081</a:t>
                      </a:r>
                    </a:p>
                  </a:txBody>
                  <a:tcPr anchor="ctr"/>
                </a:tc>
                <a:tc>
                  <a:txBody>
                    <a:bodyPr/>
                    <a:lstStyle/>
                    <a:p>
                      <a:pPr algn="ctr"/>
                      <a:r>
                        <a:rPr lang="en-GB" sz="2800" dirty="0"/>
                        <a:t>ENGH1</a:t>
                      </a:r>
                    </a:p>
                  </a:txBody>
                  <a:tcPr anchor="ctr"/>
                </a:tc>
                <a:extLst>
                  <a:ext uri="{0D108BD9-81ED-4DB2-BD59-A6C34878D82A}">
                    <a16:rowId xmlns:a16="http://schemas.microsoft.com/office/drawing/2014/main" val="268199048"/>
                  </a:ext>
                </a:extLst>
              </a:tr>
              <a:tr h="370840">
                <a:tc>
                  <a:txBody>
                    <a:bodyPr/>
                    <a:lstStyle/>
                    <a:p>
                      <a:pPr algn="ctr"/>
                      <a:r>
                        <a:rPr lang="en-GB" sz="2800" dirty="0"/>
                        <a:t>14082</a:t>
                      </a:r>
                    </a:p>
                  </a:txBody>
                  <a:tcPr anchor="ctr"/>
                </a:tc>
                <a:tc>
                  <a:txBody>
                    <a:bodyPr/>
                    <a:lstStyle/>
                    <a:p>
                      <a:pPr algn="ctr"/>
                      <a:r>
                        <a:rPr lang="en-GB" sz="2800" dirty="0"/>
                        <a:t>ENGH1</a:t>
                      </a:r>
                    </a:p>
                  </a:txBody>
                  <a:tcPr anchor="ctr"/>
                </a:tc>
                <a:extLst>
                  <a:ext uri="{0D108BD9-81ED-4DB2-BD59-A6C34878D82A}">
                    <a16:rowId xmlns:a16="http://schemas.microsoft.com/office/drawing/2014/main" val="2607101158"/>
                  </a:ext>
                </a:extLst>
              </a:tr>
              <a:tr h="370840">
                <a:tc>
                  <a:txBody>
                    <a:bodyPr/>
                    <a:lstStyle/>
                    <a:p>
                      <a:pPr algn="ctr"/>
                      <a:r>
                        <a:rPr lang="en-GB" sz="2800" dirty="0"/>
                        <a:t>14082</a:t>
                      </a:r>
                    </a:p>
                  </a:txBody>
                  <a:tcPr anchor="ctr"/>
                </a:tc>
                <a:tc>
                  <a:txBody>
                    <a:bodyPr/>
                    <a:lstStyle/>
                    <a:p>
                      <a:pPr algn="ctr"/>
                      <a:r>
                        <a:rPr lang="en-GB" sz="2800" dirty="0"/>
                        <a:t>COMPH1</a:t>
                      </a:r>
                    </a:p>
                  </a:txBody>
                  <a:tcPr anchor="ctr"/>
                </a:tc>
                <a:extLst>
                  <a:ext uri="{0D108BD9-81ED-4DB2-BD59-A6C34878D82A}">
                    <a16:rowId xmlns:a16="http://schemas.microsoft.com/office/drawing/2014/main" val="518457521"/>
                  </a:ext>
                </a:extLst>
              </a:tr>
              <a:tr h="370840">
                <a:tc>
                  <a:txBody>
                    <a:bodyPr/>
                    <a:lstStyle/>
                    <a:p>
                      <a:pPr algn="ctr"/>
                      <a:r>
                        <a:rPr lang="en-GB" sz="2800" dirty="0"/>
                        <a:t>14081</a:t>
                      </a:r>
                    </a:p>
                  </a:txBody>
                  <a:tcPr anchor="ctr"/>
                </a:tc>
                <a:tc>
                  <a:txBody>
                    <a:bodyPr/>
                    <a:lstStyle/>
                    <a:p>
                      <a:pPr algn="ctr"/>
                      <a:r>
                        <a:rPr lang="en-GB" sz="2800" dirty="0"/>
                        <a:t>MATH2</a:t>
                      </a:r>
                    </a:p>
                  </a:txBody>
                  <a:tcPr anchor="ctr"/>
                </a:tc>
                <a:extLst>
                  <a:ext uri="{0D108BD9-81ED-4DB2-BD59-A6C34878D82A}">
                    <a16:rowId xmlns:a16="http://schemas.microsoft.com/office/drawing/2014/main" val="401003365"/>
                  </a:ext>
                </a:extLst>
              </a:tr>
            </a:tbl>
          </a:graphicData>
        </a:graphic>
      </p:graphicFrame>
      <p:grpSp>
        <p:nvGrpSpPr>
          <p:cNvPr id="9" name="Group 8">
            <a:extLst>
              <a:ext uri="{FF2B5EF4-FFF2-40B4-BE49-F238E27FC236}">
                <a16:creationId xmlns:a16="http://schemas.microsoft.com/office/drawing/2014/main" id="{C35AF0A5-621C-4CF8-B38F-99F06F6343E8}"/>
              </a:ext>
            </a:extLst>
          </p:cNvPr>
          <p:cNvGrpSpPr/>
          <p:nvPr/>
        </p:nvGrpSpPr>
        <p:grpSpPr>
          <a:xfrm>
            <a:off x="4924541" y="1690688"/>
            <a:ext cx="2192356" cy="3497774"/>
            <a:chOff x="5075103" y="2255050"/>
            <a:chExt cx="2041793" cy="3497774"/>
          </a:xfrm>
        </p:grpSpPr>
        <p:sp>
          <p:nvSpPr>
            <p:cNvPr id="5" name="Oval 4">
              <a:extLst>
                <a:ext uri="{FF2B5EF4-FFF2-40B4-BE49-F238E27FC236}">
                  <a16:creationId xmlns:a16="http://schemas.microsoft.com/office/drawing/2014/main" id="{75577C27-51B9-4F55-BFA2-DF0566949856}"/>
                </a:ext>
              </a:extLst>
            </p:cNvPr>
            <p:cNvSpPr/>
            <p:nvPr/>
          </p:nvSpPr>
          <p:spPr>
            <a:xfrm>
              <a:off x="5075103" y="2778270"/>
              <a:ext cx="2041793" cy="2974554"/>
            </a:xfrm>
            <a:prstGeom prst="ellipse">
              <a:avLst/>
            </a:prstGeom>
            <a:noFill/>
            <a:ln w="3810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GB" sz="2800" dirty="0">
                  <a:solidFill>
                    <a:schemeClr val="tx1"/>
                  </a:solidFill>
                </a:rPr>
                <a:t>COMPH1</a:t>
              </a:r>
            </a:p>
            <a:p>
              <a:pPr algn="ctr"/>
              <a:endParaRPr lang="en-GB" sz="2800" dirty="0">
                <a:solidFill>
                  <a:schemeClr val="tx1"/>
                </a:solidFill>
              </a:endParaRPr>
            </a:p>
            <a:p>
              <a:pPr algn="ctr"/>
              <a:r>
                <a:rPr lang="en-GB" sz="2800" dirty="0">
                  <a:solidFill>
                    <a:schemeClr val="tx1"/>
                  </a:solidFill>
                </a:rPr>
                <a:t>ENGH1</a:t>
              </a:r>
            </a:p>
            <a:p>
              <a:pPr algn="ctr"/>
              <a:endParaRPr lang="en-GB" sz="2800" dirty="0">
                <a:solidFill>
                  <a:schemeClr val="tx1"/>
                </a:solidFill>
              </a:endParaRPr>
            </a:p>
            <a:p>
              <a:pPr algn="ctr"/>
              <a:r>
                <a:rPr lang="en-GB" sz="2800" dirty="0">
                  <a:solidFill>
                    <a:schemeClr val="tx1"/>
                  </a:solidFill>
                </a:rPr>
                <a:t>MATH2</a:t>
              </a:r>
            </a:p>
          </p:txBody>
        </p:sp>
        <p:sp>
          <p:nvSpPr>
            <p:cNvPr id="7" name="TextBox 6">
              <a:extLst>
                <a:ext uri="{FF2B5EF4-FFF2-40B4-BE49-F238E27FC236}">
                  <a16:creationId xmlns:a16="http://schemas.microsoft.com/office/drawing/2014/main" id="{63D9B717-8D10-4C1A-B8C3-2DDC0A4F4D6A}"/>
                </a:ext>
              </a:extLst>
            </p:cNvPr>
            <p:cNvSpPr txBox="1"/>
            <p:nvPr/>
          </p:nvSpPr>
          <p:spPr>
            <a:xfrm>
              <a:off x="5463454" y="2255050"/>
              <a:ext cx="1265090" cy="523220"/>
            </a:xfrm>
            <a:prstGeom prst="rect">
              <a:avLst/>
            </a:prstGeom>
            <a:noFill/>
          </p:spPr>
          <p:txBody>
            <a:bodyPr wrap="none" rtlCol="0">
              <a:spAutoFit/>
            </a:bodyPr>
            <a:lstStyle/>
            <a:p>
              <a:r>
                <a:rPr lang="en-GB" sz="2800" dirty="0"/>
                <a:t>Subject</a:t>
              </a:r>
            </a:p>
          </p:txBody>
        </p:sp>
      </p:grpSp>
      <p:grpSp>
        <p:nvGrpSpPr>
          <p:cNvPr id="10" name="Group 9">
            <a:extLst>
              <a:ext uri="{FF2B5EF4-FFF2-40B4-BE49-F238E27FC236}">
                <a16:creationId xmlns:a16="http://schemas.microsoft.com/office/drawing/2014/main" id="{DA5D8E01-FB30-4902-B8E8-AB6B49C05DB7}"/>
              </a:ext>
            </a:extLst>
          </p:cNvPr>
          <p:cNvGrpSpPr/>
          <p:nvPr/>
        </p:nvGrpSpPr>
        <p:grpSpPr>
          <a:xfrm>
            <a:off x="9061373" y="1318122"/>
            <a:ext cx="2286919" cy="4091533"/>
            <a:chOff x="9061373" y="1661291"/>
            <a:chExt cx="2041793" cy="4091533"/>
          </a:xfrm>
        </p:grpSpPr>
        <p:sp>
          <p:nvSpPr>
            <p:cNvPr id="6" name="Oval 5">
              <a:extLst>
                <a:ext uri="{FF2B5EF4-FFF2-40B4-BE49-F238E27FC236}">
                  <a16:creationId xmlns:a16="http://schemas.microsoft.com/office/drawing/2014/main" id="{F5F57839-3C91-41D4-891E-F2668C4F76FF}"/>
                </a:ext>
              </a:extLst>
            </p:cNvPr>
            <p:cNvSpPr/>
            <p:nvPr/>
          </p:nvSpPr>
          <p:spPr>
            <a:xfrm>
              <a:off x="9061373" y="2184512"/>
              <a:ext cx="2041793" cy="3568312"/>
            </a:xfrm>
            <a:prstGeom prst="ellipse">
              <a:avLst/>
            </a:prstGeom>
            <a:noFill/>
            <a:ln w="3810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GB" sz="2800" dirty="0">
                  <a:solidFill>
                    <a:schemeClr val="tx1"/>
                  </a:solidFill>
                </a:rPr>
                <a:t>14078</a:t>
              </a:r>
            </a:p>
            <a:p>
              <a:pPr algn="ctr"/>
              <a:endParaRPr lang="en-GB" sz="1400" dirty="0">
                <a:solidFill>
                  <a:schemeClr val="tx1"/>
                </a:solidFill>
              </a:endParaRPr>
            </a:p>
            <a:p>
              <a:pPr algn="ctr"/>
              <a:r>
                <a:rPr lang="en-GB" sz="2800" dirty="0">
                  <a:solidFill>
                    <a:schemeClr val="tx1"/>
                  </a:solidFill>
                </a:rPr>
                <a:t>14079</a:t>
              </a:r>
            </a:p>
            <a:p>
              <a:pPr algn="ctr"/>
              <a:endParaRPr lang="en-GB" sz="1400" dirty="0">
                <a:solidFill>
                  <a:schemeClr val="tx1"/>
                </a:solidFill>
              </a:endParaRPr>
            </a:p>
            <a:p>
              <a:pPr algn="ctr"/>
              <a:r>
                <a:rPr lang="en-GB" sz="2800" dirty="0">
                  <a:solidFill>
                    <a:schemeClr val="tx1"/>
                  </a:solidFill>
                </a:rPr>
                <a:t>14080</a:t>
              </a:r>
            </a:p>
            <a:p>
              <a:pPr algn="ctr"/>
              <a:endParaRPr lang="en-GB" sz="1400" dirty="0">
                <a:solidFill>
                  <a:schemeClr val="tx1"/>
                </a:solidFill>
              </a:endParaRPr>
            </a:p>
            <a:p>
              <a:pPr algn="ctr"/>
              <a:r>
                <a:rPr lang="en-GB" sz="2800" dirty="0">
                  <a:solidFill>
                    <a:schemeClr val="tx1"/>
                  </a:solidFill>
                </a:rPr>
                <a:t>14081</a:t>
              </a:r>
            </a:p>
            <a:p>
              <a:pPr algn="ctr"/>
              <a:endParaRPr lang="en-GB" sz="1400" dirty="0">
                <a:solidFill>
                  <a:schemeClr val="tx1"/>
                </a:solidFill>
              </a:endParaRPr>
            </a:p>
            <a:p>
              <a:pPr algn="ctr"/>
              <a:r>
                <a:rPr lang="en-GB" sz="2800" dirty="0">
                  <a:solidFill>
                    <a:schemeClr val="tx1"/>
                  </a:solidFill>
                </a:rPr>
                <a:t>14082</a:t>
              </a:r>
            </a:p>
          </p:txBody>
        </p:sp>
        <p:sp>
          <p:nvSpPr>
            <p:cNvPr id="8" name="TextBox 7">
              <a:extLst>
                <a:ext uri="{FF2B5EF4-FFF2-40B4-BE49-F238E27FC236}">
                  <a16:creationId xmlns:a16="http://schemas.microsoft.com/office/drawing/2014/main" id="{1F3D1295-BA4E-48A5-8E06-0FB956BB2492}"/>
                </a:ext>
              </a:extLst>
            </p:cNvPr>
            <p:cNvSpPr txBox="1"/>
            <p:nvPr/>
          </p:nvSpPr>
          <p:spPr>
            <a:xfrm>
              <a:off x="9487526" y="1661291"/>
              <a:ext cx="1189485" cy="523220"/>
            </a:xfrm>
            <a:prstGeom prst="rect">
              <a:avLst/>
            </a:prstGeom>
            <a:noFill/>
          </p:spPr>
          <p:txBody>
            <a:bodyPr wrap="none" rtlCol="0">
              <a:spAutoFit/>
            </a:bodyPr>
            <a:lstStyle/>
            <a:p>
              <a:r>
                <a:rPr lang="en-GB" sz="2800" dirty="0"/>
                <a:t>Student</a:t>
              </a:r>
            </a:p>
          </p:txBody>
        </p:sp>
      </p:grpSp>
      <p:cxnSp>
        <p:nvCxnSpPr>
          <p:cNvPr id="12" name="Straight Connector 11">
            <a:extLst>
              <a:ext uri="{FF2B5EF4-FFF2-40B4-BE49-F238E27FC236}">
                <a16:creationId xmlns:a16="http://schemas.microsoft.com/office/drawing/2014/main" id="{083154E4-4F98-4828-A8A6-8BD91857C554}"/>
              </a:ext>
            </a:extLst>
          </p:cNvPr>
          <p:cNvCxnSpPr>
            <a:cxnSpLocks/>
          </p:cNvCxnSpPr>
          <p:nvPr/>
        </p:nvCxnSpPr>
        <p:spPr>
          <a:xfrm flipH="1">
            <a:off x="6699162" y="2363446"/>
            <a:ext cx="2995646" cy="501257"/>
          </a:xfrm>
          <a:prstGeom prst="line">
            <a:avLst/>
          </a:prstGeom>
          <a:ln w="38100">
            <a:solidFill>
              <a:srgbClr val="00B050"/>
            </a:solidFill>
          </a:ln>
        </p:spPr>
        <p:style>
          <a:lnRef idx="1">
            <a:schemeClr val="accent1"/>
          </a:lnRef>
          <a:fillRef idx="0">
            <a:schemeClr val="accent1"/>
          </a:fillRef>
          <a:effectRef idx="0">
            <a:schemeClr val="accent1"/>
          </a:effectRef>
          <a:fontRef idx="minor">
            <a:schemeClr val="tx1"/>
          </a:fontRef>
        </p:style>
      </p:cxnSp>
      <p:cxnSp>
        <p:nvCxnSpPr>
          <p:cNvPr id="14" name="Straight Connector 13">
            <a:extLst>
              <a:ext uri="{FF2B5EF4-FFF2-40B4-BE49-F238E27FC236}">
                <a16:creationId xmlns:a16="http://schemas.microsoft.com/office/drawing/2014/main" id="{8280AF5C-3BA9-445A-AC26-215FBE5072CA}"/>
              </a:ext>
            </a:extLst>
          </p:cNvPr>
          <p:cNvCxnSpPr>
            <a:cxnSpLocks/>
          </p:cNvCxnSpPr>
          <p:nvPr/>
        </p:nvCxnSpPr>
        <p:spPr>
          <a:xfrm>
            <a:off x="6622777" y="3700537"/>
            <a:ext cx="3049738" cy="588909"/>
          </a:xfrm>
          <a:prstGeom prst="line">
            <a:avLst/>
          </a:prstGeom>
          <a:ln w="38100">
            <a:solidFill>
              <a:srgbClr val="0070C0"/>
            </a:solidFill>
          </a:ln>
        </p:spPr>
        <p:style>
          <a:lnRef idx="1">
            <a:schemeClr val="accent1"/>
          </a:lnRef>
          <a:fillRef idx="0">
            <a:schemeClr val="accent1"/>
          </a:fillRef>
          <a:effectRef idx="0">
            <a:schemeClr val="accent1"/>
          </a:effectRef>
          <a:fontRef idx="minor">
            <a:schemeClr val="tx1"/>
          </a:fontRef>
        </p:style>
      </p:cxnSp>
      <p:cxnSp>
        <p:nvCxnSpPr>
          <p:cNvPr id="17" name="Straight Connector 16">
            <a:extLst>
              <a:ext uri="{FF2B5EF4-FFF2-40B4-BE49-F238E27FC236}">
                <a16:creationId xmlns:a16="http://schemas.microsoft.com/office/drawing/2014/main" id="{402AD59F-AFA4-4935-B9F8-466BF3CFCB3A}"/>
              </a:ext>
            </a:extLst>
          </p:cNvPr>
          <p:cNvCxnSpPr>
            <a:cxnSpLocks/>
          </p:cNvCxnSpPr>
          <p:nvPr/>
        </p:nvCxnSpPr>
        <p:spPr>
          <a:xfrm flipH="1">
            <a:off x="6600482" y="3663666"/>
            <a:ext cx="3083327" cy="36871"/>
          </a:xfrm>
          <a:prstGeom prst="line">
            <a:avLst/>
          </a:prstGeom>
          <a:ln w="38100">
            <a:solidFill>
              <a:srgbClr val="0070C0"/>
            </a:solidFill>
          </a:ln>
        </p:spPr>
        <p:style>
          <a:lnRef idx="1">
            <a:schemeClr val="accent1"/>
          </a:lnRef>
          <a:fillRef idx="0">
            <a:schemeClr val="accent1"/>
          </a:fillRef>
          <a:effectRef idx="0">
            <a:schemeClr val="accent1"/>
          </a:effectRef>
          <a:fontRef idx="minor">
            <a:schemeClr val="tx1"/>
          </a:fontRef>
        </p:style>
      </p:cxnSp>
      <p:sp>
        <p:nvSpPr>
          <p:cNvPr id="23" name="Right Arrow 9">
            <a:extLst>
              <a:ext uri="{FF2B5EF4-FFF2-40B4-BE49-F238E27FC236}">
                <a16:creationId xmlns:a16="http://schemas.microsoft.com/office/drawing/2014/main" id="{47742A20-A1DC-47EB-BD35-ED01AD283E70}"/>
              </a:ext>
            </a:extLst>
          </p:cNvPr>
          <p:cNvSpPr/>
          <p:nvPr/>
        </p:nvSpPr>
        <p:spPr>
          <a:xfrm>
            <a:off x="329289" y="2646250"/>
            <a:ext cx="464567" cy="264039"/>
          </a:xfrm>
          <a:prstGeom prst="rightArrow">
            <a:avLst/>
          </a:prstGeom>
          <a:solidFill>
            <a:srgbClr val="00B05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24" name="Right Arrow 9">
            <a:extLst>
              <a:ext uri="{FF2B5EF4-FFF2-40B4-BE49-F238E27FC236}">
                <a16:creationId xmlns:a16="http://schemas.microsoft.com/office/drawing/2014/main" id="{55D30500-414A-47A8-8E14-97CF8CB1F911}"/>
              </a:ext>
            </a:extLst>
          </p:cNvPr>
          <p:cNvSpPr/>
          <p:nvPr/>
        </p:nvSpPr>
        <p:spPr>
          <a:xfrm>
            <a:off x="329288" y="3164961"/>
            <a:ext cx="464567" cy="264039"/>
          </a:xfrm>
          <a:prstGeom prst="rightArrow">
            <a:avLst/>
          </a:prstGeom>
          <a:solidFill>
            <a:srgbClr val="7030A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25" name="Right Arrow 9">
            <a:extLst>
              <a:ext uri="{FF2B5EF4-FFF2-40B4-BE49-F238E27FC236}">
                <a16:creationId xmlns:a16="http://schemas.microsoft.com/office/drawing/2014/main" id="{7A4D3C7A-91B4-4F1F-A3EC-BF622A7CC6F1}"/>
              </a:ext>
            </a:extLst>
          </p:cNvPr>
          <p:cNvSpPr/>
          <p:nvPr/>
        </p:nvSpPr>
        <p:spPr>
          <a:xfrm>
            <a:off x="329288" y="3683673"/>
            <a:ext cx="464567" cy="264039"/>
          </a:xfrm>
          <a:prstGeom prst="rightArrow">
            <a:avLst/>
          </a:prstGeom>
          <a:solidFill>
            <a:schemeClr val="accent1"/>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26" name="TextBox 25">
            <a:extLst>
              <a:ext uri="{FF2B5EF4-FFF2-40B4-BE49-F238E27FC236}">
                <a16:creationId xmlns:a16="http://schemas.microsoft.com/office/drawing/2014/main" id="{A024410C-76DB-4FE6-921C-6D07FD62D6A1}"/>
              </a:ext>
            </a:extLst>
          </p:cNvPr>
          <p:cNvSpPr txBox="1"/>
          <p:nvPr/>
        </p:nvSpPr>
        <p:spPr>
          <a:xfrm>
            <a:off x="5749293" y="5963699"/>
            <a:ext cx="4989956" cy="646331"/>
          </a:xfrm>
          <a:prstGeom prst="rect">
            <a:avLst/>
          </a:prstGeom>
          <a:noFill/>
        </p:spPr>
        <p:txBody>
          <a:bodyPr wrap="none" rtlCol="0">
            <a:spAutoFit/>
          </a:bodyPr>
          <a:lstStyle/>
          <a:p>
            <a:r>
              <a:rPr lang="en-GB" sz="3600" dirty="0">
                <a:solidFill>
                  <a:srgbClr val="7030A0"/>
                </a:solidFill>
              </a:rPr>
              <a:t>Cardinality is </a:t>
            </a:r>
            <a:r>
              <a:rPr lang="en-GB" sz="3600" b="1" dirty="0" err="1">
                <a:solidFill>
                  <a:srgbClr val="7030A0"/>
                </a:solidFill>
              </a:rPr>
              <a:t>Many:Many</a:t>
            </a:r>
            <a:endParaRPr lang="en-GB" sz="3600" b="1" dirty="0">
              <a:solidFill>
                <a:srgbClr val="7030A0"/>
              </a:solidFill>
            </a:endParaRPr>
          </a:p>
        </p:txBody>
      </p:sp>
      <p:cxnSp>
        <p:nvCxnSpPr>
          <p:cNvPr id="22" name="Straight Connector 21">
            <a:extLst>
              <a:ext uri="{FF2B5EF4-FFF2-40B4-BE49-F238E27FC236}">
                <a16:creationId xmlns:a16="http://schemas.microsoft.com/office/drawing/2014/main" id="{6F9330AC-F496-4803-964A-BF643BA71738}"/>
              </a:ext>
            </a:extLst>
          </p:cNvPr>
          <p:cNvCxnSpPr>
            <a:cxnSpLocks/>
          </p:cNvCxnSpPr>
          <p:nvPr/>
        </p:nvCxnSpPr>
        <p:spPr>
          <a:xfrm flipV="1">
            <a:off x="6622777" y="2352595"/>
            <a:ext cx="3083031" cy="2197351"/>
          </a:xfrm>
          <a:prstGeom prst="line">
            <a:avLst/>
          </a:prstGeom>
          <a:ln w="38100">
            <a:solidFill>
              <a:srgbClr val="7030A0"/>
            </a:solidFill>
          </a:ln>
        </p:spPr>
        <p:style>
          <a:lnRef idx="1">
            <a:schemeClr val="accent1"/>
          </a:lnRef>
          <a:fillRef idx="0">
            <a:schemeClr val="accent1"/>
          </a:fillRef>
          <a:effectRef idx="0">
            <a:schemeClr val="accent1"/>
          </a:effectRef>
          <a:fontRef idx="minor">
            <a:schemeClr val="tx1"/>
          </a:fontRef>
        </p:style>
      </p:cxnSp>
      <p:cxnSp>
        <p:nvCxnSpPr>
          <p:cNvPr id="27" name="Straight Connector 26">
            <a:extLst>
              <a:ext uri="{FF2B5EF4-FFF2-40B4-BE49-F238E27FC236}">
                <a16:creationId xmlns:a16="http://schemas.microsoft.com/office/drawing/2014/main" id="{105EBCCA-8A9A-4DF2-BF9E-51236B7C1065}"/>
              </a:ext>
            </a:extLst>
          </p:cNvPr>
          <p:cNvCxnSpPr>
            <a:cxnSpLocks/>
          </p:cNvCxnSpPr>
          <p:nvPr/>
        </p:nvCxnSpPr>
        <p:spPr>
          <a:xfrm flipH="1" flipV="1">
            <a:off x="6600483" y="3700537"/>
            <a:ext cx="3094325" cy="1218273"/>
          </a:xfrm>
          <a:prstGeom prst="line">
            <a:avLst/>
          </a:prstGeom>
          <a:ln w="38100">
            <a:solidFill>
              <a:srgbClr val="0070C0"/>
            </a:solidFill>
          </a:ln>
        </p:spPr>
        <p:style>
          <a:lnRef idx="1">
            <a:schemeClr val="accent1"/>
          </a:lnRef>
          <a:fillRef idx="0">
            <a:schemeClr val="accent1"/>
          </a:fillRef>
          <a:effectRef idx="0">
            <a:schemeClr val="accent1"/>
          </a:effectRef>
          <a:fontRef idx="minor">
            <a:schemeClr val="tx1"/>
          </a:fontRef>
        </p:style>
      </p:cxnSp>
      <p:cxnSp>
        <p:nvCxnSpPr>
          <p:cNvPr id="29" name="Straight Connector 28">
            <a:extLst>
              <a:ext uri="{FF2B5EF4-FFF2-40B4-BE49-F238E27FC236}">
                <a16:creationId xmlns:a16="http://schemas.microsoft.com/office/drawing/2014/main" id="{FA06EA09-106C-47AB-BF8C-11DDC8B5A669}"/>
              </a:ext>
            </a:extLst>
          </p:cNvPr>
          <p:cNvCxnSpPr>
            <a:cxnSpLocks/>
          </p:cNvCxnSpPr>
          <p:nvPr/>
        </p:nvCxnSpPr>
        <p:spPr>
          <a:xfrm flipH="1">
            <a:off x="6611483" y="3015358"/>
            <a:ext cx="3083325" cy="1534587"/>
          </a:xfrm>
          <a:prstGeom prst="line">
            <a:avLst/>
          </a:prstGeom>
          <a:ln w="38100">
            <a:solidFill>
              <a:srgbClr val="7030A0"/>
            </a:solidFill>
          </a:ln>
        </p:spPr>
        <p:style>
          <a:lnRef idx="1">
            <a:schemeClr val="accent1"/>
          </a:lnRef>
          <a:fillRef idx="0">
            <a:schemeClr val="accent1"/>
          </a:fillRef>
          <a:effectRef idx="0">
            <a:schemeClr val="accent1"/>
          </a:effectRef>
          <a:fontRef idx="minor">
            <a:schemeClr val="tx1"/>
          </a:fontRef>
        </p:style>
      </p:cxnSp>
      <p:cxnSp>
        <p:nvCxnSpPr>
          <p:cNvPr id="32" name="Straight Connector 31">
            <a:extLst>
              <a:ext uri="{FF2B5EF4-FFF2-40B4-BE49-F238E27FC236}">
                <a16:creationId xmlns:a16="http://schemas.microsoft.com/office/drawing/2014/main" id="{A9FAEB1D-6A1C-4E46-A725-1911EDF7C7C0}"/>
              </a:ext>
            </a:extLst>
          </p:cNvPr>
          <p:cNvCxnSpPr>
            <a:cxnSpLocks/>
          </p:cNvCxnSpPr>
          <p:nvPr/>
        </p:nvCxnSpPr>
        <p:spPr>
          <a:xfrm flipH="1" flipV="1">
            <a:off x="6699162" y="2864704"/>
            <a:ext cx="2995646" cy="2054106"/>
          </a:xfrm>
          <a:prstGeom prst="line">
            <a:avLst/>
          </a:prstGeom>
          <a:ln w="38100">
            <a:solidFill>
              <a:srgbClr val="00B050"/>
            </a:solidFill>
          </a:ln>
        </p:spPr>
        <p:style>
          <a:lnRef idx="1">
            <a:schemeClr val="accent1"/>
          </a:lnRef>
          <a:fillRef idx="0">
            <a:schemeClr val="accent1"/>
          </a:fillRef>
          <a:effectRef idx="0">
            <a:schemeClr val="accent1"/>
          </a:effectRef>
          <a:fontRef idx="minor">
            <a:schemeClr val="tx1"/>
          </a:fontRef>
        </p:style>
      </p:cxnSp>
      <p:cxnSp>
        <p:nvCxnSpPr>
          <p:cNvPr id="51" name="Straight Connector 50">
            <a:extLst>
              <a:ext uri="{FF2B5EF4-FFF2-40B4-BE49-F238E27FC236}">
                <a16:creationId xmlns:a16="http://schemas.microsoft.com/office/drawing/2014/main" id="{818AF839-650F-481D-86D4-AB07C526DC23}"/>
              </a:ext>
            </a:extLst>
          </p:cNvPr>
          <p:cNvCxnSpPr>
            <a:cxnSpLocks/>
          </p:cNvCxnSpPr>
          <p:nvPr/>
        </p:nvCxnSpPr>
        <p:spPr>
          <a:xfrm flipH="1">
            <a:off x="6611482" y="4289447"/>
            <a:ext cx="3083326" cy="260498"/>
          </a:xfrm>
          <a:prstGeom prst="line">
            <a:avLst/>
          </a:prstGeom>
          <a:ln w="38100">
            <a:solidFill>
              <a:srgbClr val="7030A0"/>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2648597853"/>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1" fill="hold" nodeType="clickEffect">
                                  <p:stCondLst>
                                    <p:cond delay="0"/>
                                  </p:stCondLst>
                                  <p:childTnLst>
                                    <p:set>
                                      <p:cBhvr>
                                        <p:cTn id="6" dur="1" fill="hold">
                                          <p:stCondLst>
                                            <p:cond delay="0"/>
                                          </p:stCondLst>
                                        </p:cTn>
                                        <p:tgtEl>
                                          <p:spTgt spid="4"/>
                                        </p:tgtEl>
                                        <p:attrNameLst>
                                          <p:attrName>style.visibility</p:attrName>
                                        </p:attrNameLst>
                                      </p:cBhvr>
                                      <p:to>
                                        <p:strVal val="visible"/>
                                      </p:to>
                                    </p:set>
                                    <p:animEffect transition="in" filter="wipe(up)">
                                      <p:cBhvr>
                                        <p:cTn id="7" dur="2500"/>
                                        <p:tgtEl>
                                          <p:spTgt spid="4"/>
                                        </p:tgtEl>
                                      </p:cBhvr>
                                    </p:animEffect>
                                  </p:childTnLst>
                                </p:cTn>
                              </p:par>
                            </p:childTnLst>
                          </p:cTn>
                        </p:par>
                      </p:childTnLst>
                    </p:cTn>
                  </p:par>
                  <p:par>
                    <p:cTn id="8" fill="hold">
                      <p:stCondLst>
                        <p:cond delay="indefinite"/>
                      </p:stCondLst>
                      <p:childTnLst>
                        <p:par>
                          <p:cTn id="9" fill="hold">
                            <p:stCondLst>
                              <p:cond delay="0"/>
                            </p:stCondLst>
                            <p:childTnLst>
                              <p:par>
                                <p:cTn id="10" presetID="22" presetClass="entr" presetSubtype="1" fill="hold" nodeType="clickEffect">
                                  <p:stCondLst>
                                    <p:cond delay="0"/>
                                  </p:stCondLst>
                                  <p:childTnLst>
                                    <p:set>
                                      <p:cBhvr>
                                        <p:cTn id="11" dur="1" fill="hold">
                                          <p:stCondLst>
                                            <p:cond delay="0"/>
                                          </p:stCondLst>
                                        </p:cTn>
                                        <p:tgtEl>
                                          <p:spTgt spid="9"/>
                                        </p:tgtEl>
                                        <p:attrNameLst>
                                          <p:attrName>style.visibility</p:attrName>
                                        </p:attrNameLst>
                                      </p:cBhvr>
                                      <p:to>
                                        <p:strVal val="visible"/>
                                      </p:to>
                                    </p:set>
                                    <p:animEffect transition="in" filter="wipe(up)">
                                      <p:cBhvr>
                                        <p:cTn id="12" dur="2000"/>
                                        <p:tgtEl>
                                          <p:spTgt spid="9"/>
                                        </p:tgtEl>
                                      </p:cBhvr>
                                    </p:animEffect>
                                  </p:childTnLst>
                                </p:cTn>
                              </p:par>
                            </p:childTnLst>
                          </p:cTn>
                        </p:par>
                      </p:childTnLst>
                    </p:cTn>
                  </p:par>
                  <p:par>
                    <p:cTn id="13" fill="hold">
                      <p:stCondLst>
                        <p:cond delay="indefinite"/>
                      </p:stCondLst>
                      <p:childTnLst>
                        <p:par>
                          <p:cTn id="14" fill="hold">
                            <p:stCondLst>
                              <p:cond delay="0"/>
                            </p:stCondLst>
                            <p:childTnLst>
                              <p:par>
                                <p:cTn id="15" presetID="22" presetClass="entr" presetSubtype="1" fill="hold" nodeType="clickEffect">
                                  <p:stCondLst>
                                    <p:cond delay="0"/>
                                  </p:stCondLst>
                                  <p:childTnLst>
                                    <p:set>
                                      <p:cBhvr>
                                        <p:cTn id="16" dur="1" fill="hold">
                                          <p:stCondLst>
                                            <p:cond delay="0"/>
                                          </p:stCondLst>
                                        </p:cTn>
                                        <p:tgtEl>
                                          <p:spTgt spid="10"/>
                                        </p:tgtEl>
                                        <p:attrNameLst>
                                          <p:attrName>style.visibility</p:attrName>
                                        </p:attrNameLst>
                                      </p:cBhvr>
                                      <p:to>
                                        <p:strVal val="visible"/>
                                      </p:to>
                                    </p:set>
                                    <p:animEffect transition="in" filter="wipe(up)">
                                      <p:cBhvr>
                                        <p:cTn id="17" dur="2000"/>
                                        <p:tgtEl>
                                          <p:spTgt spid="10"/>
                                        </p:tgtEl>
                                      </p:cBhvr>
                                    </p:animEffect>
                                  </p:childTnLst>
                                </p:cTn>
                              </p:par>
                            </p:childTnLst>
                          </p:cTn>
                        </p:par>
                      </p:childTnLst>
                    </p:cTn>
                  </p:par>
                  <p:par>
                    <p:cTn id="18" fill="hold">
                      <p:stCondLst>
                        <p:cond delay="indefinite"/>
                      </p:stCondLst>
                      <p:childTnLst>
                        <p:par>
                          <p:cTn id="19" fill="hold">
                            <p:stCondLst>
                              <p:cond delay="0"/>
                            </p:stCondLst>
                            <p:childTnLst>
                              <p:par>
                                <p:cTn id="20" presetID="22" presetClass="entr" presetSubtype="8" fill="hold" grpId="0" nodeType="clickEffect">
                                  <p:stCondLst>
                                    <p:cond delay="0"/>
                                  </p:stCondLst>
                                  <p:childTnLst>
                                    <p:set>
                                      <p:cBhvr>
                                        <p:cTn id="21" dur="1" fill="hold">
                                          <p:stCondLst>
                                            <p:cond delay="0"/>
                                          </p:stCondLst>
                                        </p:cTn>
                                        <p:tgtEl>
                                          <p:spTgt spid="23"/>
                                        </p:tgtEl>
                                        <p:attrNameLst>
                                          <p:attrName>style.visibility</p:attrName>
                                        </p:attrNameLst>
                                      </p:cBhvr>
                                      <p:to>
                                        <p:strVal val="visible"/>
                                      </p:to>
                                    </p:set>
                                    <p:animEffect transition="in" filter="wipe(left)">
                                      <p:cBhvr>
                                        <p:cTn id="22" dur="1000"/>
                                        <p:tgtEl>
                                          <p:spTgt spid="23"/>
                                        </p:tgtEl>
                                      </p:cBhvr>
                                    </p:animEffect>
                                  </p:childTnLst>
                                </p:cTn>
                              </p:par>
                            </p:childTnLst>
                          </p:cTn>
                        </p:par>
                        <p:par>
                          <p:cTn id="23" fill="hold">
                            <p:stCondLst>
                              <p:cond delay="1000"/>
                            </p:stCondLst>
                            <p:childTnLst>
                              <p:par>
                                <p:cTn id="24" presetID="22" presetClass="entr" presetSubtype="2" fill="hold" nodeType="afterEffect">
                                  <p:stCondLst>
                                    <p:cond delay="0"/>
                                  </p:stCondLst>
                                  <p:childTnLst>
                                    <p:set>
                                      <p:cBhvr>
                                        <p:cTn id="25" dur="1" fill="hold">
                                          <p:stCondLst>
                                            <p:cond delay="0"/>
                                          </p:stCondLst>
                                        </p:cTn>
                                        <p:tgtEl>
                                          <p:spTgt spid="12"/>
                                        </p:tgtEl>
                                        <p:attrNameLst>
                                          <p:attrName>style.visibility</p:attrName>
                                        </p:attrNameLst>
                                      </p:cBhvr>
                                      <p:to>
                                        <p:strVal val="visible"/>
                                      </p:to>
                                    </p:set>
                                    <p:animEffect transition="in" filter="wipe(right)">
                                      <p:cBhvr>
                                        <p:cTn id="26" dur="1500"/>
                                        <p:tgtEl>
                                          <p:spTgt spid="12"/>
                                        </p:tgtEl>
                                      </p:cBhvr>
                                    </p:animEffect>
                                  </p:childTnLst>
                                </p:cTn>
                              </p:par>
                            </p:childTnLst>
                          </p:cTn>
                        </p:par>
                        <p:par>
                          <p:cTn id="27" fill="hold">
                            <p:stCondLst>
                              <p:cond delay="2500"/>
                            </p:stCondLst>
                            <p:childTnLst>
                              <p:par>
                                <p:cTn id="28" presetID="10" presetClass="exit" presetSubtype="0" fill="hold" grpId="1" nodeType="afterEffect">
                                  <p:stCondLst>
                                    <p:cond delay="0"/>
                                  </p:stCondLst>
                                  <p:childTnLst>
                                    <p:animEffect transition="out" filter="fade">
                                      <p:cBhvr>
                                        <p:cTn id="29" dur="500"/>
                                        <p:tgtEl>
                                          <p:spTgt spid="23"/>
                                        </p:tgtEl>
                                      </p:cBhvr>
                                    </p:animEffect>
                                    <p:set>
                                      <p:cBhvr>
                                        <p:cTn id="30" dur="1" fill="hold">
                                          <p:stCondLst>
                                            <p:cond delay="499"/>
                                          </p:stCondLst>
                                        </p:cTn>
                                        <p:tgtEl>
                                          <p:spTgt spid="23"/>
                                        </p:tgtEl>
                                        <p:attrNameLst>
                                          <p:attrName>style.visibility</p:attrName>
                                        </p:attrNameLst>
                                      </p:cBhvr>
                                      <p:to>
                                        <p:strVal val="hidden"/>
                                      </p:to>
                                    </p:set>
                                  </p:childTnLst>
                                </p:cTn>
                              </p:par>
                            </p:childTnLst>
                          </p:cTn>
                        </p:par>
                        <p:par>
                          <p:cTn id="31" fill="hold">
                            <p:stCondLst>
                              <p:cond delay="3000"/>
                            </p:stCondLst>
                            <p:childTnLst>
                              <p:par>
                                <p:cTn id="32" presetID="22" presetClass="entr" presetSubtype="8" fill="hold" grpId="0" nodeType="afterEffect">
                                  <p:stCondLst>
                                    <p:cond delay="0"/>
                                  </p:stCondLst>
                                  <p:childTnLst>
                                    <p:set>
                                      <p:cBhvr>
                                        <p:cTn id="33" dur="1" fill="hold">
                                          <p:stCondLst>
                                            <p:cond delay="0"/>
                                          </p:stCondLst>
                                        </p:cTn>
                                        <p:tgtEl>
                                          <p:spTgt spid="24"/>
                                        </p:tgtEl>
                                        <p:attrNameLst>
                                          <p:attrName>style.visibility</p:attrName>
                                        </p:attrNameLst>
                                      </p:cBhvr>
                                      <p:to>
                                        <p:strVal val="visible"/>
                                      </p:to>
                                    </p:set>
                                    <p:animEffect transition="in" filter="wipe(left)">
                                      <p:cBhvr>
                                        <p:cTn id="34" dur="1000"/>
                                        <p:tgtEl>
                                          <p:spTgt spid="24"/>
                                        </p:tgtEl>
                                      </p:cBhvr>
                                    </p:animEffect>
                                  </p:childTnLst>
                                </p:cTn>
                              </p:par>
                            </p:childTnLst>
                          </p:cTn>
                        </p:par>
                        <p:par>
                          <p:cTn id="35" fill="hold">
                            <p:stCondLst>
                              <p:cond delay="4000"/>
                            </p:stCondLst>
                            <p:childTnLst>
                              <p:par>
                                <p:cTn id="36" presetID="22" presetClass="entr" presetSubtype="2" fill="hold" nodeType="afterEffect">
                                  <p:stCondLst>
                                    <p:cond delay="0"/>
                                  </p:stCondLst>
                                  <p:childTnLst>
                                    <p:set>
                                      <p:cBhvr>
                                        <p:cTn id="37" dur="1" fill="hold">
                                          <p:stCondLst>
                                            <p:cond delay="0"/>
                                          </p:stCondLst>
                                        </p:cTn>
                                        <p:tgtEl>
                                          <p:spTgt spid="29"/>
                                        </p:tgtEl>
                                        <p:attrNameLst>
                                          <p:attrName>style.visibility</p:attrName>
                                        </p:attrNameLst>
                                      </p:cBhvr>
                                      <p:to>
                                        <p:strVal val="visible"/>
                                      </p:to>
                                    </p:set>
                                    <p:animEffect transition="in" filter="wipe(right)">
                                      <p:cBhvr>
                                        <p:cTn id="38" dur="1500"/>
                                        <p:tgtEl>
                                          <p:spTgt spid="29"/>
                                        </p:tgtEl>
                                      </p:cBhvr>
                                    </p:animEffect>
                                  </p:childTnLst>
                                </p:cTn>
                              </p:par>
                            </p:childTnLst>
                          </p:cTn>
                        </p:par>
                        <p:par>
                          <p:cTn id="39" fill="hold">
                            <p:stCondLst>
                              <p:cond delay="5500"/>
                            </p:stCondLst>
                            <p:childTnLst>
                              <p:par>
                                <p:cTn id="40" presetID="10" presetClass="exit" presetSubtype="0" fill="hold" grpId="1" nodeType="afterEffect">
                                  <p:stCondLst>
                                    <p:cond delay="0"/>
                                  </p:stCondLst>
                                  <p:childTnLst>
                                    <p:animEffect transition="out" filter="fade">
                                      <p:cBhvr>
                                        <p:cTn id="41" dur="500"/>
                                        <p:tgtEl>
                                          <p:spTgt spid="24"/>
                                        </p:tgtEl>
                                      </p:cBhvr>
                                    </p:animEffect>
                                    <p:set>
                                      <p:cBhvr>
                                        <p:cTn id="42" dur="1" fill="hold">
                                          <p:stCondLst>
                                            <p:cond delay="499"/>
                                          </p:stCondLst>
                                        </p:cTn>
                                        <p:tgtEl>
                                          <p:spTgt spid="24"/>
                                        </p:tgtEl>
                                        <p:attrNameLst>
                                          <p:attrName>style.visibility</p:attrName>
                                        </p:attrNameLst>
                                      </p:cBhvr>
                                      <p:to>
                                        <p:strVal val="hidden"/>
                                      </p:to>
                                    </p:set>
                                  </p:childTnLst>
                                </p:cTn>
                              </p:par>
                            </p:childTnLst>
                          </p:cTn>
                        </p:par>
                        <p:par>
                          <p:cTn id="43" fill="hold">
                            <p:stCondLst>
                              <p:cond delay="6000"/>
                            </p:stCondLst>
                            <p:childTnLst>
                              <p:par>
                                <p:cTn id="44" presetID="22" presetClass="entr" presetSubtype="8" fill="hold" grpId="0" nodeType="afterEffect">
                                  <p:stCondLst>
                                    <p:cond delay="0"/>
                                  </p:stCondLst>
                                  <p:childTnLst>
                                    <p:set>
                                      <p:cBhvr>
                                        <p:cTn id="45" dur="1" fill="hold">
                                          <p:stCondLst>
                                            <p:cond delay="0"/>
                                          </p:stCondLst>
                                        </p:cTn>
                                        <p:tgtEl>
                                          <p:spTgt spid="25"/>
                                        </p:tgtEl>
                                        <p:attrNameLst>
                                          <p:attrName>style.visibility</p:attrName>
                                        </p:attrNameLst>
                                      </p:cBhvr>
                                      <p:to>
                                        <p:strVal val="visible"/>
                                      </p:to>
                                    </p:set>
                                    <p:animEffect transition="in" filter="wipe(left)">
                                      <p:cBhvr>
                                        <p:cTn id="46" dur="1000"/>
                                        <p:tgtEl>
                                          <p:spTgt spid="25"/>
                                        </p:tgtEl>
                                      </p:cBhvr>
                                    </p:animEffect>
                                  </p:childTnLst>
                                </p:cTn>
                              </p:par>
                            </p:childTnLst>
                          </p:cTn>
                        </p:par>
                        <p:par>
                          <p:cTn id="47" fill="hold">
                            <p:stCondLst>
                              <p:cond delay="7000"/>
                            </p:stCondLst>
                            <p:childTnLst>
                              <p:par>
                                <p:cTn id="48" presetID="22" presetClass="entr" presetSubtype="2" fill="hold" nodeType="afterEffect">
                                  <p:stCondLst>
                                    <p:cond delay="0"/>
                                  </p:stCondLst>
                                  <p:childTnLst>
                                    <p:set>
                                      <p:cBhvr>
                                        <p:cTn id="49" dur="1" fill="hold">
                                          <p:stCondLst>
                                            <p:cond delay="0"/>
                                          </p:stCondLst>
                                        </p:cTn>
                                        <p:tgtEl>
                                          <p:spTgt spid="17"/>
                                        </p:tgtEl>
                                        <p:attrNameLst>
                                          <p:attrName>style.visibility</p:attrName>
                                        </p:attrNameLst>
                                      </p:cBhvr>
                                      <p:to>
                                        <p:strVal val="visible"/>
                                      </p:to>
                                    </p:set>
                                    <p:animEffect transition="in" filter="wipe(right)">
                                      <p:cBhvr>
                                        <p:cTn id="50" dur="1500"/>
                                        <p:tgtEl>
                                          <p:spTgt spid="17"/>
                                        </p:tgtEl>
                                      </p:cBhvr>
                                    </p:animEffect>
                                  </p:childTnLst>
                                </p:cTn>
                              </p:par>
                            </p:childTnLst>
                          </p:cTn>
                        </p:par>
                        <p:par>
                          <p:cTn id="51" fill="hold">
                            <p:stCondLst>
                              <p:cond delay="8500"/>
                            </p:stCondLst>
                            <p:childTnLst>
                              <p:par>
                                <p:cTn id="52" presetID="10" presetClass="exit" presetSubtype="0" fill="hold" grpId="1" nodeType="afterEffect">
                                  <p:stCondLst>
                                    <p:cond delay="0"/>
                                  </p:stCondLst>
                                  <p:childTnLst>
                                    <p:animEffect transition="out" filter="fade">
                                      <p:cBhvr>
                                        <p:cTn id="53" dur="500"/>
                                        <p:tgtEl>
                                          <p:spTgt spid="25"/>
                                        </p:tgtEl>
                                      </p:cBhvr>
                                    </p:animEffect>
                                    <p:set>
                                      <p:cBhvr>
                                        <p:cTn id="54" dur="1" fill="hold">
                                          <p:stCondLst>
                                            <p:cond delay="499"/>
                                          </p:stCondLst>
                                        </p:cTn>
                                        <p:tgtEl>
                                          <p:spTgt spid="25"/>
                                        </p:tgtEl>
                                        <p:attrNameLst>
                                          <p:attrName>style.visibility</p:attrName>
                                        </p:attrNameLst>
                                      </p:cBhvr>
                                      <p:to>
                                        <p:strVal val="hidden"/>
                                      </p:to>
                                    </p:set>
                                  </p:childTnLst>
                                </p:cTn>
                              </p:par>
                            </p:childTnLst>
                          </p:cTn>
                        </p:par>
                        <p:par>
                          <p:cTn id="55" fill="hold">
                            <p:stCondLst>
                              <p:cond delay="9000"/>
                            </p:stCondLst>
                            <p:childTnLst>
                              <p:par>
                                <p:cTn id="56" presetID="22" presetClass="entr" presetSubtype="2" fill="hold" nodeType="afterEffect">
                                  <p:stCondLst>
                                    <p:cond delay="0"/>
                                  </p:stCondLst>
                                  <p:childTnLst>
                                    <p:set>
                                      <p:cBhvr>
                                        <p:cTn id="57" dur="1" fill="hold">
                                          <p:stCondLst>
                                            <p:cond delay="0"/>
                                          </p:stCondLst>
                                        </p:cTn>
                                        <p:tgtEl>
                                          <p:spTgt spid="22"/>
                                        </p:tgtEl>
                                        <p:attrNameLst>
                                          <p:attrName>style.visibility</p:attrName>
                                        </p:attrNameLst>
                                      </p:cBhvr>
                                      <p:to>
                                        <p:strVal val="visible"/>
                                      </p:to>
                                    </p:set>
                                    <p:animEffect transition="in" filter="wipe(right)">
                                      <p:cBhvr>
                                        <p:cTn id="58" dur="1500"/>
                                        <p:tgtEl>
                                          <p:spTgt spid="22"/>
                                        </p:tgtEl>
                                      </p:cBhvr>
                                    </p:animEffect>
                                  </p:childTnLst>
                                </p:cTn>
                              </p:par>
                            </p:childTnLst>
                          </p:cTn>
                        </p:par>
                        <p:par>
                          <p:cTn id="59" fill="hold">
                            <p:stCondLst>
                              <p:cond delay="10500"/>
                            </p:stCondLst>
                            <p:childTnLst>
                              <p:par>
                                <p:cTn id="60" presetID="22" presetClass="entr" presetSubtype="2" fill="hold" nodeType="afterEffect">
                                  <p:stCondLst>
                                    <p:cond delay="0"/>
                                  </p:stCondLst>
                                  <p:childTnLst>
                                    <p:set>
                                      <p:cBhvr>
                                        <p:cTn id="61" dur="1" fill="hold">
                                          <p:stCondLst>
                                            <p:cond delay="0"/>
                                          </p:stCondLst>
                                        </p:cTn>
                                        <p:tgtEl>
                                          <p:spTgt spid="14"/>
                                        </p:tgtEl>
                                        <p:attrNameLst>
                                          <p:attrName>style.visibility</p:attrName>
                                        </p:attrNameLst>
                                      </p:cBhvr>
                                      <p:to>
                                        <p:strVal val="visible"/>
                                      </p:to>
                                    </p:set>
                                    <p:animEffect transition="in" filter="wipe(right)">
                                      <p:cBhvr>
                                        <p:cTn id="62" dur="1500"/>
                                        <p:tgtEl>
                                          <p:spTgt spid="14"/>
                                        </p:tgtEl>
                                      </p:cBhvr>
                                    </p:animEffect>
                                  </p:childTnLst>
                                </p:cTn>
                              </p:par>
                            </p:childTnLst>
                          </p:cTn>
                        </p:par>
                        <p:par>
                          <p:cTn id="63" fill="hold">
                            <p:stCondLst>
                              <p:cond delay="12000"/>
                            </p:stCondLst>
                            <p:childTnLst>
                              <p:par>
                                <p:cTn id="64" presetID="22" presetClass="entr" presetSubtype="2" fill="hold" nodeType="afterEffect">
                                  <p:stCondLst>
                                    <p:cond delay="0"/>
                                  </p:stCondLst>
                                  <p:childTnLst>
                                    <p:set>
                                      <p:cBhvr>
                                        <p:cTn id="65" dur="1" fill="hold">
                                          <p:stCondLst>
                                            <p:cond delay="0"/>
                                          </p:stCondLst>
                                        </p:cTn>
                                        <p:tgtEl>
                                          <p:spTgt spid="27"/>
                                        </p:tgtEl>
                                        <p:attrNameLst>
                                          <p:attrName>style.visibility</p:attrName>
                                        </p:attrNameLst>
                                      </p:cBhvr>
                                      <p:to>
                                        <p:strVal val="visible"/>
                                      </p:to>
                                    </p:set>
                                    <p:animEffect transition="in" filter="wipe(right)">
                                      <p:cBhvr>
                                        <p:cTn id="66" dur="1500"/>
                                        <p:tgtEl>
                                          <p:spTgt spid="27"/>
                                        </p:tgtEl>
                                      </p:cBhvr>
                                    </p:animEffect>
                                  </p:childTnLst>
                                </p:cTn>
                              </p:par>
                            </p:childTnLst>
                          </p:cTn>
                        </p:par>
                        <p:par>
                          <p:cTn id="67" fill="hold">
                            <p:stCondLst>
                              <p:cond delay="13500"/>
                            </p:stCondLst>
                            <p:childTnLst>
                              <p:par>
                                <p:cTn id="68" presetID="22" presetClass="entr" presetSubtype="2" fill="hold" nodeType="afterEffect">
                                  <p:stCondLst>
                                    <p:cond delay="0"/>
                                  </p:stCondLst>
                                  <p:childTnLst>
                                    <p:set>
                                      <p:cBhvr>
                                        <p:cTn id="69" dur="1" fill="hold">
                                          <p:stCondLst>
                                            <p:cond delay="0"/>
                                          </p:stCondLst>
                                        </p:cTn>
                                        <p:tgtEl>
                                          <p:spTgt spid="32"/>
                                        </p:tgtEl>
                                        <p:attrNameLst>
                                          <p:attrName>style.visibility</p:attrName>
                                        </p:attrNameLst>
                                      </p:cBhvr>
                                      <p:to>
                                        <p:strVal val="visible"/>
                                      </p:to>
                                    </p:set>
                                    <p:animEffect transition="in" filter="wipe(right)">
                                      <p:cBhvr>
                                        <p:cTn id="70" dur="1500"/>
                                        <p:tgtEl>
                                          <p:spTgt spid="32"/>
                                        </p:tgtEl>
                                      </p:cBhvr>
                                    </p:animEffect>
                                  </p:childTnLst>
                                </p:cTn>
                              </p:par>
                            </p:childTnLst>
                          </p:cTn>
                        </p:par>
                        <p:par>
                          <p:cTn id="71" fill="hold">
                            <p:stCondLst>
                              <p:cond delay="15000"/>
                            </p:stCondLst>
                            <p:childTnLst>
                              <p:par>
                                <p:cTn id="72" presetID="22" presetClass="entr" presetSubtype="2" fill="hold" nodeType="afterEffect">
                                  <p:stCondLst>
                                    <p:cond delay="0"/>
                                  </p:stCondLst>
                                  <p:childTnLst>
                                    <p:set>
                                      <p:cBhvr>
                                        <p:cTn id="73" dur="1" fill="hold">
                                          <p:stCondLst>
                                            <p:cond delay="0"/>
                                          </p:stCondLst>
                                        </p:cTn>
                                        <p:tgtEl>
                                          <p:spTgt spid="51"/>
                                        </p:tgtEl>
                                        <p:attrNameLst>
                                          <p:attrName>style.visibility</p:attrName>
                                        </p:attrNameLst>
                                      </p:cBhvr>
                                      <p:to>
                                        <p:strVal val="visible"/>
                                      </p:to>
                                    </p:set>
                                    <p:animEffect transition="in" filter="wipe(right)">
                                      <p:cBhvr>
                                        <p:cTn id="74" dur="1500"/>
                                        <p:tgtEl>
                                          <p:spTgt spid="51"/>
                                        </p:tgtEl>
                                      </p:cBhvr>
                                    </p:animEffect>
                                  </p:childTnLst>
                                </p:cTn>
                              </p:par>
                            </p:childTnLst>
                          </p:cTn>
                        </p:par>
                      </p:childTnLst>
                    </p:cTn>
                  </p:par>
                  <p:par>
                    <p:cTn id="75" fill="hold">
                      <p:stCondLst>
                        <p:cond delay="indefinite"/>
                      </p:stCondLst>
                      <p:childTnLst>
                        <p:par>
                          <p:cTn id="76" fill="hold">
                            <p:stCondLst>
                              <p:cond delay="0"/>
                            </p:stCondLst>
                            <p:childTnLst>
                              <p:par>
                                <p:cTn id="77" presetID="22" presetClass="entr" presetSubtype="8" fill="hold" grpId="0" nodeType="clickEffect">
                                  <p:stCondLst>
                                    <p:cond delay="0"/>
                                  </p:stCondLst>
                                  <p:childTnLst>
                                    <p:set>
                                      <p:cBhvr>
                                        <p:cTn id="78" dur="1" fill="hold">
                                          <p:stCondLst>
                                            <p:cond delay="0"/>
                                          </p:stCondLst>
                                        </p:cTn>
                                        <p:tgtEl>
                                          <p:spTgt spid="26"/>
                                        </p:tgtEl>
                                        <p:attrNameLst>
                                          <p:attrName>style.visibility</p:attrName>
                                        </p:attrNameLst>
                                      </p:cBhvr>
                                      <p:to>
                                        <p:strVal val="visible"/>
                                      </p:to>
                                    </p:set>
                                    <p:animEffect transition="in" filter="wipe(left)">
                                      <p:cBhvr>
                                        <p:cTn id="79" dur="2500"/>
                                        <p:tgtEl>
                                          <p:spTgt spid="26"/>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3" grpId="0" animBg="1"/>
      <p:bldP spid="23" grpId="1" animBg="1"/>
      <p:bldP spid="24" grpId="0" animBg="1"/>
      <p:bldP spid="24" grpId="1" animBg="1"/>
      <p:bldP spid="25" grpId="0" animBg="1"/>
      <p:bldP spid="25" grpId="1" animBg="1"/>
      <p:bldP spid="26" grpId="0"/>
    </p:bldLst>
  </p:timing>
</p:sld>
</file>

<file path=ppt/slides/slide85.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B7C48AE-DF0B-4A3E-8111-6A6971FAB274}"/>
              </a:ext>
            </a:extLst>
          </p:cNvPr>
          <p:cNvSpPr>
            <a:spLocks noGrp="1"/>
          </p:cNvSpPr>
          <p:nvPr>
            <p:ph type="title"/>
          </p:nvPr>
        </p:nvSpPr>
        <p:spPr/>
        <p:txBody>
          <a:bodyPr/>
          <a:lstStyle/>
          <a:p>
            <a:r>
              <a:rPr lang="en-GB" dirty="0"/>
              <a:t>Entity-Occurrence Diagram (3)</a:t>
            </a:r>
          </a:p>
        </p:txBody>
      </p:sp>
      <p:graphicFrame>
        <p:nvGraphicFramePr>
          <p:cNvPr id="4" name="Table 3">
            <a:extLst>
              <a:ext uri="{FF2B5EF4-FFF2-40B4-BE49-F238E27FC236}">
                <a16:creationId xmlns:a16="http://schemas.microsoft.com/office/drawing/2014/main" id="{0D364723-E5A1-4357-8595-04A23EBF0BB0}"/>
              </a:ext>
            </a:extLst>
          </p:cNvPr>
          <p:cNvGraphicFramePr>
            <a:graphicFrameLocks noGrp="1"/>
          </p:cNvGraphicFramePr>
          <p:nvPr/>
        </p:nvGraphicFramePr>
        <p:xfrm>
          <a:off x="843708" y="1996073"/>
          <a:ext cx="3004122" cy="4663440"/>
        </p:xfrm>
        <a:graphic>
          <a:graphicData uri="http://schemas.openxmlformats.org/drawingml/2006/table">
            <a:tbl>
              <a:tblPr firstRow="1" bandRow="1">
                <a:tableStyleId>{5C22544A-7EE6-4342-B048-85BDC9FD1C3A}</a:tableStyleId>
              </a:tblPr>
              <a:tblGrid>
                <a:gridCol w="1427353">
                  <a:extLst>
                    <a:ext uri="{9D8B030D-6E8A-4147-A177-3AD203B41FA5}">
                      <a16:colId xmlns:a16="http://schemas.microsoft.com/office/drawing/2014/main" val="1459550812"/>
                    </a:ext>
                  </a:extLst>
                </a:gridCol>
                <a:gridCol w="1576769">
                  <a:extLst>
                    <a:ext uri="{9D8B030D-6E8A-4147-A177-3AD203B41FA5}">
                      <a16:colId xmlns:a16="http://schemas.microsoft.com/office/drawing/2014/main" val="1728944668"/>
                    </a:ext>
                  </a:extLst>
                </a:gridCol>
              </a:tblGrid>
              <a:tr h="370840">
                <a:tc>
                  <a:txBody>
                    <a:bodyPr/>
                    <a:lstStyle/>
                    <a:p>
                      <a:pPr algn="ctr"/>
                      <a:r>
                        <a:rPr lang="en-GB" sz="2800" dirty="0"/>
                        <a:t>Student</a:t>
                      </a:r>
                    </a:p>
                  </a:txBody>
                  <a:tcPr anchor="ctr"/>
                </a:tc>
                <a:tc>
                  <a:txBody>
                    <a:bodyPr/>
                    <a:lstStyle/>
                    <a:p>
                      <a:pPr algn="ctr"/>
                      <a:r>
                        <a:rPr lang="en-GB" sz="2800" dirty="0"/>
                        <a:t>Subject</a:t>
                      </a:r>
                    </a:p>
                  </a:txBody>
                  <a:tcPr anchor="ctr"/>
                </a:tc>
                <a:extLst>
                  <a:ext uri="{0D108BD9-81ED-4DB2-BD59-A6C34878D82A}">
                    <a16:rowId xmlns:a16="http://schemas.microsoft.com/office/drawing/2014/main" val="777104341"/>
                  </a:ext>
                </a:extLst>
              </a:tr>
              <a:tr h="370840">
                <a:tc>
                  <a:txBody>
                    <a:bodyPr/>
                    <a:lstStyle/>
                    <a:p>
                      <a:pPr algn="ctr"/>
                      <a:r>
                        <a:rPr lang="en-GB" sz="2800" dirty="0"/>
                        <a:t>14078</a:t>
                      </a:r>
                    </a:p>
                  </a:txBody>
                  <a:tcPr anchor="ctr"/>
                </a:tc>
                <a:tc>
                  <a:txBody>
                    <a:bodyPr/>
                    <a:lstStyle/>
                    <a:p>
                      <a:pPr algn="ctr"/>
                      <a:r>
                        <a:rPr lang="en-GB" sz="2800" dirty="0"/>
                        <a:t>COMPH1</a:t>
                      </a:r>
                    </a:p>
                  </a:txBody>
                  <a:tcPr anchor="ctr"/>
                </a:tc>
                <a:extLst>
                  <a:ext uri="{0D108BD9-81ED-4DB2-BD59-A6C34878D82A}">
                    <a16:rowId xmlns:a16="http://schemas.microsoft.com/office/drawing/2014/main" val="2227473476"/>
                  </a:ext>
                </a:extLst>
              </a:tr>
              <a:tr h="370840">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GB" sz="2800" dirty="0"/>
                        <a:t>14079</a:t>
                      </a:r>
                    </a:p>
                  </a:txBody>
                  <a:tcPr anchor="ctr"/>
                </a:tc>
                <a:tc>
                  <a:txBody>
                    <a:bodyPr/>
                    <a:lstStyle/>
                    <a:p>
                      <a:pPr algn="ctr"/>
                      <a:r>
                        <a:rPr lang="en-GB" sz="2800" dirty="0"/>
                        <a:t>MATH2</a:t>
                      </a:r>
                    </a:p>
                  </a:txBody>
                  <a:tcPr anchor="ctr"/>
                </a:tc>
                <a:extLst>
                  <a:ext uri="{0D108BD9-81ED-4DB2-BD59-A6C34878D82A}">
                    <a16:rowId xmlns:a16="http://schemas.microsoft.com/office/drawing/2014/main" val="3983725799"/>
                  </a:ext>
                </a:extLst>
              </a:tr>
              <a:tr h="370840">
                <a:tc>
                  <a:txBody>
                    <a:bodyPr/>
                    <a:lstStyle/>
                    <a:p>
                      <a:pPr algn="ctr"/>
                      <a:r>
                        <a:rPr lang="en-GB" sz="2800" dirty="0"/>
                        <a:t>14080</a:t>
                      </a:r>
                    </a:p>
                  </a:txBody>
                  <a:tcPr anchor="ctr"/>
                </a:tc>
                <a:tc>
                  <a:txBody>
                    <a:bodyPr/>
                    <a:lstStyle/>
                    <a:p>
                      <a:pPr algn="ctr"/>
                      <a:r>
                        <a:rPr lang="en-GB" sz="2800" dirty="0"/>
                        <a:t>ENGH1</a:t>
                      </a:r>
                    </a:p>
                  </a:txBody>
                  <a:tcPr anchor="ctr"/>
                </a:tc>
                <a:extLst>
                  <a:ext uri="{0D108BD9-81ED-4DB2-BD59-A6C34878D82A}">
                    <a16:rowId xmlns:a16="http://schemas.microsoft.com/office/drawing/2014/main" val="2788509373"/>
                  </a:ext>
                </a:extLst>
              </a:tr>
              <a:tr h="370840">
                <a:tc>
                  <a:txBody>
                    <a:bodyPr/>
                    <a:lstStyle/>
                    <a:p>
                      <a:pPr algn="ctr"/>
                      <a:r>
                        <a:rPr lang="en-GB" sz="2800" dirty="0"/>
                        <a:t>14078</a:t>
                      </a:r>
                    </a:p>
                  </a:txBody>
                  <a:tcPr anchor="ctr"/>
                </a:tc>
                <a:tc>
                  <a:txBody>
                    <a:bodyPr/>
                    <a:lstStyle/>
                    <a:p>
                      <a:pPr algn="ctr"/>
                      <a:r>
                        <a:rPr lang="en-GB" sz="2800" dirty="0"/>
                        <a:t>MATH2</a:t>
                      </a:r>
                    </a:p>
                  </a:txBody>
                  <a:tcPr anchor="ctr"/>
                </a:tc>
                <a:extLst>
                  <a:ext uri="{0D108BD9-81ED-4DB2-BD59-A6C34878D82A}">
                    <a16:rowId xmlns:a16="http://schemas.microsoft.com/office/drawing/2014/main" val="2503571679"/>
                  </a:ext>
                </a:extLst>
              </a:tr>
              <a:tr h="370840">
                <a:tc>
                  <a:txBody>
                    <a:bodyPr/>
                    <a:lstStyle/>
                    <a:p>
                      <a:pPr algn="ctr"/>
                      <a:r>
                        <a:rPr lang="en-GB" sz="2800" dirty="0"/>
                        <a:t>14081</a:t>
                      </a:r>
                    </a:p>
                  </a:txBody>
                  <a:tcPr anchor="ctr"/>
                </a:tc>
                <a:tc>
                  <a:txBody>
                    <a:bodyPr/>
                    <a:lstStyle/>
                    <a:p>
                      <a:pPr algn="ctr"/>
                      <a:r>
                        <a:rPr lang="en-GB" sz="2800" dirty="0"/>
                        <a:t>ENGH1</a:t>
                      </a:r>
                    </a:p>
                  </a:txBody>
                  <a:tcPr anchor="ctr"/>
                </a:tc>
                <a:extLst>
                  <a:ext uri="{0D108BD9-81ED-4DB2-BD59-A6C34878D82A}">
                    <a16:rowId xmlns:a16="http://schemas.microsoft.com/office/drawing/2014/main" val="268199048"/>
                  </a:ext>
                </a:extLst>
              </a:tr>
              <a:tr h="370840">
                <a:tc>
                  <a:txBody>
                    <a:bodyPr/>
                    <a:lstStyle/>
                    <a:p>
                      <a:pPr algn="ctr"/>
                      <a:r>
                        <a:rPr lang="en-GB" sz="2800" dirty="0"/>
                        <a:t>14082</a:t>
                      </a:r>
                    </a:p>
                  </a:txBody>
                  <a:tcPr anchor="ctr"/>
                </a:tc>
                <a:tc>
                  <a:txBody>
                    <a:bodyPr/>
                    <a:lstStyle/>
                    <a:p>
                      <a:pPr algn="ctr"/>
                      <a:r>
                        <a:rPr lang="en-GB" sz="2800" dirty="0"/>
                        <a:t>ENGH1</a:t>
                      </a:r>
                    </a:p>
                  </a:txBody>
                  <a:tcPr anchor="ctr"/>
                </a:tc>
                <a:extLst>
                  <a:ext uri="{0D108BD9-81ED-4DB2-BD59-A6C34878D82A}">
                    <a16:rowId xmlns:a16="http://schemas.microsoft.com/office/drawing/2014/main" val="2607101158"/>
                  </a:ext>
                </a:extLst>
              </a:tr>
              <a:tr h="370840">
                <a:tc>
                  <a:txBody>
                    <a:bodyPr/>
                    <a:lstStyle/>
                    <a:p>
                      <a:pPr algn="ctr"/>
                      <a:r>
                        <a:rPr lang="en-GB" sz="2800" dirty="0"/>
                        <a:t>14082</a:t>
                      </a:r>
                    </a:p>
                  </a:txBody>
                  <a:tcPr anchor="ctr"/>
                </a:tc>
                <a:tc>
                  <a:txBody>
                    <a:bodyPr/>
                    <a:lstStyle/>
                    <a:p>
                      <a:pPr algn="ctr"/>
                      <a:r>
                        <a:rPr lang="en-GB" sz="2800" dirty="0"/>
                        <a:t>COMPH1</a:t>
                      </a:r>
                    </a:p>
                  </a:txBody>
                  <a:tcPr anchor="ctr"/>
                </a:tc>
                <a:extLst>
                  <a:ext uri="{0D108BD9-81ED-4DB2-BD59-A6C34878D82A}">
                    <a16:rowId xmlns:a16="http://schemas.microsoft.com/office/drawing/2014/main" val="518457521"/>
                  </a:ext>
                </a:extLst>
              </a:tr>
              <a:tr h="370840">
                <a:tc>
                  <a:txBody>
                    <a:bodyPr/>
                    <a:lstStyle/>
                    <a:p>
                      <a:pPr algn="ctr"/>
                      <a:r>
                        <a:rPr lang="en-GB" sz="2800" dirty="0"/>
                        <a:t>14081</a:t>
                      </a:r>
                    </a:p>
                  </a:txBody>
                  <a:tcPr anchor="ctr"/>
                </a:tc>
                <a:tc>
                  <a:txBody>
                    <a:bodyPr/>
                    <a:lstStyle/>
                    <a:p>
                      <a:pPr algn="ctr"/>
                      <a:r>
                        <a:rPr lang="en-GB" sz="2800" dirty="0"/>
                        <a:t>MATH2</a:t>
                      </a:r>
                    </a:p>
                  </a:txBody>
                  <a:tcPr anchor="ctr"/>
                </a:tc>
                <a:extLst>
                  <a:ext uri="{0D108BD9-81ED-4DB2-BD59-A6C34878D82A}">
                    <a16:rowId xmlns:a16="http://schemas.microsoft.com/office/drawing/2014/main" val="401003365"/>
                  </a:ext>
                </a:extLst>
              </a:tr>
            </a:tbl>
          </a:graphicData>
        </a:graphic>
      </p:graphicFrame>
      <p:sp>
        <p:nvSpPr>
          <p:cNvPr id="5" name="Oval 4">
            <a:extLst>
              <a:ext uri="{FF2B5EF4-FFF2-40B4-BE49-F238E27FC236}">
                <a16:creationId xmlns:a16="http://schemas.microsoft.com/office/drawing/2014/main" id="{75577C27-51B9-4F55-BFA2-DF0566949856}"/>
              </a:ext>
            </a:extLst>
          </p:cNvPr>
          <p:cNvSpPr/>
          <p:nvPr/>
        </p:nvSpPr>
        <p:spPr>
          <a:xfrm>
            <a:off x="4924541" y="2213908"/>
            <a:ext cx="2192356" cy="2974554"/>
          </a:xfrm>
          <a:prstGeom prst="ellipse">
            <a:avLst/>
          </a:prstGeom>
          <a:noFill/>
          <a:ln w="3810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GB" sz="2800" dirty="0">
                <a:solidFill>
                  <a:schemeClr val="tx1"/>
                </a:solidFill>
              </a:rPr>
              <a:t>COMPH1</a:t>
            </a:r>
          </a:p>
          <a:p>
            <a:pPr algn="ctr"/>
            <a:endParaRPr lang="en-GB" sz="2800" dirty="0">
              <a:solidFill>
                <a:schemeClr val="tx1"/>
              </a:solidFill>
            </a:endParaRPr>
          </a:p>
          <a:p>
            <a:pPr algn="ctr"/>
            <a:r>
              <a:rPr lang="en-GB" sz="2800" dirty="0">
                <a:solidFill>
                  <a:schemeClr val="tx1"/>
                </a:solidFill>
              </a:rPr>
              <a:t>ENGH1</a:t>
            </a:r>
          </a:p>
          <a:p>
            <a:pPr algn="ctr"/>
            <a:endParaRPr lang="en-GB" sz="2800" dirty="0">
              <a:solidFill>
                <a:schemeClr val="tx1"/>
              </a:solidFill>
            </a:endParaRPr>
          </a:p>
          <a:p>
            <a:pPr algn="ctr"/>
            <a:r>
              <a:rPr lang="en-GB" sz="2800" dirty="0">
                <a:solidFill>
                  <a:schemeClr val="tx1"/>
                </a:solidFill>
              </a:rPr>
              <a:t>MATH2</a:t>
            </a:r>
          </a:p>
        </p:txBody>
      </p:sp>
      <p:sp>
        <p:nvSpPr>
          <p:cNvPr id="6" name="Oval 5">
            <a:extLst>
              <a:ext uri="{FF2B5EF4-FFF2-40B4-BE49-F238E27FC236}">
                <a16:creationId xmlns:a16="http://schemas.microsoft.com/office/drawing/2014/main" id="{F5F57839-3C91-41D4-891E-F2668C4F76FF}"/>
              </a:ext>
            </a:extLst>
          </p:cNvPr>
          <p:cNvSpPr/>
          <p:nvPr/>
        </p:nvSpPr>
        <p:spPr>
          <a:xfrm>
            <a:off x="9061373" y="1841343"/>
            <a:ext cx="2286919" cy="3568312"/>
          </a:xfrm>
          <a:prstGeom prst="ellipse">
            <a:avLst/>
          </a:prstGeom>
          <a:noFill/>
          <a:ln w="3810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GB" sz="2800" dirty="0">
                <a:solidFill>
                  <a:schemeClr val="tx1"/>
                </a:solidFill>
              </a:rPr>
              <a:t>14078</a:t>
            </a:r>
          </a:p>
          <a:p>
            <a:pPr algn="ctr"/>
            <a:endParaRPr lang="en-GB" sz="1400" dirty="0">
              <a:solidFill>
                <a:schemeClr val="tx1"/>
              </a:solidFill>
            </a:endParaRPr>
          </a:p>
          <a:p>
            <a:pPr algn="ctr"/>
            <a:r>
              <a:rPr lang="en-GB" sz="2800" dirty="0">
                <a:solidFill>
                  <a:schemeClr val="tx1"/>
                </a:solidFill>
              </a:rPr>
              <a:t>14079</a:t>
            </a:r>
          </a:p>
          <a:p>
            <a:pPr algn="ctr"/>
            <a:endParaRPr lang="en-GB" sz="1400" dirty="0">
              <a:solidFill>
                <a:schemeClr val="tx1"/>
              </a:solidFill>
            </a:endParaRPr>
          </a:p>
          <a:p>
            <a:pPr algn="ctr"/>
            <a:r>
              <a:rPr lang="en-GB" sz="2800" dirty="0">
                <a:solidFill>
                  <a:schemeClr val="tx1"/>
                </a:solidFill>
              </a:rPr>
              <a:t>14080</a:t>
            </a:r>
          </a:p>
          <a:p>
            <a:pPr algn="ctr"/>
            <a:endParaRPr lang="en-GB" sz="1400" dirty="0">
              <a:solidFill>
                <a:schemeClr val="tx1"/>
              </a:solidFill>
            </a:endParaRPr>
          </a:p>
          <a:p>
            <a:pPr algn="ctr"/>
            <a:r>
              <a:rPr lang="en-GB" sz="2800" dirty="0">
                <a:solidFill>
                  <a:schemeClr val="tx1"/>
                </a:solidFill>
              </a:rPr>
              <a:t>14081</a:t>
            </a:r>
          </a:p>
          <a:p>
            <a:pPr algn="ctr"/>
            <a:endParaRPr lang="en-GB" sz="1400" dirty="0">
              <a:solidFill>
                <a:schemeClr val="tx1"/>
              </a:solidFill>
            </a:endParaRPr>
          </a:p>
          <a:p>
            <a:pPr algn="ctr"/>
            <a:r>
              <a:rPr lang="en-GB" sz="2800" dirty="0">
                <a:solidFill>
                  <a:schemeClr val="tx1"/>
                </a:solidFill>
              </a:rPr>
              <a:t>14082</a:t>
            </a:r>
          </a:p>
        </p:txBody>
      </p:sp>
      <p:cxnSp>
        <p:nvCxnSpPr>
          <p:cNvPr id="12" name="Straight Connector 11">
            <a:extLst>
              <a:ext uri="{FF2B5EF4-FFF2-40B4-BE49-F238E27FC236}">
                <a16:creationId xmlns:a16="http://schemas.microsoft.com/office/drawing/2014/main" id="{083154E4-4F98-4828-A8A6-8BD91857C554}"/>
              </a:ext>
            </a:extLst>
          </p:cNvPr>
          <p:cNvCxnSpPr>
            <a:cxnSpLocks/>
          </p:cNvCxnSpPr>
          <p:nvPr/>
        </p:nvCxnSpPr>
        <p:spPr>
          <a:xfrm flipH="1">
            <a:off x="6699162" y="2363446"/>
            <a:ext cx="2995646" cy="501257"/>
          </a:xfrm>
          <a:prstGeom prst="line">
            <a:avLst/>
          </a:prstGeom>
          <a:ln w="38100">
            <a:solidFill>
              <a:srgbClr val="00B050"/>
            </a:solidFill>
          </a:ln>
        </p:spPr>
        <p:style>
          <a:lnRef idx="1">
            <a:schemeClr val="accent1"/>
          </a:lnRef>
          <a:fillRef idx="0">
            <a:schemeClr val="accent1"/>
          </a:fillRef>
          <a:effectRef idx="0">
            <a:schemeClr val="accent1"/>
          </a:effectRef>
          <a:fontRef idx="minor">
            <a:schemeClr val="tx1"/>
          </a:fontRef>
        </p:style>
      </p:cxnSp>
      <p:cxnSp>
        <p:nvCxnSpPr>
          <p:cNvPr id="14" name="Straight Connector 13">
            <a:extLst>
              <a:ext uri="{FF2B5EF4-FFF2-40B4-BE49-F238E27FC236}">
                <a16:creationId xmlns:a16="http://schemas.microsoft.com/office/drawing/2014/main" id="{8280AF5C-3BA9-445A-AC26-215FBE5072CA}"/>
              </a:ext>
            </a:extLst>
          </p:cNvPr>
          <p:cNvCxnSpPr>
            <a:cxnSpLocks/>
          </p:cNvCxnSpPr>
          <p:nvPr/>
        </p:nvCxnSpPr>
        <p:spPr>
          <a:xfrm>
            <a:off x="6622777" y="3700537"/>
            <a:ext cx="3049738" cy="588909"/>
          </a:xfrm>
          <a:prstGeom prst="line">
            <a:avLst/>
          </a:prstGeom>
          <a:ln w="38100">
            <a:solidFill>
              <a:srgbClr val="0070C0"/>
            </a:solidFill>
          </a:ln>
        </p:spPr>
        <p:style>
          <a:lnRef idx="1">
            <a:schemeClr val="accent1"/>
          </a:lnRef>
          <a:fillRef idx="0">
            <a:schemeClr val="accent1"/>
          </a:fillRef>
          <a:effectRef idx="0">
            <a:schemeClr val="accent1"/>
          </a:effectRef>
          <a:fontRef idx="minor">
            <a:schemeClr val="tx1"/>
          </a:fontRef>
        </p:style>
      </p:cxnSp>
      <p:cxnSp>
        <p:nvCxnSpPr>
          <p:cNvPr id="17" name="Straight Connector 16">
            <a:extLst>
              <a:ext uri="{FF2B5EF4-FFF2-40B4-BE49-F238E27FC236}">
                <a16:creationId xmlns:a16="http://schemas.microsoft.com/office/drawing/2014/main" id="{402AD59F-AFA4-4935-B9F8-466BF3CFCB3A}"/>
              </a:ext>
            </a:extLst>
          </p:cNvPr>
          <p:cNvCxnSpPr>
            <a:cxnSpLocks/>
          </p:cNvCxnSpPr>
          <p:nvPr/>
        </p:nvCxnSpPr>
        <p:spPr>
          <a:xfrm flipH="1">
            <a:off x="6600482" y="3663666"/>
            <a:ext cx="3083327" cy="36871"/>
          </a:xfrm>
          <a:prstGeom prst="line">
            <a:avLst/>
          </a:prstGeom>
          <a:ln w="38100">
            <a:solidFill>
              <a:srgbClr val="0070C0"/>
            </a:solidFill>
          </a:ln>
        </p:spPr>
        <p:style>
          <a:lnRef idx="1">
            <a:schemeClr val="accent1"/>
          </a:lnRef>
          <a:fillRef idx="0">
            <a:schemeClr val="accent1"/>
          </a:fillRef>
          <a:effectRef idx="0">
            <a:schemeClr val="accent1"/>
          </a:effectRef>
          <a:fontRef idx="minor">
            <a:schemeClr val="tx1"/>
          </a:fontRef>
        </p:style>
      </p:cxnSp>
      <p:cxnSp>
        <p:nvCxnSpPr>
          <p:cNvPr id="22" name="Straight Connector 21">
            <a:extLst>
              <a:ext uri="{FF2B5EF4-FFF2-40B4-BE49-F238E27FC236}">
                <a16:creationId xmlns:a16="http://schemas.microsoft.com/office/drawing/2014/main" id="{6F9330AC-F496-4803-964A-BF643BA71738}"/>
              </a:ext>
            </a:extLst>
          </p:cNvPr>
          <p:cNvCxnSpPr>
            <a:cxnSpLocks/>
          </p:cNvCxnSpPr>
          <p:nvPr/>
        </p:nvCxnSpPr>
        <p:spPr>
          <a:xfrm flipV="1">
            <a:off x="6622777" y="2352595"/>
            <a:ext cx="3083031" cy="2197351"/>
          </a:xfrm>
          <a:prstGeom prst="line">
            <a:avLst/>
          </a:prstGeom>
          <a:ln w="38100">
            <a:solidFill>
              <a:srgbClr val="7030A0"/>
            </a:solidFill>
          </a:ln>
        </p:spPr>
        <p:style>
          <a:lnRef idx="1">
            <a:schemeClr val="accent1"/>
          </a:lnRef>
          <a:fillRef idx="0">
            <a:schemeClr val="accent1"/>
          </a:fillRef>
          <a:effectRef idx="0">
            <a:schemeClr val="accent1"/>
          </a:effectRef>
          <a:fontRef idx="minor">
            <a:schemeClr val="tx1"/>
          </a:fontRef>
        </p:style>
      </p:cxnSp>
      <p:cxnSp>
        <p:nvCxnSpPr>
          <p:cNvPr id="27" name="Straight Connector 26">
            <a:extLst>
              <a:ext uri="{FF2B5EF4-FFF2-40B4-BE49-F238E27FC236}">
                <a16:creationId xmlns:a16="http://schemas.microsoft.com/office/drawing/2014/main" id="{105EBCCA-8A9A-4DF2-BF9E-51236B7C1065}"/>
              </a:ext>
            </a:extLst>
          </p:cNvPr>
          <p:cNvCxnSpPr>
            <a:cxnSpLocks/>
          </p:cNvCxnSpPr>
          <p:nvPr/>
        </p:nvCxnSpPr>
        <p:spPr>
          <a:xfrm flipH="1" flipV="1">
            <a:off x="6600483" y="3700537"/>
            <a:ext cx="3094325" cy="1218273"/>
          </a:xfrm>
          <a:prstGeom prst="line">
            <a:avLst/>
          </a:prstGeom>
          <a:ln w="38100">
            <a:solidFill>
              <a:srgbClr val="0070C0"/>
            </a:solidFill>
          </a:ln>
        </p:spPr>
        <p:style>
          <a:lnRef idx="1">
            <a:schemeClr val="accent1"/>
          </a:lnRef>
          <a:fillRef idx="0">
            <a:schemeClr val="accent1"/>
          </a:fillRef>
          <a:effectRef idx="0">
            <a:schemeClr val="accent1"/>
          </a:effectRef>
          <a:fontRef idx="minor">
            <a:schemeClr val="tx1"/>
          </a:fontRef>
        </p:style>
      </p:cxnSp>
      <p:cxnSp>
        <p:nvCxnSpPr>
          <p:cNvPr id="29" name="Straight Connector 28">
            <a:extLst>
              <a:ext uri="{FF2B5EF4-FFF2-40B4-BE49-F238E27FC236}">
                <a16:creationId xmlns:a16="http://schemas.microsoft.com/office/drawing/2014/main" id="{FA06EA09-106C-47AB-BF8C-11DDC8B5A669}"/>
              </a:ext>
            </a:extLst>
          </p:cNvPr>
          <p:cNvCxnSpPr>
            <a:cxnSpLocks/>
          </p:cNvCxnSpPr>
          <p:nvPr/>
        </p:nvCxnSpPr>
        <p:spPr>
          <a:xfrm flipH="1">
            <a:off x="6611483" y="3015358"/>
            <a:ext cx="3083325" cy="1534587"/>
          </a:xfrm>
          <a:prstGeom prst="line">
            <a:avLst/>
          </a:prstGeom>
          <a:ln w="38100">
            <a:solidFill>
              <a:srgbClr val="7030A0"/>
            </a:solidFill>
          </a:ln>
        </p:spPr>
        <p:style>
          <a:lnRef idx="1">
            <a:schemeClr val="accent1"/>
          </a:lnRef>
          <a:fillRef idx="0">
            <a:schemeClr val="accent1"/>
          </a:fillRef>
          <a:effectRef idx="0">
            <a:schemeClr val="accent1"/>
          </a:effectRef>
          <a:fontRef idx="minor">
            <a:schemeClr val="tx1"/>
          </a:fontRef>
        </p:style>
      </p:cxnSp>
      <p:cxnSp>
        <p:nvCxnSpPr>
          <p:cNvPr id="32" name="Straight Connector 31">
            <a:extLst>
              <a:ext uri="{FF2B5EF4-FFF2-40B4-BE49-F238E27FC236}">
                <a16:creationId xmlns:a16="http://schemas.microsoft.com/office/drawing/2014/main" id="{A9FAEB1D-6A1C-4E46-A725-1911EDF7C7C0}"/>
              </a:ext>
            </a:extLst>
          </p:cNvPr>
          <p:cNvCxnSpPr>
            <a:cxnSpLocks/>
          </p:cNvCxnSpPr>
          <p:nvPr/>
        </p:nvCxnSpPr>
        <p:spPr>
          <a:xfrm flipH="1" flipV="1">
            <a:off x="6699162" y="2864704"/>
            <a:ext cx="2995646" cy="2054106"/>
          </a:xfrm>
          <a:prstGeom prst="line">
            <a:avLst/>
          </a:prstGeom>
          <a:ln w="38100">
            <a:solidFill>
              <a:srgbClr val="00B050"/>
            </a:solidFill>
          </a:ln>
        </p:spPr>
        <p:style>
          <a:lnRef idx="1">
            <a:schemeClr val="accent1"/>
          </a:lnRef>
          <a:fillRef idx="0">
            <a:schemeClr val="accent1"/>
          </a:fillRef>
          <a:effectRef idx="0">
            <a:schemeClr val="accent1"/>
          </a:effectRef>
          <a:fontRef idx="minor">
            <a:schemeClr val="tx1"/>
          </a:fontRef>
        </p:style>
      </p:cxnSp>
      <p:cxnSp>
        <p:nvCxnSpPr>
          <p:cNvPr id="51" name="Straight Connector 50">
            <a:extLst>
              <a:ext uri="{FF2B5EF4-FFF2-40B4-BE49-F238E27FC236}">
                <a16:creationId xmlns:a16="http://schemas.microsoft.com/office/drawing/2014/main" id="{818AF839-650F-481D-86D4-AB07C526DC23}"/>
              </a:ext>
            </a:extLst>
          </p:cNvPr>
          <p:cNvCxnSpPr>
            <a:cxnSpLocks/>
          </p:cNvCxnSpPr>
          <p:nvPr/>
        </p:nvCxnSpPr>
        <p:spPr>
          <a:xfrm flipH="1">
            <a:off x="6611482" y="4289447"/>
            <a:ext cx="3083326" cy="260498"/>
          </a:xfrm>
          <a:prstGeom prst="line">
            <a:avLst/>
          </a:prstGeom>
          <a:ln w="38100">
            <a:solidFill>
              <a:srgbClr val="7030A0"/>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2359014563"/>
      </p:ext>
    </p:extLst>
  </p:cSld>
  <p:clrMapOvr>
    <a:masterClrMapping/>
  </p:clrMapOvr>
</p:sld>
</file>

<file path=ppt/slides/slide8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GB" dirty="0"/>
              <a:t>Learning Intentions</a:t>
            </a:r>
          </a:p>
        </p:txBody>
      </p:sp>
      <p:sp>
        <p:nvSpPr>
          <p:cNvPr id="3" name="Content Placeholder 2"/>
          <p:cNvSpPr>
            <a:spLocks noGrp="1"/>
          </p:cNvSpPr>
          <p:nvPr>
            <p:ph idx="1"/>
          </p:nvPr>
        </p:nvSpPr>
        <p:spPr/>
        <p:txBody>
          <a:bodyPr/>
          <a:lstStyle/>
          <a:p>
            <a:r>
              <a:rPr lang="en-GB" dirty="0"/>
              <a:t>Describe and use compound keys</a:t>
            </a:r>
          </a:p>
        </p:txBody>
      </p:sp>
    </p:spTree>
    <p:extLst>
      <p:ext uri="{BB962C8B-B14F-4D97-AF65-F5344CB8AC3E}">
        <p14:creationId xmlns:p14="http://schemas.microsoft.com/office/powerpoint/2010/main" val="1101378523"/>
      </p:ext>
    </p:extLst>
  </p:cSld>
  <p:clrMapOvr>
    <a:masterClrMapping/>
  </p:clrMapOvr>
</p:sld>
</file>

<file path=ppt/slides/slide87.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4" name="Title 3">
            <a:extLst>
              <a:ext uri="{FF2B5EF4-FFF2-40B4-BE49-F238E27FC236}">
                <a16:creationId xmlns:a16="http://schemas.microsoft.com/office/drawing/2014/main" id="{12630251-0176-4E08-9A40-5821ACD1944C}"/>
              </a:ext>
            </a:extLst>
          </p:cNvPr>
          <p:cNvSpPr>
            <a:spLocks noGrp="1"/>
          </p:cNvSpPr>
          <p:nvPr>
            <p:ph type="title"/>
          </p:nvPr>
        </p:nvSpPr>
        <p:spPr/>
        <p:txBody>
          <a:bodyPr/>
          <a:lstStyle/>
          <a:p>
            <a:r>
              <a:rPr lang="en-GB" dirty="0"/>
              <a:t>Primary Key</a:t>
            </a:r>
          </a:p>
        </p:txBody>
      </p:sp>
      <p:sp>
        <p:nvSpPr>
          <p:cNvPr id="2" name="Content Placeholder 1"/>
          <p:cNvSpPr>
            <a:spLocks noGrp="1"/>
          </p:cNvSpPr>
          <p:nvPr>
            <p:ph sz="half" idx="1"/>
          </p:nvPr>
        </p:nvSpPr>
        <p:spPr/>
        <p:txBody>
          <a:bodyPr>
            <a:normAutofit fontScale="92500" lnSpcReduction="20000"/>
          </a:bodyPr>
          <a:lstStyle/>
          <a:p>
            <a:pPr marL="0" indent="0">
              <a:buNone/>
            </a:pPr>
            <a:r>
              <a:rPr lang="en-GB" sz="3600" dirty="0"/>
              <a:t>An entity has the following attributes:</a:t>
            </a:r>
          </a:p>
          <a:p>
            <a:r>
              <a:rPr lang="en-GB" sz="3600" dirty="0"/>
              <a:t>date</a:t>
            </a:r>
          </a:p>
          <a:p>
            <a:r>
              <a:rPr lang="en-GB" sz="3600" dirty="0"/>
              <a:t>time</a:t>
            </a:r>
          </a:p>
          <a:p>
            <a:r>
              <a:rPr lang="en-GB" sz="3600" dirty="0"/>
              <a:t>precipitation</a:t>
            </a:r>
          </a:p>
          <a:p>
            <a:endParaRPr lang="en-GB" sz="3600" dirty="0"/>
          </a:p>
          <a:p>
            <a:pPr marL="0" indent="0">
              <a:buNone/>
            </a:pPr>
            <a:r>
              <a:rPr lang="en-GB" sz="3600" dirty="0"/>
              <a:t>What should be the Primary Key?</a:t>
            </a:r>
            <a:endParaRPr lang="en-GB" dirty="0"/>
          </a:p>
        </p:txBody>
      </p:sp>
      <p:sp>
        <p:nvSpPr>
          <p:cNvPr id="3" name="Content Placeholder 2"/>
          <p:cNvSpPr>
            <a:spLocks noGrp="1"/>
          </p:cNvSpPr>
          <p:nvPr>
            <p:ph sz="half" idx="2"/>
          </p:nvPr>
        </p:nvSpPr>
        <p:spPr/>
        <p:txBody>
          <a:bodyPr>
            <a:normAutofit fontScale="92500" lnSpcReduction="20000"/>
          </a:bodyPr>
          <a:lstStyle/>
          <a:p>
            <a:pPr marL="0" indent="0">
              <a:buNone/>
            </a:pPr>
            <a:r>
              <a:rPr lang="en-GB" sz="3600" dirty="0"/>
              <a:t>Example data:</a:t>
            </a:r>
          </a:p>
          <a:p>
            <a:endParaRPr lang="en-GB" dirty="0"/>
          </a:p>
          <a:p>
            <a:endParaRPr lang="en-GB" dirty="0"/>
          </a:p>
        </p:txBody>
      </p:sp>
      <p:graphicFrame>
        <p:nvGraphicFramePr>
          <p:cNvPr id="11" name="Table 10"/>
          <p:cNvGraphicFramePr>
            <a:graphicFrameLocks noGrp="1"/>
          </p:cNvGraphicFramePr>
          <p:nvPr>
            <p:extLst>
              <p:ext uri="{D42A27DB-BD31-4B8C-83A1-F6EECF244321}">
                <p14:modId xmlns:p14="http://schemas.microsoft.com/office/powerpoint/2010/main" val="3879176121"/>
              </p:ext>
            </p:extLst>
          </p:nvPr>
        </p:nvGraphicFramePr>
        <p:xfrm>
          <a:off x="6176295" y="2549843"/>
          <a:ext cx="5173410" cy="3627120"/>
        </p:xfrm>
        <a:graphic>
          <a:graphicData uri="http://schemas.openxmlformats.org/drawingml/2006/table">
            <a:tbl>
              <a:tblPr firstRow="1" bandRow="1">
                <a:tableStyleId>{5C22544A-7EE6-4342-B048-85BDC9FD1C3A}</a:tableStyleId>
              </a:tblPr>
              <a:tblGrid>
                <a:gridCol w="1987868">
                  <a:extLst>
                    <a:ext uri="{9D8B030D-6E8A-4147-A177-3AD203B41FA5}">
                      <a16:colId xmlns:a16="http://schemas.microsoft.com/office/drawing/2014/main" val="697873247"/>
                    </a:ext>
                  </a:extLst>
                </a:gridCol>
                <a:gridCol w="1082993">
                  <a:extLst>
                    <a:ext uri="{9D8B030D-6E8A-4147-A177-3AD203B41FA5}">
                      <a16:colId xmlns:a16="http://schemas.microsoft.com/office/drawing/2014/main" val="2221629363"/>
                    </a:ext>
                  </a:extLst>
                </a:gridCol>
                <a:gridCol w="2102549">
                  <a:extLst>
                    <a:ext uri="{9D8B030D-6E8A-4147-A177-3AD203B41FA5}">
                      <a16:colId xmlns:a16="http://schemas.microsoft.com/office/drawing/2014/main" val="3969873669"/>
                    </a:ext>
                  </a:extLst>
                </a:gridCol>
              </a:tblGrid>
              <a:tr h="370840">
                <a:tc>
                  <a:txBody>
                    <a:bodyPr/>
                    <a:lstStyle/>
                    <a:p>
                      <a:r>
                        <a:rPr lang="en-GB" sz="2800" dirty="0"/>
                        <a:t>date</a:t>
                      </a:r>
                    </a:p>
                  </a:txBody>
                  <a:tcPr/>
                </a:tc>
                <a:tc>
                  <a:txBody>
                    <a:bodyPr/>
                    <a:lstStyle/>
                    <a:p>
                      <a:r>
                        <a:rPr lang="en-GB" sz="2800" dirty="0"/>
                        <a:t>time</a:t>
                      </a:r>
                    </a:p>
                  </a:txBody>
                  <a:tcPr/>
                </a:tc>
                <a:tc>
                  <a:txBody>
                    <a:bodyPr/>
                    <a:lstStyle/>
                    <a:p>
                      <a:r>
                        <a:rPr lang="en-GB" sz="2800" b="1" kern="1200" dirty="0">
                          <a:solidFill>
                            <a:schemeClr val="lt1"/>
                          </a:solidFill>
                          <a:latin typeface="+mn-lt"/>
                          <a:ea typeface="+mn-ea"/>
                          <a:cs typeface="+mn-cs"/>
                        </a:rPr>
                        <a:t>precipitation</a:t>
                      </a:r>
                    </a:p>
                  </a:txBody>
                  <a:tcPr/>
                </a:tc>
                <a:extLst>
                  <a:ext uri="{0D108BD9-81ED-4DB2-BD59-A6C34878D82A}">
                    <a16:rowId xmlns:a16="http://schemas.microsoft.com/office/drawing/2014/main" val="2897090697"/>
                  </a:ext>
                </a:extLst>
              </a:tr>
              <a:tr h="370840">
                <a:tc>
                  <a:txBody>
                    <a:bodyPr/>
                    <a:lstStyle/>
                    <a:p>
                      <a:r>
                        <a:rPr lang="en-GB" sz="2800" dirty="0"/>
                        <a:t>01/01/2022</a:t>
                      </a:r>
                    </a:p>
                  </a:txBody>
                  <a:tcPr/>
                </a:tc>
                <a:tc>
                  <a:txBody>
                    <a:bodyPr/>
                    <a:lstStyle/>
                    <a:p>
                      <a:r>
                        <a:rPr lang="en-GB" sz="2800" dirty="0"/>
                        <a:t>01:00</a:t>
                      </a:r>
                    </a:p>
                  </a:txBody>
                  <a:tcPr/>
                </a:tc>
                <a:tc>
                  <a:txBody>
                    <a:bodyPr/>
                    <a:lstStyle/>
                    <a:p>
                      <a:r>
                        <a:rPr lang="en-GB" sz="2800" dirty="0"/>
                        <a:t>5</a:t>
                      </a:r>
                    </a:p>
                  </a:txBody>
                  <a:tcPr/>
                </a:tc>
                <a:extLst>
                  <a:ext uri="{0D108BD9-81ED-4DB2-BD59-A6C34878D82A}">
                    <a16:rowId xmlns:a16="http://schemas.microsoft.com/office/drawing/2014/main" val="1620346021"/>
                  </a:ext>
                </a:extLst>
              </a:tr>
              <a:tr h="370840">
                <a:tc>
                  <a:txBody>
                    <a:bodyPr/>
                    <a:lstStyle/>
                    <a:p>
                      <a:r>
                        <a:rPr lang="en-GB" sz="2800" dirty="0"/>
                        <a:t>01/01/2022</a:t>
                      </a:r>
                    </a:p>
                  </a:txBody>
                  <a:tcPr/>
                </a:tc>
                <a:tc>
                  <a:txBody>
                    <a:bodyPr/>
                    <a:lstStyle/>
                    <a:p>
                      <a:r>
                        <a:rPr lang="en-GB" sz="2800" dirty="0"/>
                        <a:t>02:00</a:t>
                      </a:r>
                    </a:p>
                  </a:txBody>
                  <a:tcPr/>
                </a:tc>
                <a:tc>
                  <a:txBody>
                    <a:bodyPr/>
                    <a:lstStyle/>
                    <a:p>
                      <a:r>
                        <a:rPr lang="en-GB" sz="2800" dirty="0"/>
                        <a:t>7</a:t>
                      </a:r>
                    </a:p>
                  </a:txBody>
                  <a:tcPr/>
                </a:tc>
                <a:extLst>
                  <a:ext uri="{0D108BD9-81ED-4DB2-BD59-A6C34878D82A}">
                    <a16:rowId xmlns:a16="http://schemas.microsoft.com/office/drawing/2014/main" val="2359799801"/>
                  </a:ext>
                </a:extLst>
              </a:tr>
              <a:tr h="370840">
                <a:tc>
                  <a:txBody>
                    <a:bodyPr/>
                    <a:lstStyle/>
                    <a:p>
                      <a:r>
                        <a:rPr lang="en-GB" sz="2800" dirty="0"/>
                        <a:t>…</a:t>
                      </a:r>
                    </a:p>
                  </a:txBody>
                  <a:tcPr/>
                </a:tc>
                <a:tc>
                  <a:txBody>
                    <a:bodyPr/>
                    <a:lstStyle/>
                    <a:p>
                      <a:endParaRPr lang="en-GB" sz="2800" dirty="0"/>
                    </a:p>
                  </a:txBody>
                  <a:tcPr/>
                </a:tc>
                <a:tc>
                  <a:txBody>
                    <a:bodyPr/>
                    <a:lstStyle/>
                    <a:p>
                      <a:endParaRPr lang="en-GB" sz="2800" dirty="0"/>
                    </a:p>
                  </a:txBody>
                  <a:tcPr/>
                </a:tc>
                <a:extLst>
                  <a:ext uri="{0D108BD9-81ED-4DB2-BD59-A6C34878D82A}">
                    <a16:rowId xmlns:a16="http://schemas.microsoft.com/office/drawing/2014/main" val="1844863769"/>
                  </a:ext>
                </a:extLst>
              </a:tr>
              <a:tr h="370840">
                <a:tc>
                  <a:txBody>
                    <a:bodyPr/>
                    <a:lstStyle/>
                    <a:p>
                      <a:r>
                        <a:rPr lang="en-GB" sz="2800" dirty="0"/>
                        <a:t>02/01/2022</a:t>
                      </a:r>
                    </a:p>
                  </a:txBody>
                  <a:tcPr/>
                </a:tc>
                <a:tc>
                  <a:txBody>
                    <a:bodyPr/>
                    <a:lstStyle/>
                    <a:p>
                      <a:r>
                        <a:rPr lang="en-GB" sz="2800" dirty="0"/>
                        <a:t>02:00</a:t>
                      </a:r>
                    </a:p>
                  </a:txBody>
                  <a:tcPr/>
                </a:tc>
                <a:tc>
                  <a:txBody>
                    <a:bodyPr/>
                    <a:lstStyle/>
                    <a:p>
                      <a:r>
                        <a:rPr lang="en-GB" sz="2800" dirty="0"/>
                        <a:t>2</a:t>
                      </a:r>
                    </a:p>
                  </a:txBody>
                  <a:tcPr/>
                </a:tc>
                <a:extLst>
                  <a:ext uri="{0D108BD9-81ED-4DB2-BD59-A6C34878D82A}">
                    <a16:rowId xmlns:a16="http://schemas.microsoft.com/office/drawing/2014/main" val="1776611932"/>
                  </a:ext>
                </a:extLst>
              </a:tr>
              <a:tr h="370840">
                <a:tc>
                  <a:txBody>
                    <a:bodyPr/>
                    <a:lstStyle/>
                    <a:p>
                      <a:r>
                        <a:rPr lang="en-GB" sz="2800" dirty="0"/>
                        <a:t>02/01/2022</a:t>
                      </a:r>
                    </a:p>
                  </a:txBody>
                  <a:tcPr/>
                </a:tc>
                <a:tc>
                  <a:txBody>
                    <a:bodyPr/>
                    <a:lstStyle/>
                    <a:p>
                      <a:r>
                        <a:rPr lang="en-GB" sz="2800" dirty="0"/>
                        <a:t>03:00</a:t>
                      </a:r>
                    </a:p>
                  </a:txBody>
                  <a:tcPr/>
                </a:tc>
                <a:tc>
                  <a:txBody>
                    <a:bodyPr/>
                    <a:lstStyle/>
                    <a:p>
                      <a:r>
                        <a:rPr lang="en-GB" sz="2800" dirty="0"/>
                        <a:t>5</a:t>
                      </a:r>
                    </a:p>
                  </a:txBody>
                  <a:tcPr/>
                </a:tc>
                <a:extLst>
                  <a:ext uri="{0D108BD9-81ED-4DB2-BD59-A6C34878D82A}">
                    <a16:rowId xmlns:a16="http://schemas.microsoft.com/office/drawing/2014/main" val="2876863374"/>
                  </a:ext>
                </a:extLst>
              </a:tr>
              <a:tr h="370840">
                <a:tc>
                  <a:txBody>
                    <a:bodyPr/>
                    <a:lstStyle/>
                    <a:p>
                      <a:r>
                        <a:rPr lang="en-GB" sz="2800" dirty="0"/>
                        <a:t>…</a:t>
                      </a:r>
                    </a:p>
                  </a:txBody>
                  <a:tcPr/>
                </a:tc>
                <a:tc>
                  <a:txBody>
                    <a:bodyPr/>
                    <a:lstStyle/>
                    <a:p>
                      <a:endParaRPr lang="en-GB" sz="2800" dirty="0"/>
                    </a:p>
                  </a:txBody>
                  <a:tcPr/>
                </a:tc>
                <a:tc>
                  <a:txBody>
                    <a:bodyPr/>
                    <a:lstStyle/>
                    <a:p>
                      <a:endParaRPr lang="en-GB" sz="2800" dirty="0"/>
                    </a:p>
                  </a:txBody>
                  <a:tcPr/>
                </a:tc>
                <a:extLst>
                  <a:ext uri="{0D108BD9-81ED-4DB2-BD59-A6C34878D82A}">
                    <a16:rowId xmlns:a16="http://schemas.microsoft.com/office/drawing/2014/main" val="3054372850"/>
                  </a:ext>
                </a:extLst>
              </a:tr>
            </a:tbl>
          </a:graphicData>
        </a:graphic>
      </p:graphicFrame>
    </p:spTree>
    <p:extLst>
      <p:ext uri="{BB962C8B-B14F-4D97-AF65-F5344CB8AC3E}">
        <p14:creationId xmlns:p14="http://schemas.microsoft.com/office/powerpoint/2010/main" val="870331737"/>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2">
                                            <p:txEl>
                                              <p:pRg st="0" end="0"/>
                                            </p:txEl>
                                          </p:spTgt>
                                        </p:tgtEl>
                                        <p:attrNameLst>
                                          <p:attrName>style.visibility</p:attrName>
                                        </p:attrNameLst>
                                      </p:cBhvr>
                                      <p:to>
                                        <p:strVal val="visible"/>
                                      </p:to>
                                    </p:set>
                                    <p:animEffect transition="in" filter="wipe(left)">
                                      <p:cBhvr>
                                        <p:cTn id="7" dur="1000"/>
                                        <p:tgtEl>
                                          <p:spTgt spid="2">
                                            <p:txEl>
                                              <p:pRg st="0" end="0"/>
                                            </p:txEl>
                                          </p:spTgt>
                                        </p:tgtEl>
                                      </p:cBhvr>
                                    </p:animEffect>
                                  </p:childTnLst>
                                </p:cTn>
                              </p:par>
                            </p:childTnLst>
                          </p:cTn>
                        </p:par>
                      </p:childTnLst>
                    </p:cTn>
                  </p:par>
                  <p:par>
                    <p:cTn id="8" fill="hold">
                      <p:stCondLst>
                        <p:cond delay="indefinite"/>
                      </p:stCondLst>
                      <p:childTnLst>
                        <p:par>
                          <p:cTn id="9" fill="hold">
                            <p:stCondLst>
                              <p:cond delay="0"/>
                            </p:stCondLst>
                            <p:childTnLst>
                              <p:par>
                                <p:cTn id="10" presetID="22" presetClass="entr" presetSubtype="8" fill="hold" grpId="0" nodeType="clickEffect">
                                  <p:stCondLst>
                                    <p:cond delay="0"/>
                                  </p:stCondLst>
                                  <p:childTnLst>
                                    <p:set>
                                      <p:cBhvr>
                                        <p:cTn id="11" dur="1" fill="hold">
                                          <p:stCondLst>
                                            <p:cond delay="0"/>
                                          </p:stCondLst>
                                        </p:cTn>
                                        <p:tgtEl>
                                          <p:spTgt spid="2">
                                            <p:txEl>
                                              <p:pRg st="1" end="1"/>
                                            </p:txEl>
                                          </p:spTgt>
                                        </p:tgtEl>
                                        <p:attrNameLst>
                                          <p:attrName>style.visibility</p:attrName>
                                        </p:attrNameLst>
                                      </p:cBhvr>
                                      <p:to>
                                        <p:strVal val="visible"/>
                                      </p:to>
                                    </p:set>
                                    <p:animEffect transition="in" filter="wipe(left)">
                                      <p:cBhvr>
                                        <p:cTn id="12" dur="1000"/>
                                        <p:tgtEl>
                                          <p:spTgt spid="2">
                                            <p:txEl>
                                              <p:pRg st="1" end="1"/>
                                            </p:txEl>
                                          </p:spTgt>
                                        </p:tgtEl>
                                      </p:cBhvr>
                                    </p:animEffect>
                                  </p:childTnLst>
                                </p:cTn>
                              </p:par>
                            </p:childTnLst>
                          </p:cTn>
                        </p:par>
                        <p:par>
                          <p:cTn id="13" fill="hold">
                            <p:stCondLst>
                              <p:cond delay="1000"/>
                            </p:stCondLst>
                            <p:childTnLst>
                              <p:par>
                                <p:cTn id="14" presetID="22" presetClass="entr" presetSubtype="8" fill="hold" grpId="0" nodeType="afterEffect">
                                  <p:stCondLst>
                                    <p:cond delay="0"/>
                                  </p:stCondLst>
                                  <p:childTnLst>
                                    <p:set>
                                      <p:cBhvr>
                                        <p:cTn id="15" dur="1" fill="hold">
                                          <p:stCondLst>
                                            <p:cond delay="0"/>
                                          </p:stCondLst>
                                        </p:cTn>
                                        <p:tgtEl>
                                          <p:spTgt spid="2">
                                            <p:txEl>
                                              <p:pRg st="2" end="2"/>
                                            </p:txEl>
                                          </p:spTgt>
                                        </p:tgtEl>
                                        <p:attrNameLst>
                                          <p:attrName>style.visibility</p:attrName>
                                        </p:attrNameLst>
                                      </p:cBhvr>
                                      <p:to>
                                        <p:strVal val="visible"/>
                                      </p:to>
                                    </p:set>
                                    <p:animEffect transition="in" filter="wipe(left)">
                                      <p:cBhvr>
                                        <p:cTn id="16" dur="1000"/>
                                        <p:tgtEl>
                                          <p:spTgt spid="2">
                                            <p:txEl>
                                              <p:pRg st="2" end="2"/>
                                            </p:txEl>
                                          </p:spTgt>
                                        </p:tgtEl>
                                      </p:cBhvr>
                                    </p:animEffect>
                                  </p:childTnLst>
                                </p:cTn>
                              </p:par>
                            </p:childTnLst>
                          </p:cTn>
                        </p:par>
                      </p:childTnLst>
                    </p:cTn>
                  </p:par>
                  <p:par>
                    <p:cTn id="17" fill="hold">
                      <p:stCondLst>
                        <p:cond delay="indefinite"/>
                      </p:stCondLst>
                      <p:childTnLst>
                        <p:par>
                          <p:cTn id="18" fill="hold">
                            <p:stCondLst>
                              <p:cond delay="0"/>
                            </p:stCondLst>
                            <p:childTnLst>
                              <p:par>
                                <p:cTn id="19" presetID="22" presetClass="entr" presetSubtype="8" fill="hold" grpId="0" nodeType="clickEffect">
                                  <p:stCondLst>
                                    <p:cond delay="0"/>
                                  </p:stCondLst>
                                  <p:childTnLst>
                                    <p:set>
                                      <p:cBhvr>
                                        <p:cTn id="20" dur="1" fill="hold">
                                          <p:stCondLst>
                                            <p:cond delay="0"/>
                                          </p:stCondLst>
                                        </p:cTn>
                                        <p:tgtEl>
                                          <p:spTgt spid="2">
                                            <p:txEl>
                                              <p:pRg st="3" end="3"/>
                                            </p:txEl>
                                          </p:spTgt>
                                        </p:tgtEl>
                                        <p:attrNameLst>
                                          <p:attrName>style.visibility</p:attrName>
                                        </p:attrNameLst>
                                      </p:cBhvr>
                                      <p:to>
                                        <p:strVal val="visible"/>
                                      </p:to>
                                    </p:set>
                                    <p:animEffect transition="in" filter="wipe(left)">
                                      <p:cBhvr>
                                        <p:cTn id="21" dur="1000"/>
                                        <p:tgtEl>
                                          <p:spTgt spid="2">
                                            <p:txEl>
                                              <p:pRg st="3" end="3"/>
                                            </p:txEl>
                                          </p:spTgt>
                                        </p:tgtEl>
                                      </p:cBhvr>
                                    </p:animEffect>
                                  </p:childTnLst>
                                </p:cTn>
                              </p:par>
                            </p:childTnLst>
                          </p:cTn>
                        </p:par>
                      </p:childTnLst>
                    </p:cTn>
                  </p:par>
                  <p:par>
                    <p:cTn id="22" fill="hold">
                      <p:stCondLst>
                        <p:cond delay="indefinite"/>
                      </p:stCondLst>
                      <p:childTnLst>
                        <p:par>
                          <p:cTn id="23" fill="hold">
                            <p:stCondLst>
                              <p:cond delay="0"/>
                            </p:stCondLst>
                            <p:childTnLst>
                              <p:par>
                                <p:cTn id="24" presetID="22" presetClass="entr" presetSubtype="8" fill="hold" grpId="0" nodeType="clickEffect">
                                  <p:stCondLst>
                                    <p:cond delay="0"/>
                                  </p:stCondLst>
                                  <p:childTnLst>
                                    <p:set>
                                      <p:cBhvr>
                                        <p:cTn id="25" dur="1" fill="hold">
                                          <p:stCondLst>
                                            <p:cond delay="0"/>
                                          </p:stCondLst>
                                        </p:cTn>
                                        <p:tgtEl>
                                          <p:spTgt spid="3">
                                            <p:txEl>
                                              <p:pRg st="0" end="0"/>
                                            </p:txEl>
                                          </p:spTgt>
                                        </p:tgtEl>
                                        <p:attrNameLst>
                                          <p:attrName>style.visibility</p:attrName>
                                        </p:attrNameLst>
                                      </p:cBhvr>
                                      <p:to>
                                        <p:strVal val="visible"/>
                                      </p:to>
                                    </p:set>
                                    <p:animEffect transition="in" filter="wipe(left)">
                                      <p:cBhvr>
                                        <p:cTn id="26" dur="1000"/>
                                        <p:tgtEl>
                                          <p:spTgt spid="3">
                                            <p:txEl>
                                              <p:pRg st="0" end="0"/>
                                            </p:txEl>
                                          </p:spTgt>
                                        </p:tgtEl>
                                      </p:cBhvr>
                                    </p:animEffect>
                                  </p:childTnLst>
                                </p:cTn>
                              </p:par>
                            </p:childTnLst>
                          </p:cTn>
                        </p:par>
                        <p:par>
                          <p:cTn id="27" fill="hold">
                            <p:stCondLst>
                              <p:cond delay="1000"/>
                            </p:stCondLst>
                            <p:childTnLst>
                              <p:par>
                                <p:cTn id="28" presetID="10" presetClass="entr" presetSubtype="0" fill="hold" nodeType="afterEffect">
                                  <p:stCondLst>
                                    <p:cond delay="0"/>
                                  </p:stCondLst>
                                  <p:childTnLst>
                                    <p:set>
                                      <p:cBhvr>
                                        <p:cTn id="29" dur="1" fill="hold">
                                          <p:stCondLst>
                                            <p:cond delay="0"/>
                                          </p:stCondLst>
                                        </p:cTn>
                                        <p:tgtEl>
                                          <p:spTgt spid="11"/>
                                        </p:tgtEl>
                                        <p:attrNameLst>
                                          <p:attrName>style.visibility</p:attrName>
                                        </p:attrNameLst>
                                      </p:cBhvr>
                                      <p:to>
                                        <p:strVal val="visible"/>
                                      </p:to>
                                    </p:set>
                                    <p:animEffect transition="in" filter="fade">
                                      <p:cBhvr>
                                        <p:cTn id="30" dur="1000"/>
                                        <p:tgtEl>
                                          <p:spTgt spid="11"/>
                                        </p:tgtEl>
                                      </p:cBhvr>
                                    </p:animEffect>
                                  </p:childTnLst>
                                </p:cTn>
                              </p:par>
                            </p:childTnLst>
                          </p:cTn>
                        </p:par>
                      </p:childTnLst>
                    </p:cTn>
                  </p:par>
                  <p:par>
                    <p:cTn id="31" fill="hold">
                      <p:stCondLst>
                        <p:cond delay="indefinite"/>
                      </p:stCondLst>
                      <p:childTnLst>
                        <p:par>
                          <p:cTn id="32" fill="hold">
                            <p:stCondLst>
                              <p:cond delay="0"/>
                            </p:stCondLst>
                            <p:childTnLst>
                              <p:par>
                                <p:cTn id="33" presetID="22" presetClass="entr" presetSubtype="8" fill="hold" grpId="0" nodeType="clickEffect">
                                  <p:stCondLst>
                                    <p:cond delay="0"/>
                                  </p:stCondLst>
                                  <p:childTnLst>
                                    <p:set>
                                      <p:cBhvr>
                                        <p:cTn id="34" dur="1" fill="hold">
                                          <p:stCondLst>
                                            <p:cond delay="0"/>
                                          </p:stCondLst>
                                        </p:cTn>
                                        <p:tgtEl>
                                          <p:spTgt spid="2">
                                            <p:txEl>
                                              <p:pRg st="5" end="5"/>
                                            </p:txEl>
                                          </p:spTgt>
                                        </p:tgtEl>
                                        <p:attrNameLst>
                                          <p:attrName>style.visibility</p:attrName>
                                        </p:attrNameLst>
                                      </p:cBhvr>
                                      <p:to>
                                        <p:strVal val="visible"/>
                                      </p:to>
                                    </p:set>
                                    <p:animEffect transition="in" filter="wipe(left)">
                                      <p:cBhvr>
                                        <p:cTn id="35" dur="1000"/>
                                        <p:tgtEl>
                                          <p:spTgt spid="2">
                                            <p:txEl>
                                              <p:pRg st="5" end="5"/>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uiExpand="1" build="p"/>
      <p:bldP spid="3" grpId="0" build="p"/>
    </p:bldLst>
  </p:timing>
</p:sld>
</file>

<file path=ppt/slides/slide88.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4" name="Title 3">
            <a:extLst>
              <a:ext uri="{FF2B5EF4-FFF2-40B4-BE49-F238E27FC236}">
                <a16:creationId xmlns:a16="http://schemas.microsoft.com/office/drawing/2014/main" id="{12630251-0176-4E08-9A40-5821ACD1944C}"/>
              </a:ext>
            </a:extLst>
          </p:cNvPr>
          <p:cNvSpPr>
            <a:spLocks noGrp="1"/>
          </p:cNvSpPr>
          <p:nvPr>
            <p:ph type="title"/>
          </p:nvPr>
        </p:nvSpPr>
        <p:spPr/>
        <p:txBody>
          <a:bodyPr/>
          <a:lstStyle/>
          <a:p>
            <a:r>
              <a:rPr lang="en-GB" dirty="0"/>
              <a:t>Primary Key</a:t>
            </a:r>
          </a:p>
        </p:txBody>
      </p:sp>
      <p:sp>
        <p:nvSpPr>
          <p:cNvPr id="2" name="Content Placeholder 1"/>
          <p:cNvSpPr>
            <a:spLocks noGrp="1"/>
          </p:cNvSpPr>
          <p:nvPr>
            <p:ph sz="half" idx="1"/>
          </p:nvPr>
        </p:nvSpPr>
        <p:spPr/>
        <p:txBody>
          <a:bodyPr>
            <a:normAutofit/>
          </a:bodyPr>
          <a:lstStyle/>
          <a:p>
            <a:pPr marL="0" indent="0">
              <a:buNone/>
            </a:pPr>
            <a:r>
              <a:rPr lang="en-GB" sz="3600" dirty="0"/>
              <a:t>An entity has the following attributes:</a:t>
            </a:r>
          </a:p>
          <a:p>
            <a:r>
              <a:rPr lang="en-GB" sz="3600" dirty="0"/>
              <a:t>date</a:t>
            </a:r>
          </a:p>
          <a:p>
            <a:r>
              <a:rPr lang="en-GB" sz="3600" dirty="0"/>
              <a:t>time</a:t>
            </a:r>
          </a:p>
          <a:p>
            <a:r>
              <a:rPr lang="en-GB" sz="3600" dirty="0"/>
              <a:t>precipitation</a:t>
            </a:r>
          </a:p>
        </p:txBody>
      </p:sp>
      <p:sp>
        <p:nvSpPr>
          <p:cNvPr id="3" name="Content Placeholder 2"/>
          <p:cNvSpPr>
            <a:spLocks noGrp="1"/>
          </p:cNvSpPr>
          <p:nvPr>
            <p:ph sz="half" idx="2"/>
          </p:nvPr>
        </p:nvSpPr>
        <p:spPr/>
        <p:txBody>
          <a:bodyPr>
            <a:normAutofit/>
          </a:bodyPr>
          <a:lstStyle/>
          <a:p>
            <a:pPr marL="0" indent="0">
              <a:buNone/>
            </a:pPr>
            <a:r>
              <a:rPr lang="en-GB" sz="3600" dirty="0"/>
              <a:t>Example data:</a:t>
            </a:r>
          </a:p>
          <a:p>
            <a:endParaRPr lang="en-GB" dirty="0"/>
          </a:p>
          <a:p>
            <a:endParaRPr lang="en-GB" dirty="0"/>
          </a:p>
        </p:txBody>
      </p:sp>
      <p:graphicFrame>
        <p:nvGraphicFramePr>
          <p:cNvPr id="11" name="Table 10"/>
          <p:cNvGraphicFramePr>
            <a:graphicFrameLocks noGrp="1"/>
          </p:cNvGraphicFramePr>
          <p:nvPr>
            <p:extLst>
              <p:ext uri="{D42A27DB-BD31-4B8C-83A1-F6EECF244321}">
                <p14:modId xmlns:p14="http://schemas.microsoft.com/office/powerpoint/2010/main" val="3879176121"/>
              </p:ext>
            </p:extLst>
          </p:nvPr>
        </p:nvGraphicFramePr>
        <p:xfrm>
          <a:off x="6176295" y="2549843"/>
          <a:ext cx="5173410" cy="3627120"/>
        </p:xfrm>
        <a:graphic>
          <a:graphicData uri="http://schemas.openxmlformats.org/drawingml/2006/table">
            <a:tbl>
              <a:tblPr firstRow="1" bandRow="1">
                <a:tableStyleId>{5C22544A-7EE6-4342-B048-85BDC9FD1C3A}</a:tableStyleId>
              </a:tblPr>
              <a:tblGrid>
                <a:gridCol w="1987868">
                  <a:extLst>
                    <a:ext uri="{9D8B030D-6E8A-4147-A177-3AD203B41FA5}">
                      <a16:colId xmlns:a16="http://schemas.microsoft.com/office/drawing/2014/main" val="697873247"/>
                    </a:ext>
                  </a:extLst>
                </a:gridCol>
                <a:gridCol w="1082993">
                  <a:extLst>
                    <a:ext uri="{9D8B030D-6E8A-4147-A177-3AD203B41FA5}">
                      <a16:colId xmlns:a16="http://schemas.microsoft.com/office/drawing/2014/main" val="2221629363"/>
                    </a:ext>
                  </a:extLst>
                </a:gridCol>
                <a:gridCol w="2102549">
                  <a:extLst>
                    <a:ext uri="{9D8B030D-6E8A-4147-A177-3AD203B41FA5}">
                      <a16:colId xmlns:a16="http://schemas.microsoft.com/office/drawing/2014/main" val="3969873669"/>
                    </a:ext>
                  </a:extLst>
                </a:gridCol>
              </a:tblGrid>
              <a:tr h="370840">
                <a:tc>
                  <a:txBody>
                    <a:bodyPr/>
                    <a:lstStyle/>
                    <a:p>
                      <a:r>
                        <a:rPr lang="en-GB" sz="2800" dirty="0"/>
                        <a:t>date</a:t>
                      </a:r>
                    </a:p>
                  </a:txBody>
                  <a:tcPr/>
                </a:tc>
                <a:tc>
                  <a:txBody>
                    <a:bodyPr/>
                    <a:lstStyle/>
                    <a:p>
                      <a:r>
                        <a:rPr lang="en-GB" sz="2800" dirty="0"/>
                        <a:t>time</a:t>
                      </a:r>
                    </a:p>
                  </a:txBody>
                  <a:tcPr/>
                </a:tc>
                <a:tc>
                  <a:txBody>
                    <a:bodyPr/>
                    <a:lstStyle/>
                    <a:p>
                      <a:r>
                        <a:rPr lang="en-GB" sz="2800" b="1" kern="1200" dirty="0">
                          <a:solidFill>
                            <a:schemeClr val="lt1"/>
                          </a:solidFill>
                          <a:latin typeface="+mn-lt"/>
                          <a:ea typeface="+mn-ea"/>
                          <a:cs typeface="+mn-cs"/>
                        </a:rPr>
                        <a:t>precipitation</a:t>
                      </a:r>
                    </a:p>
                  </a:txBody>
                  <a:tcPr/>
                </a:tc>
                <a:extLst>
                  <a:ext uri="{0D108BD9-81ED-4DB2-BD59-A6C34878D82A}">
                    <a16:rowId xmlns:a16="http://schemas.microsoft.com/office/drawing/2014/main" val="2897090697"/>
                  </a:ext>
                </a:extLst>
              </a:tr>
              <a:tr h="370840">
                <a:tc>
                  <a:txBody>
                    <a:bodyPr/>
                    <a:lstStyle/>
                    <a:p>
                      <a:r>
                        <a:rPr lang="en-GB" sz="2800" dirty="0"/>
                        <a:t>01/01/2022</a:t>
                      </a:r>
                    </a:p>
                  </a:txBody>
                  <a:tcPr/>
                </a:tc>
                <a:tc>
                  <a:txBody>
                    <a:bodyPr/>
                    <a:lstStyle/>
                    <a:p>
                      <a:r>
                        <a:rPr lang="en-GB" sz="2800" dirty="0"/>
                        <a:t>01:00</a:t>
                      </a:r>
                    </a:p>
                  </a:txBody>
                  <a:tcPr/>
                </a:tc>
                <a:tc>
                  <a:txBody>
                    <a:bodyPr/>
                    <a:lstStyle/>
                    <a:p>
                      <a:r>
                        <a:rPr lang="en-GB" sz="2800" dirty="0"/>
                        <a:t>5</a:t>
                      </a:r>
                    </a:p>
                  </a:txBody>
                  <a:tcPr/>
                </a:tc>
                <a:extLst>
                  <a:ext uri="{0D108BD9-81ED-4DB2-BD59-A6C34878D82A}">
                    <a16:rowId xmlns:a16="http://schemas.microsoft.com/office/drawing/2014/main" val="1620346021"/>
                  </a:ext>
                </a:extLst>
              </a:tr>
              <a:tr h="370840">
                <a:tc>
                  <a:txBody>
                    <a:bodyPr/>
                    <a:lstStyle/>
                    <a:p>
                      <a:r>
                        <a:rPr lang="en-GB" sz="2800" dirty="0"/>
                        <a:t>01/01/2022</a:t>
                      </a:r>
                    </a:p>
                  </a:txBody>
                  <a:tcPr/>
                </a:tc>
                <a:tc>
                  <a:txBody>
                    <a:bodyPr/>
                    <a:lstStyle/>
                    <a:p>
                      <a:r>
                        <a:rPr lang="en-GB" sz="2800" dirty="0"/>
                        <a:t>02:00</a:t>
                      </a:r>
                    </a:p>
                  </a:txBody>
                  <a:tcPr/>
                </a:tc>
                <a:tc>
                  <a:txBody>
                    <a:bodyPr/>
                    <a:lstStyle/>
                    <a:p>
                      <a:r>
                        <a:rPr lang="en-GB" sz="2800" dirty="0"/>
                        <a:t>7</a:t>
                      </a:r>
                    </a:p>
                  </a:txBody>
                  <a:tcPr/>
                </a:tc>
                <a:extLst>
                  <a:ext uri="{0D108BD9-81ED-4DB2-BD59-A6C34878D82A}">
                    <a16:rowId xmlns:a16="http://schemas.microsoft.com/office/drawing/2014/main" val="2359799801"/>
                  </a:ext>
                </a:extLst>
              </a:tr>
              <a:tr h="370840">
                <a:tc>
                  <a:txBody>
                    <a:bodyPr/>
                    <a:lstStyle/>
                    <a:p>
                      <a:r>
                        <a:rPr lang="en-GB" sz="2800" dirty="0"/>
                        <a:t>…</a:t>
                      </a:r>
                    </a:p>
                  </a:txBody>
                  <a:tcPr/>
                </a:tc>
                <a:tc>
                  <a:txBody>
                    <a:bodyPr/>
                    <a:lstStyle/>
                    <a:p>
                      <a:endParaRPr lang="en-GB" sz="2800" dirty="0"/>
                    </a:p>
                  </a:txBody>
                  <a:tcPr/>
                </a:tc>
                <a:tc>
                  <a:txBody>
                    <a:bodyPr/>
                    <a:lstStyle/>
                    <a:p>
                      <a:endParaRPr lang="en-GB" sz="2800" dirty="0"/>
                    </a:p>
                  </a:txBody>
                  <a:tcPr/>
                </a:tc>
                <a:extLst>
                  <a:ext uri="{0D108BD9-81ED-4DB2-BD59-A6C34878D82A}">
                    <a16:rowId xmlns:a16="http://schemas.microsoft.com/office/drawing/2014/main" val="1844863769"/>
                  </a:ext>
                </a:extLst>
              </a:tr>
              <a:tr h="370840">
                <a:tc>
                  <a:txBody>
                    <a:bodyPr/>
                    <a:lstStyle/>
                    <a:p>
                      <a:r>
                        <a:rPr lang="en-GB" sz="2800" dirty="0"/>
                        <a:t>02/01/2022</a:t>
                      </a:r>
                    </a:p>
                  </a:txBody>
                  <a:tcPr/>
                </a:tc>
                <a:tc>
                  <a:txBody>
                    <a:bodyPr/>
                    <a:lstStyle/>
                    <a:p>
                      <a:r>
                        <a:rPr lang="en-GB" sz="2800" dirty="0"/>
                        <a:t>02:00</a:t>
                      </a:r>
                    </a:p>
                  </a:txBody>
                  <a:tcPr/>
                </a:tc>
                <a:tc>
                  <a:txBody>
                    <a:bodyPr/>
                    <a:lstStyle/>
                    <a:p>
                      <a:r>
                        <a:rPr lang="en-GB" sz="2800" dirty="0"/>
                        <a:t>2</a:t>
                      </a:r>
                    </a:p>
                  </a:txBody>
                  <a:tcPr/>
                </a:tc>
                <a:extLst>
                  <a:ext uri="{0D108BD9-81ED-4DB2-BD59-A6C34878D82A}">
                    <a16:rowId xmlns:a16="http://schemas.microsoft.com/office/drawing/2014/main" val="1776611932"/>
                  </a:ext>
                </a:extLst>
              </a:tr>
              <a:tr h="370840">
                <a:tc>
                  <a:txBody>
                    <a:bodyPr/>
                    <a:lstStyle/>
                    <a:p>
                      <a:r>
                        <a:rPr lang="en-GB" sz="2800" dirty="0"/>
                        <a:t>02/01/2022</a:t>
                      </a:r>
                    </a:p>
                  </a:txBody>
                  <a:tcPr/>
                </a:tc>
                <a:tc>
                  <a:txBody>
                    <a:bodyPr/>
                    <a:lstStyle/>
                    <a:p>
                      <a:r>
                        <a:rPr lang="en-GB" sz="2800" dirty="0"/>
                        <a:t>03:00</a:t>
                      </a:r>
                    </a:p>
                  </a:txBody>
                  <a:tcPr/>
                </a:tc>
                <a:tc>
                  <a:txBody>
                    <a:bodyPr/>
                    <a:lstStyle/>
                    <a:p>
                      <a:r>
                        <a:rPr lang="en-GB" sz="2800" dirty="0"/>
                        <a:t>5</a:t>
                      </a:r>
                    </a:p>
                  </a:txBody>
                  <a:tcPr/>
                </a:tc>
                <a:extLst>
                  <a:ext uri="{0D108BD9-81ED-4DB2-BD59-A6C34878D82A}">
                    <a16:rowId xmlns:a16="http://schemas.microsoft.com/office/drawing/2014/main" val="2876863374"/>
                  </a:ext>
                </a:extLst>
              </a:tr>
              <a:tr h="370840">
                <a:tc>
                  <a:txBody>
                    <a:bodyPr/>
                    <a:lstStyle/>
                    <a:p>
                      <a:r>
                        <a:rPr lang="en-GB" sz="2800" dirty="0"/>
                        <a:t>…</a:t>
                      </a:r>
                    </a:p>
                  </a:txBody>
                  <a:tcPr/>
                </a:tc>
                <a:tc>
                  <a:txBody>
                    <a:bodyPr/>
                    <a:lstStyle/>
                    <a:p>
                      <a:endParaRPr lang="en-GB" sz="2800" dirty="0"/>
                    </a:p>
                  </a:txBody>
                  <a:tcPr/>
                </a:tc>
                <a:tc>
                  <a:txBody>
                    <a:bodyPr/>
                    <a:lstStyle/>
                    <a:p>
                      <a:endParaRPr lang="en-GB" sz="2800" dirty="0"/>
                    </a:p>
                  </a:txBody>
                  <a:tcPr/>
                </a:tc>
                <a:extLst>
                  <a:ext uri="{0D108BD9-81ED-4DB2-BD59-A6C34878D82A}">
                    <a16:rowId xmlns:a16="http://schemas.microsoft.com/office/drawing/2014/main" val="3054372850"/>
                  </a:ext>
                </a:extLst>
              </a:tr>
            </a:tbl>
          </a:graphicData>
        </a:graphic>
      </p:graphicFrame>
    </p:spTree>
    <p:extLst>
      <p:ext uri="{BB962C8B-B14F-4D97-AF65-F5344CB8AC3E}">
        <p14:creationId xmlns:p14="http://schemas.microsoft.com/office/powerpoint/2010/main" val="2911420034"/>
      </p:ext>
    </p:extLst>
  </p:cSld>
  <p:clrMapOvr>
    <a:masterClrMapping/>
  </p:clrMapOvr>
</p:sld>
</file>

<file path=ppt/slides/slide89.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4" name="Title 3">
            <a:extLst>
              <a:ext uri="{FF2B5EF4-FFF2-40B4-BE49-F238E27FC236}">
                <a16:creationId xmlns:a16="http://schemas.microsoft.com/office/drawing/2014/main" id="{12630251-0176-4E08-9A40-5821ACD1944C}"/>
              </a:ext>
            </a:extLst>
          </p:cNvPr>
          <p:cNvSpPr>
            <a:spLocks noGrp="1"/>
          </p:cNvSpPr>
          <p:nvPr>
            <p:ph type="title"/>
          </p:nvPr>
        </p:nvSpPr>
        <p:spPr/>
        <p:txBody>
          <a:bodyPr/>
          <a:lstStyle/>
          <a:p>
            <a:r>
              <a:rPr lang="en-GB" dirty="0"/>
              <a:t>Composite Key</a:t>
            </a:r>
          </a:p>
        </p:txBody>
      </p:sp>
      <p:sp>
        <p:nvSpPr>
          <p:cNvPr id="7" name="TextBox 6">
            <a:extLst>
              <a:ext uri="{FF2B5EF4-FFF2-40B4-BE49-F238E27FC236}">
                <a16:creationId xmlns:a16="http://schemas.microsoft.com/office/drawing/2014/main" id="{663E3461-DC5D-48CF-AE13-69B629EAA16E}"/>
              </a:ext>
            </a:extLst>
          </p:cNvPr>
          <p:cNvSpPr txBox="1"/>
          <p:nvPr/>
        </p:nvSpPr>
        <p:spPr>
          <a:xfrm>
            <a:off x="1693072" y="5529262"/>
            <a:ext cx="8271110" cy="646331"/>
          </a:xfrm>
          <a:prstGeom prst="rect">
            <a:avLst/>
          </a:prstGeom>
          <a:noFill/>
        </p:spPr>
        <p:txBody>
          <a:bodyPr wrap="none" rtlCol="0">
            <a:spAutoFit/>
          </a:bodyPr>
          <a:lstStyle/>
          <a:p>
            <a:pPr algn="ctr"/>
            <a:r>
              <a:rPr lang="en-GB" sz="3600" dirty="0">
                <a:solidFill>
                  <a:srgbClr val="7030A0"/>
                </a:solidFill>
              </a:rPr>
              <a:t>Composite Key uses two or more attributes</a:t>
            </a:r>
          </a:p>
        </p:txBody>
      </p:sp>
      <p:grpSp>
        <p:nvGrpSpPr>
          <p:cNvPr id="10" name="Group 9">
            <a:extLst>
              <a:ext uri="{FF2B5EF4-FFF2-40B4-BE49-F238E27FC236}">
                <a16:creationId xmlns:a16="http://schemas.microsoft.com/office/drawing/2014/main" id="{1F565CB8-10B5-434D-9118-818C6E69EDA5}"/>
              </a:ext>
            </a:extLst>
          </p:cNvPr>
          <p:cNvGrpSpPr/>
          <p:nvPr/>
        </p:nvGrpSpPr>
        <p:grpSpPr>
          <a:xfrm>
            <a:off x="2067830" y="2193608"/>
            <a:ext cx="2569936" cy="2308324"/>
            <a:chOff x="7175028" y="1690688"/>
            <a:chExt cx="2569936" cy="2308324"/>
          </a:xfrm>
        </p:grpSpPr>
        <p:sp>
          <p:nvSpPr>
            <p:cNvPr id="11" name="TextBox 10">
              <a:extLst>
                <a:ext uri="{FF2B5EF4-FFF2-40B4-BE49-F238E27FC236}">
                  <a16:creationId xmlns:a16="http://schemas.microsoft.com/office/drawing/2014/main" id="{06B8E8D6-C037-4571-B1CB-E4BD14A48ED7}"/>
                </a:ext>
              </a:extLst>
            </p:cNvPr>
            <p:cNvSpPr txBox="1"/>
            <p:nvPr/>
          </p:nvSpPr>
          <p:spPr>
            <a:xfrm>
              <a:off x="7175030" y="1690688"/>
              <a:ext cx="2569934" cy="2308324"/>
            </a:xfrm>
            <a:prstGeom prst="rect">
              <a:avLst/>
            </a:prstGeom>
            <a:solidFill>
              <a:schemeClr val="accent3">
                <a:lumMod val="20000"/>
                <a:lumOff val="80000"/>
              </a:schemeClr>
            </a:solidFill>
            <a:ln>
              <a:solidFill>
                <a:schemeClr val="tx1"/>
              </a:solidFill>
            </a:ln>
          </p:spPr>
          <p:txBody>
            <a:bodyPr wrap="none" rtlCol="0">
              <a:spAutoFit/>
            </a:bodyPr>
            <a:lstStyle/>
            <a:p>
              <a:endParaRPr lang="en-GB" sz="3600" b="1" dirty="0"/>
            </a:p>
            <a:p>
              <a:r>
                <a:rPr lang="en-GB" sz="3600" dirty="0"/>
                <a:t>date</a:t>
              </a:r>
            </a:p>
            <a:p>
              <a:r>
                <a:rPr lang="en-GB" sz="3600" dirty="0"/>
                <a:t>time</a:t>
              </a:r>
            </a:p>
            <a:p>
              <a:r>
                <a:rPr lang="en-GB" sz="3600" dirty="0"/>
                <a:t>precipitation</a:t>
              </a:r>
            </a:p>
          </p:txBody>
        </p:sp>
        <p:sp>
          <p:nvSpPr>
            <p:cNvPr id="12" name="TextBox 11">
              <a:extLst>
                <a:ext uri="{FF2B5EF4-FFF2-40B4-BE49-F238E27FC236}">
                  <a16:creationId xmlns:a16="http://schemas.microsoft.com/office/drawing/2014/main" id="{F7586BB6-2057-4CF7-A670-A8A12468AEB7}"/>
                </a:ext>
              </a:extLst>
            </p:cNvPr>
            <p:cNvSpPr txBox="1"/>
            <p:nvPr/>
          </p:nvSpPr>
          <p:spPr>
            <a:xfrm>
              <a:off x="7175028" y="1690688"/>
              <a:ext cx="2569935" cy="646331"/>
            </a:xfrm>
            <a:prstGeom prst="rect">
              <a:avLst/>
            </a:prstGeom>
            <a:solidFill>
              <a:schemeClr val="bg2">
                <a:lumMod val="90000"/>
              </a:schemeClr>
            </a:solidFill>
            <a:ln>
              <a:solidFill>
                <a:schemeClr val="tx1"/>
              </a:solidFill>
            </a:ln>
          </p:spPr>
          <p:txBody>
            <a:bodyPr wrap="square" rtlCol="0">
              <a:spAutoFit/>
            </a:bodyPr>
            <a:lstStyle/>
            <a:p>
              <a:r>
                <a:rPr lang="en-GB" sz="3600" b="1" dirty="0"/>
                <a:t>rainfall</a:t>
              </a:r>
            </a:p>
          </p:txBody>
        </p:sp>
      </p:grpSp>
      <p:grpSp>
        <p:nvGrpSpPr>
          <p:cNvPr id="17" name="Group 16">
            <a:extLst>
              <a:ext uri="{FF2B5EF4-FFF2-40B4-BE49-F238E27FC236}">
                <a16:creationId xmlns:a16="http://schemas.microsoft.com/office/drawing/2014/main" id="{1F565CB8-10B5-434D-9118-818C6E69EDA5}"/>
              </a:ext>
            </a:extLst>
          </p:cNvPr>
          <p:cNvGrpSpPr/>
          <p:nvPr/>
        </p:nvGrpSpPr>
        <p:grpSpPr>
          <a:xfrm>
            <a:off x="2067831" y="2193608"/>
            <a:ext cx="2569936" cy="2308324"/>
            <a:chOff x="7175028" y="1690688"/>
            <a:chExt cx="2569936" cy="2308324"/>
          </a:xfrm>
        </p:grpSpPr>
        <p:sp>
          <p:nvSpPr>
            <p:cNvPr id="18" name="TextBox 17">
              <a:extLst>
                <a:ext uri="{FF2B5EF4-FFF2-40B4-BE49-F238E27FC236}">
                  <a16:creationId xmlns:a16="http://schemas.microsoft.com/office/drawing/2014/main" id="{06B8E8D6-C037-4571-B1CB-E4BD14A48ED7}"/>
                </a:ext>
              </a:extLst>
            </p:cNvPr>
            <p:cNvSpPr txBox="1"/>
            <p:nvPr/>
          </p:nvSpPr>
          <p:spPr>
            <a:xfrm>
              <a:off x="7175030" y="1690688"/>
              <a:ext cx="2569934" cy="2308324"/>
            </a:xfrm>
            <a:prstGeom prst="rect">
              <a:avLst/>
            </a:prstGeom>
            <a:solidFill>
              <a:schemeClr val="accent3">
                <a:lumMod val="20000"/>
                <a:lumOff val="80000"/>
              </a:schemeClr>
            </a:solidFill>
            <a:ln>
              <a:solidFill>
                <a:schemeClr val="tx1"/>
              </a:solidFill>
            </a:ln>
          </p:spPr>
          <p:txBody>
            <a:bodyPr wrap="none" rtlCol="0">
              <a:spAutoFit/>
            </a:bodyPr>
            <a:lstStyle/>
            <a:p>
              <a:endParaRPr lang="en-GB" sz="3600" b="1" dirty="0"/>
            </a:p>
            <a:p>
              <a:r>
                <a:rPr lang="en-GB" sz="3600" u="sng" dirty="0"/>
                <a:t>date</a:t>
              </a:r>
            </a:p>
            <a:p>
              <a:r>
                <a:rPr lang="en-GB" sz="3600" u="sng" dirty="0"/>
                <a:t>time</a:t>
              </a:r>
            </a:p>
            <a:p>
              <a:r>
                <a:rPr lang="en-GB" sz="3600" dirty="0"/>
                <a:t>precipitation</a:t>
              </a:r>
            </a:p>
          </p:txBody>
        </p:sp>
        <p:sp>
          <p:nvSpPr>
            <p:cNvPr id="19" name="TextBox 18">
              <a:extLst>
                <a:ext uri="{FF2B5EF4-FFF2-40B4-BE49-F238E27FC236}">
                  <a16:creationId xmlns:a16="http://schemas.microsoft.com/office/drawing/2014/main" id="{F7586BB6-2057-4CF7-A670-A8A12468AEB7}"/>
                </a:ext>
              </a:extLst>
            </p:cNvPr>
            <p:cNvSpPr txBox="1"/>
            <p:nvPr/>
          </p:nvSpPr>
          <p:spPr>
            <a:xfrm>
              <a:off x="7175028" y="1690688"/>
              <a:ext cx="2569935" cy="646331"/>
            </a:xfrm>
            <a:prstGeom prst="rect">
              <a:avLst/>
            </a:prstGeom>
            <a:solidFill>
              <a:schemeClr val="bg2">
                <a:lumMod val="90000"/>
              </a:schemeClr>
            </a:solidFill>
            <a:ln>
              <a:solidFill>
                <a:schemeClr val="tx1"/>
              </a:solidFill>
            </a:ln>
          </p:spPr>
          <p:txBody>
            <a:bodyPr wrap="square" rtlCol="0">
              <a:spAutoFit/>
            </a:bodyPr>
            <a:lstStyle/>
            <a:p>
              <a:r>
                <a:rPr lang="en-GB" sz="3600" b="1" dirty="0"/>
                <a:t>Rainfall</a:t>
              </a:r>
            </a:p>
          </p:txBody>
        </p:sp>
      </p:grpSp>
      <p:sp>
        <p:nvSpPr>
          <p:cNvPr id="20" name="TextBox 19">
            <a:extLst>
              <a:ext uri="{FF2B5EF4-FFF2-40B4-BE49-F238E27FC236}">
                <a16:creationId xmlns:a16="http://schemas.microsoft.com/office/drawing/2014/main" id="{663E3461-DC5D-48CF-AE13-69B629EAA16E}"/>
              </a:ext>
            </a:extLst>
          </p:cNvPr>
          <p:cNvSpPr txBox="1"/>
          <p:nvPr/>
        </p:nvSpPr>
        <p:spPr>
          <a:xfrm>
            <a:off x="5828623" y="2193608"/>
            <a:ext cx="4412657" cy="1200329"/>
          </a:xfrm>
          <a:prstGeom prst="rect">
            <a:avLst/>
          </a:prstGeom>
          <a:noFill/>
        </p:spPr>
        <p:txBody>
          <a:bodyPr wrap="square" rtlCol="0">
            <a:spAutoFit/>
          </a:bodyPr>
          <a:lstStyle/>
          <a:p>
            <a:r>
              <a:rPr lang="en-GB" sz="3600" dirty="0"/>
              <a:t>There isn't a naturally occurring Primary Key</a:t>
            </a:r>
          </a:p>
        </p:txBody>
      </p:sp>
    </p:spTree>
    <p:extLst>
      <p:ext uri="{BB962C8B-B14F-4D97-AF65-F5344CB8AC3E}">
        <p14:creationId xmlns:p14="http://schemas.microsoft.com/office/powerpoint/2010/main" val="2089487072"/>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10"/>
                                        </p:tgtEl>
                                        <p:attrNameLst>
                                          <p:attrName>style.visibility</p:attrName>
                                        </p:attrNameLst>
                                      </p:cBhvr>
                                      <p:to>
                                        <p:strVal val="visible"/>
                                      </p:to>
                                    </p:set>
                                    <p:animEffect transition="in" filter="fade">
                                      <p:cBhvr>
                                        <p:cTn id="7" dur="1000"/>
                                        <p:tgtEl>
                                          <p:spTgt spid="10"/>
                                        </p:tgtEl>
                                      </p:cBhvr>
                                    </p:animEffect>
                                  </p:childTnLst>
                                </p:cTn>
                              </p:par>
                            </p:childTnLst>
                          </p:cTn>
                        </p:par>
                      </p:childTnLst>
                    </p:cTn>
                  </p:par>
                  <p:par>
                    <p:cTn id="8" fill="hold">
                      <p:stCondLst>
                        <p:cond delay="indefinite"/>
                      </p:stCondLst>
                      <p:childTnLst>
                        <p:par>
                          <p:cTn id="9" fill="hold">
                            <p:stCondLst>
                              <p:cond delay="0"/>
                            </p:stCondLst>
                            <p:childTnLst>
                              <p:par>
                                <p:cTn id="10" presetID="22" presetClass="entr" presetSubtype="8" fill="hold" grpId="0" nodeType="clickEffect">
                                  <p:stCondLst>
                                    <p:cond delay="0"/>
                                  </p:stCondLst>
                                  <p:childTnLst>
                                    <p:set>
                                      <p:cBhvr>
                                        <p:cTn id="11" dur="1" fill="hold">
                                          <p:stCondLst>
                                            <p:cond delay="0"/>
                                          </p:stCondLst>
                                        </p:cTn>
                                        <p:tgtEl>
                                          <p:spTgt spid="20">
                                            <p:txEl>
                                              <p:pRg st="0" end="0"/>
                                            </p:txEl>
                                          </p:spTgt>
                                        </p:tgtEl>
                                        <p:attrNameLst>
                                          <p:attrName>style.visibility</p:attrName>
                                        </p:attrNameLst>
                                      </p:cBhvr>
                                      <p:to>
                                        <p:strVal val="visible"/>
                                      </p:to>
                                    </p:set>
                                    <p:animEffect transition="in" filter="wipe(left)">
                                      <p:cBhvr>
                                        <p:cTn id="12" dur="1000"/>
                                        <p:tgtEl>
                                          <p:spTgt spid="20">
                                            <p:txEl>
                                              <p:pRg st="0" end="0"/>
                                            </p:txEl>
                                          </p:spTgt>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nodeType="clickEffect">
                                  <p:stCondLst>
                                    <p:cond delay="0"/>
                                  </p:stCondLst>
                                  <p:childTnLst>
                                    <p:set>
                                      <p:cBhvr>
                                        <p:cTn id="16" dur="1" fill="hold">
                                          <p:stCondLst>
                                            <p:cond delay="0"/>
                                          </p:stCondLst>
                                        </p:cTn>
                                        <p:tgtEl>
                                          <p:spTgt spid="17"/>
                                        </p:tgtEl>
                                        <p:attrNameLst>
                                          <p:attrName>style.visibility</p:attrName>
                                        </p:attrNameLst>
                                      </p:cBhvr>
                                      <p:to>
                                        <p:strVal val="visible"/>
                                      </p:to>
                                    </p:set>
                                    <p:animEffect transition="in" filter="fade">
                                      <p:cBhvr>
                                        <p:cTn id="17" dur="1000"/>
                                        <p:tgtEl>
                                          <p:spTgt spid="17"/>
                                        </p:tgtEl>
                                      </p:cBhvr>
                                    </p:animEffect>
                                  </p:childTnLst>
                                </p:cTn>
                              </p:par>
                            </p:childTnLst>
                          </p:cTn>
                        </p:par>
                      </p:childTnLst>
                    </p:cTn>
                  </p:par>
                  <p:par>
                    <p:cTn id="18" fill="hold">
                      <p:stCondLst>
                        <p:cond delay="indefinite"/>
                      </p:stCondLst>
                      <p:childTnLst>
                        <p:par>
                          <p:cTn id="19" fill="hold">
                            <p:stCondLst>
                              <p:cond delay="0"/>
                            </p:stCondLst>
                            <p:childTnLst>
                              <p:par>
                                <p:cTn id="20" presetID="22" presetClass="entr" presetSubtype="8" fill="hold" grpId="0" nodeType="clickEffect">
                                  <p:stCondLst>
                                    <p:cond delay="0"/>
                                  </p:stCondLst>
                                  <p:childTnLst>
                                    <p:set>
                                      <p:cBhvr>
                                        <p:cTn id="21" dur="1" fill="hold">
                                          <p:stCondLst>
                                            <p:cond delay="0"/>
                                          </p:stCondLst>
                                        </p:cTn>
                                        <p:tgtEl>
                                          <p:spTgt spid="7">
                                            <p:txEl>
                                              <p:pRg st="0" end="0"/>
                                            </p:txEl>
                                          </p:spTgt>
                                        </p:tgtEl>
                                        <p:attrNameLst>
                                          <p:attrName>style.visibility</p:attrName>
                                        </p:attrNameLst>
                                      </p:cBhvr>
                                      <p:to>
                                        <p:strVal val="visible"/>
                                      </p:to>
                                    </p:set>
                                    <p:animEffect transition="in" filter="wipe(left)">
                                      <p:cBhvr>
                                        <p:cTn id="22" dur="2000"/>
                                        <p:tgtEl>
                                          <p:spTgt spid="7">
                                            <p:txEl>
                                              <p:pRg st="0" end="0"/>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7" grpId="0" uiExpand="1" build="p"/>
      <p:bldP spid="20" grpId="0" uiExpand="1" build="p"/>
    </p:bldLst>
  </p:timing>
</p:sld>
</file>

<file path=ppt/slides/slide90.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4" name="Title 3">
            <a:extLst>
              <a:ext uri="{FF2B5EF4-FFF2-40B4-BE49-F238E27FC236}">
                <a16:creationId xmlns:a16="http://schemas.microsoft.com/office/drawing/2014/main" id="{12630251-0176-4E08-9A40-5821ACD1944C}"/>
              </a:ext>
            </a:extLst>
          </p:cNvPr>
          <p:cNvSpPr>
            <a:spLocks noGrp="1"/>
          </p:cNvSpPr>
          <p:nvPr>
            <p:ph type="title"/>
          </p:nvPr>
        </p:nvSpPr>
        <p:spPr/>
        <p:txBody>
          <a:bodyPr/>
          <a:lstStyle/>
          <a:p>
            <a:r>
              <a:rPr lang="en-GB" dirty="0"/>
              <a:t>Composite Key</a:t>
            </a:r>
          </a:p>
        </p:txBody>
      </p:sp>
      <p:grpSp>
        <p:nvGrpSpPr>
          <p:cNvPr id="10" name="Group 9">
            <a:extLst>
              <a:ext uri="{FF2B5EF4-FFF2-40B4-BE49-F238E27FC236}">
                <a16:creationId xmlns:a16="http://schemas.microsoft.com/office/drawing/2014/main" id="{1F565CB8-10B5-434D-9118-818C6E69EDA5}"/>
              </a:ext>
            </a:extLst>
          </p:cNvPr>
          <p:cNvGrpSpPr/>
          <p:nvPr/>
        </p:nvGrpSpPr>
        <p:grpSpPr>
          <a:xfrm>
            <a:off x="2067830" y="2193608"/>
            <a:ext cx="2569936" cy="2308324"/>
            <a:chOff x="7175028" y="1690688"/>
            <a:chExt cx="2569936" cy="2308324"/>
          </a:xfrm>
        </p:grpSpPr>
        <p:sp>
          <p:nvSpPr>
            <p:cNvPr id="11" name="TextBox 10">
              <a:extLst>
                <a:ext uri="{FF2B5EF4-FFF2-40B4-BE49-F238E27FC236}">
                  <a16:creationId xmlns:a16="http://schemas.microsoft.com/office/drawing/2014/main" id="{06B8E8D6-C037-4571-B1CB-E4BD14A48ED7}"/>
                </a:ext>
              </a:extLst>
            </p:cNvPr>
            <p:cNvSpPr txBox="1"/>
            <p:nvPr/>
          </p:nvSpPr>
          <p:spPr>
            <a:xfrm>
              <a:off x="7175030" y="1690688"/>
              <a:ext cx="2569934" cy="2308324"/>
            </a:xfrm>
            <a:prstGeom prst="rect">
              <a:avLst/>
            </a:prstGeom>
            <a:solidFill>
              <a:schemeClr val="accent3">
                <a:lumMod val="20000"/>
                <a:lumOff val="80000"/>
              </a:schemeClr>
            </a:solidFill>
            <a:ln>
              <a:solidFill>
                <a:schemeClr val="tx1"/>
              </a:solidFill>
            </a:ln>
          </p:spPr>
          <p:txBody>
            <a:bodyPr wrap="none" rtlCol="0">
              <a:spAutoFit/>
            </a:bodyPr>
            <a:lstStyle/>
            <a:p>
              <a:endParaRPr lang="en-GB" sz="3600" b="1" dirty="0"/>
            </a:p>
            <a:p>
              <a:r>
                <a:rPr lang="en-GB" sz="3600" dirty="0"/>
                <a:t>date</a:t>
              </a:r>
            </a:p>
            <a:p>
              <a:r>
                <a:rPr lang="en-GB" sz="3600" dirty="0"/>
                <a:t>time</a:t>
              </a:r>
            </a:p>
            <a:p>
              <a:r>
                <a:rPr lang="en-GB" sz="3600" dirty="0"/>
                <a:t>precipitation</a:t>
              </a:r>
            </a:p>
          </p:txBody>
        </p:sp>
        <p:sp>
          <p:nvSpPr>
            <p:cNvPr id="12" name="TextBox 11">
              <a:extLst>
                <a:ext uri="{FF2B5EF4-FFF2-40B4-BE49-F238E27FC236}">
                  <a16:creationId xmlns:a16="http://schemas.microsoft.com/office/drawing/2014/main" id="{F7586BB6-2057-4CF7-A670-A8A12468AEB7}"/>
                </a:ext>
              </a:extLst>
            </p:cNvPr>
            <p:cNvSpPr txBox="1"/>
            <p:nvPr/>
          </p:nvSpPr>
          <p:spPr>
            <a:xfrm>
              <a:off x="7175028" y="1690688"/>
              <a:ext cx="2569935" cy="646331"/>
            </a:xfrm>
            <a:prstGeom prst="rect">
              <a:avLst/>
            </a:prstGeom>
            <a:solidFill>
              <a:schemeClr val="bg2">
                <a:lumMod val="90000"/>
              </a:schemeClr>
            </a:solidFill>
            <a:ln>
              <a:solidFill>
                <a:schemeClr val="tx1"/>
              </a:solidFill>
            </a:ln>
          </p:spPr>
          <p:txBody>
            <a:bodyPr wrap="square" rtlCol="0">
              <a:spAutoFit/>
            </a:bodyPr>
            <a:lstStyle/>
            <a:p>
              <a:r>
                <a:rPr lang="en-GB" sz="3600" b="1" dirty="0"/>
                <a:t>Rainfall</a:t>
              </a:r>
            </a:p>
          </p:txBody>
        </p:sp>
      </p:grpSp>
    </p:spTree>
    <p:extLst>
      <p:ext uri="{BB962C8B-B14F-4D97-AF65-F5344CB8AC3E}">
        <p14:creationId xmlns:p14="http://schemas.microsoft.com/office/powerpoint/2010/main" val="1313493540"/>
      </p:ext>
    </p:extLst>
  </p:cSld>
  <p:clrMapOvr>
    <a:masterClrMapping/>
  </p:clrMapOvr>
</p:sld>
</file>

<file path=ppt/slides/slide9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2" name="Many to Many">
            <a:extLst>
              <a:ext uri="{FF2B5EF4-FFF2-40B4-BE49-F238E27FC236}">
                <a16:creationId xmlns:a16="http://schemas.microsoft.com/office/drawing/2014/main" id="{8DEFC1F2-EF4B-C1D0-C9B8-431797FDB08F}"/>
              </a:ext>
            </a:extLst>
          </p:cNvPr>
          <p:cNvGrpSpPr/>
          <p:nvPr/>
        </p:nvGrpSpPr>
        <p:grpSpPr>
          <a:xfrm>
            <a:off x="3268030" y="2148697"/>
            <a:ext cx="5503532" cy="359999"/>
            <a:chOff x="4414909" y="5300546"/>
            <a:chExt cx="3294790" cy="359999"/>
          </a:xfrm>
        </p:grpSpPr>
        <p:cxnSp>
          <p:nvCxnSpPr>
            <p:cNvPr id="3" name="Straight Connector 2">
              <a:extLst>
                <a:ext uri="{FF2B5EF4-FFF2-40B4-BE49-F238E27FC236}">
                  <a16:creationId xmlns:a16="http://schemas.microsoft.com/office/drawing/2014/main" id="{CCB18A4B-1901-DFFD-D4FC-44FF35D4DB13}"/>
                </a:ext>
              </a:extLst>
            </p:cNvPr>
            <p:cNvCxnSpPr/>
            <p:nvPr/>
          </p:nvCxnSpPr>
          <p:spPr>
            <a:xfrm>
              <a:off x="4414909" y="5489248"/>
              <a:ext cx="3275913" cy="0"/>
            </a:xfrm>
            <a:prstGeom prst="line">
              <a:avLst/>
            </a:prstGeom>
            <a:ln w="38100">
              <a:solidFill>
                <a:srgbClr val="FF0000"/>
              </a:solidFill>
            </a:ln>
          </p:spPr>
          <p:style>
            <a:lnRef idx="1">
              <a:schemeClr val="accent1"/>
            </a:lnRef>
            <a:fillRef idx="0">
              <a:schemeClr val="accent1"/>
            </a:fillRef>
            <a:effectRef idx="0">
              <a:schemeClr val="accent1"/>
            </a:effectRef>
            <a:fontRef idx="minor">
              <a:schemeClr val="tx1"/>
            </a:fontRef>
          </p:style>
        </p:cxnSp>
        <p:cxnSp>
          <p:nvCxnSpPr>
            <p:cNvPr id="7" name="Straight Connector 6">
              <a:extLst>
                <a:ext uri="{FF2B5EF4-FFF2-40B4-BE49-F238E27FC236}">
                  <a16:creationId xmlns:a16="http://schemas.microsoft.com/office/drawing/2014/main" id="{0A060E52-8238-E772-AF2F-EE65A370EACF}"/>
                </a:ext>
              </a:extLst>
            </p:cNvPr>
            <p:cNvCxnSpPr/>
            <p:nvPr/>
          </p:nvCxnSpPr>
          <p:spPr>
            <a:xfrm flipV="1">
              <a:off x="7391400" y="5300546"/>
              <a:ext cx="318299" cy="188701"/>
            </a:xfrm>
            <a:prstGeom prst="line">
              <a:avLst/>
            </a:prstGeom>
            <a:ln w="38100">
              <a:solidFill>
                <a:srgbClr val="FF0000"/>
              </a:solidFill>
            </a:ln>
          </p:spPr>
          <p:style>
            <a:lnRef idx="1">
              <a:schemeClr val="accent1"/>
            </a:lnRef>
            <a:fillRef idx="0">
              <a:schemeClr val="accent1"/>
            </a:fillRef>
            <a:effectRef idx="0">
              <a:schemeClr val="accent1"/>
            </a:effectRef>
            <a:fontRef idx="minor">
              <a:schemeClr val="tx1"/>
            </a:fontRef>
          </p:style>
        </p:cxnSp>
        <p:cxnSp>
          <p:nvCxnSpPr>
            <p:cNvPr id="8" name="Straight Connector 7">
              <a:extLst>
                <a:ext uri="{FF2B5EF4-FFF2-40B4-BE49-F238E27FC236}">
                  <a16:creationId xmlns:a16="http://schemas.microsoft.com/office/drawing/2014/main" id="{F6D044C9-B8E6-F69D-2BA5-A44AF409FD14}"/>
                </a:ext>
              </a:extLst>
            </p:cNvPr>
            <p:cNvCxnSpPr/>
            <p:nvPr/>
          </p:nvCxnSpPr>
          <p:spPr>
            <a:xfrm>
              <a:off x="7391400" y="5489247"/>
              <a:ext cx="318299" cy="171298"/>
            </a:xfrm>
            <a:prstGeom prst="line">
              <a:avLst/>
            </a:prstGeom>
            <a:ln w="38100">
              <a:solidFill>
                <a:srgbClr val="FF0000"/>
              </a:solidFill>
            </a:ln>
          </p:spPr>
          <p:style>
            <a:lnRef idx="1">
              <a:schemeClr val="accent1"/>
            </a:lnRef>
            <a:fillRef idx="0">
              <a:schemeClr val="accent1"/>
            </a:fillRef>
            <a:effectRef idx="0">
              <a:schemeClr val="accent1"/>
            </a:effectRef>
            <a:fontRef idx="minor">
              <a:schemeClr val="tx1"/>
            </a:fontRef>
          </p:style>
        </p:cxnSp>
      </p:grpSp>
      <p:sp>
        <p:nvSpPr>
          <p:cNvPr id="4" name="Title 3">
            <a:extLst>
              <a:ext uri="{FF2B5EF4-FFF2-40B4-BE49-F238E27FC236}">
                <a16:creationId xmlns:a16="http://schemas.microsoft.com/office/drawing/2014/main" id="{12630251-0176-4E08-9A40-5821ACD1944C}"/>
              </a:ext>
            </a:extLst>
          </p:cNvPr>
          <p:cNvSpPr>
            <a:spLocks noGrp="1"/>
          </p:cNvSpPr>
          <p:nvPr>
            <p:ph type="title"/>
          </p:nvPr>
        </p:nvSpPr>
        <p:spPr/>
        <p:txBody>
          <a:bodyPr/>
          <a:lstStyle/>
          <a:p>
            <a:r>
              <a:rPr lang="en-GB" dirty="0"/>
              <a:t>N5 Revision – Foreign Key</a:t>
            </a:r>
          </a:p>
        </p:txBody>
      </p:sp>
      <p:sp>
        <p:nvSpPr>
          <p:cNvPr id="12" name="TextBox 11">
            <a:extLst>
              <a:ext uri="{FF2B5EF4-FFF2-40B4-BE49-F238E27FC236}">
                <a16:creationId xmlns:a16="http://schemas.microsoft.com/office/drawing/2014/main" id="{04922DB4-E3E8-4CF4-A4E2-621E15D7DA29}"/>
              </a:ext>
            </a:extLst>
          </p:cNvPr>
          <p:cNvSpPr txBox="1"/>
          <p:nvPr/>
        </p:nvSpPr>
        <p:spPr>
          <a:xfrm>
            <a:off x="2342942" y="5856052"/>
            <a:ext cx="7496349" cy="646331"/>
          </a:xfrm>
          <a:prstGeom prst="rect">
            <a:avLst/>
          </a:prstGeom>
          <a:noFill/>
        </p:spPr>
        <p:txBody>
          <a:bodyPr wrap="square" rtlCol="0" anchor="ctr" anchorCtr="0">
            <a:spAutoFit/>
          </a:bodyPr>
          <a:lstStyle/>
          <a:p>
            <a:pPr algn="ctr"/>
            <a:r>
              <a:rPr lang="en-GB" sz="3600" b="1" dirty="0">
                <a:solidFill>
                  <a:srgbClr val="7030A0"/>
                </a:solidFill>
              </a:rPr>
              <a:t>FK at the many end of the relationship</a:t>
            </a:r>
          </a:p>
        </p:txBody>
      </p:sp>
      <p:sp>
        <p:nvSpPr>
          <p:cNvPr id="14" name="TextBox 13">
            <a:extLst>
              <a:ext uri="{FF2B5EF4-FFF2-40B4-BE49-F238E27FC236}">
                <a16:creationId xmlns:a16="http://schemas.microsoft.com/office/drawing/2014/main" id="{365A4904-DD2F-4FE6-BACB-463E7D0213EC}"/>
              </a:ext>
            </a:extLst>
          </p:cNvPr>
          <p:cNvSpPr txBox="1"/>
          <p:nvPr/>
        </p:nvSpPr>
        <p:spPr>
          <a:xfrm>
            <a:off x="5349097" y="1805477"/>
            <a:ext cx="1493807" cy="523220"/>
          </a:xfrm>
          <a:prstGeom prst="rect">
            <a:avLst/>
          </a:prstGeom>
          <a:noFill/>
        </p:spPr>
        <p:txBody>
          <a:bodyPr wrap="none" rtlCol="0">
            <a:spAutoFit/>
          </a:bodyPr>
          <a:lstStyle/>
          <a:p>
            <a:r>
              <a:rPr lang="en-GB" sz="2800" dirty="0"/>
              <a:t>educates</a:t>
            </a:r>
          </a:p>
        </p:txBody>
      </p:sp>
      <p:grpSp>
        <p:nvGrpSpPr>
          <p:cNvPr id="18" name="Group 17">
            <a:extLst>
              <a:ext uri="{FF2B5EF4-FFF2-40B4-BE49-F238E27FC236}">
                <a16:creationId xmlns:a16="http://schemas.microsoft.com/office/drawing/2014/main" id="{9B0A13DE-1279-4C56-8488-32B10C503456}"/>
              </a:ext>
            </a:extLst>
          </p:cNvPr>
          <p:cNvGrpSpPr/>
          <p:nvPr/>
        </p:nvGrpSpPr>
        <p:grpSpPr>
          <a:xfrm>
            <a:off x="1456099" y="1978068"/>
            <a:ext cx="1797287" cy="2862322"/>
            <a:chOff x="2197100" y="1720840"/>
            <a:chExt cx="1797287" cy="2862322"/>
          </a:xfrm>
        </p:grpSpPr>
        <p:sp>
          <p:nvSpPr>
            <p:cNvPr id="5" name="TextBox 4">
              <a:extLst>
                <a:ext uri="{FF2B5EF4-FFF2-40B4-BE49-F238E27FC236}">
                  <a16:creationId xmlns:a16="http://schemas.microsoft.com/office/drawing/2014/main" id="{9E8D577D-F9B0-4C26-95CB-954FFDF61DBD}"/>
                </a:ext>
              </a:extLst>
            </p:cNvPr>
            <p:cNvSpPr txBox="1"/>
            <p:nvPr/>
          </p:nvSpPr>
          <p:spPr>
            <a:xfrm>
              <a:off x="2197100" y="1720840"/>
              <a:ext cx="1797287" cy="2862322"/>
            </a:xfrm>
            <a:prstGeom prst="rect">
              <a:avLst/>
            </a:prstGeom>
            <a:solidFill>
              <a:schemeClr val="accent3">
                <a:lumMod val="20000"/>
                <a:lumOff val="80000"/>
              </a:schemeClr>
            </a:solidFill>
            <a:ln>
              <a:solidFill>
                <a:schemeClr val="tx1"/>
              </a:solidFill>
            </a:ln>
          </p:spPr>
          <p:txBody>
            <a:bodyPr wrap="none" rtlCol="0">
              <a:spAutoFit/>
            </a:bodyPr>
            <a:lstStyle/>
            <a:p>
              <a:r>
                <a:rPr lang="en-GB" sz="3600" b="1" dirty="0">
                  <a:highlight>
                    <a:srgbClr val="C0C0C0"/>
                  </a:highlight>
                </a:rPr>
                <a:t>   </a:t>
              </a:r>
            </a:p>
            <a:p>
              <a:r>
                <a:rPr lang="en-GB" sz="3600" u="sng" dirty="0" err="1"/>
                <a:t>schoolID</a:t>
              </a:r>
              <a:endParaRPr lang="en-GB" sz="3600" u="sng" dirty="0"/>
            </a:p>
            <a:p>
              <a:r>
                <a:rPr lang="en-GB" sz="3600" dirty="0"/>
                <a:t>name</a:t>
              </a:r>
            </a:p>
            <a:p>
              <a:r>
                <a:rPr lang="en-GB" sz="3600" dirty="0"/>
                <a:t>address</a:t>
              </a:r>
            </a:p>
            <a:p>
              <a:r>
                <a:rPr lang="en-GB" sz="3600" dirty="0"/>
                <a:t>phone</a:t>
              </a:r>
            </a:p>
          </p:txBody>
        </p:sp>
        <p:sp>
          <p:nvSpPr>
            <p:cNvPr id="16" name="TextBox 15">
              <a:extLst>
                <a:ext uri="{FF2B5EF4-FFF2-40B4-BE49-F238E27FC236}">
                  <a16:creationId xmlns:a16="http://schemas.microsoft.com/office/drawing/2014/main" id="{376D26D0-231A-4B18-94C4-B630246DF9C8}"/>
                </a:ext>
              </a:extLst>
            </p:cNvPr>
            <p:cNvSpPr txBox="1"/>
            <p:nvPr/>
          </p:nvSpPr>
          <p:spPr>
            <a:xfrm>
              <a:off x="2197100" y="1720840"/>
              <a:ext cx="1797287" cy="646331"/>
            </a:xfrm>
            <a:prstGeom prst="rect">
              <a:avLst/>
            </a:prstGeom>
            <a:solidFill>
              <a:schemeClr val="bg2">
                <a:lumMod val="90000"/>
              </a:schemeClr>
            </a:solidFill>
            <a:ln>
              <a:solidFill>
                <a:schemeClr val="tx1"/>
              </a:solidFill>
            </a:ln>
          </p:spPr>
          <p:txBody>
            <a:bodyPr wrap="square" rtlCol="0">
              <a:spAutoFit/>
            </a:bodyPr>
            <a:lstStyle/>
            <a:p>
              <a:r>
                <a:rPr lang="en-GB" sz="3600" b="1" dirty="0"/>
                <a:t>School</a:t>
              </a:r>
            </a:p>
          </p:txBody>
        </p:sp>
      </p:grpSp>
      <p:grpSp>
        <p:nvGrpSpPr>
          <p:cNvPr id="19" name="Group 18">
            <a:extLst>
              <a:ext uri="{FF2B5EF4-FFF2-40B4-BE49-F238E27FC236}">
                <a16:creationId xmlns:a16="http://schemas.microsoft.com/office/drawing/2014/main" id="{1F565CB8-10B5-434D-9118-818C6E69EDA5}"/>
              </a:ext>
            </a:extLst>
          </p:cNvPr>
          <p:cNvGrpSpPr/>
          <p:nvPr/>
        </p:nvGrpSpPr>
        <p:grpSpPr>
          <a:xfrm>
            <a:off x="8734456" y="1978068"/>
            <a:ext cx="2016000" cy="2862322"/>
            <a:chOff x="7175029" y="1690688"/>
            <a:chExt cx="2016000" cy="2862322"/>
          </a:xfrm>
        </p:grpSpPr>
        <p:sp>
          <p:nvSpPr>
            <p:cNvPr id="6" name="TextBox 5">
              <a:extLst>
                <a:ext uri="{FF2B5EF4-FFF2-40B4-BE49-F238E27FC236}">
                  <a16:creationId xmlns:a16="http://schemas.microsoft.com/office/drawing/2014/main" id="{06B8E8D6-C037-4571-B1CB-E4BD14A48ED7}"/>
                </a:ext>
              </a:extLst>
            </p:cNvPr>
            <p:cNvSpPr txBox="1"/>
            <p:nvPr/>
          </p:nvSpPr>
          <p:spPr>
            <a:xfrm>
              <a:off x="7175029" y="1690688"/>
              <a:ext cx="2016000" cy="2862322"/>
            </a:xfrm>
            <a:prstGeom prst="rect">
              <a:avLst/>
            </a:prstGeom>
            <a:solidFill>
              <a:schemeClr val="accent3">
                <a:lumMod val="20000"/>
                <a:lumOff val="80000"/>
              </a:schemeClr>
            </a:solidFill>
            <a:ln>
              <a:solidFill>
                <a:schemeClr val="tx1"/>
              </a:solidFill>
            </a:ln>
          </p:spPr>
          <p:txBody>
            <a:bodyPr wrap="none" rtlCol="0">
              <a:spAutoFit/>
            </a:bodyPr>
            <a:lstStyle/>
            <a:p>
              <a:endParaRPr lang="en-GB" sz="3600" b="1" dirty="0"/>
            </a:p>
            <a:p>
              <a:r>
                <a:rPr lang="en-GB" sz="3600" u="sng" dirty="0" err="1"/>
                <a:t>pupilID</a:t>
              </a:r>
              <a:endParaRPr lang="en-GB" sz="3600" u="sng" dirty="0"/>
            </a:p>
            <a:p>
              <a:r>
                <a:rPr lang="en-GB" sz="3600" dirty="0"/>
                <a:t>name</a:t>
              </a:r>
            </a:p>
            <a:p>
              <a:r>
                <a:rPr lang="en-GB" sz="3600" dirty="0"/>
                <a:t>dob</a:t>
              </a:r>
            </a:p>
            <a:p>
              <a:r>
                <a:rPr lang="en-GB" sz="3600" dirty="0"/>
                <a:t>transport</a:t>
              </a:r>
            </a:p>
          </p:txBody>
        </p:sp>
        <p:sp>
          <p:nvSpPr>
            <p:cNvPr id="17" name="TextBox 16">
              <a:extLst>
                <a:ext uri="{FF2B5EF4-FFF2-40B4-BE49-F238E27FC236}">
                  <a16:creationId xmlns:a16="http://schemas.microsoft.com/office/drawing/2014/main" id="{F7586BB6-2057-4CF7-A670-A8A12468AEB7}"/>
                </a:ext>
              </a:extLst>
            </p:cNvPr>
            <p:cNvSpPr txBox="1"/>
            <p:nvPr/>
          </p:nvSpPr>
          <p:spPr>
            <a:xfrm>
              <a:off x="7175029" y="1690688"/>
              <a:ext cx="2016000" cy="646331"/>
            </a:xfrm>
            <a:prstGeom prst="rect">
              <a:avLst/>
            </a:prstGeom>
            <a:solidFill>
              <a:schemeClr val="bg2">
                <a:lumMod val="90000"/>
              </a:schemeClr>
            </a:solidFill>
            <a:ln>
              <a:solidFill>
                <a:schemeClr val="tx1"/>
              </a:solidFill>
            </a:ln>
          </p:spPr>
          <p:txBody>
            <a:bodyPr wrap="square" rtlCol="0">
              <a:spAutoFit/>
            </a:bodyPr>
            <a:lstStyle/>
            <a:p>
              <a:r>
                <a:rPr lang="en-GB" sz="3600" b="1" dirty="0"/>
                <a:t>Pupil</a:t>
              </a:r>
            </a:p>
          </p:txBody>
        </p:sp>
      </p:grpSp>
      <p:sp>
        <p:nvSpPr>
          <p:cNvPr id="22" name="TextBox 21">
            <a:extLst>
              <a:ext uri="{FF2B5EF4-FFF2-40B4-BE49-F238E27FC236}">
                <a16:creationId xmlns:a16="http://schemas.microsoft.com/office/drawing/2014/main" id="{42F83827-384D-43B4-AAE0-51B1DF4B7C1B}"/>
              </a:ext>
            </a:extLst>
          </p:cNvPr>
          <p:cNvSpPr txBox="1"/>
          <p:nvPr/>
        </p:nvSpPr>
        <p:spPr>
          <a:xfrm>
            <a:off x="4192105" y="3653464"/>
            <a:ext cx="3798025" cy="1200329"/>
          </a:xfrm>
          <a:prstGeom prst="rect">
            <a:avLst/>
          </a:prstGeom>
          <a:noFill/>
        </p:spPr>
        <p:txBody>
          <a:bodyPr wrap="square" rtlCol="0">
            <a:spAutoFit/>
          </a:bodyPr>
          <a:lstStyle/>
          <a:p>
            <a:pPr algn="ctr"/>
            <a:r>
              <a:rPr lang="en-GB" sz="3600" dirty="0">
                <a:solidFill>
                  <a:srgbClr val="7030A0"/>
                </a:solidFill>
              </a:rPr>
              <a:t>Where should the Foreign Key go?</a:t>
            </a:r>
          </a:p>
        </p:txBody>
      </p:sp>
      <p:grpSp>
        <p:nvGrpSpPr>
          <p:cNvPr id="24" name="Group 23">
            <a:extLst>
              <a:ext uri="{FF2B5EF4-FFF2-40B4-BE49-F238E27FC236}">
                <a16:creationId xmlns:a16="http://schemas.microsoft.com/office/drawing/2014/main" id="{B3DF221B-C6A2-6FA7-48E2-C0A032EFC0E0}"/>
              </a:ext>
            </a:extLst>
          </p:cNvPr>
          <p:cNvGrpSpPr/>
          <p:nvPr/>
        </p:nvGrpSpPr>
        <p:grpSpPr>
          <a:xfrm>
            <a:off x="8738664" y="1978068"/>
            <a:ext cx="2016002" cy="3416320"/>
            <a:chOff x="7175028" y="1690688"/>
            <a:chExt cx="2016002" cy="3416320"/>
          </a:xfrm>
        </p:grpSpPr>
        <p:sp>
          <p:nvSpPr>
            <p:cNvPr id="25" name="TextBox 24">
              <a:extLst>
                <a:ext uri="{FF2B5EF4-FFF2-40B4-BE49-F238E27FC236}">
                  <a16:creationId xmlns:a16="http://schemas.microsoft.com/office/drawing/2014/main" id="{1AFBB813-144C-D1E5-6A0E-2EE81C1E5136}"/>
                </a:ext>
              </a:extLst>
            </p:cNvPr>
            <p:cNvSpPr txBox="1"/>
            <p:nvPr/>
          </p:nvSpPr>
          <p:spPr>
            <a:xfrm>
              <a:off x="7175030" y="1690688"/>
              <a:ext cx="2016000" cy="3416320"/>
            </a:xfrm>
            <a:prstGeom prst="rect">
              <a:avLst/>
            </a:prstGeom>
            <a:solidFill>
              <a:schemeClr val="accent3">
                <a:lumMod val="20000"/>
                <a:lumOff val="80000"/>
              </a:schemeClr>
            </a:solidFill>
            <a:ln>
              <a:solidFill>
                <a:schemeClr val="tx1"/>
              </a:solidFill>
            </a:ln>
          </p:spPr>
          <p:txBody>
            <a:bodyPr wrap="none" rtlCol="0">
              <a:spAutoFit/>
            </a:bodyPr>
            <a:lstStyle/>
            <a:p>
              <a:endParaRPr lang="en-GB" sz="3600" b="1" dirty="0"/>
            </a:p>
            <a:p>
              <a:r>
                <a:rPr lang="en-GB" sz="3600" u="sng" dirty="0" err="1"/>
                <a:t>pupilID</a:t>
              </a:r>
              <a:endParaRPr lang="en-GB" sz="3600" u="sng" dirty="0"/>
            </a:p>
            <a:p>
              <a:r>
                <a:rPr lang="en-GB" sz="3600" dirty="0"/>
                <a:t>name</a:t>
              </a:r>
            </a:p>
            <a:p>
              <a:r>
                <a:rPr lang="en-GB" sz="3600" dirty="0"/>
                <a:t>dob</a:t>
              </a:r>
            </a:p>
            <a:p>
              <a:r>
                <a:rPr lang="en-GB" sz="3600" dirty="0"/>
                <a:t>transport</a:t>
              </a:r>
            </a:p>
            <a:p>
              <a:r>
                <a:rPr lang="en-GB" sz="3600" dirty="0" err="1">
                  <a:solidFill>
                    <a:srgbClr val="FF0000"/>
                  </a:solidFill>
                </a:rPr>
                <a:t>schoolID</a:t>
              </a:r>
              <a:r>
                <a:rPr lang="en-GB" sz="3600" dirty="0">
                  <a:solidFill>
                    <a:srgbClr val="FF0000"/>
                  </a:solidFill>
                </a:rPr>
                <a:t>*</a:t>
              </a:r>
            </a:p>
          </p:txBody>
        </p:sp>
        <p:sp>
          <p:nvSpPr>
            <p:cNvPr id="26" name="TextBox 25">
              <a:extLst>
                <a:ext uri="{FF2B5EF4-FFF2-40B4-BE49-F238E27FC236}">
                  <a16:creationId xmlns:a16="http://schemas.microsoft.com/office/drawing/2014/main" id="{7C4E9CC6-AB7C-D903-FDFB-0C1AD87715C6}"/>
                </a:ext>
              </a:extLst>
            </p:cNvPr>
            <p:cNvSpPr txBox="1"/>
            <p:nvPr/>
          </p:nvSpPr>
          <p:spPr>
            <a:xfrm>
              <a:off x="7175028" y="1690688"/>
              <a:ext cx="2016000" cy="646331"/>
            </a:xfrm>
            <a:prstGeom prst="rect">
              <a:avLst/>
            </a:prstGeom>
            <a:solidFill>
              <a:schemeClr val="bg2">
                <a:lumMod val="90000"/>
              </a:schemeClr>
            </a:solidFill>
            <a:ln>
              <a:solidFill>
                <a:schemeClr val="tx1"/>
              </a:solidFill>
            </a:ln>
          </p:spPr>
          <p:txBody>
            <a:bodyPr wrap="square" rtlCol="0">
              <a:spAutoFit/>
            </a:bodyPr>
            <a:lstStyle/>
            <a:p>
              <a:r>
                <a:rPr lang="en-GB" sz="3600" b="1" dirty="0"/>
                <a:t>Pupil</a:t>
              </a:r>
            </a:p>
          </p:txBody>
        </p:sp>
      </p:grpSp>
    </p:spTree>
    <p:extLst>
      <p:ext uri="{BB962C8B-B14F-4D97-AF65-F5344CB8AC3E}">
        <p14:creationId xmlns:p14="http://schemas.microsoft.com/office/powerpoint/2010/main" val="2021259202"/>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18"/>
                                        </p:tgtEl>
                                        <p:attrNameLst>
                                          <p:attrName>style.visibility</p:attrName>
                                        </p:attrNameLst>
                                      </p:cBhvr>
                                      <p:to>
                                        <p:strVal val="visible"/>
                                      </p:to>
                                    </p:set>
                                    <p:animEffect transition="in" filter="fade">
                                      <p:cBhvr>
                                        <p:cTn id="7" dur="1000"/>
                                        <p:tgtEl>
                                          <p:spTgt spid="18"/>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nodeType="clickEffect">
                                  <p:stCondLst>
                                    <p:cond delay="0"/>
                                  </p:stCondLst>
                                  <p:childTnLst>
                                    <p:set>
                                      <p:cBhvr>
                                        <p:cTn id="11" dur="1" fill="hold">
                                          <p:stCondLst>
                                            <p:cond delay="0"/>
                                          </p:stCondLst>
                                        </p:cTn>
                                        <p:tgtEl>
                                          <p:spTgt spid="19"/>
                                        </p:tgtEl>
                                        <p:attrNameLst>
                                          <p:attrName>style.visibility</p:attrName>
                                        </p:attrNameLst>
                                      </p:cBhvr>
                                      <p:to>
                                        <p:strVal val="visible"/>
                                      </p:to>
                                    </p:set>
                                    <p:animEffect transition="in" filter="fade">
                                      <p:cBhvr>
                                        <p:cTn id="12" dur="1000"/>
                                        <p:tgtEl>
                                          <p:spTgt spid="19"/>
                                        </p:tgtEl>
                                      </p:cBhvr>
                                    </p:animEffect>
                                  </p:childTnLst>
                                </p:cTn>
                              </p:par>
                            </p:childTnLst>
                          </p:cTn>
                        </p:par>
                      </p:childTnLst>
                    </p:cTn>
                  </p:par>
                  <p:par>
                    <p:cTn id="13" fill="hold">
                      <p:stCondLst>
                        <p:cond delay="indefinite"/>
                      </p:stCondLst>
                      <p:childTnLst>
                        <p:par>
                          <p:cTn id="14" fill="hold">
                            <p:stCondLst>
                              <p:cond delay="0"/>
                            </p:stCondLst>
                            <p:childTnLst>
                              <p:par>
                                <p:cTn id="15" presetID="22" presetClass="entr" presetSubtype="8" fill="hold" grpId="0" nodeType="clickEffect">
                                  <p:stCondLst>
                                    <p:cond delay="0"/>
                                  </p:stCondLst>
                                  <p:childTnLst>
                                    <p:set>
                                      <p:cBhvr>
                                        <p:cTn id="16" dur="1" fill="hold">
                                          <p:stCondLst>
                                            <p:cond delay="0"/>
                                          </p:stCondLst>
                                        </p:cTn>
                                        <p:tgtEl>
                                          <p:spTgt spid="14"/>
                                        </p:tgtEl>
                                        <p:attrNameLst>
                                          <p:attrName>style.visibility</p:attrName>
                                        </p:attrNameLst>
                                      </p:cBhvr>
                                      <p:to>
                                        <p:strVal val="visible"/>
                                      </p:to>
                                    </p:set>
                                    <p:animEffect transition="in" filter="wipe(left)">
                                      <p:cBhvr>
                                        <p:cTn id="17" dur="1000"/>
                                        <p:tgtEl>
                                          <p:spTgt spid="14"/>
                                        </p:tgtEl>
                                      </p:cBhvr>
                                    </p:animEffect>
                                  </p:childTnLst>
                                </p:cTn>
                              </p:par>
                            </p:childTnLst>
                          </p:cTn>
                        </p:par>
                      </p:childTnLst>
                    </p:cTn>
                  </p:par>
                  <p:par>
                    <p:cTn id="18" fill="hold">
                      <p:stCondLst>
                        <p:cond delay="indefinite"/>
                      </p:stCondLst>
                      <p:childTnLst>
                        <p:par>
                          <p:cTn id="19" fill="hold">
                            <p:stCondLst>
                              <p:cond delay="0"/>
                            </p:stCondLst>
                            <p:childTnLst>
                              <p:par>
                                <p:cTn id="20" presetID="22" presetClass="entr" presetSubtype="8" fill="hold" nodeType="clickEffect">
                                  <p:stCondLst>
                                    <p:cond delay="0"/>
                                  </p:stCondLst>
                                  <p:childTnLst>
                                    <p:set>
                                      <p:cBhvr>
                                        <p:cTn id="21" dur="1" fill="hold">
                                          <p:stCondLst>
                                            <p:cond delay="0"/>
                                          </p:stCondLst>
                                        </p:cTn>
                                        <p:tgtEl>
                                          <p:spTgt spid="2"/>
                                        </p:tgtEl>
                                        <p:attrNameLst>
                                          <p:attrName>style.visibility</p:attrName>
                                        </p:attrNameLst>
                                      </p:cBhvr>
                                      <p:to>
                                        <p:strVal val="visible"/>
                                      </p:to>
                                    </p:set>
                                    <p:animEffect transition="in" filter="wipe(left)">
                                      <p:cBhvr>
                                        <p:cTn id="22" dur="1500"/>
                                        <p:tgtEl>
                                          <p:spTgt spid="2"/>
                                        </p:tgtEl>
                                      </p:cBhvr>
                                    </p:animEffect>
                                  </p:childTnLst>
                                </p:cTn>
                              </p:par>
                            </p:childTnLst>
                          </p:cTn>
                        </p:par>
                      </p:childTnLst>
                    </p:cTn>
                  </p:par>
                  <p:par>
                    <p:cTn id="23" fill="hold">
                      <p:stCondLst>
                        <p:cond delay="indefinite"/>
                      </p:stCondLst>
                      <p:childTnLst>
                        <p:par>
                          <p:cTn id="24" fill="hold">
                            <p:stCondLst>
                              <p:cond delay="0"/>
                            </p:stCondLst>
                            <p:childTnLst>
                              <p:par>
                                <p:cTn id="25" presetID="22" presetClass="entr" presetSubtype="8" fill="hold" grpId="0" nodeType="clickEffect">
                                  <p:stCondLst>
                                    <p:cond delay="0"/>
                                  </p:stCondLst>
                                  <p:childTnLst>
                                    <p:set>
                                      <p:cBhvr>
                                        <p:cTn id="26" dur="1" fill="hold">
                                          <p:stCondLst>
                                            <p:cond delay="0"/>
                                          </p:stCondLst>
                                        </p:cTn>
                                        <p:tgtEl>
                                          <p:spTgt spid="22">
                                            <p:txEl>
                                              <p:pRg st="0" end="0"/>
                                            </p:txEl>
                                          </p:spTgt>
                                        </p:tgtEl>
                                        <p:attrNameLst>
                                          <p:attrName>style.visibility</p:attrName>
                                        </p:attrNameLst>
                                      </p:cBhvr>
                                      <p:to>
                                        <p:strVal val="visible"/>
                                      </p:to>
                                    </p:set>
                                    <p:animEffect transition="in" filter="wipe(left)">
                                      <p:cBhvr>
                                        <p:cTn id="27" dur="2000"/>
                                        <p:tgtEl>
                                          <p:spTgt spid="22">
                                            <p:txEl>
                                              <p:pRg st="0" end="0"/>
                                            </p:txEl>
                                          </p:spTgt>
                                        </p:tgtEl>
                                      </p:cBhvr>
                                    </p:animEffect>
                                  </p:childTnLst>
                                </p:cTn>
                              </p:par>
                            </p:childTnLst>
                          </p:cTn>
                        </p:par>
                      </p:childTnLst>
                    </p:cTn>
                  </p:par>
                  <p:par>
                    <p:cTn id="28" fill="hold">
                      <p:stCondLst>
                        <p:cond delay="indefinite"/>
                      </p:stCondLst>
                      <p:childTnLst>
                        <p:par>
                          <p:cTn id="29" fill="hold">
                            <p:stCondLst>
                              <p:cond delay="0"/>
                            </p:stCondLst>
                            <p:childTnLst>
                              <p:par>
                                <p:cTn id="30" presetID="22" presetClass="entr" presetSubtype="8" fill="hold" grpId="0" nodeType="clickEffect">
                                  <p:stCondLst>
                                    <p:cond delay="0"/>
                                  </p:stCondLst>
                                  <p:childTnLst>
                                    <p:set>
                                      <p:cBhvr>
                                        <p:cTn id="31" dur="1" fill="hold">
                                          <p:stCondLst>
                                            <p:cond delay="0"/>
                                          </p:stCondLst>
                                        </p:cTn>
                                        <p:tgtEl>
                                          <p:spTgt spid="12">
                                            <p:txEl>
                                              <p:pRg st="0" end="0"/>
                                            </p:txEl>
                                          </p:spTgt>
                                        </p:tgtEl>
                                        <p:attrNameLst>
                                          <p:attrName>style.visibility</p:attrName>
                                        </p:attrNameLst>
                                      </p:cBhvr>
                                      <p:to>
                                        <p:strVal val="visible"/>
                                      </p:to>
                                    </p:set>
                                    <p:animEffect transition="in" filter="wipe(left)">
                                      <p:cBhvr>
                                        <p:cTn id="32" dur="2000"/>
                                        <p:tgtEl>
                                          <p:spTgt spid="12">
                                            <p:txEl>
                                              <p:pRg st="0" end="0"/>
                                            </p:txEl>
                                          </p:spTgt>
                                        </p:tgtEl>
                                      </p:cBhvr>
                                    </p:animEffect>
                                  </p:childTnLst>
                                </p:cTn>
                              </p:par>
                            </p:childTnLst>
                          </p:cTn>
                        </p:par>
                      </p:childTnLst>
                    </p:cTn>
                  </p:par>
                  <p:par>
                    <p:cTn id="33" fill="hold">
                      <p:stCondLst>
                        <p:cond delay="indefinite"/>
                      </p:stCondLst>
                      <p:childTnLst>
                        <p:par>
                          <p:cTn id="34" fill="hold">
                            <p:stCondLst>
                              <p:cond delay="0"/>
                            </p:stCondLst>
                            <p:childTnLst>
                              <p:par>
                                <p:cTn id="35" presetID="10" presetClass="entr" presetSubtype="0" fill="hold" nodeType="clickEffect">
                                  <p:stCondLst>
                                    <p:cond delay="0"/>
                                  </p:stCondLst>
                                  <p:childTnLst>
                                    <p:set>
                                      <p:cBhvr>
                                        <p:cTn id="36" dur="1" fill="hold">
                                          <p:stCondLst>
                                            <p:cond delay="0"/>
                                          </p:stCondLst>
                                        </p:cTn>
                                        <p:tgtEl>
                                          <p:spTgt spid="24"/>
                                        </p:tgtEl>
                                        <p:attrNameLst>
                                          <p:attrName>style.visibility</p:attrName>
                                        </p:attrNameLst>
                                      </p:cBhvr>
                                      <p:to>
                                        <p:strVal val="visible"/>
                                      </p:to>
                                    </p:set>
                                    <p:animEffect transition="in" filter="fade">
                                      <p:cBhvr>
                                        <p:cTn id="37" dur="1000"/>
                                        <p:tgtEl>
                                          <p:spTgt spid="24"/>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2" grpId="0" uiExpand="1" build="p"/>
      <p:bldP spid="14" grpId="0"/>
      <p:bldP spid="22" grpId="0" uiExpand="1" build="p"/>
    </p:bldLst>
  </p:timing>
</p:sld>
</file>

<file path=ppt/slides/slide92.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4" name="Title 3">
            <a:extLst>
              <a:ext uri="{FF2B5EF4-FFF2-40B4-BE49-F238E27FC236}">
                <a16:creationId xmlns:a16="http://schemas.microsoft.com/office/drawing/2014/main" id="{12630251-0176-4E08-9A40-5821ACD1944C}"/>
              </a:ext>
            </a:extLst>
          </p:cNvPr>
          <p:cNvSpPr>
            <a:spLocks noGrp="1"/>
          </p:cNvSpPr>
          <p:nvPr>
            <p:ph type="title"/>
          </p:nvPr>
        </p:nvSpPr>
        <p:spPr/>
        <p:txBody>
          <a:bodyPr/>
          <a:lstStyle/>
          <a:p>
            <a:r>
              <a:rPr lang="en-GB" dirty="0"/>
              <a:t>N5 Revision – Foreign Key</a:t>
            </a:r>
          </a:p>
        </p:txBody>
      </p:sp>
      <p:grpSp>
        <p:nvGrpSpPr>
          <p:cNvPr id="18" name="Group 17">
            <a:extLst>
              <a:ext uri="{FF2B5EF4-FFF2-40B4-BE49-F238E27FC236}">
                <a16:creationId xmlns:a16="http://schemas.microsoft.com/office/drawing/2014/main" id="{9B0A13DE-1279-4C56-8488-32B10C503456}"/>
              </a:ext>
            </a:extLst>
          </p:cNvPr>
          <p:cNvGrpSpPr/>
          <p:nvPr/>
        </p:nvGrpSpPr>
        <p:grpSpPr>
          <a:xfrm>
            <a:off x="1456099" y="1978068"/>
            <a:ext cx="1797287" cy="2862322"/>
            <a:chOff x="2197100" y="1720840"/>
            <a:chExt cx="1797287" cy="2862322"/>
          </a:xfrm>
        </p:grpSpPr>
        <p:sp>
          <p:nvSpPr>
            <p:cNvPr id="5" name="TextBox 4">
              <a:extLst>
                <a:ext uri="{FF2B5EF4-FFF2-40B4-BE49-F238E27FC236}">
                  <a16:creationId xmlns:a16="http://schemas.microsoft.com/office/drawing/2014/main" id="{9E8D577D-F9B0-4C26-95CB-954FFDF61DBD}"/>
                </a:ext>
              </a:extLst>
            </p:cNvPr>
            <p:cNvSpPr txBox="1"/>
            <p:nvPr/>
          </p:nvSpPr>
          <p:spPr>
            <a:xfrm>
              <a:off x="2197100" y="1720840"/>
              <a:ext cx="1797287" cy="2862322"/>
            </a:xfrm>
            <a:prstGeom prst="rect">
              <a:avLst/>
            </a:prstGeom>
            <a:solidFill>
              <a:schemeClr val="accent3">
                <a:lumMod val="20000"/>
                <a:lumOff val="80000"/>
              </a:schemeClr>
            </a:solidFill>
            <a:ln>
              <a:solidFill>
                <a:schemeClr val="tx1"/>
              </a:solidFill>
            </a:ln>
          </p:spPr>
          <p:txBody>
            <a:bodyPr wrap="none" rtlCol="0">
              <a:spAutoFit/>
            </a:bodyPr>
            <a:lstStyle/>
            <a:p>
              <a:r>
                <a:rPr lang="en-GB" sz="3600" b="1" dirty="0">
                  <a:highlight>
                    <a:srgbClr val="C0C0C0"/>
                  </a:highlight>
                </a:rPr>
                <a:t>   </a:t>
              </a:r>
            </a:p>
            <a:p>
              <a:r>
                <a:rPr lang="en-GB" sz="3600" u="sng" dirty="0" err="1"/>
                <a:t>schoolID</a:t>
              </a:r>
              <a:endParaRPr lang="en-GB" sz="3600" u="sng" dirty="0"/>
            </a:p>
            <a:p>
              <a:r>
                <a:rPr lang="en-GB" sz="3600" dirty="0"/>
                <a:t>name</a:t>
              </a:r>
            </a:p>
            <a:p>
              <a:r>
                <a:rPr lang="en-GB" sz="3600" dirty="0"/>
                <a:t>address</a:t>
              </a:r>
            </a:p>
            <a:p>
              <a:r>
                <a:rPr lang="en-GB" sz="3600" dirty="0"/>
                <a:t>phone</a:t>
              </a:r>
            </a:p>
          </p:txBody>
        </p:sp>
        <p:sp>
          <p:nvSpPr>
            <p:cNvPr id="16" name="TextBox 15">
              <a:extLst>
                <a:ext uri="{FF2B5EF4-FFF2-40B4-BE49-F238E27FC236}">
                  <a16:creationId xmlns:a16="http://schemas.microsoft.com/office/drawing/2014/main" id="{376D26D0-231A-4B18-94C4-B630246DF9C8}"/>
                </a:ext>
              </a:extLst>
            </p:cNvPr>
            <p:cNvSpPr txBox="1"/>
            <p:nvPr/>
          </p:nvSpPr>
          <p:spPr>
            <a:xfrm>
              <a:off x="2197100" y="1720840"/>
              <a:ext cx="1797287" cy="646331"/>
            </a:xfrm>
            <a:prstGeom prst="rect">
              <a:avLst/>
            </a:prstGeom>
            <a:solidFill>
              <a:schemeClr val="bg2">
                <a:lumMod val="90000"/>
              </a:schemeClr>
            </a:solidFill>
            <a:ln>
              <a:solidFill>
                <a:schemeClr val="tx1"/>
              </a:solidFill>
            </a:ln>
          </p:spPr>
          <p:txBody>
            <a:bodyPr wrap="square" rtlCol="0">
              <a:spAutoFit/>
            </a:bodyPr>
            <a:lstStyle/>
            <a:p>
              <a:r>
                <a:rPr lang="en-GB" sz="3600" b="1" dirty="0"/>
                <a:t>School</a:t>
              </a:r>
            </a:p>
          </p:txBody>
        </p:sp>
      </p:grpSp>
      <p:grpSp>
        <p:nvGrpSpPr>
          <p:cNvPr id="19" name="Group 18">
            <a:extLst>
              <a:ext uri="{FF2B5EF4-FFF2-40B4-BE49-F238E27FC236}">
                <a16:creationId xmlns:a16="http://schemas.microsoft.com/office/drawing/2014/main" id="{1F565CB8-10B5-434D-9118-818C6E69EDA5}"/>
              </a:ext>
            </a:extLst>
          </p:cNvPr>
          <p:cNvGrpSpPr/>
          <p:nvPr/>
        </p:nvGrpSpPr>
        <p:grpSpPr>
          <a:xfrm>
            <a:off x="8762167" y="1978068"/>
            <a:ext cx="2160000" cy="3416320"/>
            <a:chOff x="7175029" y="1690688"/>
            <a:chExt cx="2160000" cy="3416320"/>
          </a:xfrm>
        </p:grpSpPr>
        <p:sp>
          <p:nvSpPr>
            <p:cNvPr id="6" name="TextBox 5">
              <a:extLst>
                <a:ext uri="{FF2B5EF4-FFF2-40B4-BE49-F238E27FC236}">
                  <a16:creationId xmlns:a16="http://schemas.microsoft.com/office/drawing/2014/main" id="{06B8E8D6-C037-4571-B1CB-E4BD14A48ED7}"/>
                </a:ext>
              </a:extLst>
            </p:cNvPr>
            <p:cNvSpPr txBox="1"/>
            <p:nvPr/>
          </p:nvSpPr>
          <p:spPr>
            <a:xfrm>
              <a:off x="7175029" y="1690688"/>
              <a:ext cx="2160000" cy="3416320"/>
            </a:xfrm>
            <a:prstGeom prst="rect">
              <a:avLst/>
            </a:prstGeom>
            <a:solidFill>
              <a:schemeClr val="accent3">
                <a:lumMod val="20000"/>
                <a:lumOff val="80000"/>
              </a:schemeClr>
            </a:solidFill>
            <a:ln>
              <a:solidFill>
                <a:schemeClr val="tx1"/>
              </a:solidFill>
            </a:ln>
          </p:spPr>
          <p:txBody>
            <a:bodyPr wrap="none" rtlCol="0">
              <a:spAutoFit/>
            </a:bodyPr>
            <a:lstStyle/>
            <a:p>
              <a:endParaRPr lang="en-GB" sz="3600" b="1" dirty="0"/>
            </a:p>
            <a:p>
              <a:r>
                <a:rPr lang="en-GB" sz="3600" u="sng" dirty="0" err="1"/>
                <a:t>pupilID</a:t>
              </a:r>
              <a:endParaRPr lang="en-GB" sz="3600" u="sng" dirty="0"/>
            </a:p>
            <a:p>
              <a:r>
                <a:rPr lang="en-GB" sz="3600" dirty="0"/>
                <a:t>name</a:t>
              </a:r>
            </a:p>
            <a:p>
              <a:r>
                <a:rPr lang="en-GB" sz="3600" dirty="0"/>
                <a:t>dob</a:t>
              </a:r>
            </a:p>
            <a:p>
              <a:r>
                <a:rPr lang="en-GB" sz="3600" dirty="0"/>
                <a:t>transport</a:t>
              </a:r>
            </a:p>
            <a:p>
              <a:endParaRPr lang="en-GB" sz="3600" dirty="0"/>
            </a:p>
          </p:txBody>
        </p:sp>
        <p:sp>
          <p:nvSpPr>
            <p:cNvPr id="17" name="TextBox 16">
              <a:extLst>
                <a:ext uri="{FF2B5EF4-FFF2-40B4-BE49-F238E27FC236}">
                  <a16:creationId xmlns:a16="http://schemas.microsoft.com/office/drawing/2014/main" id="{F7586BB6-2057-4CF7-A670-A8A12468AEB7}"/>
                </a:ext>
              </a:extLst>
            </p:cNvPr>
            <p:cNvSpPr txBox="1"/>
            <p:nvPr/>
          </p:nvSpPr>
          <p:spPr>
            <a:xfrm>
              <a:off x="7175029" y="1690688"/>
              <a:ext cx="2160000" cy="646331"/>
            </a:xfrm>
            <a:prstGeom prst="rect">
              <a:avLst/>
            </a:prstGeom>
            <a:solidFill>
              <a:schemeClr val="bg2">
                <a:lumMod val="90000"/>
              </a:schemeClr>
            </a:solidFill>
            <a:ln>
              <a:solidFill>
                <a:schemeClr val="tx1"/>
              </a:solidFill>
            </a:ln>
          </p:spPr>
          <p:txBody>
            <a:bodyPr wrap="square" rtlCol="0">
              <a:spAutoFit/>
            </a:bodyPr>
            <a:lstStyle/>
            <a:p>
              <a:r>
                <a:rPr lang="en-GB" sz="3600" b="1" dirty="0"/>
                <a:t>Pupil</a:t>
              </a:r>
            </a:p>
          </p:txBody>
        </p:sp>
      </p:grpSp>
    </p:spTree>
    <p:extLst>
      <p:ext uri="{BB962C8B-B14F-4D97-AF65-F5344CB8AC3E}">
        <p14:creationId xmlns:p14="http://schemas.microsoft.com/office/powerpoint/2010/main" val="317975627"/>
      </p:ext>
    </p:extLst>
  </p:cSld>
  <p:clrMapOvr>
    <a:masterClrMapping/>
  </p:clrMapOvr>
</p:sld>
</file>

<file path=ppt/slides/slide9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itle 3">
            <a:extLst>
              <a:ext uri="{FF2B5EF4-FFF2-40B4-BE49-F238E27FC236}">
                <a16:creationId xmlns:a16="http://schemas.microsoft.com/office/drawing/2014/main" id="{12630251-0176-4E08-9A40-5821ACD1944C}"/>
              </a:ext>
            </a:extLst>
          </p:cNvPr>
          <p:cNvSpPr>
            <a:spLocks noGrp="1"/>
          </p:cNvSpPr>
          <p:nvPr>
            <p:ph type="title"/>
          </p:nvPr>
        </p:nvSpPr>
        <p:spPr>
          <a:xfrm>
            <a:off x="838200" y="327025"/>
            <a:ext cx="10515600" cy="1325563"/>
          </a:xfrm>
        </p:spPr>
        <p:txBody>
          <a:bodyPr/>
          <a:lstStyle/>
          <a:p>
            <a:r>
              <a:rPr lang="en-GB" dirty="0"/>
              <a:t>N5 Revision – Many to Many</a:t>
            </a:r>
          </a:p>
        </p:txBody>
      </p:sp>
      <p:sp>
        <p:nvSpPr>
          <p:cNvPr id="27" name="Callout: Bent Line with No Border 4">
            <a:extLst>
              <a:ext uri="{FF2B5EF4-FFF2-40B4-BE49-F238E27FC236}">
                <a16:creationId xmlns:a16="http://schemas.microsoft.com/office/drawing/2014/main" id="{46F76525-63F7-433C-B5AB-86D8EDEDE006}"/>
              </a:ext>
            </a:extLst>
          </p:cNvPr>
          <p:cNvSpPr/>
          <p:nvPr/>
        </p:nvSpPr>
        <p:spPr>
          <a:xfrm>
            <a:off x="8181984" y="1624966"/>
            <a:ext cx="1083249" cy="487680"/>
          </a:xfrm>
          <a:prstGeom prst="callout2">
            <a:avLst>
              <a:gd name="adj1" fmla="val 50309"/>
              <a:gd name="adj2" fmla="val 63"/>
              <a:gd name="adj3" fmla="val 49320"/>
              <a:gd name="adj4" fmla="val -68507"/>
              <a:gd name="adj5" fmla="val 201933"/>
              <a:gd name="adj6" fmla="val -69301"/>
            </a:avLst>
          </a:prstGeom>
          <a:noFill/>
          <a:ln w="38100">
            <a:solidFill>
              <a:schemeClr val="accent6">
                <a:lumMod val="75000"/>
              </a:schemeClr>
            </a:solidFill>
            <a:headEnd type="none" w="med" len="med"/>
            <a:tailEnd type="triangle" w="lg" len="lg"/>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GB" sz="2800" b="1" dirty="0">
                <a:solidFill>
                  <a:srgbClr val="7030A0"/>
                </a:solidFill>
              </a:rPr>
              <a:t>Many</a:t>
            </a:r>
          </a:p>
        </p:txBody>
      </p:sp>
      <p:sp>
        <p:nvSpPr>
          <p:cNvPr id="16" name="Callout: Bent Line with No Border 4">
            <a:extLst>
              <a:ext uri="{FF2B5EF4-FFF2-40B4-BE49-F238E27FC236}">
                <a16:creationId xmlns:a16="http://schemas.microsoft.com/office/drawing/2014/main" id="{3F69C500-F565-491D-AB71-83B51F06FDA1}"/>
              </a:ext>
            </a:extLst>
          </p:cNvPr>
          <p:cNvSpPr/>
          <p:nvPr/>
        </p:nvSpPr>
        <p:spPr>
          <a:xfrm flipH="1">
            <a:off x="2804170" y="1624966"/>
            <a:ext cx="1083249" cy="487680"/>
          </a:xfrm>
          <a:prstGeom prst="callout2">
            <a:avLst>
              <a:gd name="adj1" fmla="val 50309"/>
              <a:gd name="adj2" fmla="val 63"/>
              <a:gd name="adj3" fmla="val 49320"/>
              <a:gd name="adj4" fmla="val -68507"/>
              <a:gd name="adj5" fmla="val 201933"/>
              <a:gd name="adj6" fmla="val -69301"/>
            </a:avLst>
          </a:prstGeom>
          <a:noFill/>
          <a:ln w="38100">
            <a:solidFill>
              <a:schemeClr val="accent6">
                <a:lumMod val="75000"/>
              </a:schemeClr>
            </a:solidFill>
            <a:headEnd type="none" w="med" len="med"/>
            <a:tailEnd type="triangle" w="lg" len="lg"/>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r"/>
            <a:r>
              <a:rPr lang="en-GB" sz="2800" b="1" dirty="0">
                <a:solidFill>
                  <a:srgbClr val="7030A0"/>
                </a:solidFill>
              </a:rPr>
              <a:t>Many</a:t>
            </a:r>
          </a:p>
        </p:txBody>
      </p:sp>
      <p:grpSp>
        <p:nvGrpSpPr>
          <p:cNvPr id="20" name="Group 19">
            <a:extLst>
              <a:ext uri="{FF2B5EF4-FFF2-40B4-BE49-F238E27FC236}">
                <a16:creationId xmlns:a16="http://schemas.microsoft.com/office/drawing/2014/main" id="{8447922B-056F-4E6A-8B38-A74E9DDF3E9F}"/>
              </a:ext>
            </a:extLst>
          </p:cNvPr>
          <p:cNvGrpSpPr/>
          <p:nvPr/>
        </p:nvGrpSpPr>
        <p:grpSpPr>
          <a:xfrm>
            <a:off x="2623595" y="2215226"/>
            <a:ext cx="6803554" cy="922735"/>
            <a:chOff x="2706145" y="4926513"/>
            <a:chExt cx="6803554" cy="922735"/>
          </a:xfrm>
        </p:grpSpPr>
        <p:sp>
          <p:nvSpPr>
            <p:cNvPr id="21" name="Entity 5">
              <a:extLst>
                <a:ext uri="{FF2B5EF4-FFF2-40B4-BE49-F238E27FC236}">
                  <a16:creationId xmlns:a16="http://schemas.microsoft.com/office/drawing/2014/main" id="{6467068A-2277-4AB9-927B-3762F8490F40}"/>
                </a:ext>
              </a:extLst>
            </p:cNvPr>
            <p:cNvSpPr txBox="1"/>
            <p:nvPr/>
          </p:nvSpPr>
          <p:spPr>
            <a:xfrm>
              <a:off x="2706145" y="5129248"/>
              <a:ext cx="1800000" cy="720000"/>
            </a:xfrm>
            <a:prstGeom prst="rect">
              <a:avLst/>
            </a:prstGeom>
            <a:solidFill>
              <a:schemeClr val="accent3">
                <a:lumMod val="20000"/>
                <a:lumOff val="80000"/>
              </a:schemeClr>
            </a:solidFill>
            <a:ln>
              <a:solidFill>
                <a:schemeClr val="tx1"/>
              </a:solidFill>
            </a:ln>
          </p:spPr>
          <p:txBody>
            <a:bodyPr wrap="none" rtlCol="0">
              <a:noAutofit/>
            </a:bodyPr>
            <a:lstStyle/>
            <a:p>
              <a:pPr algn="ctr"/>
              <a:r>
                <a:rPr lang="en-GB" sz="3600" dirty="0"/>
                <a:t>Entity</a:t>
              </a:r>
            </a:p>
          </p:txBody>
        </p:sp>
        <p:sp>
          <p:nvSpPr>
            <p:cNvPr id="22" name="Entity 6">
              <a:extLst>
                <a:ext uri="{FF2B5EF4-FFF2-40B4-BE49-F238E27FC236}">
                  <a16:creationId xmlns:a16="http://schemas.microsoft.com/office/drawing/2014/main" id="{195BFA4E-4382-4021-9998-072E4DF26718}"/>
                </a:ext>
              </a:extLst>
            </p:cNvPr>
            <p:cNvSpPr txBox="1"/>
            <p:nvPr/>
          </p:nvSpPr>
          <p:spPr>
            <a:xfrm>
              <a:off x="7709699" y="5129248"/>
              <a:ext cx="1800000" cy="720000"/>
            </a:xfrm>
            <a:prstGeom prst="rect">
              <a:avLst/>
            </a:prstGeom>
            <a:solidFill>
              <a:schemeClr val="accent3">
                <a:lumMod val="20000"/>
                <a:lumOff val="80000"/>
              </a:schemeClr>
            </a:solidFill>
            <a:ln>
              <a:solidFill>
                <a:schemeClr val="tx1"/>
              </a:solidFill>
            </a:ln>
          </p:spPr>
          <p:txBody>
            <a:bodyPr wrap="none" rtlCol="0">
              <a:noAutofit/>
            </a:bodyPr>
            <a:lstStyle/>
            <a:p>
              <a:pPr algn="ctr"/>
              <a:r>
                <a:rPr lang="en-GB" sz="3600" dirty="0"/>
                <a:t>Entity</a:t>
              </a:r>
            </a:p>
          </p:txBody>
        </p:sp>
        <p:grpSp>
          <p:nvGrpSpPr>
            <p:cNvPr id="23" name="Mant yo Many">
              <a:extLst>
                <a:ext uri="{FF2B5EF4-FFF2-40B4-BE49-F238E27FC236}">
                  <a16:creationId xmlns:a16="http://schemas.microsoft.com/office/drawing/2014/main" id="{5F002C5B-C027-484C-96EA-1789841F5FB0}"/>
                </a:ext>
              </a:extLst>
            </p:cNvPr>
            <p:cNvGrpSpPr/>
            <p:nvPr/>
          </p:nvGrpSpPr>
          <p:grpSpPr>
            <a:xfrm>
              <a:off x="4506145" y="5300546"/>
              <a:ext cx="3203554" cy="359999"/>
              <a:chOff x="4506145" y="5300546"/>
              <a:chExt cx="3203554" cy="359999"/>
            </a:xfrm>
          </p:grpSpPr>
          <p:cxnSp>
            <p:nvCxnSpPr>
              <p:cNvPr id="34" name="Straight Connector 33">
                <a:extLst>
                  <a:ext uri="{FF2B5EF4-FFF2-40B4-BE49-F238E27FC236}">
                    <a16:creationId xmlns:a16="http://schemas.microsoft.com/office/drawing/2014/main" id="{06C12C31-E962-4721-BF86-B3B4FCE4B0BE}"/>
                  </a:ext>
                </a:extLst>
              </p:cNvPr>
              <p:cNvCxnSpPr>
                <a:stCxn id="21" idx="3"/>
                <a:endCxn id="22" idx="1"/>
              </p:cNvCxnSpPr>
              <p:nvPr/>
            </p:nvCxnSpPr>
            <p:spPr>
              <a:xfrm>
                <a:off x="4506145" y="5489248"/>
                <a:ext cx="3203554" cy="0"/>
              </a:xfrm>
              <a:prstGeom prst="line">
                <a:avLst/>
              </a:prstGeom>
              <a:ln w="38100">
                <a:solidFill>
                  <a:srgbClr val="FF0000"/>
                </a:solidFill>
              </a:ln>
            </p:spPr>
            <p:style>
              <a:lnRef idx="1">
                <a:schemeClr val="accent1"/>
              </a:lnRef>
              <a:fillRef idx="0">
                <a:schemeClr val="accent1"/>
              </a:fillRef>
              <a:effectRef idx="0">
                <a:schemeClr val="accent1"/>
              </a:effectRef>
              <a:fontRef idx="minor">
                <a:schemeClr val="tx1"/>
              </a:fontRef>
            </p:style>
          </p:cxnSp>
          <p:cxnSp>
            <p:nvCxnSpPr>
              <p:cNvPr id="38" name="Straight Connector 37">
                <a:extLst>
                  <a:ext uri="{FF2B5EF4-FFF2-40B4-BE49-F238E27FC236}">
                    <a16:creationId xmlns:a16="http://schemas.microsoft.com/office/drawing/2014/main" id="{3D09C2A7-4203-4239-A031-7F6404BE38C5}"/>
                  </a:ext>
                </a:extLst>
              </p:cNvPr>
              <p:cNvCxnSpPr/>
              <p:nvPr/>
            </p:nvCxnSpPr>
            <p:spPr>
              <a:xfrm flipV="1">
                <a:off x="7391400" y="5300546"/>
                <a:ext cx="318299" cy="188701"/>
              </a:xfrm>
              <a:prstGeom prst="line">
                <a:avLst/>
              </a:prstGeom>
              <a:ln w="38100">
                <a:solidFill>
                  <a:srgbClr val="FF0000"/>
                </a:solidFill>
              </a:ln>
            </p:spPr>
            <p:style>
              <a:lnRef idx="1">
                <a:schemeClr val="accent1"/>
              </a:lnRef>
              <a:fillRef idx="0">
                <a:schemeClr val="accent1"/>
              </a:fillRef>
              <a:effectRef idx="0">
                <a:schemeClr val="accent1"/>
              </a:effectRef>
              <a:fontRef idx="minor">
                <a:schemeClr val="tx1"/>
              </a:fontRef>
            </p:style>
          </p:cxnSp>
          <p:cxnSp>
            <p:nvCxnSpPr>
              <p:cNvPr id="43" name="Straight Connector 42">
                <a:extLst>
                  <a:ext uri="{FF2B5EF4-FFF2-40B4-BE49-F238E27FC236}">
                    <a16:creationId xmlns:a16="http://schemas.microsoft.com/office/drawing/2014/main" id="{4382379F-A587-4B39-A55E-32E29A4DA8A7}"/>
                  </a:ext>
                </a:extLst>
              </p:cNvPr>
              <p:cNvCxnSpPr/>
              <p:nvPr/>
            </p:nvCxnSpPr>
            <p:spPr>
              <a:xfrm>
                <a:off x="7391400" y="5489247"/>
                <a:ext cx="318299" cy="171298"/>
              </a:xfrm>
              <a:prstGeom prst="line">
                <a:avLst/>
              </a:prstGeom>
              <a:ln w="38100">
                <a:solidFill>
                  <a:srgbClr val="FF0000"/>
                </a:solidFill>
              </a:ln>
            </p:spPr>
            <p:style>
              <a:lnRef idx="1">
                <a:schemeClr val="accent1"/>
              </a:lnRef>
              <a:fillRef idx="0">
                <a:schemeClr val="accent1"/>
              </a:fillRef>
              <a:effectRef idx="0">
                <a:schemeClr val="accent1"/>
              </a:effectRef>
              <a:fontRef idx="minor">
                <a:schemeClr val="tx1"/>
              </a:fontRef>
            </p:style>
          </p:cxnSp>
          <p:cxnSp>
            <p:nvCxnSpPr>
              <p:cNvPr id="44" name="Straight Connector 43">
                <a:extLst>
                  <a:ext uri="{FF2B5EF4-FFF2-40B4-BE49-F238E27FC236}">
                    <a16:creationId xmlns:a16="http://schemas.microsoft.com/office/drawing/2014/main" id="{2EDFF1A8-3360-4892-84A0-06A925C720AF}"/>
                  </a:ext>
                </a:extLst>
              </p:cNvPr>
              <p:cNvCxnSpPr/>
              <p:nvPr/>
            </p:nvCxnSpPr>
            <p:spPr>
              <a:xfrm flipH="1" flipV="1">
                <a:off x="4506145" y="5300546"/>
                <a:ext cx="318299" cy="188701"/>
              </a:xfrm>
              <a:prstGeom prst="line">
                <a:avLst/>
              </a:prstGeom>
              <a:ln w="38100">
                <a:solidFill>
                  <a:srgbClr val="FF0000"/>
                </a:solidFill>
              </a:ln>
            </p:spPr>
            <p:style>
              <a:lnRef idx="1">
                <a:schemeClr val="accent1"/>
              </a:lnRef>
              <a:fillRef idx="0">
                <a:schemeClr val="accent1"/>
              </a:fillRef>
              <a:effectRef idx="0">
                <a:schemeClr val="accent1"/>
              </a:effectRef>
              <a:fontRef idx="minor">
                <a:schemeClr val="tx1"/>
              </a:fontRef>
            </p:style>
          </p:cxnSp>
          <p:cxnSp>
            <p:nvCxnSpPr>
              <p:cNvPr id="45" name="Straight Connector 44">
                <a:extLst>
                  <a:ext uri="{FF2B5EF4-FFF2-40B4-BE49-F238E27FC236}">
                    <a16:creationId xmlns:a16="http://schemas.microsoft.com/office/drawing/2014/main" id="{9692404C-3BEE-48CF-818D-6844326E5D8C}"/>
                  </a:ext>
                </a:extLst>
              </p:cNvPr>
              <p:cNvCxnSpPr/>
              <p:nvPr/>
            </p:nvCxnSpPr>
            <p:spPr>
              <a:xfrm flipH="1">
                <a:off x="4506145" y="5489247"/>
                <a:ext cx="318299" cy="171298"/>
              </a:xfrm>
              <a:prstGeom prst="line">
                <a:avLst/>
              </a:prstGeom>
              <a:ln w="38100">
                <a:solidFill>
                  <a:srgbClr val="FF0000"/>
                </a:solidFill>
              </a:ln>
            </p:spPr>
            <p:style>
              <a:lnRef idx="1">
                <a:schemeClr val="accent1"/>
              </a:lnRef>
              <a:fillRef idx="0">
                <a:schemeClr val="accent1"/>
              </a:fillRef>
              <a:effectRef idx="0">
                <a:schemeClr val="accent1"/>
              </a:effectRef>
              <a:fontRef idx="minor">
                <a:schemeClr val="tx1"/>
              </a:fontRef>
            </p:style>
          </p:cxnSp>
        </p:grpSp>
        <p:sp>
          <p:nvSpPr>
            <p:cNvPr id="26" name="TextBox 25">
              <a:extLst>
                <a:ext uri="{FF2B5EF4-FFF2-40B4-BE49-F238E27FC236}">
                  <a16:creationId xmlns:a16="http://schemas.microsoft.com/office/drawing/2014/main" id="{4F052754-CF53-4CC5-81E2-201FFCF1ADEF}"/>
                </a:ext>
              </a:extLst>
            </p:cNvPr>
            <p:cNvSpPr txBox="1"/>
            <p:nvPr/>
          </p:nvSpPr>
          <p:spPr>
            <a:xfrm>
              <a:off x="4904291" y="4926513"/>
              <a:ext cx="2407262" cy="646331"/>
            </a:xfrm>
            <a:prstGeom prst="rect">
              <a:avLst/>
            </a:prstGeom>
            <a:noFill/>
          </p:spPr>
          <p:txBody>
            <a:bodyPr wrap="none" rtlCol="0">
              <a:spAutoFit/>
            </a:bodyPr>
            <a:lstStyle/>
            <a:p>
              <a:r>
                <a:rPr lang="en-GB" sz="3600" dirty="0"/>
                <a:t>relationship</a:t>
              </a:r>
            </a:p>
          </p:txBody>
        </p:sp>
      </p:grpSp>
      <p:sp>
        <p:nvSpPr>
          <p:cNvPr id="47" name="Entity 5">
            <a:extLst>
              <a:ext uri="{FF2B5EF4-FFF2-40B4-BE49-F238E27FC236}">
                <a16:creationId xmlns:a16="http://schemas.microsoft.com/office/drawing/2014/main" id="{0C63B20E-9FDF-4898-BD04-878DC12660FD}"/>
              </a:ext>
            </a:extLst>
          </p:cNvPr>
          <p:cNvSpPr txBox="1"/>
          <p:nvPr/>
        </p:nvSpPr>
        <p:spPr>
          <a:xfrm>
            <a:off x="2623595" y="3959608"/>
            <a:ext cx="1800000" cy="720000"/>
          </a:xfrm>
          <a:prstGeom prst="rect">
            <a:avLst/>
          </a:prstGeom>
          <a:solidFill>
            <a:schemeClr val="accent3">
              <a:lumMod val="20000"/>
              <a:lumOff val="80000"/>
            </a:schemeClr>
          </a:solidFill>
          <a:ln>
            <a:solidFill>
              <a:schemeClr val="tx1"/>
            </a:solidFill>
          </a:ln>
        </p:spPr>
        <p:txBody>
          <a:bodyPr wrap="none" rtlCol="0">
            <a:noAutofit/>
          </a:bodyPr>
          <a:lstStyle/>
          <a:p>
            <a:pPr algn="ctr"/>
            <a:r>
              <a:rPr lang="en-GB" sz="3600" dirty="0"/>
              <a:t>Noun</a:t>
            </a:r>
          </a:p>
        </p:txBody>
      </p:sp>
      <p:sp>
        <p:nvSpPr>
          <p:cNvPr id="48" name="Entity 6">
            <a:extLst>
              <a:ext uri="{FF2B5EF4-FFF2-40B4-BE49-F238E27FC236}">
                <a16:creationId xmlns:a16="http://schemas.microsoft.com/office/drawing/2014/main" id="{A55B2123-C239-48AF-B807-663504FBD5DB}"/>
              </a:ext>
            </a:extLst>
          </p:cNvPr>
          <p:cNvSpPr txBox="1"/>
          <p:nvPr/>
        </p:nvSpPr>
        <p:spPr>
          <a:xfrm>
            <a:off x="7627149" y="3959608"/>
            <a:ext cx="1800000" cy="720000"/>
          </a:xfrm>
          <a:prstGeom prst="rect">
            <a:avLst/>
          </a:prstGeom>
          <a:solidFill>
            <a:schemeClr val="accent3">
              <a:lumMod val="20000"/>
              <a:lumOff val="80000"/>
            </a:schemeClr>
          </a:solidFill>
          <a:ln>
            <a:solidFill>
              <a:schemeClr val="tx1"/>
            </a:solidFill>
          </a:ln>
        </p:spPr>
        <p:txBody>
          <a:bodyPr wrap="none" rtlCol="0">
            <a:noAutofit/>
          </a:bodyPr>
          <a:lstStyle/>
          <a:p>
            <a:pPr algn="ctr"/>
            <a:r>
              <a:rPr lang="en-GB" sz="3600" dirty="0"/>
              <a:t>Noun</a:t>
            </a:r>
          </a:p>
        </p:txBody>
      </p:sp>
      <p:grpSp>
        <p:nvGrpSpPr>
          <p:cNvPr id="49" name="Many to Many">
            <a:extLst>
              <a:ext uri="{FF2B5EF4-FFF2-40B4-BE49-F238E27FC236}">
                <a16:creationId xmlns:a16="http://schemas.microsoft.com/office/drawing/2014/main" id="{73ECD6FA-A67B-453C-85EA-D204C24E2C7A}"/>
              </a:ext>
            </a:extLst>
          </p:cNvPr>
          <p:cNvGrpSpPr/>
          <p:nvPr/>
        </p:nvGrpSpPr>
        <p:grpSpPr>
          <a:xfrm>
            <a:off x="4423595" y="4130906"/>
            <a:ext cx="3203554" cy="359999"/>
            <a:chOff x="4506145" y="5300546"/>
            <a:chExt cx="3203554" cy="359999"/>
          </a:xfrm>
        </p:grpSpPr>
        <p:cxnSp>
          <p:nvCxnSpPr>
            <p:cNvPr id="51" name="Straight Connector 50">
              <a:extLst>
                <a:ext uri="{FF2B5EF4-FFF2-40B4-BE49-F238E27FC236}">
                  <a16:creationId xmlns:a16="http://schemas.microsoft.com/office/drawing/2014/main" id="{184C5A4D-6198-497E-BE3B-BCB8D24C0E98}"/>
                </a:ext>
              </a:extLst>
            </p:cNvPr>
            <p:cNvCxnSpPr>
              <a:stCxn id="47" idx="3"/>
              <a:endCxn id="48" idx="1"/>
            </p:cNvCxnSpPr>
            <p:nvPr/>
          </p:nvCxnSpPr>
          <p:spPr>
            <a:xfrm>
              <a:off x="4506145" y="5489248"/>
              <a:ext cx="3203554" cy="0"/>
            </a:xfrm>
            <a:prstGeom prst="line">
              <a:avLst/>
            </a:prstGeom>
            <a:ln w="38100">
              <a:solidFill>
                <a:srgbClr val="FF0000"/>
              </a:solidFill>
            </a:ln>
          </p:spPr>
          <p:style>
            <a:lnRef idx="1">
              <a:schemeClr val="accent1"/>
            </a:lnRef>
            <a:fillRef idx="0">
              <a:schemeClr val="accent1"/>
            </a:fillRef>
            <a:effectRef idx="0">
              <a:schemeClr val="accent1"/>
            </a:effectRef>
            <a:fontRef idx="minor">
              <a:schemeClr val="tx1"/>
            </a:fontRef>
          </p:style>
        </p:cxnSp>
        <p:cxnSp>
          <p:nvCxnSpPr>
            <p:cNvPr id="52" name="Straight Connector 51">
              <a:extLst>
                <a:ext uri="{FF2B5EF4-FFF2-40B4-BE49-F238E27FC236}">
                  <a16:creationId xmlns:a16="http://schemas.microsoft.com/office/drawing/2014/main" id="{EE9D46E9-4E8E-4717-9456-F239E043F11F}"/>
                </a:ext>
              </a:extLst>
            </p:cNvPr>
            <p:cNvCxnSpPr/>
            <p:nvPr/>
          </p:nvCxnSpPr>
          <p:spPr>
            <a:xfrm flipV="1">
              <a:off x="7391400" y="5300546"/>
              <a:ext cx="318299" cy="188701"/>
            </a:xfrm>
            <a:prstGeom prst="line">
              <a:avLst/>
            </a:prstGeom>
            <a:ln w="38100">
              <a:solidFill>
                <a:srgbClr val="FF0000"/>
              </a:solidFill>
            </a:ln>
          </p:spPr>
          <p:style>
            <a:lnRef idx="1">
              <a:schemeClr val="accent1"/>
            </a:lnRef>
            <a:fillRef idx="0">
              <a:schemeClr val="accent1"/>
            </a:fillRef>
            <a:effectRef idx="0">
              <a:schemeClr val="accent1"/>
            </a:effectRef>
            <a:fontRef idx="minor">
              <a:schemeClr val="tx1"/>
            </a:fontRef>
          </p:style>
        </p:cxnSp>
        <p:cxnSp>
          <p:nvCxnSpPr>
            <p:cNvPr id="53" name="Straight Connector 52">
              <a:extLst>
                <a:ext uri="{FF2B5EF4-FFF2-40B4-BE49-F238E27FC236}">
                  <a16:creationId xmlns:a16="http://schemas.microsoft.com/office/drawing/2014/main" id="{3B2255B5-E5CC-4508-935C-135BE6748857}"/>
                </a:ext>
              </a:extLst>
            </p:cNvPr>
            <p:cNvCxnSpPr/>
            <p:nvPr/>
          </p:nvCxnSpPr>
          <p:spPr>
            <a:xfrm>
              <a:off x="7391400" y="5489247"/>
              <a:ext cx="318299" cy="171298"/>
            </a:xfrm>
            <a:prstGeom prst="line">
              <a:avLst/>
            </a:prstGeom>
            <a:ln w="38100">
              <a:solidFill>
                <a:srgbClr val="FF0000"/>
              </a:solidFill>
            </a:ln>
          </p:spPr>
          <p:style>
            <a:lnRef idx="1">
              <a:schemeClr val="accent1"/>
            </a:lnRef>
            <a:fillRef idx="0">
              <a:schemeClr val="accent1"/>
            </a:fillRef>
            <a:effectRef idx="0">
              <a:schemeClr val="accent1"/>
            </a:effectRef>
            <a:fontRef idx="minor">
              <a:schemeClr val="tx1"/>
            </a:fontRef>
          </p:style>
        </p:cxnSp>
        <p:cxnSp>
          <p:nvCxnSpPr>
            <p:cNvPr id="54" name="Straight Connector 53">
              <a:extLst>
                <a:ext uri="{FF2B5EF4-FFF2-40B4-BE49-F238E27FC236}">
                  <a16:creationId xmlns:a16="http://schemas.microsoft.com/office/drawing/2014/main" id="{2A6F60BF-38F6-4A6A-90CB-218DC269E685}"/>
                </a:ext>
              </a:extLst>
            </p:cNvPr>
            <p:cNvCxnSpPr/>
            <p:nvPr/>
          </p:nvCxnSpPr>
          <p:spPr>
            <a:xfrm flipH="1" flipV="1">
              <a:off x="4506145" y="5300546"/>
              <a:ext cx="318299" cy="188701"/>
            </a:xfrm>
            <a:prstGeom prst="line">
              <a:avLst/>
            </a:prstGeom>
            <a:ln w="38100">
              <a:solidFill>
                <a:srgbClr val="FF0000"/>
              </a:solidFill>
            </a:ln>
          </p:spPr>
          <p:style>
            <a:lnRef idx="1">
              <a:schemeClr val="accent1"/>
            </a:lnRef>
            <a:fillRef idx="0">
              <a:schemeClr val="accent1"/>
            </a:fillRef>
            <a:effectRef idx="0">
              <a:schemeClr val="accent1"/>
            </a:effectRef>
            <a:fontRef idx="minor">
              <a:schemeClr val="tx1"/>
            </a:fontRef>
          </p:style>
        </p:cxnSp>
        <p:cxnSp>
          <p:nvCxnSpPr>
            <p:cNvPr id="55" name="Straight Connector 54">
              <a:extLst>
                <a:ext uri="{FF2B5EF4-FFF2-40B4-BE49-F238E27FC236}">
                  <a16:creationId xmlns:a16="http://schemas.microsoft.com/office/drawing/2014/main" id="{F5F1230A-6464-4DF9-9B3A-266A838665F7}"/>
                </a:ext>
              </a:extLst>
            </p:cNvPr>
            <p:cNvCxnSpPr/>
            <p:nvPr/>
          </p:nvCxnSpPr>
          <p:spPr>
            <a:xfrm flipH="1">
              <a:off x="4506145" y="5489247"/>
              <a:ext cx="318299" cy="171298"/>
            </a:xfrm>
            <a:prstGeom prst="line">
              <a:avLst/>
            </a:prstGeom>
            <a:ln w="38100">
              <a:solidFill>
                <a:srgbClr val="FF0000"/>
              </a:solidFill>
            </a:ln>
          </p:spPr>
          <p:style>
            <a:lnRef idx="1">
              <a:schemeClr val="accent1"/>
            </a:lnRef>
            <a:fillRef idx="0">
              <a:schemeClr val="accent1"/>
            </a:fillRef>
            <a:effectRef idx="0">
              <a:schemeClr val="accent1"/>
            </a:effectRef>
            <a:fontRef idx="minor">
              <a:schemeClr val="tx1"/>
            </a:fontRef>
          </p:style>
        </p:cxnSp>
      </p:grpSp>
      <p:sp>
        <p:nvSpPr>
          <p:cNvPr id="50" name="TextBox 49">
            <a:extLst>
              <a:ext uri="{FF2B5EF4-FFF2-40B4-BE49-F238E27FC236}">
                <a16:creationId xmlns:a16="http://schemas.microsoft.com/office/drawing/2014/main" id="{B6B84172-F9B4-4F21-B3B5-E22731A18339}"/>
              </a:ext>
            </a:extLst>
          </p:cNvPr>
          <p:cNvSpPr txBox="1"/>
          <p:nvPr/>
        </p:nvSpPr>
        <p:spPr>
          <a:xfrm>
            <a:off x="5498112" y="3750782"/>
            <a:ext cx="1054520" cy="646331"/>
          </a:xfrm>
          <a:prstGeom prst="rect">
            <a:avLst/>
          </a:prstGeom>
          <a:noFill/>
        </p:spPr>
        <p:txBody>
          <a:bodyPr wrap="none" rtlCol="0">
            <a:spAutoFit/>
          </a:bodyPr>
          <a:lstStyle/>
          <a:p>
            <a:pPr algn="ctr"/>
            <a:r>
              <a:rPr lang="en-GB" sz="3600" dirty="0"/>
              <a:t>Verb</a:t>
            </a:r>
            <a:endParaRPr lang="en-GB" sz="2800" dirty="0"/>
          </a:p>
        </p:txBody>
      </p:sp>
      <p:sp>
        <p:nvSpPr>
          <p:cNvPr id="2" name="Entity 5">
            <a:extLst>
              <a:ext uri="{FF2B5EF4-FFF2-40B4-BE49-F238E27FC236}">
                <a16:creationId xmlns:a16="http://schemas.microsoft.com/office/drawing/2014/main" id="{F51513F4-A186-1E01-0974-19751EDBA2A3}"/>
              </a:ext>
            </a:extLst>
          </p:cNvPr>
          <p:cNvSpPr txBox="1"/>
          <p:nvPr/>
        </p:nvSpPr>
        <p:spPr>
          <a:xfrm>
            <a:off x="2623595" y="5515287"/>
            <a:ext cx="1800000" cy="720000"/>
          </a:xfrm>
          <a:prstGeom prst="rect">
            <a:avLst/>
          </a:prstGeom>
          <a:solidFill>
            <a:schemeClr val="accent3">
              <a:lumMod val="20000"/>
              <a:lumOff val="80000"/>
            </a:schemeClr>
          </a:solidFill>
          <a:ln>
            <a:solidFill>
              <a:schemeClr val="tx1"/>
            </a:solidFill>
          </a:ln>
        </p:spPr>
        <p:txBody>
          <a:bodyPr wrap="none" rtlCol="0">
            <a:noAutofit/>
          </a:bodyPr>
          <a:lstStyle/>
          <a:p>
            <a:pPr algn="ctr"/>
            <a:r>
              <a:rPr lang="en-GB" sz="3600" dirty="0"/>
              <a:t>Pupil</a:t>
            </a:r>
          </a:p>
        </p:txBody>
      </p:sp>
      <p:sp>
        <p:nvSpPr>
          <p:cNvPr id="3" name="Entity 6">
            <a:extLst>
              <a:ext uri="{FF2B5EF4-FFF2-40B4-BE49-F238E27FC236}">
                <a16:creationId xmlns:a16="http://schemas.microsoft.com/office/drawing/2014/main" id="{2CFD988F-E4C7-8ABA-5E53-92D3F870232B}"/>
              </a:ext>
            </a:extLst>
          </p:cNvPr>
          <p:cNvSpPr txBox="1"/>
          <p:nvPr/>
        </p:nvSpPr>
        <p:spPr>
          <a:xfrm>
            <a:off x="7627149" y="5515287"/>
            <a:ext cx="1800000" cy="720000"/>
          </a:xfrm>
          <a:prstGeom prst="rect">
            <a:avLst/>
          </a:prstGeom>
          <a:solidFill>
            <a:schemeClr val="accent3">
              <a:lumMod val="20000"/>
              <a:lumOff val="80000"/>
            </a:schemeClr>
          </a:solidFill>
          <a:ln>
            <a:solidFill>
              <a:schemeClr val="tx1"/>
            </a:solidFill>
          </a:ln>
        </p:spPr>
        <p:txBody>
          <a:bodyPr wrap="none" rtlCol="0">
            <a:noAutofit/>
          </a:bodyPr>
          <a:lstStyle/>
          <a:p>
            <a:pPr algn="ctr"/>
            <a:r>
              <a:rPr lang="en-GB" sz="3600" dirty="0"/>
              <a:t>Subject</a:t>
            </a:r>
          </a:p>
        </p:txBody>
      </p:sp>
      <p:sp>
        <p:nvSpPr>
          <p:cNvPr id="11" name="TextBox 10">
            <a:extLst>
              <a:ext uri="{FF2B5EF4-FFF2-40B4-BE49-F238E27FC236}">
                <a16:creationId xmlns:a16="http://schemas.microsoft.com/office/drawing/2014/main" id="{FA6BAF3D-DFEA-531E-6730-C3034F45CD0E}"/>
              </a:ext>
            </a:extLst>
          </p:cNvPr>
          <p:cNvSpPr txBox="1"/>
          <p:nvPr/>
        </p:nvSpPr>
        <p:spPr>
          <a:xfrm>
            <a:off x="5267990" y="5292300"/>
            <a:ext cx="1514774" cy="646331"/>
          </a:xfrm>
          <a:prstGeom prst="rect">
            <a:avLst/>
          </a:prstGeom>
          <a:noFill/>
        </p:spPr>
        <p:txBody>
          <a:bodyPr wrap="none" rtlCol="0">
            <a:spAutoFit/>
          </a:bodyPr>
          <a:lstStyle/>
          <a:p>
            <a:pPr algn="ctr"/>
            <a:r>
              <a:rPr lang="en-GB" sz="3600" dirty="0"/>
              <a:t>studies</a:t>
            </a:r>
            <a:endParaRPr lang="en-GB" sz="2800" dirty="0"/>
          </a:p>
        </p:txBody>
      </p:sp>
      <p:grpSp>
        <p:nvGrpSpPr>
          <p:cNvPr id="14" name="Many to Many">
            <a:extLst>
              <a:ext uri="{FF2B5EF4-FFF2-40B4-BE49-F238E27FC236}">
                <a16:creationId xmlns:a16="http://schemas.microsoft.com/office/drawing/2014/main" id="{DA8CD8FE-92E4-E540-CC30-55E7D5C3A7D4}"/>
              </a:ext>
            </a:extLst>
          </p:cNvPr>
          <p:cNvGrpSpPr/>
          <p:nvPr/>
        </p:nvGrpSpPr>
        <p:grpSpPr>
          <a:xfrm>
            <a:off x="4423595" y="5666463"/>
            <a:ext cx="3203554" cy="359999"/>
            <a:chOff x="4506145" y="5300546"/>
            <a:chExt cx="3203554" cy="359999"/>
          </a:xfrm>
        </p:grpSpPr>
        <p:cxnSp>
          <p:nvCxnSpPr>
            <p:cNvPr id="15" name="Straight Connector 14">
              <a:extLst>
                <a:ext uri="{FF2B5EF4-FFF2-40B4-BE49-F238E27FC236}">
                  <a16:creationId xmlns:a16="http://schemas.microsoft.com/office/drawing/2014/main" id="{4DEFF17B-7B90-C385-A399-1BDF30EDB1CA}"/>
                </a:ext>
              </a:extLst>
            </p:cNvPr>
            <p:cNvCxnSpPr/>
            <p:nvPr/>
          </p:nvCxnSpPr>
          <p:spPr>
            <a:xfrm>
              <a:off x="4506145" y="5489248"/>
              <a:ext cx="3203554" cy="0"/>
            </a:xfrm>
            <a:prstGeom prst="line">
              <a:avLst/>
            </a:prstGeom>
            <a:ln w="38100">
              <a:solidFill>
                <a:srgbClr val="FF0000"/>
              </a:solidFill>
            </a:ln>
          </p:spPr>
          <p:style>
            <a:lnRef idx="1">
              <a:schemeClr val="accent1"/>
            </a:lnRef>
            <a:fillRef idx="0">
              <a:schemeClr val="accent1"/>
            </a:fillRef>
            <a:effectRef idx="0">
              <a:schemeClr val="accent1"/>
            </a:effectRef>
            <a:fontRef idx="minor">
              <a:schemeClr val="tx1"/>
            </a:fontRef>
          </p:style>
        </p:cxnSp>
        <p:cxnSp>
          <p:nvCxnSpPr>
            <p:cNvPr id="17" name="Straight Connector 16">
              <a:extLst>
                <a:ext uri="{FF2B5EF4-FFF2-40B4-BE49-F238E27FC236}">
                  <a16:creationId xmlns:a16="http://schemas.microsoft.com/office/drawing/2014/main" id="{72701D00-1011-B8A0-7AAC-F7AE8C68B5EF}"/>
                </a:ext>
              </a:extLst>
            </p:cNvPr>
            <p:cNvCxnSpPr/>
            <p:nvPr/>
          </p:nvCxnSpPr>
          <p:spPr>
            <a:xfrm flipV="1">
              <a:off x="7391400" y="5300546"/>
              <a:ext cx="318299" cy="188701"/>
            </a:xfrm>
            <a:prstGeom prst="line">
              <a:avLst/>
            </a:prstGeom>
            <a:ln w="38100">
              <a:solidFill>
                <a:srgbClr val="FF0000"/>
              </a:solidFill>
            </a:ln>
          </p:spPr>
          <p:style>
            <a:lnRef idx="1">
              <a:schemeClr val="accent1"/>
            </a:lnRef>
            <a:fillRef idx="0">
              <a:schemeClr val="accent1"/>
            </a:fillRef>
            <a:effectRef idx="0">
              <a:schemeClr val="accent1"/>
            </a:effectRef>
            <a:fontRef idx="minor">
              <a:schemeClr val="tx1"/>
            </a:fontRef>
          </p:style>
        </p:cxnSp>
        <p:cxnSp>
          <p:nvCxnSpPr>
            <p:cNvPr id="18" name="Straight Connector 17">
              <a:extLst>
                <a:ext uri="{FF2B5EF4-FFF2-40B4-BE49-F238E27FC236}">
                  <a16:creationId xmlns:a16="http://schemas.microsoft.com/office/drawing/2014/main" id="{6A5EC8C1-7B8D-0429-D96C-8D24D5A90841}"/>
                </a:ext>
              </a:extLst>
            </p:cNvPr>
            <p:cNvCxnSpPr/>
            <p:nvPr/>
          </p:nvCxnSpPr>
          <p:spPr>
            <a:xfrm>
              <a:off x="7391400" y="5489247"/>
              <a:ext cx="318299" cy="171298"/>
            </a:xfrm>
            <a:prstGeom prst="line">
              <a:avLst/>
            </a:prstGeom>
            <a:ln w="38100">
              <a:solidFill>
                <a:srgbClr val="FF0000"/>
              </a:solidFill>
            </a:ln>
          </p:spPr>
          <p:style>
            <a:lnRef idx="1">
              <a:schemeClr val="accent1"/>
            </a:lnRef>
            <a:fillRef idx="0">
              <a:schemeClr val="accent1"/>
            </a:fillRef>
            <a:effectRef idx="0">
              <a:schemeClr val="accent1"/>
            </a:effectRef>
            <a:fontRef idx="minor">
              <a:schemeClr val="tx1"/>
            </a:fontRef>
          </p:style>
        </p:cxnSp>
        <p:cxnSp>
          <p:nvCxnSpPr>
            <p:cNvPr id="19" name="Straight Connector 18">
              <a:extLst>
                <a:ext uri="{FF2B5EF4-FFF2-40B4-BE49-F238E27FC236}">
                  <a16:creationId xmlns:a16="http://schemas.microsoft.com/office/drawing/2014/main" id="{B8A57594-EB6A-6B42-CF34-66B0145BF3DE}"/>
                </a:ext>
              </a:extLst>
            </p:cNvPr>
            <p:cNvCxnSpPr/>
            <p:nvPr/>
          </p:nvCxnSpPr>
          <p:spPr>
            <a:xfrm flipH="1" flipV="1">
              <a:off x="4506145" y="5300546"/>
              <a:ext cx="318299" cy="188701"/>
            </a:xfrm>
            <a:prstGeom prst="line">
              <a:avLst/>
            </a:prstGeom>
            <a:ln w="38100">
              <a:solidFill>
                <a:srgbClr val="FF0000"/>
              </a:solidFill>
            </a:ln>
          </p:spPr>
          <p:style>
            <a:lnRef idx="1">
              <a:schemeClr val="accent1"/>
            </a:lnRef>
            <a:fillRef idx="0">
              <a:schemeClr val="accent1"/>
            </a:fillRef>
            <a:effectRef idx="0">
              <a:schemeClr val="accent1"/>
            </a:effectRef>
            <a:fontRef idx="minor">
              <a:schemeClr val="tx1"/>
            </a:fontRef>
          </p:style>
        </p:cxnSp>
        <p:cxnSp>
          <p:nvCxnSpPr>
            <p:cNvPr id="24" name="Straight Connector 23">
              <a:extLst>
                <a:ext uri="{FF2B5EF4-FFF2-40B4-BE49-F238E27FC236}">
                  <a16:creationId xmlns:a16="http://schemas.microsoft.com/office/drawing/2014/main" id="{45A0FF39-B80C-4B73-A9E5-24E9DC2D4CEA}"/>
                </a:ext>
              </a:extLst>
            </p:cNvPr>
            <p:cNvCxnSpPr/>
            <p:nvPr/>
          </p:nvCxnSpPr>
          <p:spPr>
            <a:xfrm flipH="1">
              <a:off x="4506145" y="5489247"/>
              <a:ext cx="318299" cy="171298"/>
            </a:xfrm>
            <a:prstGeom prst="line">
              <a:avLst/>
            </a:prstGeom>
            <a:ln w="38100">
              <a:solidFill>
                <a:srgbClr val="FF0000"/>
              </a:solidFill>
            </a:ln>
          </p:spPr>
          <p:style>
            <a:lnRef idx="1">
              <a:schemeClr val="accent1"/>
            </a:lnRef>
            <a:fillRef idx="0">
              <a:schemeClr val="accent1"/>
            </a:fillRef>
            <a:effectRef idx="0">
              <a:schemeClr val="accent1"/>
            </a:effectRef>
            <a:fontRef idx="minor">
              <a:schemeClr val="tx1"/>
            </a:fontRef>
          </p:style>
        </p:cxnSp>
      </p:grpSp>
    </p:spTree>
    <p:extLst>
      <p:ext uri="{BB962C8B-B14F-4D97-AF65-F5344CB8AC3E}">
        <p14:creationId xmlns:p14="http://schemas.microsoft.com/office/powerpoint/2010/main" val="1968761958"/>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16"/>
                                        </p:tgtEl>
                                        <p:attrNameLst>
                                          <p:attrName>style.visibility</p:attrName>
                                        </p:attrNameLst>
                                      </p:cBhvr>
                                      <p:to>
                                        <p:strVal val="visible"/>
                                      </p:to>
                                    </p:set>
                                    <p:animEffect transition="in" filter="fade">
                                      <p:cBhvr>
                                        <p:cTn id="7" dur="1000"/>
                                        <p:tgtEl>
                                          <p:spTgt spid="16"/>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grpId="0" nodeType="clickEffect">
                                  <p:stCondLst>
                                    <p:cond delay="0"/>
                                  </p:stCondLst>
                                  <p:childTnLst>
                                    <p:set>
                                      <p:cBhvr>
                                        <p:cTn id="11" dur="1" fill="hold">
                                          <p:stCondLst>
                                            <p:cond delay="0"/>
                                          </p:stCondLst>
                                        </p:cTn>
                                        <p:tgtEl>
                                          <p:spTgt spid="27"/>
                                        </p:tgtEl>
                                        <p:attrNameLst>
                                          <p:attrName>style.visibility</p:attrName>
                                        </p:attrNameLst>
                                      </p:cBhvr>
                                      <p:to>
                                        <p:strVal val="visible"/>
                                      </p:to>
                                    </p:set>
                                    <p:animEffect transition="in" filter="fade">
                                      <p:cBhvr>
                                        <p:cTn id="12" dur="1000"/>
                                        <p:tgtEl>
                                          <p:spTgt spid="27"/>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grpId="0" nodeType="clickEffect">
                                  <p:stCondLst>
                                    <p:cond delay="0"/>
                                  </p:stCondLst>
                                  <p:childTnLst>
                                    <p:set>
                                      <p:cBhvr>
                                        <p:cTn id="16" dur="1" fill="hold">
                                          <p:stCondLst>
                                            <p:cond delay="0"/>
                                          </p:stCondLst>
                                        </p:cTn>
                                        <p:tgtEl>
                                          <p:spTgt spid="47"/>
                                        </p:tgtEl>
                                        <p:attrNameLst>
                                          <p:attrName>style.visibility</p:attrName>
                                        </p:attrNameLst>
                                      </p:cBhvr>
                                      <p:to>
                                        <p:strVal val="visible"/>
                                      </p:to>
                                    </p:set>
                                    <p:animEffect transition="in" filter="fade">
                                      <p:cBhvr>
                                        <p:cTn id="17" dur="1000"/>
                                        <p:tgtEl>
                                          <p:spTgt spid="47"/>
                                        </p:tgtEl>
                                      </p:cBhvr>
                                    </p:animEffect>
                                  </p:childTnLst>
                                </p:cTn>
                              </p:par>
                            </p:childTnLst>
                          </p:cTn>
                        </p:par>
                      </p:childTnLst>
                    </p:cTn>
                  </p:par>
                  <p:par>
                    <p:cTn id="18" fill="hold">
                      <p:stCondLst>
                        <p:cond delay="indefinite"/>
                      </p:stCondLst>
                      <p:childTnLst>
                        <p:par>
                          <p:cTn id="19" fill="hold">
                            <p:stCondLst>
                              <p:cond delay="0"/>
                            </p:stCondLst>
                            <p:childTnLst>
                              <p:par>
                                <p:cTn id="20" presetID="10" presetClass="entr" presetSubtype="0" fill="hold" grpId="0" nodeType="clickEffect">
                                  <p:stCondLst>
                                    <p:cond delay="0"/>
                                  </p:stCondLst>
                                  <p:childTnLst>
                                    <p:set>
                                      <p:cBhvr>
                                        <p:cTn id="21" dur="1" fill="hold">
                                          <p:stCondLst>
                                            <p:cond delay="0"/>
                                          </p:stCondLst>
                                        </p:cTn>
                                        <p:tgtEl>
                                          <p:spTgt spid="48"/>
                                        </p:tgtEl>
                                        <p:attrNameLst>
                                          <p:attrName>style.visibility</p:attrName>
                                        </p:attrNameLst>
                                      </p:cBhvr>
                                      <p:to>
                                        <p:strVal val="visible"/>
                                      </p:to>
                                    </p:set>
                                    <p:animEffect transition="in" filter="fade">
                                      <p:cBhvr>
                                        <p:cTn id="22" dur="1000"/>
                                        <p:tgtEl>
                                          <p:spTgt spid="48"/>
                                        </p:tgtEl>
                                      </p:cBhvr>
                                    </p:animEffect>
                                  </p:childTnLst>
                                </p:cTn>
                              </p:par>
                            </p:childTnLst>
                          </p:cTn>
                        </p:par>
                      </p:childTnLst>
                    </p:cTn>
                  </p:par>
                  <p:par>
                    <p:cTn id="23" fill="hold">
                      <p:stCondLst>
                        <p:cond delay="indefinite"/>
                      </p:stCondLst>
                      <p:childTnLst>
                        <p:par>
                          <p:cTn id="24" fill="hold">
                            <p:stCondLst>
                              <p:cond delay="0"/>
                            </p:stCondLst>
                            <p:childTnLst>
                              <p:par>
                                <p:cTn id="25" presetID="22" presetClass="entr" presetSubtype="8" fill="hold" nodeType="clickEffect">
                                  <p:stCondLst>
                                    <p:cond delay="0"/>
                                  </p:stCondLst>
                                  <p:childTnLst>
                                    <p:set>
                                      <p:cBhvr>
                                        <p:cTn id="26" dur="1" fill="hold">
                                          <p:stCondLst>
                                            <p:cond delay="0"/>
                                          </p:stCondLst>
                                        </p:cTn>
                                        <p:tgtEl>
                                          <p:spTgt spid="49"/>
                                        </p:tgtEl>
                                        <p:attrNameLst>
                                          <p:attrName>style.visibility</p:attrName>
                                        </p:attrNameLst>
                                      </p:cBhvr>
                                      <p:to>
                                        <p:strVal val="visible"/>
                                      </p:to>
                                    </p:set>
                                    <p:animEffect transition="in" filter="wipe(left)">
                                      <p:cBhvr>
                                        <p:cTn id="27" dur="1000"/>
                                        <p:tgtEl>
                                          <p:spTgt spid="49"/>
                                        </p:tgtEl>
                                      </p:cBhvr>
                                    </p:animEffect>
                                  </p:childTnLst>
                                </p:cTn>
                              </p:par>
                            </p:childTnLst>
                          </p:cTn>
                        </p:par>
                        <p:par>
                          <p:cTn id="28" fill="hold">
                            <p:stCondLst>
                              <p:cond delay="1000"/>
                            </p:stCondLst>
                            <p:childTnLst>
                              <p:par>
                                <p:cTn id="29" presetID="10" presetClass="entr" presetSubtype="0" fill="hold" grpId="0" nodeType="afterEffect">
                                  <p:stCondLst>
                                    <p:cond delay="0"/>
                                  </p:stCondLst>
                                  <p:childTnLst>
                                    <p:set>
                                      <p:cBhvr>
                                        <p:cTn id="30" dur="1" fill="hold">
                                          <p:stCondLst>
                                            <p:cond delay="0"/>
                                          </p:stCondLst>
                                        </p:cTn>
                                        <p:tgtEl>
                                          <p:spTgt spid="50"/>
                                        </p:tgtEl>
                                        <p:attrNameLst>
                                          <p:attrName>style.visibility</p:attrName>
                                        </p:attrNameLst>
                                      </p:cBhvr>
                                      <p:to>
                                        <p:strVal val="visible"/>
                                      </p:to>
                                    </p:set>
                                    <p:animEffect transition="in" filter="fade">
                                      <p:cBhvr>
                                        <p:cTn id="31" dur="1000"/>
                                        <p:tgtEl>
                                          <p:spTgt spid="50"/>
                                        </p:tgtEl>
                                      </p:cBhvr>
                                    </p:animEffect>
                                  </p:childTnLst>
                                </p:cTn>
                              </p:par>
                            </p:childTnLst>
                          </p:cTn>
                        </p:par>
                      </p:childTnLst>
                    </p:cTn>
                  </p:par>
                  <p:par>
                    <p:cTn id="32" fill="hold">
                      <p:stCondLst>
                        <p:cond delay="indefinite"/>
                      </p:stCondLst>
                      <p:childTnLst>
                        <p:par>
                          <p:cTn id="33" fill="hold">
                            <p:stCondLst>
                              <p:cond delay="0"/>
                            </p:stCondLst>
                            <p:childTnLst>
                              <p:par>
                                <p:cTn id="34" presetID="10" presetClass="entr" presetSubtype="0" fill="hold" grpId="0" nodeType="clickEffect">
                                  <p:stCondLst>
                                    <p:cond delay="0"/>
                                  </p:stCondLst>
                                  <p:childTnLst>
                                    <p:set>
                                      <p:cBhvr>
                                        <p:cTn id="35" dur="1" fill="hold">
                                          <p:stCondLst>
                                            <p:cond delay="0"/>
                                          </p:stCondLst>
                                        </p:cTn>
                                        <p:tgtEl>
                                          <p:spTgt spid="2"/>
                                        </p:tgtEl>
                                        <p:attrNameLst>
                                          <p:attrName>style.visibility</p:attrName>
                                        </p:attrNameLst>
                                      </p:cBhvr>
                                      <p:to>
                                        <p:strVal val="visible"/>
                                      </p:to>
                                    </p:set>
                                    <p:animEffect transition="in" filter="fade">
                                      <p:cBhvr>
                                        <p:cTn id="36" dur="1000"/>
                                        <p:tgtEl>
                                          <p:spTgt spid="2"/>
                                        </p:tgtEl>
                                      </p:cBhvr>
                                    </p:animEffect>
                                  </p:childTnLst>
                                </p:cTn>
                              </p:par>
                            </p:childTnLst>
                          </p:cTn>
                        </p:par>
                      </p:childTnLst>
                    </p:cTn>
                  </p:par>
                  <p:par>
                    <p:cTn id="37" fill="hold">
                      <p:stCondLst>
                        <p:cond delay="indefinite"/>
                      </p:stCondLst>
                      <p:childTnLst>
                        <p:par>
                          <p:cTn id="38" fill="hold">
                            <p:stCondLst>
                              <p:cond delay="0"/>
                            </p:stCondLst>
                            <p:childTnLst>
                              <p:par>
                                <p:cTn id="39" presetID="10" presetClass="entr" presetSubtype="0" fill="hold" grpId="0" nodeType="clickEffect">
                                  <p:stCondLst>
                                    <p:cond delay="0"/>
                                  </p:stCondLst>
                                  <p:childTnLst>
                                    <p:set>
                                      <p:cBhvr>
                                        <p:cTn id="40" dur="1" fill="hold">
                                          <p:stCondLst>
                                            <p:cond delay="0"/>
                                          </p:stCondLst>
                                        </p:cTn>
                                        <p:tgtEl>
                                          <p:spTgt spid="3"/>
                                        </p:tgtEl>
                                        <p:attrNameLst>
                                          <p:attrName>style.visibility</p:attrName>
                                        </p:attrNameLst>
                                      </p:cBhvr>
                                      <p:to>
                                        <p:strVal val="visible"/>
                                      </p:to>
                                    </p:set>
                                    <p:animEffect transition="in" filter="fade">
                                      <p:cBhvr>
                                        <p:cTn id="41" dur="1000"/>
                                        <p:tgtEl>
                                          <p:spTgt spid="3"/>
                                        </p:tgtEl>
                                      </p:cBhvr>
                                    </p:animEffect>
                                  </p:childTnLst>
                                </p:cTn>
                              </p:par>
                            </p:childTnLst>
                          </p:cTn>
                        </p:par>
                        <p:par>
                          <p:cTn id="42" fill="hold">
                            <p:stCondLst>
                              <p:cond delay="1000"/>
                            </p:stCondLst>
                            <p:childTnLst>
                              <p:par>
                                <p:cTn id="43" presetID="10" presetClass="entr" presetSubtype="0" fill="hold" grpId="0" nodeType="afterEffect">
                                  <p:stCondLst>
                                    <p:cond delay="0"/>
                                  </p:stCondLst>
                                  <p:childTnLst>
                                    <p:set>
                                      <p:cBhvr>
                                        <p:cTn id="44" dur="1" fill="hold">
                                          <p:stCondLst>
                                            <p:cond delay="0"/>
                                          </p:stCondLst>
                                        </p:cTn>
                                        <p:tgtEl>
                                          <p:spTgt spid="11"/>
                                        </p:tgtEl>
                                        <p:attrNameLst>
                                          <p:attrName>style.visibility</p:attrName>
                                        </p:attrNameLst>
                                      </p:cBhvr>
                                      <p:to>
                                        <p:strVal val="visible"/>
                                      </p:to>
                                    </p:set>
                                    <p:animEffect transition="in" filter="fade">
                                      <p:cBhvr>
                                        <p:cTn id="45" dur="1000"/>
                                        <p:tgtEl>
                                          <p:spTgt spid="11"/>
                                        </p:tgtEl>
                                      </p:cBhvr>
                                    </p:animEffect>
                                  </p:childTnLst>
                                </p:cTn>
                              </p:par>
                            </p:childTnLst>
                          </p:cTn>
                        </p:par>
                      </p:childTnLst>
                    </p:cTn>
                  </p:par>
                  <p:par>
                    <p:cTn id="46" fill="hold">
                      <p:stCondLst>
                        <p:cond delay="indefinite"/>
                      </p:stCondLst>
                      <p:childTnLst>
                        <p:par>
                          <p:cTn id="47" fill="hold">
                            <p:stCondLst>
                              <p:cond delay="0"/>
                            </p:stCondLst>
                            <p:childTnLst>
                              <p:par>
                                <p:cTn id="48" presetID="22" presetClass="entr" presetSubtype="8" fill="hold" nodeType="clickEffect">
                                  <p:stCondLst>
                                    <p:cond delay="0"/>
                                  </p:stCondLst>
                                  <p:childTnLst>
                                    <p:set>
                                      <p:cBhvr>
                                        <p:cTn id="49" dur="1" fill="hold">
                                          <p:stCondLst>
                                            <p:cond delay="0"/>
                                          </p:stCondLst>
                                        </p:cTn>
                                        <p:tgtEl>
                                          <p:spTgt spid="14"/>
                                        </p:tgtEl>
                                        <p:attrNameLst>
                                          <p:attrName>style.visibility</p:attrName>
                                        </p:attrNameLst>
                                      </p:cBhvr>
                                      <p:to>
                                        <p:strVal val="visible"/>
                                      </p:to>
                                    </p:set>
                                    <p:animEffect transition="in" filter="wipe(left)">
                                      <p:cBhvr>
                                        <p:cTn id="50" dur="1000"/>
                                        <p:tgtEl>
                                          <p:spTgt spid="14"/>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7" grpId="0" animBg="1"/>
      <p:bldP spid="16" grpId="0" animBg="1"/>
      <p:bldP spid="47" grpId="0" animBg="1"/>
      <p:bldP spid="48" grpId="0" animBg="1"/>
      <p:bldP spid="50" grpId="0"/>
      <p:bldP spid="2" grpId="0" animBg="1"/>
      <p:bldP spid="3" grpId="0" animBg="1"/>
      <p:bldP spid="11" grpId="0"/>
    </p:bldLst>
  </p:timing>
</p:sld>
</file>

<file path=ppt/slides/slide94.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4" name="Title 3">
            <a:extLst>
              <a:ext uri="{FF2B5EF4-FFF2-40B4-BE49-F238E27FC236}">
                <a16:creationId xmlns:a16="http://schemas.microsoft.com/office/drawing/2014/main" id="{12630251-0176-4E08-9A40-5821ACD1944C}"/>
              </a:ext>
            </a:extLst>
          </p:cNvPr>
          <p:cNvSpPr>
            <a:spLocks noGrp="1"/>
          </p:cNvSpPr>
          <p:nvPr>
            <p:ph type="title"/>
          </p:nvPr>
        </p:nvSpPr>
        <p:spPr>
          <a:xfrm>
            <a:off x="838200" y="327025"/>
            <a:ext cx="10515600" cy="1325563"/>
          </a:xfrm>
        </p:spPr>
        <p:txBody>
          <a:bodyPr/>
          <a:lstStyle/>
          <a:p>
            <a:r>
              <a:rPr lang="en-GB" dirty="0"/>
              <a:t>N5 Revision – Many to Many</a:t>
            </a:r>
          </a:p>
        </p:txBody>
      </p:sp>
      <p:grpSp>
        <p:nvGrpSpPr>
          <p:cNvPr id="20" name="Group 19">
            <a:extLst>
              <a:ext uri="{FF2B5EF4-FFF2-40B4-BE49-F238E27FC236}">
                <a16:creationId xmlns:a16="http://schemas.microsoft.com/office/drawing/2014/main" id="{8447922B-056F-4E6A-8B38-A74E9DDF3E9F}"/>
              </a:ext>
            </a:extLst>
          </p:cNvPr>
          <p:cNvGrpSpPr/>
          <p:nvPr/>
        </p:nvGrpSpPr>
        <p:grpSpPr>
          <a:xfrm>
            <a:off x="2623595" y="2215226"/>
            <a:ext cx="6803554" cy="922735"/>
            <a:chOff x="2706145" y="4926513"/>
            <a:chExt cx="6803554" cy="922735"/>
          </a:xfrm>
        </p:grpSpPr>
        <p:sp>
          <p:nvSpPr>
            <p:cNvPr id="21" name="Entity 5">
              <a:extLst>
                <a:ext uri="{FF2B5EF4-FFF2-40B4-BE49-F238E27FC236}">
                  <a16:creationId xmlns:a16="http://schemas.microsoft.com/office/drawing/2014/main" id="{6467068A-2277-4AB9-927B-3762F8490F40}"/>
                </a:ext>
              </a:extLst>
            </p:cNvPr>
            <p:cNvSpPr txBox="1"/>
            <p:nvPr/>
          </p:nvSpPr>
          <p:spPr>
            <a:xfrm>
              <a:off x="2706145" y="5129248"/>
              <a:ext cx="1800000" cy="720000"/>
            </a:xfrm>
            <a:prstGeom prst="rect">
              <a:avLst/>
            </a:prstGeom>
            <a:solidFill>
              <a:schemeClr val="accent3">
                <a:lumMod val="20000"/>
                <a:lumOff val="80000"/>
              </a:schemeClr>
            </a:solidFill>
            <a:ln>
              <a:solidFill>
                <a:schemeClr val="tx1"/>
              </a:solidFill>
            </a:ln>
          </p:spPr>
          <p:txBody>
            <a:bodyPr wrap="none" rtlCol="0">
              <a:noAutofit/>
            </a:bodyPr>
            <a:lstStyle/>
            <a:p>
              <a:pPr algn="ctr"/>
              <a:r>
                <a:rPr lang="en-GB" sz="3600" dirty="0"/>
                <a:t>Entity</a:t>
              </a:r>
            </a:p>
          </p:txBody>
        </p:sp>
        <p:sp>
          <p:nvSpPr>
            <p:cNvPr id="22" name="Entity 6">
              <a:extLst>
                <a:ext uri="{FF2B5EF4-FFF2-40B4-BE49-F238E27FC236}">
                  <a16:creationId xmlns:a16="http://schemas.microsoft.com/office/drawing/2014/main" id="{195BFA4E-4382-4021-9998-072E4DF26718}"/>
                </a:ext>
              </a:extLst>
            </p:cNvPr>
            <p:cNvSpPr txBox="1"/>
            <p:nvPr/>
          </p:nvSpPr>
          <p:spPr>
            <a:xfrm>
              <a:off x="7709699" y="5129248"/>
              <a:ext cx="1800000" cy="720000"/>
            </a:xfrm>
            <a:prstGeom prst="rect">
              <a:avLst/>
            </a:prstGeom>
            <a:solidFill>
              <a:schemeClr val="accent3">
                <a:lumMod val="20000"/>
                <a:lumOff val="80000"/>
              </a:schemeClr>
            </a:solidFill>
            <a:ln>
              <a:solidFill>
                <a:schemeClr val="tx1"/>
              </a:solidFill>
            </a:ln>
          </p:spPr>
          <p:txBody>
            <a:bodyPr wrap="none" rtlCol="0">
              <a:noAutofit/>
            </a:bodyPr>
            <a:lstStyle/>
            <a:p>
              <a:pPr algn="ctr"/>
              <a:r>
                <a:rPr lang="en-GB" sz="3600" dirty="0"/>
                <a:t>Entity</a:t>
              </a:r>
            </a:p>
          </p:txBody>
        </p:sp>
        <p:grpSp>
          <p:nvGrpSpPr>
            <p:cNvPr id="23" name="Mant yo Many">
              <a:extLst>
                <a:ext uri="{FF2B5EF4-FFF2-40B4-BE49-F238E27FC236}">
                  <a16:creationId xmlns:a16="http://schemas.microsoft.com/office/drawing/2014/main" id="{5F002C5B-C027-484C-96EA-1789841F5FB0}"/>
                </a:ext>
              </a:extLst>
            </p:cNvPr>
            <p:cNvGrpSpPr/>
            <p:nvPr/>
          </p:nvGrpSpPr>
          <p:grpSpPr>
            <a:xfrm>
              <a:off x="4506145" y="5300546"/>
              <a:ext cx="3203554" cy="359999"/>
              <a:chOff x="4506145" y="5300546"/>
              <a:chExt cx="3203554" cy="359999"/>
            </a:xfrm>
          </p:grpSpPr>
          <p:cxnSp>
            <p:nvCxnSpPr>
              <p:cNvPr id="34" name="Straight Connector 33">
                <a:extLst>
                  <a:ext uri="{FF2B5EF4-FFF2-40B4-BE49-F238E27FC236}">
                    <a16:creationId xmlns:a16="http://schemas.microsoft.com/office/drawing/2014/main" id="{06C12C31-E962-4721-BF86-B3B4FCE4B0BE}"/>
                  </a:ext>
                </a:extLst>
              </p:cNvPr>
              <p:cNvCxnSpPr>
                <a:stCxn id="21" idx="3"/>
                <a:endCxn id="22" idx="1"/>
              </p:cNvCxnSpPr>
              <p:nvPr/>
            </p:nvCxnSpPr>
            <p:spPr>
              <a:xfrm>
                <a:off x="4506145" y="5489248"/>
                <a:ext cx="3203554" cy="0"/>
              </a:xfrm>
              <a:prstGeom prst="line">
                <a:avLst/>
              </a:prstGeom>
              <a:ln w="38100">
                <a:solidFill>
                  <a:srgbClr val="FF0000"/>
                </a:solidFill>
              </a:ln>
            </p:spPr>
            <p:style>
              <a:lnRef idx="1">
                <a:schemeClr val="accent1"/>
              </a:lnRef>
              <a:fillRef idx="0">
                <a:schemeClr val="accent1"/>
              </a:fillRef>
              <a:effectRef idx="0">
                <a:schemeClr val="accent1"/>
              </a:effectRef>
              <a:fontRef idx="minor">
                <a:schemeClr val="tx1"/>
              </a:fontRef>
            </p:style>
          </p:cxnSp>
          <p:cxnSp>
            <p:nvCxnSpPr>
              <p:cNvPr id="38" name="Straight Connector 37">
                <a:extLst>
                  <a:ext uri="{FF2B5EF4-FFF2-40B4-BE49-F238E27FC236}">
                    <a16:creationId xmlns:a16="http://schemas.microsoft.com/office/drawing/2014/main" id="{3D09C2A7-4203-4239-A031-7F6404BE38C5}"/>
                  </a:ext>
                </a:extLst>
              </p:cNvPr>
              <p:cNvCxnSpPr/>
              <p:nvPr/>
            </p:nvCxnSpPr>
            <p:spPr>
              <a:xfrm flipV="1">
                <a:off x="7391400" y="5300546"/>
                <a:ext cx="318299" cy="188701"/>
              </a:xfrm>
              <a:prstGeom prst="line">
                <a:avLst/>
              </a:prstGeom>
              <a:ln w="38100">
                <a:solidFill>
                  <a:srgbClr val="FF0000"/>
                </a:solidFill>
              </a:ln>
            </p:spPr>
            <p:style>
              <a:lnRef idx="1">
                <a:schemeClr val="accent1"/>
              </a:lnRef>
              <a:fillRef idx="0">
                <a:schemeClr val="accent1"/>
              </a:fillRef>
              <a:effectRef idx="0">
                <a:schemeClr val="accent1"/>
              </a:effectRef>
              <a:fontRef idx="minor">
                <a:schemeClr val="tx1"/>
              </a:fontRef>
            </p:style>
          </p:cxnSp>
          <p:cxnSp>
            <p:nvCxnSpPr>
              <p:cNvPr id="43" name="Straight Connector 42">
                <a:extLst>
                  <a:ext uri="{FF2B5EF4-FFF2-40B4-BE49-F238E27FC236}">
                    <a16:creationId xmlns:a16="http://schemas.microsoft.com/office/drawing/2014/main" id="{4382379F-A587-4B39-A55E-32E29A4DA8A7}"/>
                  </a:ext>
                </a:extLst>
              </p:cNvPr>
              <p:cNvCxnSpPr/>
              <p:nvPr/>
            </p:nvCxnSpPr>
            <p:spPr>
              <a:xfrm>
                <a:off x="7391400" y="5489247"/>
                <a:ext cx="318299" cy="171298"/>
              </a:xfrm>
              <a:prstGeom prst="line">
                <a:avLst/>
              </a:prstGeom>
              <a:ln w="38100">
                <a:solidFill>
                  <a:srgbClr val="FF0000"/>
                </a:solidFill>
              </a:ln>
            </p:spPr>
            <p:style>
              <a:lnRef idx="1">
                <a:schemeClr val="accent1"/>
              </a:lnRef>
              <a:fillRef idx="0">
                <a:schemeClr val="accent1"/>
              </a:fillRef>
              <a:effectRef idx="0">
                <a:schemeClr val="accent1"/>
              </a:effectRef>
              <a:fontRef idx="minor">
                <a:schemeClr val="tx1"/>
              </a:fontRef>
            </p:style>
          </p:cxnSp>
          <p:cxnSp>
            <p:nvCxnSpPr>
              <p:cNvPr id="44" name="Straight Connector 43">
                <a:extLst>
                  <a:ext uri="{FF2B5EF4-FFF2-40B4-BE49-F238E27FC236}">
                    <a16:creationId xmlns:a16="http://schemas.microsoft.com/office/drawing/2014/main" id="{2EDFF1A8-3360-4892-84A0-06A925C720AF}"/>
                  </a:ext>
                </a:extLst>
              </p:cNvPr>
              <p:cNvCxnSpPr/>
              <p:nvPr/>
            </p:nvCxnSpPr>
            <p:spPr>
              <a:xfrm flipH="1" flipV="1">
                <a:off x="4506145" y="5300546"/>
                <a:ext cx="318299" cy="188701"/>
              </a:xfrm>
              <a:prstGeom prst="line">
                <a:avLst/>
              </a:prstGeom>
              <a:ln w="38100">
                <a:solidFill>
                  <a:srgbClr val="FF0000"/>
                </a:solidFill>
              </a:ln>
            </p:spPr>
            <p:style>
              <a:lnRef idx="1">
                <a:schemeClr val="accent1"/>
              </a:lnRef>
              <a:fillRef idx="0">
                <a:schemeClr val="accent1"/>
              </a:fillRef>
              <a:effectRef idx="0">
                <a:schemeClr val="accent1"/>
              </a:effectRef>
              <a:fontRef idx="minor">
                <a:schemeClr val="tx1"/>
              </a:fontRef>
            </p:style>
          </p:cxnSp>
          <p:cxnSp>
            <p:nvCxnSpPr>
              <p:cNvPr id="45" name="Straight Connector 44">
                <a:extLst>
                  <a:ext uri="{FF2B5EF4-FFF2-40B4-BE49-F238E27FC236}">
                    <a16:creationId xmlns:a16="http://schemas.microsoft.com/office/drawing/2014/main" id="{9692404C-3BEE-48CF-818D-6844326E5D8C}"/>
                  </a:ext>
                </a:extLst>
              </p:cNvPr>
              <p:cNvCxnSpPr/>
              <p:nvPr/>
            </p:nvCxnSpPr>
            <p:spPr>
              <a:xfrm flipH="1">
                <a:off x="4506145" y="5489247"/>
                <a:ext cx="318299" cy="171298"/>
              </a:xfrm>
              <a:prstGeom prst="line">
                <a:avLst/>
              </a:prstGeom>
              <a:ln w="38100">
                <a:solidFill>
                  <a:srgbClr val="FF0000"/>
                </a:solidFill>
              </a:ln>
            </p:spPr>
            <p:style>
              <a:lnRef idx="1">
                <a:schemeClr val="accent1"/>
              </a:lnRef>
              <a:fillRef idx="0">
                <a:schemeClr val="accent1"/>
              </a:fillRef>
              <a:effectRef idx="0">
                <a:schemeClr val="accent1"/>
              </a:effectRef>
              <a:fontRef idx="minor">
                <a:schemeClr val="tx1"/>
              </a:fontRef>
            </p:style>
          </p:cxnSp>
        </p:grpSp>
        <p:sp>
          <p:nvSpPr>
            <p:cNvPr id="26" name="TextBox 25">
              <a:extLst>
                <a:ext uri="{FF2B5EF4-FFF2-40B4-BE49-F238E27FC236}">
                  <a16:creationId xmlns:a16="http://schemas.microsoft.com/office/drawing/2014/main" id="{4F052754-CF53-4CC5-81E2-201FFCF1ADEF}"/>
                </a:ext>
              </a:extLst>
            </p:cNvPr>
            <p:cNvSpPr txBox="1"/>
            <p:nvPr/>
          </p:nvSpPr>
          <p:spPr>
            <a:xfrm>
              <a:off x="4904291" y="4926513"/>
              <a:ext cx="2407262" cy="646331"/>
            </a:xfrm>
            <a:prstGeom prst="rect">
              <a:avLst/>
            </a:prstGeom>
            <a:noFill/>
          </p:spPr>
          <p:txBody>
            <a:bodyPr wrap="none" rtlCol="0">
              <a:spAutoFit/>
            </a:bodyPr>
            <a:lstStyle/>
            <a:p>
              <a:r>
                <a:rPr lang="en-GB" sz="3600" dirty="0"/>
                <a:t>relationship</a:t>
              </a:r>
            </a:p>
          </p:txBody>
        </p:sp>
      </p:grpSp>
      <p:sp>
        <p:nvSpPr>
          <p:cNvPr id="47" name="Entity 5">
            <a:extLst>
              <a:ext uri="{FF2B5EF4-FFF2-40B4-BE49-F238E27FC236}">
                <a16:creationId xmlns:a16="http://schemas.microsoft.com/office/drawing/2014/main" id="{0C63B20E-9FDF-4898-BD04-878DC12660FD}"/>
              </a:ext>
            </a:extLst>
          </p:cNvPr>
          <p:cNvSpPr txBox="1"/>
          <p:nvPr/>
        </p:nvSpPr>
        <p:spPr>
          <a:xfrm>
            <a:off x="2623595" y="3959608"/>
            <a:ext cx="1800000" cy="720000"/>
          </a:xfrm>
          <a:prstGeom prst="rect">
            <a:avLst/>
          </a:prstGeom>
          <a:solidFill>
            <a:schemeClr val="accent3">
              <a:lumMod val="20000"/>
              <a:lumOff val="80000"/>
            </a:schemeClr>
          </a:solidFill>
          <a:ln>
            <a:solidFill>
              <a:schemeClr val="tx1"/>
            </a:solidFill>
          </a:ln>
        </p:spPr>
        <p:txBody>
          <a:bodyPr wrap="none" rtlCol="0">
            <a:noAutofit/>
          </a:bodyPr>
          <a:lstStyle/>
          <a:p>
            <a:pPr algn="ctr"/>
            <a:endParaRPr lang="en-GB" sz="3600" dirty="0"/>
          </a:p>
        </p:txBody>
      </p:sp>
      <p:sp>
        <p:nvSpPr>
          <p:cNvPr id="48" name="Entity 6">
            <a:extLst>
              <a:ext uri="{FF2B5EF4-FFF2-40B4-BE49-F238E27FC236}">
                <a16:creationId xmlns:a16="http://schemas.microsoft.com/office/drawing/2014/main" id="{A55B2123-C239-48AF-B807-663504FBD5DB}"/>
              </a:ext>
            </a:extLst>
          </p:cNvPr>
          <p:cNvSpPr txBox="1"/>
          <p:nvPr/>
        </p:nvSpPr>
        <p:spPr>
          <a:xfrm>
            <a:off x="7627149" y="3959608"/>
            <a:ext cx="1800000" cy="720000"/>
          </a:xfrm>
          <a:prstGeom prst="rect">
            <a:avLst/>
          </a:prstGeom>
          <a:solidFill>
            <a:schemeClr val="accent3">
              <a:lumMod val="20000"/>
              <a:lumOff val="80000"/>
            </a:schemeClr>
          </a:solidFill>
          <a:ln>
            <a:solidFill>
              <a:schemeClr val="tx1"/>
            </a:solidFill>
          </a:ln>
        </p:spPr>
        <p:txBody>
          <a:bodyPr wrap="none" rtlCol="0">
            <a:noAutofit/>
          </a:bodyPr>
          <a:lstStyle/>
          <a:p>
            <a:pPr algn="ctr"/>
            <a:endParaRPr lang="en-GB" sz="3600" dirty="0"/>
          </a:p>
        </p:txBody>
      </p:sp>
      <p:grpSp>
        <p:nvGrpSpPr>
          <p:cNvPr id="49" name="Many to Many">
            <a:extLst>
              <a:ext uri="{FF2B5EF4-FFF2-40B4-BE49-F238E27FC236}">
                <a16:creationId xmlns:a16="http://schemas.microsoft.com/office/drawing/2014/main" id="{73ECD6FA-A67B-453C-85EA-D204C24E2C7A}"/>
              </a:ext>
            </a:extLst>
          </p:cNvPr>
          <p:cNvGrpSpPr/>
          <p:nvPr/>
        </p:nvGrpSpPr>
        <p:grpSpPr>
          <a:xfrm>
            <a:off x="4423595" y="4130906"/>
            <a:ext cx="3203554" cy="359999"/>
            <a:chOff x="4506145" y="5300546"/>
            <a:chExt cx="3203554" cy="359999"/>
          </a:xfrm>
        </p:grpSpPr>
        <p:cxnSp>
          <p:nvCxnSpPr>
            <p:cNvPr id="51" name="Straight Connector 50">
              <a:extLst>
                <a:ext uri="{FF2B5EF4-FFF2-40B4-BE49-F238E27FC236}">
                  <a16:creationId xmlns:a16="http://schemas.microsoft.com/office/drawing/2014/main" id="{184C5A4D-6198-497E-BE3B-BCB8D24C0E98}"/>
                </a:ext>
              </a:extLst>
            </p:cNvPr>
            <p:cNvCxnSpPr>
              <a:stCxn id="47" idx="3"/>
              <a:endCxn id="48" idx="1"/>
            </p:cNvCxnSpPr>
            <p:nvPr/>
          </p:nvCxnSpPr>
          <p:spPr>
            <a:xfrm>
              <a:off x="4506145" y="5489248"/>
              <a:ext cx="3203554" cy="0"/>
            </a:xfrm>
            <a:prstGeom prst="line">
              <a:avLst/>
            </a:prstGeom>
            <a:ln w="38100">
              <a:solidFill>
                <a:srgbClr val="FF0000"/>
              </a:solidFill>
            </a:ln>
          </p:spPr>
          <p:style>
            <a:lnRef idx="1">
              <a:schemeClr val="accent1"/>
            </a:lnRef>
            <a:fillRef idx="0">
              <a:schemeClr val="accent1"/>
            </a:fillRef>
            <a:effectRef idx="0">
              <a:schemeClr val="accent1"/>
            </a:effectRef>
            <a:fontRef idx="minor">
              <a:schemeClr val="tx1"/>
            </a:fontRef>
          </p:style>
        </p:cxnSp>
        <p:cxnSp>
          <p:nvCxnSpPr>
            <p:cNvPr id="52" name="Straight Connector 51">
              <a:extLst>
                <a:ext uri="{FF2B5EF4-FFF2-40B4-BE49-F238E27FC236}">
                  <a16:creationId xmlns:a16="http://schemas.microsoft.com/office/drawing/2014/main" id="{EE9D46E9-4E8E-4717-9456-F239E043F11F}"/>
                </a:ext>
              </a:extLst>
            </p:cNvPr>
            <p:cNvCxnSpPr/>
            <p:nvPr/>
          </p:nvCxnSpPr>
          <p:spPr>
            <a:xfrm flipV="1">
              <a:off x="7391400" y="5300546"/>
              <a:ext cx="318299" cy="188701"/>
            </a:xfrm>
            <a:prstGeom prst="line">
              <a:avLst/>
            </a:prstGeom>
            <a:ln w="38100">
              <a:solidFill>
                <a:srgbClr val="FF0000"/>
              </a:solidFill>
            </a:ln>
          </p:spPr>
          <p:style>
            <a:lnRef idx="1">
              <a:schemeClr val="accent1"/>
            </a:lnRef>
            <a:fillRef idx="0">
              <a:schemeClr val="accent1"/>
            </a:fillRef>
            <a:effectRef idx="0">
              <a:schemeClr val="accent1"/>
            </a:effectRef>
            <a:fontRef idx="minor">
              <a:schemeClr val="tx1"/>
            </a:fontRef>
          </p:style>
        </p:cxnSp>
        <p:cxnSp>
          <p:nvCxnSpPr>
            <p:cNvPr id="53" name="Straight Connector 52">
              <a:extLst>
                <a:ext uri="{FF2B5EF4-FFF2-40B4-BE49-F238E27FC236}">
                  <a16:creationId xmlns:a16="http://schemas.microsoft.com/office/drawing/2014/main" id="{3B2255B5-E5CC-4508-935C-135BE6748857}"/>
                </a:ext>
              </a:extLst>
            </p:cNvPr>
            <p:cNvCxnSpPr/>
            <p:nvPr/>
          </p:nvCxnSpPr>
          <p:spPr>
            <a:xfrm>
              <a:off x="7391400" y="5489247"/>
              <a:ext cx="318299" cy="171298"/>
            </a:xfrm>
            <a:prstGeom prst="line">
              <a:avLst/>
            </a:prstGeom>
            <a:ln w="38100">
              <a:solidFill>
                <a:srgbClr val="FF0000"/>
              </a:solidFill>
            </a:ln>
          </p:spPr>
          <p:style>
            <a:lnRef idx="1">
              <a:schemeClr val="accent1"/>
            </a:lnRef>
            <a:fillRef idx="0">
              <a:schemeClr val="accent1"/>
            </a:fillRef>
            <a:effectRef idx="0">
              <a:schemeClr val="accent1"/>
            </a:effectRef>
            <a:fontRef idx="minor">
              <a:schemeClr val="tx1"/>
            </a:fontRef>
          </p:style>
        </p:cxnSp>
        <p:cxnSp>
          <p:nvCxnSpPr>
            <p:cNvPr id="54" name="Straight Connector 53">
              <a:extLst>
                <a:ext uri="{FF2B5EF4-FFF2-40B4-BE49-F238E27FC236}">
                  <a16:creationId xmlns:a16="http://schemas.microsoft.com/office/drawing/2014/main" id="{2A6F60BF-38F6-4A6A-90CB-218DC269E685}"/>
                </a:ext>
              </a:extLst>
            </p:cNvPr>
            <p:cNvCxnSpPr/>
            <p:nvPr/>
          </p:nvCxnSpPr>
          <p:spPr>
            <a:xfrm flipH="1" flipV="1">
              <a:off x="4506145" y="5300546"/>
              <a:ext cx="318299" cy="188701"/>
            </a:xfrm>
            <a:prstGeom prst="line">
              <a:avLst/>
            </a:prstGeom>
            <a:ln w="38100">
              <a:solidFill>
                <a:srgbClr val="FF0000"/>
              </a:solidFill>
            </a:ln>
          </p:spPr>
          <p:style>
            <a:lnRef idx="1">
              <a:schemeClr val="accent1"/>
            </a:lnRef>
            <a:fillRef idx="0">
              <a:schemeClr val="accent1"/>
            </a:fillRef>
            <a:effectRef idx="0">
              <a:schemeClr val="accent1"/>
            </a:effectRef>
            <a:fontRef idx="minor">
              <a:schemeClr val="tx1"/>
            </a:fontRef>
          </p:style>
        </p:cxnSp>
        <p:cxnSp>
          <p:nvCxnSpPr>
            <p:cNvPr id="55" name="Straight Connector 54">
              <a:extLst>
                <a:ext uri="{FF2B5EF4-FFF2-40B4-BE49-F238E27FC236}">
                  <a16:creationId xmlns:a16="http://schemas.microsoft.com/office/drawing/2014/main" id="{F5F1230A-6464-4DF9-9B3A-266A838665F7}"/>
                </a:ext>
              </a:extLst>
            </p:cNvPr>
            <p:cNvCxnSpPr/>
            <p:nvPr/>
          </p:nvCxnSpPr>
          <p:spPr>
            <a:xfrm flipH="1">
              <a:off x="4506145" y="5489247"/>
              <a:ext cx="318299" cy="171298"/>
            </a:xfrm>
            <a:prstGeom prst="line">
              <a:avLst/>
            </a:prstGeom>
            <a:ln w="38100">
              <a:solidFill>
                <a:srgbClr val="FF0000"/>
              </a:solidFill>
            </a:ln>
          </p:spPr>
          <p:style>
            <a:lnRef idx="1">
              <a:schemeClr val="accent1"/>
            </a:lnRef>
            <a:fillRef idx="0">
              <a:schemeClr val="accent1"/>
            </a:fillRef>
            <a:effectRef idx="0">
              <a:schemeClr val="accent1"/>
            </a:effectRef>
            <a:fontRef idx="minor">
              <a:schemeClr val="tx1"/>
            </a:fontRef>
          </p:style>
        </p:cxnSp>
      </p:grpSp>
      <p:sp>
        <p:nvSpPr>
          <p:cNvPr id="2" name="Entity 5">
            <a:extLst>
              <a:ext uri="{FF2B5EF4-FFF2-40B4-BE49-F238E27FC236}">
                <a16:creationId xmlns:a16="http://schemas.microsoft.com/office/drawing/2014/main" id="{F51513F4-A186-1E01-0974-19751EDBA2A3}"/>
              </a:ext>
            </a:extLst>
          </p:cNvPr>
          <p:cNvSpPr txBox="1"/>
          <p:nvPr/>
        </p:nvSpPr>
        <p:spPr>
          <a:xfrm>
            <a:off x="2623595" y="5515287"/>
            <a:ext cx="1800000" cy="720000"/>
          </a:xfrm>
          <a:prstGeom prst="rect">
            <a:avLst/>
          </a:prstGeom>
          <a:solidFill>
            <a:schemeClr val="accent3">
              <a:lumMod val="20000"/>
              <a:lumOff val="80000"/>
            </a:schemeClr>
          </a:solidFill>
          <a:ln>
            <a:solidFill>
              <a:schemeClr val="tx1"/>
            </a:solidFill>
          </a:ln>
        </p:spPr>
        <p:txBody>
          <a:bodyPr wrap="none" rtlCol="0">
            <a:noAutofit/>
          </a:bodyPr>
          <a:lstStyle/>
          <a:p>
            <a:pPr algn="ctr"/>
            <a:r>
              <a:rPr lang="en-GB" sz="3600" dirty="0"/>
              <a:t>Pupil</a:t>
            </a:r>
          </a:p>
        </p:txBody>
      </p:sp>
      <p:sp>
        <p:nvSpPr>
          <p:cNvPr id="3" name="Entity 6">
            <a:extLst>
              <a:ext uri="{FF2B5EF4-FFF2-40B4-BE49-F238E27FC236}">
                <a16:creationId xmlns:a16="http://schemas.microsoft.com/office/drawing/2014/main" id="{2CFD988F-E4C7-8ABA-5E53-92D3F870232B}"/>
              </a:ext>
            </a:extLst>
          </p:cNvPr>
          <p:cNvSpPr txBox="1"/>
          <p:nvPr/>
        </p:nvSpPr>
        <p:spPr>
          <a:xfrm>
            <a:off x="7627149" y="5515287"/>
            <a:ext cx="1800000" cy="720000"/>
          </a:xfrm>
          <a:prstGeom prst="rect">
            <a:avLst/>
          </a:prstGeom>
          <a:solidFill>
            <a:schemeClr val="accent3">
              <a:lumMod val="20000"/>
              <a:lumOff val="80000"/>
            </a:schemeClr>
          </a:solidFill>
          <a:ln>
            <a:solidFill>
              <a:schemeClr val="tx1"/>
            </a:solidFill>
          </a:ln>
        </p:spPr>
        <p:txBody>
          <a:bodyPr wrap="none" rtlCol="0">
            <a:noAutofit/>
          </a:bodyPr>
          <a:lstStyle/>
          <a:p>
            <a:pPr algn="ctr"/>
            <a:r>
              <a:rPr lang="en-GB" sz="3600" dirty="0"/>
              <a:t>Subject</a:t>
            </a:r>
          </a:p>
        </p:txBody>
      </p:sp>
      <p:sp>
        <p:nvSpPr>
          <p:cNvPr id="11" name="TextBox 10">
            <a:extLst>
              <a:ext uri="{FF2B5EF4-FFF2-40B4-BE49-F238E27FC236}">
                <a16:creationId xmlns:a16="http://schemas.microsoft.com/office/drawing/2014/main" id="{FA6BAF3D-DFEA-531E-6730-C3034F45CD0E}"/>
              </a:ext>
            </a:extLst>
          </p:cNvPr>
          <p:cNvSpPr txBox="1"/>
          <p:nvPr/>
        </p:nvSpPr>
        <p:spPr>
          <a:xfrm>
            <a:off x="5267987" y="5292300"/>
            <a:ext cx="1514774" cy="646331"/>
          </a:xfrm>
          <a:prstGeom prst="rect">
            <a:avLst/>
          </a:prstGeom>
          <a:noFill/>
        </p:spPr>
        <p:txBody>
          <a:bodyPr wrap="none" rtlCol="0">
            <a:spAutoFit/>
          </a:bodyPr>
          <a:lstStyle/>
          <a:p>
            <a:pPr algn="ctr"/>
            <a:r>
              <a:rPr lang="en-GB" sz="3600" dirty="0"/>
              <a:t>studies</a:t>
            </a:r>
            <a:endParaRPr lang="en-GB" sz="2800" dirty="0"/>
          </a:p>
        </p:txBody>
      </p:sp>
      <p:grpSp>
        <p:nvGrpSpPr>
          <p:cNvPr id="14" name="Many to Many">
            <a:extLst>
              <a:ext uri="{FF2B5EF4-FFF2-40B4-BE49-F238E27FC236}">
                <a16:creationId xmlns:a16="http://schemas.microsoft.com/office/drawing/2014/main" id="{DA8CD8FE-92E4-E540-CC30-55E7D5C3A7D4}"/>
              </a:ext>
            </a:extLst>
          </p:cNvPr>
          <p:cNvGrpSpPr/>
          <p:nvPr/>
        </p:nvGrpSpPr>
        <p:grpSpPr>
          <a:xfrm>
            <a:off x="4423595" y="5666463"/>
            <a:ext cx="3203554" cy="359999"/>
            <a:chOff x="4506145" y="5300546"/>
            <a:chExt cx="3203554" cy="359999"/>
          </a:xfrm>
        </p:grpSpPr>
        <p:cxnSp>
          <p:nvCxnSpPr>
            <p:cNvPr id="15" name="Straight Connector 14">
              <a:extLst>
                <a:ext uri="{FF2B5EF4-FFF2-40B4-BE49-F238E27FC236}">
                  <a16:creationId xmlns:a16="http://schemas.microsoft.com/office/drawing/2014/main" id="{4DEFF17B-7B90-C385-A399-1BDF30EDB1CA}"/>
                </a:ext>
              </a:extLst>
            </p:cNvPr>
            <p:cNvCxnSpPr/>
            <p:nvPr/>
          </p:nvCxnSpPr>
          <p:spPr>
            <a:xfrm>
              <a:off x="4506145" y="5489248"/>
              <a:ext cx="3203554" cy="0"/>
            </a:xfrm>
            <a:prstGeom prst="line">
              <a:avLst/>
            </a:prstGeom>
            <a:ln w="38100">
              <a:solidFill>
                <a:srgbClr val="FF0000"/>
              </a:solidFill>
            </a:ln>
          </p:spPr>
          <p:style>
            <a:lnRef idx="1">
              <a:schemeClr val="accent1"/>
            </a:lnRef>
            <a:fillRef idx="0">
              <a:schemeClr val="accent1"/>
            </a:fillRef>
            <a:effectRef idx="0">
              <a:schemeClr val="accent1"/>
            </a:effectRef>
            <a:fontRef idx="minor">
              <a:schemeClr val="tx1"/>
            </a:fontRef>
          </p:style>
        </p:cxnSp>
        <p:cxnSp>
          <p:nvCxnSpPr>
            <p:cNvPr id="17" name="Straight Connector 16">
              <a:extLst>
                <a:ext uri="{FF2B5EF4-FFF2-40B4-BE49-F238E27FC236}">
                  <a16:creationId xmlns:a16="http://schemas.microsoft.com/office/drawing/2014/main" id="{72701D00-1011-B8A0-7AAC-F7AE8C68B5EF}"/>
                </a:ext>
              </a:extLst>
            </p:cNvPr>
            <p:cNvCxnSpPr/>
            <p:nvPr/>
          </p:nvCxnSpPr>
          <p:spPr>
            <a:xfrm flipV="1">
              <a:off x="7391400" y="5300546"/>
              <a:ext cx="318299" cy="188701"/>
            </a:xfrm>
            <a:prstGeom prst="line">
              <a:avLst/>
            </a:prstGeom>
            <a:ln w="38100">
              <a:solidFill>
                <a:srgbClr val="FF0000"/>
              </a:solidFill>
            </a:ln>
          </p:spPr>
          <p:style>
            <a:lnRef idx="1">
              <a:schemeClr val="accent1"/>
            </a:lnRef>
            <a:fillRef idx="0">
              <a:schemeClr val="accent1"/>
            </a:fillRef>
            <a:effectRef idx="0">
              <a:schemeClr val="accent1"/>
            </a:effectRef>
            <a:fontRef idx="minor">
              <a:schemeClr val="tx1"/>
            </a:fontRef>
          </p:style>
        </p:cxnSp>
        <p:cxnSp>
          <p:nvCxnSpPr>
            <p:cNvPr id="18" name="Straight Connector 17">
              <a:extLst>
                <a:ext uri="{FF2B5EF4-FFF2-40B4-BE49-F238E27FC236}">
                  <a16:creationId xmlns:a16="http://schemas.microsoft.com/office/drawing/2014/main" id="{6A5EC8C1-7B8D-0429-D96C-8D24D5A90841}"/>
                </a:ext>
              </a:extLst>
            </p:cNvPr>
            <p:cNvCxnSpPr/>
            <p:nvPr/>
          </p:nvCxnSpPr>
          <p:spPr>
            <a:xfrm>
              <a:off x="7391400" y="5489247"/>
              <a:ext cx="318299" cy="171298"/>
            </a:xfrm>
            <a:prstGeom prst="line">
              <a:avLst/>
            </a:prstGeom>
            <a:ln w="38100">
              <a:solidFill>
                <a:srgbClr val="FF0000"/>
              </a:solidFill>
            </a:ln>
          </p:spPr>
          <p:style>
            <a:lnRef idx="1">
              <a:schemeClr val="accent1"/>
            </a:lnRef>
            <a:fillRef idx="0">
              <a:schemeClr val="accent1"/>
            </a:fillRef>
            <a:effectRef idx="0">
              <a:schemeClr val="accent1"/>
            </a:effectRef>
            <a:fontRef idx="minor">
              <a:schemeClr val="tx1"/>
            </a:fontRef>
          </p:style>
        </p:cxnSp>
        <p:cxnSp>
          <p:nvCxnSpPr>
            <p:cNvPr id="19" name="Straight Connector 18">
              <a:extLst>
                <a:ext uri="{FF2B5EF4-FFF2-40B4-BE49-F238E27FC236}">
                  <a16:creationId xmlns:a16="http://schemas.microsoft.com/office/drawing/2014/main" id="{B8A57594-EB6A-6B42-CF34-66B0145BF3DE}"/>
                </a:ext>
              </a:extLst>
            </p:cNvPr>
            <p:cNvCxnSpPr/>
            <p:nvPr/>
          </p:nvCxnSpPr>
          <p:spPr>
            <a:xfrm flipH="1" flipV="1">
              <a:off x="4506145" y="5300546"/>
              <a:ext cx="318299" cy="188701"/>
            </a:xfrm>
            <a:prstGeom prst="line">
              <a:avLst/>
            </a:prstGeom>
            <a:ln w="38100">
              <a:solidFill>
                <a:srgbClr val="FF0000"/>
              </a:solidFill>
            </a:ln>
          </p:spPr>
          <p:style>
            <a:lnRef idx="1">
              <a:schemeClr val="accent1"/>
            </a:lnRef>
            <a:fillRef idx="0">
              <a:schemeClr val="accent1"/>
            </a:fillRef>
            <a:effectRef idx="0">
              <a:schemeClr val="accent1"/>
            </a:effectRef>
            <a:fontRef idx="minor">
              <a:schemeClr val="tx1"/>
            </a:fontRef>
          </p:style>
        </p:cxnSp>
        <p:cxnSp>
          <p:nvCxnSpPr>
            <p:cNvPr id="24" name="Straight Connector 23">
              <a:extLst>
                <a:ext uri="{FF2B5EF4-FFF2-40B4-BE49-F238E27FC236}">
                  <a16:creationId xmlns:a16="http://schemas.microsoft.com/office/drawing/2014/main" id="{45A0FF39-B80C-4B73-A9E5-24E9DC2D4CEA}"/>
                </a:ext>
              </a:extLst>
            </p:cNvPr>
            <p:cNvCxnSpPr/>
            <p:nvPr/>
          </p:nvCxnSpPr>
          <p:spPr>
            <a:xfrm flipH="1">
              <a:off x="4506145" y="5489247"/>
              <a:ext cx="318299" cy="171298"/>
            </a:xfrm>
            <a:prstGeom prst="line">
              <a:avLst/>
            </a:prstGeom>
            <a:ln w="38100">
              <a:solidFill>
                <a:srgbClr val="FF0000"/>
              </a:solidFill>
            </a:ln>
          </p:spPr>
          <p:style>
            <a:lnRef idx="1">
              <a:schemeClr val="accent1"/>
            </a:lnRef>
            <a:fillRef idx="0">
              <a:schemeClr val="accent1"/>
            </a:fillRef>
            <a:effectRef idx="0">
              <a:schemeClr val="accent1"/>
            </a:effectRef>
            <a:fontRef idx="minor">
              <a:schemeClr val="tx1"/>
            </a:fontRef>
          </p:style>
        </p:cxnSp>
      </p:grpSp>
    </p:spTree>
    <p:extLst>
      <p:ext uri="{BB962C8B-B14F-4D97-AF65-F5344CB8AC3E}">
        <p14:creationId xmlns:p14="http://schemas.microsoft.com/office/powerpoint/2010/main" val="2887556788"/>
      </p:ext>
    </p:extLst>
  </p:cSld>
  <p:clrMapOvr>
    <a:masterClrMapping/>
  </p:clrMapOvr>
</p:sld>
</file>

<file path=ppt/slides/slide9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itle 3">
            <a:extLst>
              <a:ext uri="{FF2B5EF4-FFF2-40B4-BE49-F238E27FC236}">
                <a16:creationId xmlns:a16="http://schemas.microsoft.com/office/drawing/2014/main" id="{12630251-0176-4E08-9A40-5821ACD1944C}"/>
              </a:ext>
            </a:extLst>
          </p:cNvPr>
          <p:cNvSpPr>
            <a:spLocks noGrp="1"/>
          </p:cNvSpPr>
          <p:nvPr>
            <p:ph type="title"/>
          </p:nvPr>
        </p:nvSpPr>
        <p:spPr/>
        <p:txBody>
          <a:bodyPr/>
          <a:lstStyle/>
          <a:p>
            <a:r>
              <a:rPr lang="en-GB" dirty="0"/>
              <a:t>Foreign Key – Many to Many</a:t>
            </a:r>
          </a:p>
        </p:txBody>
      </p:sp>
      <p:grpSp>
        <p:nvGrpSpPr>
          <p:cNvPr id="19" name="Group 18">
            <a:extLst>
              <a:ext uri="{FF2B5EF4-FFF2-40B4-BE49-F238E27FC236}">
                <a16:creationId xmlns:a16="http://schemas.microsoft.com/office/drawing/2014/main" id="{1F565CB8-10B5-434D-9118-818C6E69EDA5}"/>
              </a:ext>
            </a:extLst>
          </p:cNvPr>
          <p:cNvGrpSpPr/>
          <p:nvPr/>
        </p:nvGrpSpPr>
        <p:grpSpPr>
          <a:xfrm>
            <a:off x="1484408" y="1991115"/>
            <a:ext cx="1933673" cy="2862322"/>
            <a:chOff x="7175028" y="1690688"/>
            <a:chExt cx="1933673" cy="2862322"/>
          </a:xfrm>
        </p:grpSpPr>
        <p:sp>
          <p:nvSpPr>
            <p:cNvPr id="20" name="TextBox 19">
              <a:extLst>
                <a:ext uri="{FF2B5EF4-FFF2-40B4-BE49-F238E27FC236}">
                  <a16:creationId xmlns:a16="http://schemas.microsoft.com/office/drawing/2014/main" id="{06B8E8D6-C037-4571-B1CB-E4BD14A48ED7}"/>
                </a:ext>
              </a:extLst>
            </p:cNvPr>
            <p:cNvSpPr txBox="1"/>
            <p:nvPr/>
          </p:nvSpPr>
          <p:spPr>
            <a:xfrm>
              <a:off x="7175030" y="1690688"/>
              <a:ext cx="1933671" cy="2862322"/>
            </a:xfrm>
            <a:prstGeom prst="rect">
              <a:avLst/>
            </a:prstGeom>
            <a:solidFill>
              <a:schemeClr val="accent3">
                <a:lumMod val="20000"/>
                <a:lumOff val="80000"/>
              </a:schemeClr>
            </a:solidFill>
            <a:ln>
              <a:solidFill>
                <a:schemeClr val="tx1"/>
              </a:solidFill>
            </a:ln>
          </p:spPr>
          <p:txBody>
            <a:bodyPr wrap="none" rtlCol="0">
              <a:spAutoFit/>
            </a:bodyPr>
            <a:lstStyle/>
            <a:p>
              <a:endParaRPr lang="en-GB" sz="3600" b="1" dirty="0"/>
            </a:p>
            <a:p>
              <a:r>
                <a:rPr lang="en-GB" sz="3600" u="sng" dirty="0" err="1"/>
                <a:t>pupilID</a:t>
              </a:r>
              <a:endParaRPr lang="en-GB" sz="3600" u="sng" dirty="0"/>
            </a:p>
            <a:p>
              <a:r>
                <a:rPr lang="en-GB" sz="3600" dirty="0"/>
                <a:t>name</a:t>
              </a:r>
            </a:p>
            <a:p>
              <a:r>
                <a:rPr lang="en-GB" sz="3600" dirty="0"/>
                <a:t>dob</a:t>
              </a:r>
            </a:p>
            <a:p>
              <a:r>
                <a:rPr lang="en-GB" sz="3600" dirty="0"/>
                <a:t>transport</a:t>
              </a:r>
            </a:p>
          </p:txBody>
        </p:sp>
        <p:sp>
          <p:nvSpPr>
            <p:cNvPr id="21" name="TextBox 20">
              <a:extLst>
                <a:ext uri="{FF2B5EF4-FFF2-40B4-BE49-F238E27FC236}">
                  <a16:creationId xmlns:a16="http://schemas.microsoft.com/office/drawing/2014/main" id="{F7586BB6-2057-4CF7-A670-A8A12468AEB7}"/>
                </a:ext>
              </a:extLst>
            </p:cNvPr>
            <p:cNvSpPr txBox="1"/>
            <p:nvPr/>
          </p:nvSpPr>
          <p:spPr>
            <a:xfrm>
              <a:off x="7175028" y="1690688"/>
              <a:ext cx="1933671" cy="646331"/>
            </a:xfrm>
            <a:prstGeom prst="rect">
              <a:avLst/>
            </a:prstGeom>
            <a:solidFill>
              <a:schemeClr val="bg2">
                <a:lumMod val="90000"/>
              </a:schemeClr>
            </a:solidFill>
            <a:ln>
              <a:solidFill>
                <a:schemeClr val="tx1"/>
              </a:solidFill>
            </a:ln>
          </p:spPr>
          <p:txBody>
            <a:bodyPr wrap="square" rtlCol="0">
              <a:spAutoFit/>
            </a:bodyPr>
            <a:lstStyle/>
            <a:p>
              <a:r>
                <a:rPr lang="en-GB" sz="3600" b="1" dirty="0"/>
                <a:t>Pupil</a:t>
              </a:r>
            </a:p>
          </p:txBody>
        </p:sp>
      </p:grpSp>
      <p:sp>
        <p:nvSpPr>
          <p:cNvPr id="12" name="TextBox 11">
            <a:extLst>
              <a:ext uri="{FF2B5EF4-FFF2-40B4-BE49-F238E27FC236}">
                <a16:creationId xmlns:a16="http://schemas.microsoft.com/office/drawing/2014/main" id="{B6B84172-F9B4-4F21-B3B5-E22731A18339}"/>
              </a:ext>
            </a:extLst>
          </p:cNvPr>
          <p:cNvSpPr txBox="1"/>
          <p:nvPr/>
        </p:nvSpPr>
        <p:spPr>
          <a:xfrm>
            <a:off x="5338613" y="1762300"/>
            <a:ext cx="1514774" cy="646331"/>
          </a:xfrm>
          <a:prstGeom prst="rect">
            <a:avLst/>
          </a:prstGeom>
          <a:noFill/>
        </p:spPr>
        <p:txBody>
          <a:bodyPr wrap="none" rtlCol="0">
            <a:spAutoFit/>
          </a:bodyPr>
          <a:lstStyle/>
          <a:p>
            <a:r>
              <a:rPr lang="en-GB" sz="3600" dirty="0"/>
              <a:t>studies</a:t>
            </a:r>
            <a:endParaRPr lang="en-GB" sz="2800" dirty="0"/>
          </a:p>
        </p:txBody>
      </p:sp>
      <p:grpSp>
        <p:nvGrpSpPr>
          <p:cNvPr id="25" name="Many to Many">
            <a:extLst>
              <a:ext uri="{FF2B5EF4-FFF2-40B4-BE49-F238E27FC236}">
                <a16:creationId xmlns:a16="http://schemas.microsoft.com/office/drawing/2014/main" id="{73ECD6FA-A67B-453C-85EA-D204C24E2C7A}"/>
              </a:ext>
            </a:extLst>
          </p:cNvPr>
          <p:cNvGrpSpPr/>
          <p:nvPr/>
        </p:nvGrpSpPr>
        <p:grpSpPr>
          <a:xfrm>
            <a:off x="3420431" y="2134281"/>
            <a:ext cx="5351138" cy="359999"/>
            <a:chOff x="4506145" y="5300546"/>
            <a:chExt cx="3203554" cy="359999"/>
          </a:xfrm>
        </p:grpSpPr>
        <p:cxnSp>
          <p:nvCxnSpPr>
            <p:cNvPr id="26" name="Straight Connector 25">
              <a:extLst>
                <a:ext uri="{FF2B5EF4-FFF2-40B4-BE49-F238E27FC236}">
                  <a16:creationId xmlns:a16="http://schemas.microsoft.com/office/drawing/2014/main" id="{184C5A4D-6198-497E-BE3B-BCB8D24C0E98}"/>
                </a:ext>
              </a:extLst>
            </p:cNvPr>
            <p:cNvCxnSpPr/>
            <p:nvPr/>
          </p:nvCxnSpPr>
          <p:spPr>
            <a:xfrm>
              <a:off x="4506145" y="5489248"/>
              <a:ext cx="3203554" cy="0"/>
            </a:xfrm>
            <a:prstGeom prst="line">
              <a:avLst/>
            </a:prstGeom>
            <a:ln w="38100">
              <a:solidFill>
                <a:srgbClr val="FF0000"/>
              </a:solidFill>
            </a:ln>
          </p:spPr>
          <p:style>
            <a:lnRef idx="1">
              <a:schemeClr val="accent1"/>
            </a:lnRef>
            <a:fillRef idx="0">
              <a:schemeClr val="accent1"/>
            </a:fillRef>
            <a:effectRef idx="0">
              <a:schemeClr val="accent1"/>
            </a:effectRef>
            <a:fontRef idx="minor">
              <a:schemeClr val="tx1"/>
            </a:fontRef>
          </p:style>
        </p:cxnSp>
        <p:cxnSp>
          <p:nvCxnSpPr>
            <p:cNvPr id="27" name="Straight Connector 26">
              <a:extLst>
                <a:ext uri="{FF2B5EF4-FFF2-40B4-BE49-F238E27FC236}">
                  <a16:creationId xmlns:a16="http://schemas.microsoft.com/office/drawing/2014/main" id="{EE9D46E9-4E8E-4717-9456-F239E043F11F}"/>
                </a:ext>
              </a:extLst>
            </p:cNvPr>
            <p:cNvCxnSpPr/>
            <p:nvPr/>
          </p:nvCxnSpPr>
          <p:spPr>
            <a:xfrm flipV="1">
              <a:off x="7391400" y="5300546"/>
              <a:ext cx="318299" cy="188701"/>
            </a:xfrm>
            <a:prstGeom prst="line">
              <a:avLst/>
            </a:prstGeom>
            <a:ln w="38100">
              <a:solidFill>
                <a:srgbClr val="FF0000"/>
              </a:solidFill>
            </a:ln>
          </p:spPr>
          <p:style>
            <a:lnRef idx="1">
              <a:schemeClr val="accent1"/>
            </a:lnRef>
            <a:fillRef idx="0">
              <a:schemeClr val="accent1"/>
            </a:fillRef>
            <a:effectRef idx="0">
              <a:schemeClr val="accent1"/>
            </a:effectRef>
            <a:fontRef idx="minor">
              <a:schemeClr val="tx1"/>
            </a:fontRef>
          </p:style>
        </p:cxnSp>
        <p:cxnSp>
          <p:nvCxnSpPr>
            <p:cNvPr id="28" name="Straight Connector 27">
              <a:extLst>
                <a:ext uri="{FF2B5EF4-FFF2-40B4-BE49-F238E27FC236}">
                  <a16:creationId xmlns:a16="http://schemas.microsoft.com/office/drawing/2014/main" id="{3B2255B5-E5CC-4508-935C-135BE6748857}"/>
                </a:ext>
              </a:extLst>
            </p:cNvPr>
            <p:cNvCxnSpPr/>
            <p:nvPr/>
          </p:nvCxnSpPr>
          <p:spPr>
            <a:xfrm>
              <a:off x="7391400" y="5489247"/>
              <a:ext cx="318299" cy="171298"/>
            </a:xfrm>
            <a:prstGeom prst="line">
              <a:avLst/>
            </a:prstGeom>
            <a:ln w="38100">
              <a:solidFill>
                <a:srgbClr val="FF0000"/>
              </a:solidFill>
            </a:ln>
          </p:spPr>
          <p:style>
            <a:lnRef idx="1">
              <a:schemeClr val="accent1"/>
            </a:lnRef>
            <a:fillRef idx="0">
              <a:schemeClr val="accent1"/>
            </a:fillRef>
            <a:effectRef idx="0">
              <a:schemeClr val="accent1"/>
            </a:effectRef>
            <a:fontRef idx="minor">
              <a:schemeClr val="tx1"/>
            </a:fontRef>
          </p:style>
        </p:cxnSp>
        <p:cxnSp>
          <p:nvCxnSpPr>
            <p:cNvPr id="29" name="Straight Connector 28">
              <a:extLst>
                <a:ext uri="{FF2B5EF4-FFF2-40B4-BE49-F238E27FC236}">
                  <a16:creationId xmlns:a16="http://schemas.microsoft.com/office/drawing/2014/main" id="{2A6F60BF-38F6-4A6A-90CB-218DC269E685}"/>
                </a:ext>
              </a:extLst>
            </p:cNvPr>
            <p:cNvCxnSpPr/>
            <p:nvPr/>
          </p:nvCxnSpPr>
          <p:spPr>
            <a:xfrm flipH="1" flipV="1">
              <a:off x="4506145" y="5300546"/>
              <a:ext cx="318299" cy="188701"/>
            </a:xfrm>
            <a:prstGeom prst="line">
              <a:avLst/>
            </a:prstGeom>
            <a:ln w="38100">
              <a:solidFill>
                <a:srgbClr val="FF0000"/>
              </a:solidFill>
            </a:ln>
          </p:spPr>
          <p:style>
            <a:lnRef idx="1">
              <a:schemeClr val="accent1"/>
            </a:lnRef>
            <a:fillRef idx="0">
              <a:schemeClr val="accent1"/>
            </a:fillRef>
            <a:effectRef idx="0">
              <a:schemeClr val="accent1"/>
            </a:effectRef>
            <a:fontRef idx="minor">
              <a:schemeClr val="tx1"/>
            </a:fontRef>
          </p:style>
        </p:cxnSp>
        <p:cxnSp>
          <p:nvCxnSpPr>
            <p:cNvPr id="30" name="Straight Connector 29">
              <a:extLst>
                <a:ext uri="{FF2B5EF4-FFF2-40B4-BE49-F238E27FC236}">
                  <a16:creationId xmlns:a16="http://schemas.microsoft.com/office/drawing/2014/main" id="{F5F1230A-6464-4DF9-9B3A-266A838665F7}"/>
                </a:ext>
              </a:extLst>
            </p:cNvPr>
            <p:cNvCxnSpPr/>
            <p:nvPr/>
          </p:nvCxnSpPr>
          <p:spPr>
            <a:xfrm flipH="1">
              <a:off x="4506145" y="5489247"/>
              <a:ext cx="318299" cy="171298"/>
            </a:xfrm>
            <a:prstGeom prst="line">
              <a:avLst/>
            </a:prstGeom>
            <a:ln w="38100">
              <a:solidFill>
                <a:srgbClr val="FF0000"/>
              </a:solidFill>
            </a:ln>
          </p:spPr>
          <p:style>
            <a:lnRef idx="1">
              <a:schemeClr val="accent1"/>
            </a:lnRef>
            <a:fillRef idx="0">
              <a:schemeClr val="accent1"/>
            </a:fillRef>
            <a:effectRef idx="0">
              <a:schemeClr val="accent1"/>
            </a:effectRef>
            <a:fontRef idx="minor">
              <a:schemeClr val="tx1"/>
            </a:fontRef>
          </p:style>
        </p:cxnSp>
      </p:grpSp>
      <p:grpSp>
        <p:nvGrpSpPr>
          <p:cNvPr id="17" name="Group 16">
            <a:extLst>
              <a:ext uri="{FF2B5EF4-FFF2-40B4-BE49-F238E27FC236}">
                <a16:creationId xmlns:a16="http://schemas.microsoft.com/office/drawing/2014/main" id="{9B0A13DE-1279-4C56-8488-32B10C503456}"/>
              </a:ext>
            </a:extLst>
          </p:cNvPr>
          <p:cNvGrpSpPr/>
          <p:nvPr/>
        </p:nvGrpSpPr>
        <p:grpSpPr>
          <a:xfrm>
            <a:off x="8762690" y="1995593"/>
            <a:ext cx="1939956" cy="2308324"/>
            <a:chOff x="2197100" y="1720840"/>
            <a:chExt cx="1939956" cy="2308324"/>
          </a:xfrm>
        </p:grpSpPr>
        <p:sp>
          <p:nvSpPr>
            <p:cNvPr id="18" name="TextBox 17">
              <a:extLst>
                <a:ext uri="{FF2B5EF4-FFF2-40B4-BE49-F238E27FC236}">
                  <a16:creationId xmlns:a16="http://schemas.microsoft.com/office/drawing/2014/main" id="{9E8D577D-F9B0-4C26-95CB-954FFDF61DBD}"/>
                </a:ext>
              </a:extLst>
            </p:cNvPr>
            <p:cNvSpPr txBox="1"/>
            <p:nvPr/>
          </p:nvSpPr>
          <p:spPr>
            <a:xfrm>
              <a:off x="2197100" y="1720840"/>
              <a:ext cx="1939955" cy="2308324"/>
            </a:xfrm>
            <a:prstGeom prst="rect">
              <a:avLst/>
            </a:prstGeom>
            <a:solidFill>
              <a:schemeClr val="accent3">
                <a:lumMod val="20000"/>
                <a:lumOff val="80000"/>
              </a:schemeClr>
            </a:solidFill>
            <a:ln>
              <a:solidFill>
                <a:schemeClr val="tx1"/>
              </a:solidFill>
            </a:ln>
          </p:spPr>
          <p:txBody>
            <a:bodyPr wrap="none" rtlCol="0">
              <a:spAutoFit/>
            </a:bodyPr>
            <a:lstStyle/>
            <a:p>
              <a:r>
                <a:rPr lang="en-GB" sz="3600" b="1" dirty="0">
                  <a:highlight>
                    <a:srgbClr val="C0C0C0"/>
                  </a:highlight>
                </a:rPr>
                <a:t>   </a:t>
              </a:r>
            </a:p>
            <a:p>
              <a:r>
                <a:rPr lang="en-GB" sz="3600" u="sng" dirty="0" err="1"/>
                <a:t>subjectID</a:t>
              </a:r>
              <a:endParaRPr lang="en-GB" sz="3600" u="sng" dirty="0"/>
            </a:p>
            <a:p>
              <a:r>
                <a:rPr lang="en-GB" sz="3600" dirty="0"/>
                <a:t>name</a:t>
              </a:r>
            </a:p>
            <a:p>
              <a:r>
                <a:rPr lang="en-GB" sz="3600" dirty="0"/>
                <a:t>level</a:t>
              </a:r>
            </a:p>
          </p:txBody>
        </p:sp>
        <p:sp>
          <p:nvSpPr>
            <p:cNvPr id="31" name="TextBox 30">
              <a:extLst>
                <a:ext uri="{FF2B5EF4-FFF2-40B4-BE49-F238E27FC236}">
                  <a16:creationId xmlns:a16="http://schemas.microsoft.com/office/drawing/2014/main" id="{376D26D0-231A-4B18-94C4-B630246DF9C8}"/>
                </a:ext>
              </a:extLst>
            </p:cNvPr>
            <p:cNvSpPr txBox="1"/>
            <p:nvPr/>
          </p:nvSpPr>
          <p:spPr>
            <a:xfrm>
              <a:off x="2197100" y="1720840"/>
              <a:ext cx="1939956" cy="646331"/>
            </a:xfrm>
            <a:prstGeom prst="rect">
              <a:avLst/>
            </a:prstGeom>
            <a:solidFill>
              <a:schemeClr val="bg2">
                <a:lumMod val="90000"/>
              </a:schemeClr>
            </a:solidFill>
            <a:ln>
              <a:solidFill>
                <a:schemeClr val="tx1"/>
              </a:solidFill>
            </a:ln>
          </p:spPr>
          <p:txBody>
            <a:bodyPr wrap="square" rtlCol="0">
              <a:spAutoFit/>
            </a:bodyPr>
            <a:lstStyle/>
            <a:p>
              <a:r>
                <a:rPr lang="en-GB" sz="3600" b="1" dirty="0"/>
                <a:t>Subject</a:t>
              </a:r>
            </a:p>
          </p:txBody>
        </p:sp>
      </p:grpSp>
      <p:sp>
        <p:nvSpPr>
          <p:cNvPr id="3" name="TextBox 2">
            <a:extLst>
              <a:ext uri="{FF2B5EF4-FFF2-40B4-BE49-F238E27FC236}">
                <a16:creationId xmlns:a16="http://schemas.microsoft.com/office/drawing/2014/main" id="{E9C42267-2A63-0C61-8DA0-0F26B0511377}"/>
              </a:ext>
            </a:extLst>
          </p:cNvPr>
          <p:cNvSpPr txBox="1"/>
          <p:nvPr/>
        </p:nvSpPr>
        <p:spPr>
          <a:xfrm>
            <a:off x="2245756" y="5432851"/>
            <a:ext cx="7689256" cy="1200329"/>
          </a:xfrm>
          <a:prstGeom prst="rect">
            <a:avLst/>
          </a:prstGeom>
          <a:noFill/>
        </p:spPr>
        <p:txBody>
          <a:bodyPr wrap="square" rtlCol="0" anchor="ctr" anchorCtr="0">
            <a:spAutoFit/>
          </a:bodyPr>
          <a:lstStyle/>
          <a:p>
            <a:pPr algn="ctr"/>
            <a:r>
              <a:rPr lang="en-GB" sz="3600" b="1" dirty="0">
                <a:solidFill>
                  <a:srgbClr val="7030A0"/>
                </a:solidFill>
              </a:rPr>
              <a:t>FK at the many end of the relationship?</a:t>
            </a:r>
          </a:p>
          <a:p>
            <a:pPr algn="ctr"/>
            <a:r>
              <a:rPr lang="en-GB" sz="3600" b="1" dirty="0">
                <a:solidFill>
                  <a:srgbClr val="7030A0"/>
                </a:solidFill>
              </a:rPr>
              <a:t>Which one?  Both?</a:t>
            </a:r>
          </a:p>
        </p:txBody>
      </p:sp>
      <p:sp>
        <p:nvSpPr>
          <p:cNvPr id="5" name="TextBox 4">
            <a:extLst>
              <a:ext uri="{FF2B5EF4-FFF2-40B4-BE49-F238E27FC236}">
                <a16:creationId xmlns:a16="http://schemas.microsoft.com/office/drawing/2014/main" id="{82539874-A4E3-C27A-F605-227A2FA50564}"/>
              </a:ext>
            </a:extLst>
          </p:cNvPr>
          <p:cNvSpPr txBox="1"/>
          <p:nvPr/>
        </p:nvSpPr>
        <p:spPr>
          <a:xfrm>
            <a:off x="4331072" y="3594187"/>
            <a:ext cx="3518625" cy="1200329"/>
          </a:xfrm>
          <a:prstGeom prst="rect">
            <a:avLst/>
          </a:prstGeom>
          <a:noFill/>
        </p:spPr>
        <p:txBody>
          <a:bodyPr wrap="square" rtlCol="0">
            <a:spAutoFit/>
          </a:bodyPr>
          <a:lstStyle/>
          <a:p>
            <a:pPr algn="ctr"/>
            <a:r>
              <a:rPr lang="en-GB" sz="3600" dirty="0">
                <a:solidFill>
                  <a:srgbClr val="7030A0"/>
                </a:solidFill>
              </a:rPr>
              <a:t>Where should the Foreign Key go?</a:t>
            </a:r>
          </a:p>
        </p:txBody>
      </p:sp>
    </p:spTree>
    <p:extLst>
      <p:ext uri="{BB962C8B-B14F-4D97-AF65-F5344CB8AC3E}">
        <p14:creationId xmlns:p14="http://schemas.microsoft.com/office/powerpoint/2010/main" val="1795813768"/>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19"/>
                                        </p:tgtEl>
                                        <p:attrNameLst>
                                          <p:attrName>style.visibility</p:attrName>
                                        </p:attrNameLst>
                                      </p:cBhvr>
                                      <p:to>
                                        <p:strVal val="visible"/>
                                      </p:to>
                                    </p:set>
                                    <p:animEffect transition="in" filter="fade">
                                      <p:cBhvr>
                                        <p:cTn id="7" dur="1000"/>
                                        <p:tgtEl>
                                          <p:spTgt spid="19"/>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nodeType="clickEffect">
                                  <p:stCondLst>
                                    <p:cond delay="0"/>
                                  </p:stCondLst>
                                  <p:childTnLst>
                                    <p:set>
                                      <p:cBhvr>
                                        <p:cTn id="11" dur="1" fill="hold">
                                          <p:stCondLst>
                                            <p:cond delay="0"/>
                                          </p:stCondLst>
                                        </p:cTn>
                                        <p:tgtEl>
                                          <p:spTgt spid="17"/>
                                        </p:tgtEl>
                                        <p:attrNameLst>
                                          <p:attrName>style.visibility</p:attrName>
                                        </p:attrNameLst>
                                      </p:cBhvr>
                                      <p:to>
                                        <p:strVal val="visible"/>
                                      </p:to>
                                    </p:set>
                                    <p:animEffect transition="in" filter="fade">
                                      <p:cBhvr>
                                        <p:cTn id="12" dur="1000"/>
                                        <p:tgtEl>
                                          <p:spTgt spid="17"/>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grpId="0" nodeType="clickEffect">
                                  <p:stCondLst>
                                    <p:cond delay="0"/>
                                  </p:stCondLst>
                                  <p:childTnLst>
                                    <p:set>
                                      <p:cBhvr>
                                        <p:cTn id="16" dur="1" fill="hold">
                                          <p:stCondLst>
                                            <p:cond delay="0"/>
                                          </p:stCondLst>
                                        </p:cTn>
                                        <p:tgtEl>
                                          <p:spTgt spid="12"/>
                                        </p:tgtEl>
                                        <p:attrNameLst>
                                          <p:attrName>style.visibility</p:attrName>
                                        </p:attrNameLst>
                                      </p:cBhvr>
                                      <p:to>
                                        <p:strVal val="visible"/>
                                      </p:to>
                                    </p:set>
                                    <p:animEffect transition="in" filter="fade">
                                      <p:cBhvr>
                                        <p:cTn id="17" dur="1000"/>
                                        <p:tgtEl>
                                          <p:spTgt spid="12"/>
                                        </p:tgtEl>
                                      </p:cBhvr>
                                    </p:animEffect>
                                  </p:childTnLst>
                                </p:cTn>
                              </p:par>
                            </p:childTnLst>
                          </p:cTn>
                        </p:par>
                      </p:childTnLst>
                    </p:cTn>
                  </p:par>
                  <p:par>
                    <p:cTn id="18" fill="hold">
                      <p:stCondLst>
                        <p:cond delay="indefinite"/>
                      </p:stCondLst>
                      <p:childTnLst>
                        <p:par>
                          <p:cTn id="19" fill="hold">
                            <p:stCondLst>
                              <p:cond delay="0"/>
                            </p:stCondLst>
                            <p:childTnLst>
                              <p:par>
                                <p:cTn id="20" presetID="22" presetClass="entr" presetSubtype="8" fill="hold" nodeType="clickEffect">
                                  <p:stCondLst>
                                    <p:cond delay="0"/>
                                  </p:stCondLst>
                                  <p:childTnLst>
                                    <p:set>
                                      <p:cBhvr>
                                        <p:cTn id="21" dur="1" fill="hold">
                                          <p:stCondLst>
                                            <p:cond delay="0"/>
                                          </p:stCondLst>
                                        </p:cTn>
                                        <p:tgtEl>
                                          <p:spTgt spid="25"/>
                                        </p:tgtEl>
                                        <p:attrNameLst>
                                          <p:attrName>style.visibility</p:attrName>
                                        </p:attrNameLst>
                                      </p:cBhvr>
                                      <p:to>
                                        <p:strVal val="visible"/>
                                      </p:to>
                                    </p:set>
                                    <p:animEffect transition="in" filter="wipe(left)">
                                      <p:cBhvr>
                                        <p:cTn id="22" dur="1500"/>
                                        <p:tgtEl>
                                          <p:spTgt spid="25"/>
                                        </p:tgtEl>
                                      </p:cBhvr>
                                    </p:animEffect>
                                  </p:childTnLst>
                                </p:cTn>
                              </p:par>
                            </p:childTnLst>
                          </p:cTn>
                        </p:par>
                      </p:childTnLst>
                    </p:cTn>
                  </p:par>
                  <p:par>
                    <p:cTn id="23" fill="hold">
                      <p:stCondLst>
                        <p:cond delay="indefinite"/>
                      </p:stCondLst>
                      <p:childTnLst>
                        <p:par>
                          <p:cTn id="24" fill="hold">
                            <p:stCondLst>
                              <p:cond delay="0"/>
                            </p:stCondLst>
                            <p:childTnLst>
                              <p:par>
                                <p:cTn id="25" presetID="22" presetClass="entr" presetSubtype="8" fill="hold" grpId="0" nodeType="clickEffect">
                                  <p:stCondLst>
                                    <p:cond delay="0"/>
                                  </p:stCondLst>
                                  <p:childTnLst>
                                    <p:set>
                                      <p:cBhvr>
                                        <p:cTn id="26" dur="1" fill="hold">
                                          <p:stCondLst>
                                            <p:cond delay="0"/>
                                          </p:stCondLst>
                                        </p:cTn>
                                        <p:tgtEl>
                                          <p:spTgt spid="5">
                                            <p:txEl>
                                              <p:pRg st="0" end="0"/>
                                            </p:txEl>
                                          </p:spTgt>
                                        </p:tgtEl>
                                        <p:attrNameLst>
                                          <p:attrName>style.visibility</p:attrName>
                                        </p:attrNameLst>
                                      </p:cBhvr>
                                      <p:to>
                                        <p:strVal val="visible"/>
                                      </p:to>
                                    </p:set>
                                    <p:animEffect transition="in" filter="wipe(left)">
                                      <p:cBhvr>
                                        <p:cTn id="27" dur="2000"/>
                                        <p:tgtEl>
                                          <p:spTgt spid="5">
                                            <p:txEl>
                                              <p:pRg st="0" end="0"/>
                                            </p:txEl>
                                          </p:spTgt>
                                        </p:tgtEl>
                                      </p:cBhvr>
                                    </p:animEffect>
                                  </p:childTnLst>
                                </p:cTn>
                              </p:par>
                            </p:childTnLst>
                          </p:cTn>
                        </p:par>
                      </p:childTnLst>
                    </p:cTn>
                  </p:par>
                  <p:par>
                    <p:cTn id="28" fill="hold">
                      <p:stCondLst>
                        <p:cond delay="indefinite"/>
                      </p:stCondLst>
                      <p:childTnLst>
                        <p:par>
                          <p:cTn id="29" fill="hold">
                            <p:stCondLst>
                              <p:cond delay="0"/>
                            </p:stCondLst>
                            <p:childTnLst>
                              <p:par>
                                <p:cTn id="30" presetID="22" presetClass="entr" presetSubtype="8" fill="hold" grpId="0" nodeType="clickEffect">
                                  <p:stCondLst>
                                    <p:cond delay="0"/>
                                  </p:stCondLst>
                                  <p:childTnLst>
                                    <p:set>
                                      <p:cBhvr>
                                        <p:cTn id="31" dur="1" fill="hold">
                                          <p:stCondLst>
                                            <p:cond delay="0"/>
                                          </p:stCondLst>
                                        </p:cTn>
                                        <p:tgtEl>
                                          <p:spTgt spid="3">
                                            <p:txEl>
                                              <p:pRg st="0" end="0"/>
                                            </p:txEl>
                                          </p:spTgt>
                                        </p:tgtEl>
                                        <p:attrNameLst>
                                          <p:attrName>style.visibility</p:attrName>
                                        </p:attrNameLst>
                                      </p:cBhvr>
                                      <p:to>
                                        <p:strVal val="visible"/>
                                      </p:to>
                                    </p:set>
                                    <p:animEffect transition="in" filter="wipe(left)">
                                      <p:cBhvr>
                                        <p:cTn id="32" dur="2000"/>
                                        <p:tgtEl>
                                          <p:spTgt spid="3">
                                            <p:txEl>
                                              <p:pRg st="0" end="0"/>
                                            </p:txEl>
                                          </p:spTgt>
                                        </p:tgtEl>
                                      </p:cBhvr>
                                    </p:animEffect>
                                  </p:childTnLst>
                                </p:cTn>
                              </p:par>
                            </p:childTnLst>
                          </p:cTn>
                        </p:par>
                      </p:childTnLst>
                    </p:cTn>
                  </p:par>
                  <p:par>
                    <p:cTn id="33" fill="hold">
                      <p:stCondLst>
                        <p:cond delay="indefinite"/>
                      </p:stCondLst>
                      <p:childTnLst>
                        <p:par>
                          <p:cTn id="34" fill="hold">
                            <p:stCondLst>
                              <p:cond delay="0"/>
                            </p:stCondLst>
                            <p:childTnLst>
                              <p:par>
                                <p:cTn id="35" presetID="22" presetClass="entr" presetSubtype="8" fill="hold" grpId="0" nodeType="clickEffect">
                                  <p:stCondLst>
                                    <p:cond delay="0"/>
                                  </p:stCondLst>
                                  <p:childTnLst>
                                    <p:set>
                                      <p:cBhvr>
                                        <p:cTn id="36" dur="1" fill="hold">
                                          <p:stCondLst>
                                            <p:cond delay="0"/>
                                          </p:stCondLst>
                                        </p:cTn>
                                        <p:tgtEl>
                                          <p:spTgt spid="3">
                                            <p:txEl>
                                              <p:pRg st="1" end="1"/>
                                            </p:txEl>
                                          </p:spTgt>
                                        </p:tgtEl>
                                        <p:attrNameLst>
                                          <p:attrName>style.visibility</p:attrName>
                                        </p:attrNameLst>
                                      </p:cBhvr>
                                      <p:to>
                                        <p:strVal val="visible"/>
                                      </p:to>
                                    </p:set>
                                    <p:animEffect transition="in" filter="wipe(left)">
                                      <p:cBhvr>
                                        <p:cTn id="37" dur="2000"/>
                                        <p:tgtEl>
                                          <p:spTgt spid="3">
                                            <p:txEl>
                                              <p:pRg st="1" end="1"/>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2" grpId="0"/>
      <p:bldP spid="3" grpId="0" uiExpand="1" build="p"/>
      <p:bldP spid="5" grpId="0" uiExpand="1" build="p"/>
    </p:bldLst>
  </p:timing>
</p:sld>
</file>

<file path=ppt/slides/slide96.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4" name="Title 3">
            <a:extLst>
              <a:ext uri="{FF2B5EF4-FFF2-40B4-BE49-F238E27FC236}">
                <a16:creationId xmlns:a16="http://schemas.microsoft.com/office/drawing/2014/main" id="{12630251-0176-4E08-9A40-5821ACD1944C}"/>
              </a:ext>
            </a:extLst>
          </p:cNvPr>
          <p:cNvSpPr>
            <a:spLocks noGrp="1"/>
          </p:cNvSpPr>
          <p:nvPr>
            <p:ph type="title"/>
          </p:nvPr>
        </p:nvSpPr>
        <p:spPr/>
        <p:txBody>
          <a:bodyPr/>
          <a:lstStyle/>
          <a:p>
            <a:r>
              <a:rPr lang="en-GB" dirty="0"/>
              <a:t>Foreign Key – Many to Many</a:t>
            </a:r>
          </a:p>
        </p:txBody>
      </p:sp>
      <p:grpSp>
        <p:nvGrpSpPr>
          <p:cNvPr id="19" name="Group 18">
            <a:extLst>
              <a:ext uri="{FF2B5EF4-FFF2-40B4-BE49-F238E27FC236}">
                <a16:creationId xmlns:a16="http://schemas.microsoft.com/office/drawing/2014/main" id="{1F565CB8-10B5-434D-9118-818C6E69EDA5}"/>
              </a:ext>
            </a:extLst>
          </p:cNvPr>
          <p:cNvGrpSpPr/>
          <p:nvPr/>
        </p:nvGrpSpPr>
        <p:grpSpPr>
          <a:xfrm>
            <a:off x="1079485" y="1991115"/>
            <a:ext cx="1933673" cy="2862322"/>
            <a:chOff x="7175028" y="1690688"/>
            <a:chExt cx="1933673" cy="2862322"/>
          </a:xfrm>
        </p:grpSpPr>
        <p:sp>
          <p:nvSpPr>
            <p:cNvPr id="20" name="TextBox 19">
              <a:extLst>
                <a:ext uri="{FF2B5EF4-FFF2-40B4-BE49-F238E27FC236}">
                  <a16:creationId xmlns:a16="http://schemas.microsoft.com/office/drawing/2014/main" id="{06B8E8D6-C037-4571-B1CB-E4BD14A48ED7}"/>
                </a:ext>
              </a:extLst>
            </p:cNvPr>
            <p:cNvSpPr txBox="1"/>
            <p:nvPr/>
          </p:nvSpPr>
          <p:spPr>
            <a:xfrm>
              <a:off x="7175030" y="1690688"/>
              <a:ext cx="1933671" cy="2862322"/>
            </a:xfrm>
            <a:prstGeom prst="rect">
              <a:avLst/>
            </a:prstGeom>
            <a:solidFill>
              <a:schemeClr val="accent3">
                <a:lumMod val="20000"/>
                <a:lumOff val="80000"/>
              </a:schemeClr>
            </a:solidFill>
            <a:ln>
              <a:solidFill>
                <a:schemeClr val="tx1"/>
              </a:solidFill>
            </a:ln>
          </p:spPr>
          <p:txBody>
            <a:bodyPr wrap="none" rtlCol="0">
              <a:spAutoFit/>
            </a:bodyPr>
            <a:lstStyle/>
            <a:p>
              <a:endParaRPr lang="en-GB" sz="3600" b="1" dirty="0"/>
            </a:p>
            <a:p>
              <a:r>
                <a:rPr lang="en-GB" sz="3600" u="sng" dirty="0" err="1"/>
                <a:t>pupilID</a:t>
              </a:r>
              <a:endParaRPr lang="en-GB" sz="3600" u="sng" dirty="0"/>
            </a:p>
            <a:p>
              <a:r>
                <a:rPr lang="en-GB" sz="3600" dirty="0"/>
                <a:t>name</a:t>
              </a:r>
            </a:p>
            <a:p>
              <a:r>
                <a:rPr lang="en-GB" sz="3600" dirty="0"/>
                <a:t>dob</a:t>
              </a:r>
            </a:p>
            <a:p>
              <a:r>
                <a:rPr lang="en-GB" sz="3600" dirty="0"/>
                <a:t>transport</a:t>
              </a:r>
            </a:p>
          </p:txBody>
        </p:sp>
        <p:sp>
          <p:nvSpPr>
            <p:cNvPr id="21" name="TextBox 20">
              <a:extLst>
                <a:ext uri="{FF2B5EF4-FFF2-40B4-BE49-F238E27FC236}">
                  <a16:creationId xmlns:a16="http://schemas.microsoft.com/office/drawing/2014/main" id="{F7586BB6-2057-4CF7-A670-A8A12468AEB7}"/>
                </a:ext>
              </a:extLst>
            </p:cNvPr>
            <p:cNvSpPr txBox="1"/>
            <p:nvPr/>
          </p:nvSpPr>
          <p:spPr>
            <a:xfrm>
              <a:off x="7175028" y="1690688"/>
              <a:ext cx="1933671" cy="646331"/>
            </a:xfrm>
            <a:prstGeom prst="rect">
              <a:avLst/>
            </a:prstGeom>
            <a:solidFill>
              <a:schemeClr val="bg2">
                <a:lumMod val="90000"/>
              </a:schemeClr>
            </a:solidFill>
            <a:ln>
              <a:solidFill>
                <a:schemeClr val="tx1"/>
              </a:solidFill>
            </a:ln>
          </p:spPr>
          <p:txBody>
            <a:bodyPr wrap="square" rtlCol="0">
              <a:spAutoFit/>
            </a:bodyPr>
            <a:lstStyle/>
            <a:p>
              <a:r>
                <a:rPr lang="en-GB" sz="3600" b="1" dirty="0"/>
                <a:t>Pupil</a:t>
              </a:r>
            </a:p>
          </p:txBody>
        </p:sp>
      </p:grpSp>
      <p:grpSp>
        <p:nvGrpSpPr>
          <p:cNvPr id="17" name="Group 16">
            <a:extLst>
              <a:ext uri="{FF2B5EF4-FFF2-40B4-BE49-F238E27FC236}">
                <a16:creationId xmlns:a16="http://schemas.microsoft.com/office/drawing/2014/main" id="{9B0A13DE-1279-4C56-8488-32B10C503456}"/>
              </a:ext>
            </a:extLst>
          </p:cNvPr>
          <p:cNvGrpSpPr/>
          <p:nvPr/>
        </p:nvGrpSpPr>
        <p:grpSpPr>
          <a:xfrm>
            <a:off x="8364296" y="1995593"/>
            <a:ext cx="1939955" cy="2308324"/>
            <a:chOff x="2197100" y="1720840"/>
            <a:chExt cx="1939955" cy="2308324"/>
          </a:xfrm>
        </p:grpSpPr>
        <p:sp>
          <p:nvSpPr>
            <p:cNvPr id="18" name="TextBox 17">
              <a:extLst>
                <a:ext uri="{FF2B5EF4-FFF2-40B4-BE49-F238E27FC236}">
                  <a16:creationId xmlns:a16="http://schemas.microsoft.com/office/drawing/2014/main" id="{9E8D577D-F9B0-4C26-95CB-954FFDF61DBD}"/>
                </a:ext>
              </a:extLst>
            </p:cNvPr>
            <p:cNvSpPr txBox="1"/>
            <p:nvPr/>
          </p:nvSpPr>
          <p:spPr>
            <a:xfrm>
              <a:off x="2197100" y="1720840"/>
              <a:ext cx="1939955" cy="2308324"/>
            </a:xfrm>
            <a:prstGeom prst="rect">
              <a:avLst/>
            </a:prstGeom>
            <a:solidFill>
              <a:schemeClr val="accent3">
                <a:lumMod val="20000"/>
                <a:lumOff val="80000"/>
              </a:schemeClr>
            </a:solidFill>
            <a:ln>
              <a:solidFill>
                <a:schemeClr val="tx1"/>
              </a:solidFill>
            </a:ln>
          </p:spPr>
          <p:txBody>
            <a:bodyPr wrap="none" rtlCol="0">
              <a:spAutoFit/>
            </a:bodyPr>
            <a:lstStyle/>
            <a:p>
              <a:r>
                <a:rPr lang="en-GB" sz="3600" b="1" dirty="0">
                  <a:highlight>
                    <a:srgbClr val="C0C0C0"/>
                  </a:highlight>
                </a:rPr>
                <a:t>   </a:t>
              </a:r>
            </a:p>
            <a:p>
              <a:r>
                <a:rPr lang="en-GB" sz="3600" u="sng" dirty="0" err="1"/>
                <a:t>subjectID</a:t>
              </a:r>
              <a:endParaRPr lang="en-GB" sz="3600" u="sng" dirty="0"/>
            </a:p>
            <a:p>
              <a:r>
                <a:rPr lang="en-GB" sz="3600" dirty="0"/>
                <a:t>name</a:t>
              </a:r>
            </a:p>
            <a:p>
              <a:r>
                <a:rPr lang="en-GB" sz="3600" dirty="0"/>
                <a:t>level</a:t>
              </a:r>
            </a:p>
          </p:txBody>
        </p:sp>
        <p:sp>
          <p:nvSpPr>
            <p:cNvPr id="31" name="TextBox 30">
              <a:extLst>
                <a:ext uri="{FF2B5EF4-FFF2-40B4-BE49-F238E27FC236}">
                  <a16:creationId xmlns:a16="http://schemas.microsoft.com/office/drawing/2014/main" id="{376D26D0-231A-4B18-94C4-B630246DF9C8}"/>
                </a:ext>
              </a:extLst>
            </p:cNvPr>
            <p:cNvSpPr txBox="1"/>
            <p:nvPr/>
          </p:nvSpPr>
          <p:spPr>
            <a:xfrm>
              <a:off x="2197100" y="1720840"/>
              <a:ext cx="1933672" cy="646331"/>
            </a:xfrm>
            <a:prstGeom prst="rect">
              <a:avLst/>
            </a:prstGeom>
            <a:solidFill>
              <a:schemeClr val="bg2">
                <a:lumMod val="90000"/>
              </a:schemeClr>
            </a:solidFill>
            <a:ln>
              <a:solidFill>
                <a:schemeClr val="tx1"/>
              </a:solidFill>
            </a:ln>
          </p:spPr>
          <p:txBody>
            <a:bodyPr wrap="square" rtlCol="0">
              <a:spAutoFit/>
            </a:bodyPr>
            <a:lstStyle/>
            <a:p>
              <a:r>
                <a:rPr lang="en-GB" sz="3600" b="1" dirty="0"/>
                <a:t>Subject</a:t>
              </a:r>
            </a:p>
          </p:txBody>
        </p:sp>
      </p:grpSp>
    </p:spTree>
    <p:extLst>
      <p:ext uri="{BB962C8B-B14F-4D97-AF65-F5344CB8AC3E}">
        <p14:creationId xmlns:p14="http://schemas.microsoft.com/office/powerpoint/2010/main" val="2224960931"/>
      </p:ext>
    </p:extLst>
  </p:cSld>
  <p:clrMapOvr>
    <a:masterClrMapping/>
  </p:clrMapOvr>
</p:sld>
</file>

<file path=ppt/slides/slide9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27" name="Group 26"/>
          <p:cNvGrpSpPr/>
          <p:nvPr/>
        </p:nvGrpSpPr>
        <p:grpSpPr>
          <a:xfrm>
            <a:off x="3373771" y="2433693"/>
            <a:ext cx="1492417" cy="359999"/>
            <a:chOff x="3053749" y="2433693"/>
            <a:chExt cx="1492417" cy="359999"/>
          </a:xfrm>
        </p:grpSpPr>
        <p:cxnSp>
          <p:nvCxnSpPr>
            <p:cNvPr id="16" name="Straight Connector 15">
              <a:extLst>
                <a:ext uri="{FF2B5EF4-FFF2-40B4-BE49-F238E27FC236}">
                  <a16:creationId xmlns:a16="http://schemas.microsoft.com/office/drawing/2014/main" id="{EE9D46E9-4E8E-4717-9456-F239E043F11F}"/>
                </a:ext>
              </a:extLst>
            </p:cNvPr>
            <p:cNvCxnSpPr/>
            <p:nvPr/>
          </p:nvCxnSpPr>
          <p:spPr>
            <a:xfrm flipV="1">
              <a:off x="4227867" y="2433693"/>
              <a:ext cx="318299" cy="188701"/>
            </a:xfrm>
            <a:prstGeom prst="line">
              <a:avLst/>
            </a:prstGeom>
            <a:ln w="57150">
              <a:solidFill>
                <a:srgbClr val="FF0000"/>
              </a:solidFill>
            </a:ln>
          </p:spPr>
          <p:style>
            <a:lnRef idx="1">
              <a:schemeClr val="accent1"/>
            </a:lnRef>
            <a:fillRef idx="0">
              <a:schemeClr val="accent1"/>
            </a:fillRef>
            <a:effectRef idx="0">
              <a:schemeClr val="accent1"/>
            </a:effectRef>
            <a:fontRef idx="minor">
              <a:schemeClr val="tx1"/>
            </a:fontRef>
          </p:style>
        </p:cxnSp>
        <p:cxnSp>
          <p:nvCxnSpPr>
            <p:cNvPr id="17" name="Straight Connector 16">
              <a:extLst>
                <a:ext uri="{FF2B5EF4-FFF2-40B4-BE49-F238E27FC236}">
                  <a16:creationId xmlns:a16="http://schemas.microsoft.com/office/drawing/2014/main" id="{3B2255B5-E5CC-4508-935C-135BE6748857}"/>
                </a:ext>
              </a:extLst>
            </p:cNvPr>
            <p:cNvCxnSpPr/>
            <p:nvPr/>
          </p:nvCxnSpPr>
          <p:spPr>
            <a:xfrm>
              <a:off x="4227867" y="2622394"/>
              <a:ext cx="318299" cy="171298"/>
            </a:xfrm>
            <a:prstGeom prst="line">
              <a:avLst/>
            </a:prstGeom>
            <a:ln w="57150">
              <a:solidFill>
                <a:srgbClr val="FF0000"/>
              </a:solidFill>
            </a:ln>
          </p:spPr>
          <p:style>
            <a:lnRef idx="1">
              <a:schemeClr val="accent1"/>
            </a:lnRef>
            <a:fillRef idx="0">
              <a:schemeClr val="accent1"/>
            </a:fillRef>
            <a:effectRef idx="0">
              <a:schemeClr val="accent1"/>
            </a:effectRef>
            <a:fontRef idx="minor">
              <a:schemeClr val="tx1"/>
            </a:fontRef>
          </p:style>
        </p:cxnSp>
        <p:cxnSp>
          <p:nvCxnSpPr>
            <p:cNvPr id="8" name="Straight Connector 7"/>
            <p:cNvCxnSpPr/>
            <p:nvPr/>
          </p:nvCxnSpPr>
          <p:spPr>
            <a:xfrm>
              <a:off x="3053749" y="2622394"/>
              <a:ext cx="1482515" cy="0"/>
            </a:xfrm>
            <a:prstGeom prst="line">
              <a:avLst/>
            </a:prstGeom>
            <a:ln w="57150">
              <a:solidFill>
                <a:srgbClr val="FF0000"/>
              </a:solidFill>
            </a:ln>
          </p:spPr>
          <p:style>
            <a:lnRef idx="1">
              <a:schemeClr val="accent1"/>
            </a:lnRef>
            <a:fillRef idx="0">
              <a:schemeClr val="accent1"/>
            </a:fillRef>
            <a:effectRef idx="0">
              <a:schemeClr val="accent1"/>
            </a:effectRef>
            <a:fontRef idx="minor">
              <a:schemeClr val="tx1"/>
            </a:fontRef>
          </p:style>
        </p:cxnSp>
      </p:grpSp>
      <p:grpSp>
        <p:nvGrpSpPr>
          <p:cNvPr id="5" name="Group 4"/>
          <p:cNvGrpSpPr/>
          <p:nvPr/>
        </p:nvGrpSpPr>
        <p:grpSpPr>
          <a:xfrm>
            <a:off x="7021787" y="2622394"/>
            <a:ext cx="1656000" cy="703583"/>
            <a:chOff x="6879746" y="2622394"/>
            <a:chExt cx="1656000" cy="703583"/>
          </a:xfrm>
        </p:grpSpPr>
        <p:cxnSp>
          <p:nvCxnSpPr>
            <p:cNvPr id="13" name="Straight Connector 12">
              <a:extLst>
                <a:ext uri="{FF2B5EF4-FFF2-40B4-BE49-F238E27FC236}">
                  <a16:creationId xmlns:a16="http://schemas.microsoft.com/office/drawing/2014/main" id="{2A6F60BF-38F6-4A6A-90CB-218DC269E685}"/>
                </a:ext>
              </a:extLst>
            </p:cNvPr>
            <p:cNvCxnSpPr/>
            <p:nvPr/>
          </p:nvCxnSpPr>
          <p:spPr>
            <a:xfrm flipH="1" flipV="1">
              <a:off x="6881780" y="2965978"/>
              <a:ext cx="318299" cy="188701"/>
            </a:xfrm>
            <a:prstGeom prst="line">
              <a:avLst/>
            </a:prstGeom>
            <a:ln w="57150">
              <a:solidFill>
                <a:srgbClr val="FF0000"/>
              </a:solidFill>
            </a:ln>
          </p:spPr>
          <p:style>
            <a:lnRef idx="1">
              <a:schemeClr val="accent1"/>
            </a:lnRef>
            <a:fillRef idx="0">
              <a:schemeClr val="accent1"/>
            </a:fillRef>
            <a:effectRef idx="0">
              <a:schemeClr val="accent1"/>
            </a:effectRef>
            <a:fontRef idx="minor">
              <a:schemeClr val="tx1"/>
            </a:fontRef>
          </p:style>
        </p:cxnSp>
        <p:cxnSp>
          <p:nvCxnSpPr>
            <p:cNvPr id="14" name="Straight Connector 13">
              <a:extLst>
                <a:ext uri="{FF2B5EF4-FFF2-40B4-BE49-F238E27FC236}">
                  <a16:creationId xmlns:a16="http://schemas.microsoft.com/office/drawing/2014/main" id="{F5F1230A-6464-4DF9-9B3A-266A838665F7}"/>
                </a:ext>
              </a:extLst>
            </p:cNvPr>
            <p:cNvCxnSpPr/>
            <p:nvPr/>
          </p:nvCxnSpPr>
          <p:spPr>
            <a:xfrm flipH="1">
              <a:off x="6881780" y="3154679"/>
              <a:ext cx="318299" cy="171298"/>
            </a:xfrm>
            <a:prstGeom prst="line">
              <a:avLst/>
            </a:prstGeom>
            <a:ln w="57150">
              <a:solidFill>
                <a:srgbClr val="FF0000"/>
              </a:solidFill>
            </a:ln>
          </p:spPr>
          <p:style>
            <a:lnRef idx="1">
              <a:schemeClr val="accent1"/>
            </a:lnRef>
            <a:fillRef idx="0">
              <a:schemeClr val="accent1"/>
            </a:fillRef>
            <a:effectRef idx="0">
              <a:schemeClr val="accent1"/>
            </a:effectRef>
            <a:fontRef idx="minor">
              <a:schemeClr val="tx1"/>
            </a:fontRef>
          </p:style>
        </p:cxnSp>
        <p:cxnSp>
          <p:nvCxnSpPr>
            <p:cNvPr id="9" name="Connector: Elbow 8">
              <a:extLst>
                <a:ext uri="{FF2B5EF4-FFF2-40B4-BE49-F238E27FC236}">
                  <a16:creationId xmlns:a16="http://schemas.microsoft.com/office/drawing/2014/main" id="{DE6C70CF-28C5-4A35-AB1C-6B47F69960AF}"/>
                </a:ext>
              </a:extLst>
            </p:cNvPr>
            <p:cNvCxnSpPr>
              <a:cxnSpLocks/>
            </p:cNvCxnSpPr>
            <p:nvPr/>
          </p:nvCxnSpPr>
          <p:spPr>
            <a:xfrm rot="10800000" flipV="1">
              <a:off x="6879746" y="2622394"/>
              <a:ext cx="1656000" cy="532285"/>
            </a:xfrm>
            <a:prstGeom prst="bentConnector3">
              <a:avLst>
                <a:gd name="adj1" fmla="val 50000"/>
              </a:avLst>
            </a:prstGeom>
            <a:ln w="57150">
              <a:solidFill>
                <a:srgbClr val="FF0000"/>
              </a:solidFill>
            </a:ln>
          </p:spPr>
          <p:style>
            <a:lnRef idx="1">
              <a:schemeClr val="accent1"/>
            </a:lnRef>
            <a:fillRef idx="0">
              <a:schemeClr val="accent1"/>
            </a:fillRef>
            <a:effectRef idx="0">
              <a:schemeClr val="accent1"/>
            </a:effectRef>
            <a:fontRef idx="minor">
              <a:schemeClr val="tx1"/>
            </a:fontRef>
          </p:style>
        </p:cxnSp>
      </p:grpSp>
      <p:sp>
        <p:nvSpPr>
          <p:cNvPr id="4" name="Title 3">
            <a:extLst>
              <a:ext uri="{FF2B5EF4-FFF2-40B4-BE49-F238E27FC236}">
                <a16:creationId xmlns:a16="http://schemas.microsoft.com/office/drawing/2014/main" id="{12630251-0176-4E08-9A40-5821ACD1944C}"/>
              </a:ext>
            </a:extLst>
          </p:cNvPr>
          <p:cNvSpPr>
            <a:spLocks noGrp="1"/>
          </p:cNvSpPr>
          <p:nvPr>
            <p:ph type="title"/>
          </p:nvPr>
        </p:nvSpPr>
        <p:spPr/>
        <p:txBody>
          <a:bodyPr/>
          <a:lstStyle/>
          <a:p>
            <a:r>
              <a:rPr lang="en-GB"/>
              <a:t>Compound Key</a:t>
            </a:r>
            <a:endParaRPr lang="en-GB" dirty="0"/>
          </a:p>
        </p:txBody>
      </p:sp>
      <p:grpSp>
        <p:nvGrpSpPr>
          <p:cNvPr id="19" name="Group 18">
            <a:extLst>
              <a:ext uri="{FF2B5EF4-FFF2-40B4-BE49-F238E27FC236}">
                <a16:creationId xmlns:a16="http://schemas.microsoft.com/office/drawing/2014/main" id="{1F565CB8-10B5-434D-9118-818C6E69EDA5}"/>
              </a:ext>
            </a:extLst>
          </p:cNvPr>
          <p:cNvGrpSpPr/>
          <p:nvPr/>
        </p:nvGrpSpPr>
        <p:grpSpPr>
          <a:xfrm>
            <a:off x="1438693" y="1690688"/>
            <a:ext cx="1933673" cy="2862322"/>
            <a:chOff x="7175028" y="1690688"/>
            <a:chExt cx="1933673" cy="2862322"/>
          </a:xfrm>
        </p:grpSpPr>
        <p:sp>
          <p:nvSpPr>
            <p:cNvPr id="20" name="TextBox 19">
              <a:extLst>
                <a:ext uri="{FF2B5EF4-FFF2-40B4-BE49-F238E27FC236}">
                  <a16:creationId xmlns:a16="http://schemas.microsoft.com/office/drawing/2014/main" id="{06B8E8D6-C037-4571-B1CB-E4BD14A48ED7}"/>
                </a:ext>
              </a:extLst>
            </p:cNvPr>
            <p:cNvSpPr txBox="1"/>
            <p:nvPr/>
          </p:nvSpPr>
          <p:spPr>
            <a:xfrm>
              <a:off x="7175030" y="1690688"/>
              <a:ext cx="1933671" cy="2862322"/>
            </a:xfrm>
            <a:prstGeom prst="rect">
              <a:avLst/>
            </a:prstGeom>
            <a:solidFill>
              <a:schemeClr val="accent3">
                <a:lumMod val="20000"/>
                <a:lumOff val="80000"/>
              </a:schemeClr>
            </a:solidFill>
            <a:ln>
              <a:solidFill>
                <a:schemeClr val="tx1"/>
              </a:solidFill>
            </a:ln>
          </p:spPr>
          <p:txBody>
            <a:bodyPr wrap="none" rtlCol="0">
              <a:spAutoFit/>
            </a:bodyPr>
            <a:lstStyle/>
            <a:p>
              <a:endParaRPr lang="en-GB" sz="3600" b="1" dirty="0"/>
            </a:p>
            <a:p>
              <a:r>
                <a:rPr lang="en-GB" sz="3600" u="sng" dirty="0" err="1"/>
                <a:t>pupilID</a:t>
              </a:r>
              <a:endParaRPr lang="en-GB" sz="3600" u="sng" dirty="0"/>
            </a:p>
            <a:p>
              <a:r>
                <a:rPr lang="en-GB" sz="3600" dirty="0"/>
                <a:t>name</a:t>
              </a:r>
            </a:p>
            <a:p>
              <a:r>
                <a:rPr lang="en-GB" sz="3600" dirty="0"/>
                <a:t>dob</a:t>
              </a:r>
            </a:p>
            <a:p>
              <a:r>
                <a:rPr lang="en-GB" sz="3600" dirty="0"/>
                <a:t>transport</a:t>
              </a:r>
            </a:p>
          </p:txBody>
        </p:sp>
        <p:sp>
          <p:nvSpPr>
            <p:cNvPr id="21" name="TextBox 20">
              <a:extLst>
                <a:ext uri="{FF2B5EF4-FFF2-40B4-BE49-F238E27FC236}">
                  <a16:creationId xmlns:a16="http://schemas.microsoft.com/office/drawing/2014/main" id="{F7586BB6-2057-4CF7-A670-A8A12468AEB7}"/>
                </a:ext>
              </a:extLst>
            </p:cNvPr>
            <p:cNvSpPr txBox="1"/>
            <p:nvPr/>
          </p:nvSpPr>
          <p:spPr>
            <a:xfrm>
              <a:off x="7175028" y="1690688"/>
              <a:ext cx="1933671" cy="646331"/>
            </a:xfrm>
            <a:prstGeom prst="rect">
              <a:avLst/>
            </a:prstGeom>
            <a:solidFill>
              <a:schemeClr val="bg2">
                <a:lumMod val="90000"/>
              </a:schemeClr>
            </a:solidFill>
            <a:ln>
              <a:solidFill>
                <a:schemeClr val="tx1"/>
              </a:solidFill>
            </a:ln>
          </p:spPr>
          <p:txBody>
            <a:bodyPr wrap="square" rtlCol="0">
              <a:spAutoFit/>
            </a:bodyPr>
            <a:lstStyle/>
            <a:p>
              <a:r>
                <a:rPr lang="en-GB" sz="3600" b="1" dirty="0"/>
                <a:t>Pupil</a:t>
              </a:r>
            </a:p>
          </p:txBody>
        </p:sp>
      </p:grpSp>
      <p:sp>
        <p:nvSpPr>
          <p:cNvPr id="7" name="TextBox 6">
            <a:extLst>
              <a:ext uri="{FF2B5EF4-FFF2-40B4-BE49-F238E27FC236}">
                <a16:creationId xmlns:a16="http://schemas.microsoft.com/office/drawing/2014/main" id="{663E3461-DC5D-48CF-AE13-69B629EAA16E}"/>
              </a:ext>
            </a:extLst>
          </p:cNvPr>
          <p:cNvSpPr txBox="1"/>
          <p:nvPr/>
        </p:nvSpPr>
        <p:spPr>
          <a:xfrm>
            <a:off x="2185298" y="5555483"/>
            <a:ext cx="7687491" cy="1200329"/>
          </a:xfrm>
          <a:prstGeom prst="rect">
            <a:avLst/>
          </a:prstGeom>
          <a:noFill/>
        </p:spPr>
        <p:txBody>
          <a:bodyPr wrap="square" rtlCol="0">
            <a:spAutoFit/>
          </a:bodyPr>
          <a:lstStyle/>
          <a:p>
            <a:pPr algn="ctr"/>
            <a:r>
              <a:rPr lang="en-GB" sz="3600" dirty="0">
                <a:solidFill>
                  <a:srgbClr val="7030A0"/>
                </a:solidFill>
              </a:rPr>
              <a:t>Two or more Foreign Keys create the Primary Key, known as a Compound Key</a:t>
            </a:r>
          </a:p>
        </p:txBody>
      </p:sp>
      <p:grpSp>
        <p:nvGrpSpPr>
          <p:cNvPr id="22" name="Group 21">
            <a:extLst>
              <a:ext uri="{FF2B5EF4-FFF2-40B4-BE49-F238E27FC236}">
                <a16:creationId xmlns:a16="http://schemas.microsoft.com/office/drawing/2014/main" id="{9B0A13DE-1279-4C56-8488-32B10C503456}"/>
              </a:ext>
            </a:extLst>
          </p:cNvPr>
          <p:cNvGrpSpPr/>
          <p:nvPr/>
        </p:nvGrpSpPr>
        <p:grpSpPr>
          <a:xfrm>
            <a:off x="8677786" y="1695166"/>
            <a:ext cx="1939956" cy="2308324"/>
            <a:chOff x="2197099" y="1720840"/>
            <a:chExt cx="1939956" cy="2308324"/>
          </a:xfrm>
        </p:grpSpPr>
        <p:sp>
          <p:nvSpPr>
            <p:cNvPr id="23" name="TextBox 22">
              <a:extLst>
                <a:ext uri="{FF2B5EF4-FFF2-40B4-BE49-F238E27FC236}">
                  <a16:creationId xmlns:a16="http://schemas.microsoft.com/office/drawing/2014/main" id="{9E8D577D-F9B0-4C26-95CB-954FFDF61DBD}"/>
                </a:ext>
              </a:extLst>
            </p:cNvPr>
            <p:cNvSpPr txBox="1"/>
            <p:nvPr/>
          </p:nvSpPr>
          <p:spPr>
            <a:xfrm>
              <a:off x="2197100" y="1720840"/>
              <a:ext cx="1939955" cy="2308324"/>
            </a:xfrm>
            <a:prstGeom prst="rect">
              <a:avLst/>
            </a:prstGeom>
            <a:solidFill>
              <a:schemeClr val="accent3">
                <a:lumMod val="20000"/>
                <a:lumOff val="80000"/>
              </a:schemeClr>
            </a:solidFill>
            <a:ln>
              <a:solidFill>
                <a:schemeClr val="tx1"/>
              </a:solidFill>
            </a:ln>
          </p:spPr>
          <p:txBody>
            <a:bodyPr wrap="none" rtlCol="0">
              <a:spAutoFit/>
            </a:bodyPr>
            <a:lstStyle/>
            <a:p>
              <a:r>
                <a:rPr lang="en-GB" sz="3600" b="1" dirty="0">
                  <a:highlight>
                    <a:srgbClr val="C0C0C0"/>
                  </a:highlight>
                </a:rPr>
                <a:t>   </a:t>
              </a:r>
            </a:p>
            <a:p>
              <a:r>
                <a:rPr lang="en-GB" sz="3600" u="sng" dirty="0" err="1"/>
                <a:t>subjectID</a:t>
              </a:r>
              <a:endParaRPr lang="en-GB" sz="3600" u="sng" dirty="0"/>
            </a:p>
            <a:p>
              <a:r>
                <a:rPr lang="en-GB" sz="3600" dirty="0"/>
                <a:t>name</a:t>
              </a:r>
            </a:p>
            <a:p>
              <a:r>
                <a:rPr lang="en-GB" sz="3600" dirty="0"/>
                <a:t>level</a:t>
              </a:r>
            </a:p>
          </p:txBody>
        </p:sp>
        <p:sp>
          <p:nvSpPr>
            <p:cNvPr id="24" name="TextBox 23">
              <a:extLst>
                <a:ext uri="{FF2B5EF4-FFF2-40B4-BE49-F238E27FC236}">
                  <a16:creationId xmlns:a16="http://schemas.microsoft.com/office/drawing/2014/main" id="{376D26D0-231A-4B18-94C4-B630246DF9C8}"/>
                </a:ext>
              </a:extLst>
            </p:cNvPr>
            <p:cNvSpPr txBox="1"/>
            <p:nvPr/>
          </p:nvSpPr>
          <p:spPr>
            <a:xfrm>
              <a:off x="2197099" y="1720840"/>
              <a:ext cx="1939955" cy="646331"/>
            </a:xfrm>
            <a:prstGeom prst="rect">
              <a:avLst/>
            </a:prstGeom>
            <a:solidFill>
              <a:schemeClr val="bg2">
                <a:lumMod val="90000"/>
              </a:schemeClr>
            </a:solidFill>
            <a:ln>
              <a:solidFill>
                <a:schemeClr val="tx1"/>
              </a:solidFill>
            </a:ln>
          </p:spPr>
          <p:txBody>
            <a:bodyPr wrap="square" rtlCol="0">
              <a:spAutoFit/>
            </a:bodyPr>
            <a:lstStyle/>
            <a:p>
              <a:r>
                <a:rPr lang="en-GB" sz="3600" b="1" dirty="0"/>
                <a:t>Subject</a:t>
              </a:r>
            </a:p>
          </p:txBody>
        </p:sp>
      </p:grpSp>
      <p:grpSp>
        <p:nvGrpSpPr>
          <p:cNvPr id="18" name="Group 17">
            <a:extLst>
              <a:ext uri="{FF2B5EF4-FFF2-40B4-BE49-F238E27FC236}">
                <a16:creationId xmlns:a16="http://schemas.microsoft.com/office/drawing/2014/main" id="{1F565CB8-10B5-434D-9118-818C6E69EDA5}"/>
              </a:ext>
            </a:extLst>
          </p:cNvPr>
          <p:cNvGrpSpPr/>
          <p:nvPr/>
        </p:nvGrpSpPr>
        <p:grpSpPr>
          <a:xfrm>
            <a:off x="4856286" y="1690688"/>
            <a:ext cx="2169186" cy="1754326"/>
            <a:chOff x="7175028" y="1690688"/>
            <a:chExt cx="2169186" cy="1754326"/>
          </a:xfrm>
        </p:grpSpPr>
        <p:sp>
          <p:nvSpPr>
            <p:cNvPr id="25" name="TextBox 24">
              <a:extLst>
                <a:ext uri="{FF2B5EF4-FFF2-40B4-BE49-F238E27FC236}">
                  <a16:creationId xmlns:a16="http://schemas.microsoft.com/office/drawing/2014/main" id="{06B8E8D6-C037-4571-B1CB-E4BD14A48ED7}"/>
                </a:ext>
              </a:extLst>
            </p:cNvPr>
            <p:cNvSpPr txBox="1"/>
            <p:nvPr/>
          </p:nvSpPr>
          <p:spPr>
            <a:xfrm>
              <a:off x="7175030" y="1690688"/>
              <a:ext cx="2169184" cy="1754326"/>
            </a:xfrm>
            <a:prstGeom prst="rect">
              <a:avLst/>
            </a:prstGeom>
            <a:solidFill>
              <a:schemeClr val="accent3">
                <a:lumMod val="20000"/>
                <a:lumOff val="80000"/>
              </a:schemeClr>
            </a:solidFill>
            <a:ln>
              <a:solidFill>
                <a:schemeClr val="tx1"/>
              </a:solidFill>
            </a:ln>
          </p:spPr>
          <p:txBody>
            <a:bodyPr wrap="none" rtlCol="0">
              <a:spAutoFit/>
            </a:bodyPr>
            <a:lstStyle/>
            <a:p>
              <a:endParaRPr lang="en-GB" sz="3600" b="1" dirty="0"/>
            </a:p>
            <a:p>
              <a:r>
                <a:rPr lang="en-GB" sz="3600" u="sng" dirty="0" err="1"/>
                <a:t>pupilID</a:t>
              </a:r>
              <a:r>
                <a:rPr lang="en-GB" sz="3600" dirty="0"/>
                <a:t>*</a:t>
              </a:r>
            </a:p>
            <a:p>
              <a:r>
                <a:rPr lang="en-GB" sz="3600" u="sng" dirty="0" err="1"/>
                <a:t>subjectID</a:t>
              </a:r>
              <a:r>
                <a:rPr lang="en-GB" sz="3600" dirty="0"/>
                <a:t>*</a:t>
              </a:r>
            </a:p>
          </p:txBody>
        </p:sp>
        <p:sp>
          <p:nvSpPr>
            <p:cNvPr id="26" name="TextBox 25">
              <a:extLst>
                <a:ext uri="{FF2B5EF4-FFF2-40B4-BE49-F238E27FC236}">
                  <a16:creationId xmlns:a16="http://schemas.microsoft.com/office/drawing/2014/main" id="{F7586BB6-2057-4CF7-A670-A8A12468AEB7}"/>
                </a:ext>
              </a:extLst>
            </p:cNvPr>
            <p:cNvSpPr txBox="1"/>
            <p:nvPr/>
          </p:nvSpPr>
          <p:spPr>
            <a:xfrm>
              <a:off x="7175028" y="1690688"/>
              <a:ext cx="2169184" cy="646331"/>
            </a:xfrm>
            <a:prstGeom prst="rect">
              <a:avLst/>
            </a:prstGeom>
            <a:solidFill>
              <a:schemeClr val="bg2">
                <a:lumMod val="90000"/>
              </a:schemeClr>
            </a:solidFill>
            <a:ln>
              <a:solidFill>
                <a:schemeClr val="tx1"/>
              </a:solidFill>
            </a:ln>
          </p:spPr>
          <p:txBody>
            <a:bodyPr wrap="square" rtlCol="0">
              <a:spAutoFit/>
            </a:bodyPr>
            <a:lstStyle/>
            <a:p>
              <a:r>
                <a:rPr lang="en-GB" sz="3600" b="1" dirty="0"/>
                <a:t>Class</a:t>
              </a:r>
            </a:p>
          </p:txBody>
        </p:sp>
      </p:grpSp>
      <p:sp>
        <p:nvSpPr>
          <p:cNvPr id="2" name="Right Arrow 9">
            <a:extLst>
              <a:ext uri="{FF2B5EF4-FFF2-40B4-BE49-F238E27FC236}">
                <a16:creationId xmlns:a16="http://schemas.microsoft.com/office/drawing/2014/main" id="{60691E62-541D-B007-EA58-027DB4B72146}"/>
              </a:ext>
            </a:extLst>
          </p:cNvPr>
          <p:cNvSpPr/>
          <p:nvPr/>
        </p:nvSpPr>
        <p:spPr>
          <a:xfrm rot="16200000">
            <a:off x="5660530" y="3795443"/>
            <a:ext cx="870940" cy="509165"/>
          </a:xfrm>
          <a:prstGeom prst="rightArrow">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3" name="TextBox 2">
            <a:extLst>
              <a:ext uri="{FF2B5EF4-FFF2-40B4-BE49-F238E27FC236}">
                <a16:creationId xmlns:a16="http://schemas.microsoft.com/office/drawing/2014/main" id="{725D3502-5640-FB71-2BE9-CC8B4B0D74BB}"/>
              </a:ext>
            </a:extLst>
          </p:cNvPr>
          <p:cNvSpPr txBox="1"/>
          <p:nvPr/>
        </p:nvSpPr>
        <p:spPr>
          <a:xfrm>
            <a:off x="4583066" y="4479589"/>
            <a:ext cx="3025868" cy="646331"/>
          </a:xfrm>
          <a:prstGeom prst="rect">
            <a:avLst/>
          </a:prstGeom>
          <a:noFill/>
        </p:spPr>
        <p:txBody>
          <a:bodyPr wrap="square" rtlCol="0">
            <a:spAutoFit/>
          </a:bodyPr>
          <a:lstStyle/>
          <a:p>
            <a:pPr algn="ctr"/>
            <a:r>
              <a:rPr lang="en-GB" sz="3600" dirty="0">
                <a:solidFill>
                  <a:srgbClr val="7030A0"/>
                </a:solidFill>
              </a:rPr>
              <a:t>Intersect entity</a:t>
            </a:r>
          </a:p>
        </p:txBody>
      </p:sp>
    </p:spTree>
    <p:extLst>
      <p:ext uri="{BB962C8B-B14F-4D97-AF65-F5344CB8AC3E}">
        <p14:creationId xmlns:p14="http://schemas.microsoft.com/office/powerpoint/2010/main" val="4106518413"/>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19"/>
                                        </p:tgtEl>
                                        <p:attrNameLst>
                                          <p:attrName>style.visibility</p:attrName>
                                        </p:attrNameLst>
                                      </p:cBhvr>
                                      <p:to>
                                        <p:strVal val="visible"/>
                                      </p:to>
                                    </p:set>
                                    <p:animEffect transition="in" filter="fade">
                                      <p:cBhvr>
                                        <p:cTn id="7" dur="1000"/>
                                        <p:tgtEl>
                                          <p:spTgt spid="19"/>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nodeType="clickEffect">
                                  <p:stCondLst>
                                    <p:cond delay="0"/>
                                  </p:stCondLst>
                                  <p:childTnLst>
                                    <p:set>
                                      <p:cBhvr>
                                        <p:cTn id="11" dur="1" fill="hold">
                                          <p:stCondLst>
                                            <p:cond delay="0"/>
                                          </p:stCondLst>
                                        </p:cTn>
                                        <p:tgtEl>
                                          <p:spTgt spid="22"/>
                                        </p:tgtEl>
                                        <p:attrNameLst>
                                          <p:attrName>style.visibility</p:attrName>
                                        </p:attrNameLst>
                                      </p:cBhvr>
                                      <p:to>
                                        <p:strVal val="visible"/>
                                      </p:to>
                                    </p:set>
                                    <p:animEffect transition="in" filter="fade">
                                      <p:cBhvr>
                                        <p:cTn id="12" dur="1000"/>
                                        <p:tgtEl>
                                          <p:spTgt spid="22"/>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nodeType="clickEffect">
                                  <p:stCondLst>
                                    <p:cond delay="0"/>
                                  </p:stCondLst>
                                  <p:childTnLst>
                                    <p:set>
                                      <p:cBhvr>
                                        <p:cTn id="16" dur="1" fill="hold">
                                          <p:stCondLst>
                                            <p:cond delay="0"/>
                                          </p:stCondLst>
                                        </p:cTn>
                                        <p:tgtEl>
                                          <p:spTgt spid="18"/>
                                        </p:tgtEl>
                                        <p:attrNameLst>
                                          <p:attrName>style.visibility</p:attrName>
                                        </p:attrNameLst>
                                      </p:cBhvr>
                                      <p:to>
                                        <p:strVal val="visible"/>
                                      </p:to>
                                    </p:set>
                                    <p:animEffect transition="in" filter="fade">
                                      <p:cBhvr>
                                        <p:cTn id="17" dur="1000"/>
                                        <p:tgtEl>
                                          <p:spTgt spid="18"/>
                                        </p:tgtEl>
                                      </p:cBhvr>
                                    </p:animEffect>
                                  </p:childTnLst>
                                </p:cTn>
                              </p:par>
                            </p:childTnLst>
                          </p:cTn>
                        </p:par>
                      </p:childTnLst>
                    </p:cTn>
                  </p:par>
                  <p:par>
                    <p:cTn id="18" fill="hold">
                      <p:stCondLst>
                        <p:cond delay="indefinite"/>
                      </p:stCondLst>
                      <p:childTnLst>
                        <p:par>
                          <p:cTn id="19" fill="hold">
                            <p:stCondLst>
                              <p:cond delay="0"/>
                            </p:stCondLst>
                            <p:childTnLst>
                              <p:par>
                                <p:cTn id="20" presetID="22" presetClass="entr" presetSubtype="8" fill="hold" nodeType="clickEffect">
                                  <p:stCondLst>
                                    <p:cond delay="0"/>
                                  </p:stCondLst>
                                  <p:childTnLst>
                                    <p:set>
                                      <p:cBhvr>
                                        <p:cTn id="21" dur="1" fill="hold">
                                          <p:stCondLst>
                                            <p:cond delay="0"/>
                                          </p:stCondLst>
                                        </p:cTn>
                                        <p:tgtEl>
                                          <p:spTgt spid="27"/>
                                        </p:tgtEl>
                                        <p:attrNameLst>
                                          <p:attrName>style.visibility</p:attrName>
                                        </p:attrNameLst>
                                      </p:cBhvr>
                                      <p:to>
                                        <p:strVal val="visible"/>
                                      </p:to>
                                    </p:set>
                                    <p:animEffect transition="in" filter="wipe(left)">
                                      <p:cBhvr>
                                        <p:cTn id="22" dur="500"/>
                                        <p:tgtEl>
                                          <p:spTgt spid="27"/>
                                        </p:tgtEl>
                                      </p:cBhvr>
                                    </p:animEffect>
                                  </p:childTnLst>
                                </p:cTn>
                              </p:par>
                            </p:childTnLst>
                          </p:cTn>
                        </p:par>
                      </p:childTnLst>
                    </p:cTn>
                  </p:par>
                  <p:par>
                    <p:cTn id="23" fill="hold">
                      <p:stCondLst>
                        <p:cond delay="indefinite"/>
                      </p:stCondLst>
                      <p:childTnLst>
                        <p:par>
                          <p:cTn id="24" fill="hold">
                            <p:stCondLst>
                              <p:cond delay="0"/>
                            </p:stCondLst>
                            <p:childTnLst>
                              <p:par>
                                <p:cTn id="25" presetID="22" presetClass="entr" presetSubtype="2" fill="hold" nodeType="clickEffect">
                                  <p:stCondLst>
                                    <p:cond delay="0"/>
                                  </p:stCondLst>
                                  <p:childTnLst>
                                    <p:set>
                                      <p:cBhvr>
                                        <p:cTn id="26" dur="1" fill="hold">
                                          <p:stCondLst>
                                            <p:cond delay="0"/>
                                          </p:stCondLst>
                                        </p:cTn>
                                        <p:tgtEl>
                                          <p:spTgt spid="5"/>
                                        </p:tgtEl>
                                        <p:attrNameLst>
                                          <p:attrName>style.visibility</p:attrName>
                                        </p:attrNameLst>
                                      </p:cBhvr>
                                      <p:to>
                                        <p:strVal val="visible"/>
                                      </p:to>
                                    </p:set>
                                    <p:animEffect transition="in" filter="wipe(right)">
                                      <p:cBhvr>
                                        <p:cTn id="27" dur="500"/>
                                        <p:tgtEl>
                                          <p:spTgt spid="5"/>
                                        </p:tgtEl>
                                      </p:cBhvr>
                                    </p:animEffect>
                                  </p:childTnLst>
                                </p:cTn>
                              </p:par>
                            </p:childTnLst>
                          </p:cTn>
                        </p:par>
                      </p:childTnLst>
                    </p:cTn>
                  </p:par>
                  <p:par>
                    <p:cTn id="28" fill="hold">
                      <p:stCondLst>
                        <p:cond delay="indefinite"/>
                      </p:stCondLst>
                      <p:childTnLst>
                        <p:par>
                          <p:cTn id="29" fill="hold">
                            <p:stCondLst>
                              <p:cond delay="0"/>
                            </p:stCondLst>
                            <p:childTnLst>
                              <p:par>
                                <p:cTn id="30" presetID="22" presetClass="entr" presetSubtype="4" fill="hold" grpId="0" nodeType="clickEffect">
                                  <p:stCondLst>
                                    <p:cond delay="0"/>
                                  </p:stCondLst>
                                  <p:childTnLst>
                                    <p:set>
                                      <p:cBhvr>
                                        <p:cTn id="31" dur="1" fill="hold">
                                          <p:stCondLst>
                                            <p:cond delay="0"/>
                                          </p:stCondLst>
                                        </p:cTn>
                                        <p:tgtEl>
                                          <p:spTgt spid="2"/>
                                        </p:tgtEl>
                                        <p:attrNameLst>
                                          <p:attrName>style.visibility</p:attrName>
                                        </p:attrNameLst>
                                      </p:cBhvr>
                                      <p:to>
                                        <p:strVal val="visible"/>
                                      </p:to>
                                    </p:set>
                                    <p:animEffect transition="in" filter="wipe(down)">
                                      <p:cBhvr>
                                        <p:cTn id="32" dur="1000"/>
                                        <p:tgtEl>
                                          <p:spTgt spid="2"/>
                                        </p:tgtEl>
                                      </p:cBhvr>
                                    </p:animEffect>
                                  </p:childTnLst>
                                </p:cTn>
                              </p:par>
                            </p:childTnLst>
                          </p:cTn>
                        </p:par>
                        <p:par>
                          <p:cTn id="33" fill="hold">
                            <p:stCondLst>
                              <p:cond delay="1000"/>
                            </p:stCondLst>
                            <p:childTnLst>
                              <p:par>
                                <p:cTn id="34" presetID="22" presetClass="entr" presetSubtype="8" fill="hold" grpId="0" nodeType="afterEffect">
                                  <p:stCondLst>
                                    <p:cond delay="0"/>
                                  </p:stCondLst>
                                  <p:childTnLst>
                                    <p:set>
                                      <p:cBhvr>
                                        <p:cTn id="35" dur="1" fill="hold">
                                          <p:stCondLst>
                                            <p:cond delay="0"/>
                                          </p:stCondLst>
                                        </p:cTn>
                                        <p:tgtEl>
                                          <p:spTgt spid="3">
                                            <p:txEl>
                                              <p:pRg st="0" end="0"/>
                                            </p:txEl>
                                          </p:spTgt>
                                        </p:tgtEl>
                                        <p:attrNameLst>
                                          <p:attrName>style.visibility</p:attrName>
                                        </p:attrNameLst>
                                      </p:cBhvr>
                                      <p:to>
                                        <p:strVal val="visible"/>
                                      </p:to>
                                    </p:set>
                                    <p:animEffect transition="in" filter="wipe(left)">
                                      <p:cBhvr>
                                        <p:cTn id="36" dur="1000"/>
                                        <p:tgtEl>
                                          <p:spTgt spid="3">
                                            <p:txEl>
                                              <p:pRg st="0" end="0"/>
                                            </p:txEl>
                                          </p:spTgt>
                                        </p:tgtEl>
                                      </p:cBhvr>
                                    </p:animEffect>
                                  </p:childTnLst>
                                </p:cTn>
                              </p:par>
                            </p:childTnLst>
                          </p:cTn>
                        </p:par>
                      </p:childTnLst>
                    </p:cTn>
                  </p:par>
                  <p:par>
                    <p:cTn id="37" fill="hold">
                      <p:stCondLst>
                        <p:cond delay="indefinite"/>
                      </p:stCondLst>
                      <p:childTnLst>
                        <p:par>
                          <p:cTn id="38" fill="hold">
                            <p:stCondLst>
                              <p:cond delay="0"/>
                            </p:stCondLst>
                            <p:childTnLst>
                              <p:par>
                                <p:cTn id="39" presetID="22" presetClass="entr" presetSubtype="8" fill="hold" grpId="0" nodeType="clickEffect">
                                  <p:stCondLst>
                                    <p:cond delay="0"/>
                                  </p:stCondLst>
                                  <p:childTnLst>
                                    <p:set>
                                      <p:cBhvr>
                                        <p:cTn id="40" dur="1" fill="hold">
                                          <p:stCondLst>
                                            <p:cond delay="0"/>
                                          </p:stCondLst>
                                        </p:cTn>
                                        <p:tgtEl>
                                          <p:spTgt spid="7">
                                            <p:txEl>
                                              <p:pRg st="0" end="0"/>
                                            </p:txEl>
                                          </p:spTgt>
                                        </p:tgtEl>
                                        <p:attrNameLst>
                                          <p:attrName>style.visibility</p:attrName>
                                        </p:attrNameLst>
                                      </p:cBhvr>
                                      <p:to>
                                        <p:strVal val="visible"/>
                                      </p:to>
                                    </p:set>
                                    <p:animEffect transition="in" filter="wipe(left)">
                                      <p:cBhvr>
                                        <p:cTn id="41" dur="3000"/>
                                        <p:tgtEl>
                                          <p:spTgt spid="7">
                                            <p:txEl>
                                              <p:pRg st="0" end="0"/>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7" grpId="0" uiExpand="1" build="p"/>
      <p:bldP spid="2" grpId="0" animBg="1"/>
      <p:bldP spid="3" grpId="0" uiExpand="1" build="p"/>
    </p:bldLst>
  </p:timing>
</p:sld>
</file>

<file path=ppt/slides/slide98.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4" name="Title 3">
            <a:extLst>
              <a:ext uri="{FF2B5EF4-FFF2-40B4-BE49-F238E27FC236}">
                <a16:creationId xmlns:a16="http://schemas.microsoft.com/office/drawing/2014/main" id="{12630251-0176-4E08-9A40-5821ACD1944C}"/>
              </a:ext>
            </a:extLst>
          </p:cNvPr>
          <p:cNvSpPr>
            <a:spLocks noGrp="1"/>
          </p:cNvSpPr>
          <p:nvPr>
            <p:ph type="title"/>
          </p:nvPr>
        </p:nvSpPr>
        <p:spPr/>
        <p:txBody>
          <a:bodyPr/>
          <a:lstStyle/>
          <a:p>
            <a:r>
              <a:rPr lang="en-GB"/>
              <a:t>Compound Key</a:t>
            </a:r>
            <a:endParaRPr lang="en-GB" dirty="0"/>
          </a:p>
        </p:txBody>
      </p:sp>
      <p:grpSp>
        <p:nvGrpSpPr>
          <p:cNvPr id="19" name="Group 18">
            <a:extLst>
              <a:ext uri="{FF2B5EF4-FFF2-40B4-BE49-F238E27FC236}">
                <a16:creationId xmlns:a16="http://schemas.microsoft.com/office/drawing/2014/main" id="{1F565CB8-10B5-434D-9118-818C6E69EDA5}"/>
              </a:ext>
            </a:extLst>
          </p:cNvPr>
          <p:cNvGrpSpPr/>
          <p:nvPr/>
        </p:nvGrpSpPr>
        <p:grpSpPr>
          <a:xfrm>
            <a:off x="1438693" y="1690688"/>
            <a:ext cx="1933673" cy="2862322"/>
            <a:chOff x="7175028" y="1690688"/>
            <a:chExt cx="1933673" cy="2862322"/>
          </a:xfrm>
        </p:grpSpPr>
        <p:sp>
          <p:nvSpPr>
            <p:cNvPr id="20" name="TextBox 19">
              <a:extLst>
                <a:ext uri="{FF2B5EF4-FFF2-40B4-BE49-F238E27FC236}">
                  <a16:creationId xmlns:a16="http://schemas.microsoft.com/office/drawing/2014/main" id="{06B8E8D6-C037-4571-B1CB-E4BD14A48ED7}"/>
                </a:ext>
              </a:extLst>
            </p:cNvPr>
            <p:cNvSpPr txBox="1"/>
            <p:nvPr/>
          </p:nvSpPr>
          <p:spPr>
            <a:xfrm>
              <a:off x="7175030" y="1690688"/>
              <a:ext cx="1933671" cy="2862322"/>
            </a:xfrm>
            <a:prstGeom prst="rect">
              <a:avLst/>
            </a:prstGeom>
            <a:solidFill>
              <a:schemeClr val="accent3">
                <a:lumMod val="20000"/>
                <a:lumOff val="80000"/>
              </a:schemeClr>
            </a:solidFill>
            <a:ln>
              <a:solidFill>
                <a:schemeClr val="tx1"/>
              </a:solidFill>
            </a:ln>
          </p:spPr>
          <p:txBody>
            <a:bodyPr wrap="none" rtlCol="0">
              <a:spAutoFit/>
            </a:bodyPr>
            <a:lstStyle/>
            <a:p>
              <a:endParaRPr lang="en-GB" sz="3600" b="1" dirty="0"/>
            </a:p>
            <a:p>
              <a:r>
                <a:rPr lang="en-GB" sz="3600" u="sng" dirty="0" err="1"/>
                <a:t>pupilID</a:t>
              </a:r>
              <a:endParaRPr lang="en-GB" sz="3600" u="sng" dirty="0"/>
            </a:p>
            <a:p>
              <a:r>
                <a:rPr lang="en-GB" sz="3600" dirty="0"/>
                <a:t>name</a:t>
              </a:r>
            </a:p>
            <a:p>
              <a:r>
                <a:rPr lang="en-GB" sz="3600" dirty="0"/>
                <a:t>dob</a:t>
              </a:r>
            </a:p>
            <a:p>
              <a:r>
                <a:rPr lang="en-GB" sz="3600" dirty="0"/>
                <a:t>transport</a:t>
              </a:r>
            </a:p>
          </p:txBody>
        </p:sp>
        <p:sp>
          <p:nvSpPr>
            <p:cNvPr id="21" name="TextBox 20">
              <a:extLst>
                <a:ext uri="{FF2B5EF4-FFF2-40B4-BE49-F238E27FC236}">
                  <a16:creationId xmlns:a16="http://schemas.microsoft.com/office/drawing/2014/main" id="{F7586BB6-2057-4CF7-A670-A8A12468AEB7}"/>
                </a:ext>
              </a:extLst>
            </p:cNvPr>
            <p:cNvSpPr txBox="1"/>
            <p:nvPr/>
          </p:nvSpPr>
          <p:spPr>
            <a:xfrm>
              <a:off x="7175028" y="1690688"/>
              <a:ext cx="1933671" cy="646331"/>
            </a:xfrm>
            <a:prstGeom prst="rect">
              <a:avLst/>
            </a:prstGeom>
            <a:solidFill>
              <a:schemeClr val="bg2">
                <a:lumMod val="90000"/>
              </a:schemeClr>
            </a:solidFill>
            <a:ln>
              <a:solidFill>
                <a:schemeClr val="tx1"/>
              </a:solidFill>
            </a:ln>
          </p:spPr>
          <p:txBody>
            <a:bodyPr wrap="square" rtlCol="0">
              <a:spAutoFit/>
            </a:bodyPr>
            <a:lstStyle/>
            <a:p>
              <a:r>
                <a:rPr lang="en-GB" sz="3600" b="1" dirty="0"/>
                <a:t>pupil</a:t>
              </a:r>
            </a:p>
          </p:txBody>
        </p:sp>
      </p:grpSp>
      <p:grpSp>
        <p:nvGrpSpPr>
          <p:cNvPr id="22" name="Group 21">
            <a:extLst>
              <a:ext uri="{FF2B5EF4-FFF2-40B4-BE49-F238E27FC236}">
                <a16:creationId xmlns:a16="http://schemas.microsoft.com/office/drawing/2014/main" id="{9B0A13DE-1279-4C56-8488-32B10C503456}"/>
              </a:ext>
            </a:extLst>
          </p:cNvPr>
          <p:cNvGrpSpPr/>
          <p:nvPr/>
        </p:nvGrpSpPr>
        <p:grpSpPr>
          <a:xfrm>
            <a:off x="8684318" y="1695166"/>
            <a:ext cx="1939956" cy="2308324"/>
            <a:chOff x="2197100" y="1720840"/>
            <a:chExt cx="1939956" cy="2308324"/>
          </a:xfrm>
        </p:grpSpPr>
        <p:sp>
          <p:nvSpPr>
            <p:cNvPr id="23" name="TextBox 22">
              <a:extLst>
                <a:ext uri="{FF2B5EF4-FFF2-40B4-BE49-F238E27FC236}">
                  <a16:creationId xmlns:a16="http://schemas.microsoft.com/office/drawing/2014/main" id="{9E8D577D-F9B0-4C26-95CB-954FFDF61DBD}"/>
                </a:ext>
              </a:extLst>
            </p:cNvPr>
            <p:cNvSpPr txBox="1"/>
            <p:nvPr/>
          </p:nvSpPr>
          <p:spPr>
            <a:xfrm>
              <a:off x="2197100" y="1720840"/>
              <a:ext cx="1939955" cy="2308324"/>
            </a:xfrm>
            <a:prstGeom prst="rect">
              <a:avLst/>
            </a:prstGeom>
            <a:solidFill>
              <a:schemeClr val="accent3">
                <a:lumMod val="20000"/>
                <a:lumOff val="80000"/>
              </a:schemeClr>
            </a:solidFill>
            <a:ln>
              <a:solidFill>
                <a:schemeClr val="tx1"/>
              </a:solidFill>
            </a:ln>
          </p:spPr>
          <p:txBody>
            <a:bodyPr wrap="none" rtlCol="0">
              <a:spAutoFit/>
            </a:bodyPr>
            <a:lstStyle/>
            <a:p>
              <a:r>
                <a:rPr lang="en-GB" sz="3600" b="1" dirty="0">
                  <a:highlight>
                    <a:srgbClr val="C0C0C0"/>
                  </a:highlight>
                </a:rPr>
                <a:t>   </a:t>
              </a:r>
            </a:p>
            <a:p>
              <a:r>
                <a:rPr lang="en-GB" sz="3600" u="sng" dirty="0" err="1"/>
                <a:t>subjectID</a:t>
              </a:r>
              <a:endParaRPr lang="en-GB" sz="3600" u="sng" dirty="0"/>
            </a:p>
            <a:p>
              <a:r>
                <a:rPr lang="en-GB" sz="3600" dirty="0"/>
                <a:t>name</a:t>
              </a:r>
            </a:p>
            <a:p>
              <a:r>
                <a:rPr lang="en-GB" sz="3600" dirty="0"/>
                <a:t>level</a:t>
              </a:r>
            </a:p>
          </p:txBody>
        </p:sp>
        <p:sp>
          <p:nvSpPr>
            <p:cNvPr id="24" name="TextBox 23">
              <a:extLst>
                <a:ext uri="{FF2B5EF4-FFF2-40B4-BE49-F238E27FC236}">
                  <a16:creationId xmlns:a16="http://schemas.microsoft.com/office/drawing/2014/main" id="{376D26D0-231A-4B18-94C4-B630246DF9C8}"/>
                </a:ext>
              </a:extLst>
            </p:cNvPr>
            <p:cNvSpPr txBox="1"/>
            <p:nvPr/>
          </p:nvSpPr>
          <p:spPr>
            <a:xfrm>
              <a:off x="2197100" y="1720840"/>
              <a:ext cx="1939956" cy="646331"/>
            </a:xfrm>
            <a:prstGeom prst="rect">
              <a:avLst/>
            </a:prstGeom>
            <a:solidFill>
              <a:schemeClr val="bg2">
                <a:lumMod val="90000"/>
              </a:schemeClr>
            </a:solidFill>
            <a:ln>
              <a:solidFill>
                <a:schemeClr val="tx1"/>
              </a:solidFill>
            </a:ln>
          </p:spPr>
          <p:txBody>
            <a:bodyPr wrap="square" rtlCol="0">
              <a:spAutoFit/>
            </a:bodyPr>
            <a:lstStyle/>
            <a:p>
              <a:r>
                <a:rPr lang="en-GB" sz="3600" b="1" dirty="0"/>
                <a:t>subject</a:t>
              </a:r>
            </a:p>
          </p:txBody>
        </p:sp>
      </p:grpSp>
      <p:grpSp>
        <p:nvGrpSpPr>
          <p:cNvPr id="18" name="Group 17">
            <a:extLst>
              <a:ext uri="{FF2B5EF4-FFF2-40B4-BE49-F238E27FC236}">
                <a16:creationId xmlns:a16="http://schemas.microsoft.com/office/drawing/2014/main" id="{1F565CB8-10B5-434D-9118-818C6E69EDA5}"/>
              </a:ext>
            </a:extLst>
          </p:cNvPr>
          <p:cNvGrpSpPr/>
          <p:nvPr/>
        </p:nvGrpSpPr>
        <p:grpSpPr>
          <a:xfrm>
            <a:off x="4856286" y="1690688"/>
            <a:ext cx="2169186" cy="1754326"/>
            <a:chOff x="7175028" y="1690688"/>
            <a:chExt cx="2169186" cy="1754326"/>
          </a:xfrm>
        </p:grpSpPr>
        <p:sp>
          <p:nvSpPr>
            <p:cNvPr id="25" name="TextBox 24">
              <a:extLst>
                <a:ext uri="{FF2B5EF4-FFF2-40B4-BE49-F238E27FC236}">
                  <a16:creationId xmlns:a16="http://schemas.microsoft.com/office/drawing/2014/main" id="{06B8E8D6-C037-4571-B1CB-E4BD14A48ED7}"/>
                </a:ext>
              </a:extLst>
            </p:cNvPr>
            <p:cNvSpPr txBox="1"/>
            <p:nvPr/>
          </p:nvSpPr>
          <p:spPr>
            <a:xfrm>
              <a:off x="7175030" y="1690688"/>
              <a:ext cx="2169184" cy="1754326"/>
            </a:xfrm>
            <a:prstGeom prst="rect">
              <a:avLst/>
            </a:prstGeom>
            <a:solidFill>
              <a:schemeClr val="accent3">
                <a:lumMod val="20000"/>
                <a:lumOff val="80000"/>
              </a:schemeClr>
            </a:solidFill>
            <a:ln>
              <a:solidFill>
                <a:schemeClr val="tx1"/>
              </a:solidFill>
            </a:ln>
          </p:spPr>
          <p:txBody>
            <a:bodyPr wrap="none" rtlCol="0">
              <a:spAutoFit/>
            </a:bodyPr>
            <a:lstStyle/>
            <a:p>
              <a:endParaRPr lang="en-GB" sz="3600" b="1" dirty="0"/>
            </a:p>
            <a:p>
              <a:r>
                <a:rPr lang="en-GB" sz="3600" u="sng" dirty="0" err="1"/>
                <a:t>pupilID</a:t>
              </a:r>
              <a:r>
                <a:rPr lang="en-GB" sz="3600" dirty="0"/>
                <a:t>*</a:t>
              </a:r>
            </a:p>
            <a:p>
              <a:r>
                <a:rPr lang="en-GB" sz="3600" u="sng" dirty="0" err="1"/>
                <a:t>subjectID</a:t>
              </a:r>
              <a:r>
                <a:rPr lang="en-GB" sz="3600" dirty="0"/>
                <a:t>*</a:t>
              </a:r>
            </a:p>
          </p:txBody>
        </p:sp>
        <p:sp>
          <p:nvSpPr>
            <p:cNvPr id="26" name="TextBox 25">
              <a:extLst>
                <a:ext uri="{FF2B5EF4-FFF2-40B4-BE49-F238E27FC236}">
                  <a16:creationId xmlns:a16="http://schemas.microsoft.com/office/drawing/2014/main" id="{F7586BB6-2057-4CF7-A670-A8A12468AEB7}"/>
                </a:ext>
              </a:extLst>
            </p:cNvPr>
            <p:cNvSpPr txBox="1"/>
            <p:nvPr/>
          </p:nvSpPr>
          <p:spPr>
            <a:xfrm>
              <a:off x="7175028" y="1690688"/>
              <a:ext cx="2169184" cy="646331"/>
            </a:xfrm>
            <a:prstGeom prst="rect">
              <a:avLst/>
            </a:prstGeom>
            <a:solidFill>
              <a:schemeClr val="bg2">
                <a:lumMod val="90000"/>
              </a:schemeClr>
            </a:solidFill>
            <a:ln>
              <a:solidFill>
                <a:schemeClr val="tx1"/>
              </a:solidFill>
            </a:ln>
          </p:spPr>
          <p:txBody>
            <a:bodyPr wrap="square" rtlCol="0">
              <a:spAutoFit/>
            </a:bodyPr>
            <a:lstStyle/>
            <a:p>
              <a:r>
                <a:rPr lang="en-GB" sz="3600" b="1" dirty="0"/>
                <a:t>class</a:t>
              </a:r>
            </a:p>
          </p:txBody>
        </p:sp>
      </p:grpSp>
      <p:sp>
        <p:nvSpPr>
          <p:cNvPr id="2" name="TextBox 1">
            <a:extLst>
              <a:ext uri="{FF2B5EF4-FFF2-40B4-BE49-F238E27FC236}">
                <a16:creationId xmlns:a16="http://schemas.microsoft.com/office/drawing/2014/main" id="{3FA458CF-69F4-839C-1E7A-E0F19E66A00F}"/>
              </a:ext>
            </a:extLst>
          </p:cNvPr>
          <p:cNvSpPr txBox="1"/>
          <p:nvPr/>
        </p:nvSpPr>
        <p:spPr>
          <a:xfrm>
            <a:off x="2185299" y="5366071"/>
            <a:ext cx="7298335" cy="1200329"/>
          </a:xfrm>
          <a:prstGeom prst="rect">
            <a:avLst/>
          </a:prstGeom>
          <a:noFill/>
        </p:spPr>
        <p:txBody>
          <a:bodyPr wrap="square" rtlCol="0">
            <a:spAutoFit/>
          </a:bodyPr>
          <a:lstStyle/>
          <a:p>
            <a:pPr algn="r"/>
            <a:r>
              <a:rPr lang="en-GB" sz="3600" dirty="0">
                <a:solidFill>
                  <a:srgbClr val="7030A0"/>
                </a:solidFill>
              </a:rPr>
              <a:t>Foreign Keys create the</a:t>
            </a:r>
          </a:p>
          <a:p>
            <a:r>
              <a:rPr lang="en-GB" sz="3600" dirty="0">
                <a:solidFill>
                  <a:srgbClr val="7030A0"/>
                </a:solidFill>
              </a:rPr>
              <a:t>Primary Key, known as a                  </a:t>
            </a:r>
          </a:p>
        </p:txBody>
      </p:sp>
    </p:spTree>
    <p:extLst>
      <p:ext uri="{BB962C8B-B14F-4D97-AF65-F5344CB8AC3E}">
        <p14:creationId xmlns:p14="http://schemas.microsoft.com/office/powerpoint/2010/main" val="2892980821"/>
      </p:ext>
    </p:extLst>
  </p:cSld>
  <p:clrMapOvr>
    <a:masterClrMapping/>
  </p:clrMapOvr>
</p:sld>
</file>

<file path=ppt/slides/slide9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704E745-10CE-4DCA-964A-D2D9EC6AC194}"/>
              </a:ext>
            </a:extLst>
          </p:cNvPr>
          <p:cNvSpPr>
            <a:spLocks noGrp="1"/>
          </p:cNvSpPr>
          <p:nvPr>
            <p:ph type="title"/>
          </p:nvPr>
        </p:nvSpPr>
        <p:spPr/>
        <p:txBody>
          <a:bodyPr/>
          <a:lstStyle/>
          <a:p>
            <a:r>
              <a:rPr lang="en-GB" dirty="0"/>
              <a:t>Learning Intentions</a:t>
            </a:r>
          </a:p>
        </p:txBody>
      </p:sp>
      <p:sp>
        <p:nvSpPr>
          <p:cNvPr id="3" name="Content Placeholder 2">
            <a:extLst>
              <a:ext uri="{FF2B5EF4-FFF2-40B4-BE49-F238E27FC236}">
                <a16:creationId xmlns:a16="http://schemas.microsoft.com/office/drawing/2014/main" id="{ABB964B2-0CC2-489B-8E1F-1BC040B76915}"/>
              </a:ext>
            </a:extLst>
          </p:cNvPr>
          <p:cNvSpPr>
            <a:spLocks noGrp="1"/>
          </p:cNvSpPr>
          <p:nvPr>
            <p:ph idx="1"/>
          </p:nvPr>
        </p:nvSpPr>
        <p:spPr/>
        <p:txBody>
          <a:bodyPr>
            <a:normAutofit/>
          </a:bodyPr>
          <a:lstStyle/>
          <a:p>
            <a:r>
              <a:rPr lang="en-GB" sz="3200" dirty="0"/>
              <a:t>Evaluate solution in terms of: </a:t>
            </a:r>
          </a:p>
          <a:p>
            <a:pPr lvl="1"/>
            <a:r>
              <a:rPr lang="en-GB" sz="2800" dirty="0"/>
              <a:t>fitness for purpose </a:t>
            </a:r>
          </a:p>
          <a:p>
            <a:pPr lvl="1"/>
            <a:r>
              <a:rPr lang="en-GB" sz="2800" dirty="0"/>
              <a:t>accuracy of output </a:t>
            </a:r>
          </a:p>
        </p:txBody>
      </p:sp>
    </p:spTree>
    <p:extLst>
      <p:ext uri="{BB962C8B-B14F-4D97-AF65-F5344CB8AC3E}">
        <p14:creationId xmlns:p14="http://schemas.microsoft.com/office/powerpoint/2010/main" val="780501331"/>
      </p:ext>
    </p:extLst>
  </p:cSld>
  <p:clrMapOvr>
    <a:masterClrMapping/>
  </p:clrMapOvr>
</p:sld>
</file>

<file path=ppt/slides/slide10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67738DC-44E3-415F-846C-13186E7135B2}"/>
              </a:ext>
            </a:extLst>
          </p:cNvPr>
          <p:cNvSpPr>
            <a:spLocks noGrp="1"/>
          </p:cNvSpPr>
          <p:nvPr>
            <p:ph type="title"/>
          </p:nvPr>
        </p:nvSpPr>
        <p:spPr/>
        <p:txBody>
          <a:bodyPr/>
          <a:lstStyle/>
          <a:p>
            <a:r>
              <a:rPr lang="en-GB" dirty="0"/>
              <a:t>Evaluation</a:t>
            </a:r>
          </a:p>
        </p:txBody>
      </p:sp>
      <p:sp>
        <p:nvSpPr>
          <p:cNvPr id="3" name="Text Placeholder 2">
            <a:extLst>
              <a:ext uri="{FF2B5EF4-FFF2-40B4-BE49-F238E27FC236}">
                <a16:creationId xmlns:a16="http://schemas.microsoft.com/office/drawing/2014/main" id="{3B180056-DE92-4068-A9C9-06CC4271B315}"/>
              </a:ext>
            </a:extLst>
          </p:cNvPr>
          <p:cNvSpPr>
            <a:spLocks noGrp="1"/>
          </p:cNvSpPr>
          <p:nvPr>
            <p:ph type="body" idx="1"/>
          </p:nvPr>
        </p:nvSpPr>
        <p:spPr/>
        <p:txBody>
          <a:bodyPr/>
          <a:lstStyle/>
          <a:p>
            <a:r>
              <a:rPr lang="en-GB" dirty="0"/>
              <a:t>Fitness for purpose</a:t>
            </a:r>
          </a:p>
        </p:txBody>
      </p:sp>
      <p:sp>
        <p:nvSpPr>
          <p:cNvPr id="4" name="Content Placeholder 3">
            <a:extLst>
              <a:ext uri="{FF2B5EF4-FFF2-40B4-BE49-F238E27FC236}">
                <a16:creationId xmlns:a16="http://schemas.microsoft.com/office/drawing/2014/main" id="{ECF8A258-5D7E-4EE3-814B-67DD52E72862}"/>
              </a:ext>
            </a:extLst>
          </p:cNvPr>
          <p:cNvSpPr>
            <a:spLocks noGrp="1"/>
          </p:cNvSpPr>
          <p:nvPr>
            <p:ph sz="half" idx="2"/>
          </p:nvPr>
        </p:nvSpPr>
        <p:spPr/>
        <p:txBody>
          <a:bodyPr/>
          <a:lstStyle/>
          <a:p>
            <a:r>
              <a:rPr lang="en-GB" dirty="0"/>
              <a:t>Functional requirements met:</a:t>
            </a:r>
          </a:p>
          <a:p>
            <a:pPr lvl="1"/>
            <a:r>
              <a:rPr lang="en-GB" sz="2800" dirty="0"/>
              <a:t>Correct calculations</a:t>
            </a:r>
          </a:p>
          <a:p>
            <a:pPr lvl="1"/>
            <a:r>
              <a:rPr lang="en-GB" sz="2800" dirty="0"/>
              <a:t>Correct search criteria</a:t>
            </a:r>
          </a:p>
          <a:p>
            <a:pPr lvl="1"/>
            <a:r>
              <a:rPr lang="en-GB" sz="2800" dirty="0"/>
              <a:t>Correct sort order</a:t>
            </a:r>
          </a:p>
          <a:p>
            <a:pPr lvl="1"/>
            <a:r>
              <a:rPr lang="en-GB" sz="2800" dirty="0"/>
              <a:t>Correct grouping</a:t>
            </a:r>
          </a:p>
        </p:txBody>
      </p:sp>
      <p:sp>
        <p:nvSpPr>
          <p:cNvPr id="5" name="Text Placeholder 4">
            <a:extLst>
              <a:ext uri="{FF2B5EF4-FFF2-40B4-BE49-F238E27FC236}">
                <a16:creationId xmlns:a16="http://schemas.microsoft.com/office/drawing/2014/main" id="{2E9184F7-13D0-4D6E-BAF2-5BFD618D3125}"/>
              </a:ext>
            </a:extLst>
          </p:cNvPr>
          <p:cNvSpPr>
            <a:spLocks noGrp="1"/>
          </p:cNvSpPr>
          <p:nvPr>
            <p:ph type="body" sz="quarter" idx="3"/>
          </p:nvPr>
        </p:nvSpPr>
        <p:spPr/>
        <p:txBody>
          <a:bodyPr/>
          <a:lstStyle/>
          <a:p>
            <a:r>
              <a:rPr lang="en-GB" dirty="0"/>
              <a:t>Accuracy of output</a:t>
            </a:r>
          </a:p>
        </p:txBody>
      </p:sp>
      <p:sp>
        <p:nvSpPr>
          <p:cNvPr id="6" name="Content Placeholder 5">
            <a:extLst>
              <a:ext uri="{FF2B5EF4-FFF2-40B4-BE49-F238E27FC236}">
                <a16:creationId xmlns:a16="http://schemas.microsoft.com/office/drawing/2014/main" id="{27C68512-622F-419D-B6CF-F8FEA16C3C08}"/>
              </a:ext>
            </a:extLst>
          </p:cNvPr>
          <p:cNvSpPr>
            <a:spLocks noGrp="1"/>
          </p:cNvSpPr>
          <p:nvPr>
            <p:ph sz="quarter" idx="4"/>
          </p:nvPr>
        </p:nvSpPr>
        <p:spPr/>
        <p:txBody>
          <a:bodyPr/>
          <a:lstStyle/>
          <a:p>
            <a:r>
              <a:rPr lang="en-GB" dirty="0"/>
              <a:t>Required fields displayed</a:t>
            </a:r>
          </a:p>
          <a:p>
            <a:r>
              <a:rPr lang="en-GB" dirty="0"/>
              <a:t>Corrects Alias(es)</a:t>
            </a:r>
          </a:p>
          <a:p>
            <a:r>
              <a:rPr lang="en-GB" dirty="0"/>
              <a:t>No extra fields displayed</a:t>
            </a:r>
          </a:p>
        </p:txBody>
      </p:sp>
    </p:spTree>
    <p:extLst>
      <p:ext uri="{BB962C8B-B14F-4D97-AF65-F5344CB8AC3E}">
        <p14:creationId xmlns:p14="http://schemas.microsoft.com/office/powerpoint/2010/main" val="469210997"/>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animEffect transition="in" filter="wipe(left)">
                                      <p:cBhvr>
                                        <p:cTn id="7" dur="1000"/>
                                        <p:tgtEl>
                                          <p:spTgt spid="3">
                                            <p:txEl>
                                              <p:pRg st="0" end="0"/>
                                            </p:txEl>
                                          </p:spTgt>
                                        </p:tgtEl>
                                      </p:cBhvr>
                                    </p:animEffect>
                                  </p:childTnLst>
                                </p:cTn>
                              </p:par>
                            </p:childTnLst>
                          </p:cTn>
                        </p:par>
                      </p:childTnLst>
                    </p:cTn>
                  </p:par>
                  <p:par>
                    <p:cTn id="8" fill="hold">
                      <p:stCondLst>
                        <p:cond delay="indefinite"/>
                      </p:stCondLst>
                      <p:childTnLst>
                        <p:par>
                          <p:cTn id="9" fill="hold">
                            <p:stCondLst>
                              <p:cond delay="0"/>
                            </p:stCondLst>
                            <p:childTnLst>
                              <p:par>
                                <p:cTn id="10" presetID="22" presetClass="entr" presetSubtype="8" fill="hold" grpId="0" nodeType="clickEffect">
                                  <p:stCondLst>
                                    <p:cond delay="0"/>
                                  </p:stCondLst>
                                  <p:childTnLst>
                                    <p:set>
                                      <p:cBhvr>
                                        <p:cTn id="11" dur="1" fill="hold">
                                          <p:stCondLst>
                                            <p:cond delay="0"/>
                                          </p:stCondLst>
                                        </p:cTn>
                                        <p:tgtEl>
                                          <p:spTgt spid="4">
                                            <p:txEl>
                                              <p:pRg st="0" end="0"/>
                                            </p:txEl>
                                          </p:spTgt>
                                        </p:tgtEl>
                                        <p:attrNameLst>
                                          <p:attrName>style.visibility</p:attrName>
                                        </p:attrNameLst>
                                      </p:cBhvr>
                                      <p:to>
                                        <p:strVal val="visible"/>
                                      </p:to>
                                    </p:set>
                                    <p:animEffect transition="in" filter="wipe(left)">
                                      <p:cBhvr>
                                        <p:cTn id="12" dur="2000"/>
                                        <p:tgtEl>
                                          <p:spTgt spid="4">
                                            <p:txEl>
                                              <p:pRg st="0" end="0"/>
                                            </p:txEl>
                                          </p:spTgt>
                                        </p:tgtEl>
                                      </p:cBhvr>
                                    </p:animEffect>
                                  </p:childTnLst>
                                </p:cTn>
                              </p:par>
                              <p:par>
                                <p:cTn id="13" presetID="22" presetClass="entr" presetSubtype="8" fill="hold" grpId="0" nodeType="withEffect">
                                  <p:stCondLst>
                                    <p:cond delay="0"/>
                                  </p:stCondLst>
                                  <p:childTnLst>
                                    <p:set>
                                      <p:cBhvr>
                                        <p:cTn id="14" dur="1" fill="hold">
                                          <p:stCondLst>
                                            <p:cond delay="0"/>
                                          </p:stCondLst>
                                        </p:cTn>
                                        <p:tgtEl>
                                          <p:spTgt spid="4">
                                            <p:txEl>
                                              <p:pRg st="1" end="1"/>
                                            </p:txEl>
                                          </p:spTgt>
                                        </p:tgtEl>
                                        <p:attrNameLst>
                                          <p:attrName>style.visibility</p:attrName>
                                        </p:attrNameLst>
                                      </p:cBhvr>
                                      <p:to>
                                        <p:strVal val="visible"/>
                                      </p:to>
                                    </p:set>
                                    <p:animEffect transition="in" filter="wipe(left)">
                                      <p:cBhvr>
                                        <p:cTn id="15" dur="1500"/>
                                        <p:tgtEl>
                                          <p:spTgt spid="4">
                                            <p:txEl>
                                              <p:pRg st="1" end="1"/>
                                            </p:txEl>
                                          </p:spTgt>
                                        </p:tgtEl>
                                      </p:cBhvr>
                                    </p:animEffect>
                                  </p:childTnLst>
                                </p:cTn>
                              </p:par>
                              <p:par>
                                <p:cTn id="16" presetID="22" presetClass="entr" presetSubtype="8" fill="hold" grpId="0" nodeType="withEffect">
                                  <p:stCondLst>
                                    <p:cond delay="0"/>
                                  </p:stCondLst>
                                  <p:childTnLst>
                                    <p:set>
                                      <p:cBhvr>
                                        <p:cTn id="17" dur="1" fill="hold">
                                          <p:stCondLst>
                                            <p:cond delay="0"/>
                                          </p:stCondLst>
                                        </p:cTn>
                                        <p:tgtEl>
                                          <p:spTgt spid="4">
                                            <p:txEl>
                                              <p:pRg st="2" end="2"/>
                                            </p:txEl>
                                          </p:spTgt>
                                        </p:tgtEl>
                                        <p:attrNameLst>
                                          <p:attrName>style.visibility</p:attrName>
                                        </p:attrNameLst>
                                      </p:cBhvr>
                                      <p:to>
                                        <p:strVal val="visible"/>
                                      </p:to>
                                    </p:set>
                                    <p:animEffect transition="in" filter="wipe(left)">
                                      <p:cBhvr>
                                        <p:cTn id="18" dur="1500"/>
                                        <p:tgtEl>
                                          <p:spTgt spid="4">
                                            <p:txEl>
                                              <p:pRg st="2" end="2"/>
                                            </p:txEl>
                                          </p:spTgt>
                                        </p:tgtEl>
                                      </p:cBhvr>
                                    </p:animEffect>
                                  </p:childTnLst>
                                </p:cTn>
                              </p:par>
                              <p:par>
                                <p:cTn id="19" presetID="22" presetClass="entr" presetSubtype="8" fill="hold" grpId="0" nodeType="withEffect">
                                  <p:stCondLst>
                                    <p:cond delay="0"/>
                                  </p:stCondLst>
                                  <p:childTnLst>
                                    <p:set>
                                      <p:cBhvr>
                                        <p:cTn id="20" dur="1" fill="hold">
                                          <p:stCondLst>
                                            <p:cond delay="0"/>
                                          </p:stCondLst>
                                        </p:cTn>
                                        <p:tgtEl>
                                          <p:spTgt spid="4">
                                            <p:txEl>
                                              <p:pRg st="3" end="3"/>
                                            </p:txEl>
                                          </p:spTgt>
                                        </p:tgtEl>
                                        <p:attrNameLst>
                                          <p:attrName>style.visibility</p:attrName>
                                        </p:attrNameLst>
                                      </p:cBhvr>
                                      <p:to>
                                        <p:strVal val="visible"/>
                                      </p:to>
                                    </p:set>
                                    <p:animEffect transition="in" filter="wipe(left)">
                                      <p:cBhvr>
                                        <p:cTn id="21" dur="1000"/>
                                        <p:tgtEl>
                                          <p:spTgt spid="4">
                                            <p:txEl>
                                              <p:pRg st="3" end="3"/>
                                            </p:txEl>
                                          </p:spTgt>
                                        </p:tgtEl>
                                      </p:cBhvr>
                                    </p:animEffect>
                                  </p:childTnLst>
                                </p:cTn>
                              </p:par>
                              <p:par>
                                <p:cTn id="22" presetID="22" presetClass="entr" presetSubtype="8" fill="hold" grpId="0" nodeType="withEffect">
                                  <p:stCondLst>
                                    <p:cond delay="0"/>
                                  </p:stCondLst>
                                  <p:childTnLst>
                                    <p:set>
                                      <p:cBhvr>
                                        <p:cTn id="23" dur="1" fill="hold">
                                          <p:stCondLst>
                                            <p:cond delay="0"/>
                                          </p:stCondLst>
                                        </p:cTn>
                                        <p:tgtEl>
                                          <p:spTgt spid="4">
                                            <p:txEl>
                                              <p:pRg st="4" end="4"/>
                                            </p:txEl>
                                          </p:spTgt>
                                        </p:tgtEl>
                                        <p:attrNameLst>
                                          <p:attrName>style.visibility</p:attrName>
                                        </p:attrNameLst>
                                      </p:cBhvr>
                                      <p:to>
                                        <p:strVal val="visible"/>
                                      </p:to>
                                    </p:set>
                                    <p:animEffect transition="in" filter="wipe(left)">
                                      <p:cBhvr>
                                        <p:cTn id="24" dur="1000"/>
                                        <p:tgtEl>
                                          <p:spTgt spid="4">
                                            <p:txEl>
                                              <p:pRg st="4" end="4"/>
                                            </p:txEl>
                                          </p:spTgt>
                                        </p:tgtEl>
                                      </p:cBhvr>
                                    </p:animEffect>
                                  </p:childTnLst>
                                </p:cTn>
                              </p:par>
                            </p:childTnLst>
                          </p:cTn>
                        </p:par>
                      </p:childTnLst>
                    </p:cTn>
                  </p:par>
                  <p:par>
                    <p:cTn id="25" fill="hold">
                      <p:stCondLst>
                        <p:cond delay="indefinite"/>
                      </p:stCondLst>
                      <p:childTnLst>
                        <p:par>
                          <p:cTn id="26" fill="hold">
                            <p:stCondLst>
                              <p:cond delay="0"/>
                            </p:stCondLst>
                            <p:childTnLst>
                              <p:par>
                                <p:cTn id="27" presetID="22" presetClass="entr" presetSubtype="8" fill="hold" grpId="0" nodeType="clickEffect">
                                  <p:stCondLst>
                                    <p:cond delay="0"/>
                                  </p:stCondLst>
                                  <p:childTnLst>
                                    <p:set>
                                      <p:cBhvr>
                                        <p:cTn id="28" dur="1" fill="hold">
                                          <p:stCondLst>
                                            <p:cond delay="0"/>
                                          </p:stCondLst>
                                        </p:cTn>
                                        <p:tgtEl>
                                          <p:spTgt spid="5">
                                            <p:txEl>
                                              <p:pRg st="0" end="0"/>
                                            </p:txEl>
                                          </p:spTgt>
                                        </p:tgtEl>
                                        <p:attrNameLst>
                                          <p:attrName>style.visibility</p:attrName>
                                        </p:attrNameLst>
                                      </p:cBhvr>
                                      <p:to>
                                        <p:strVal val="visible"/>
                                      </p:to>
                                    </p:set>
                                    <p:animEffect transition="in" filter="wipe(left)">
                                      <p:cBhvr>
                                        <p:cTn id="29" dur="1000"/>
                                        <p:tgtEl>
                                          <p:spTgt spid="5">
                                            <p:txEl>
                                              <p:pRg st="0" end="0"/>
                                            </p:txEl>
                                          </p:spTgt>
                                        </p:tgtEl>
                                      </p:cBhvr>
                                    </p:animEffect>
                                  </p:childTnLst>
                                </p:cTn>
                              </p:par>
                            </p:childTnLst>
                          </p:cTn>
                        </p:par>
                      </p:childTnLst>
                    </p:cTn>
                  </p:par>
                  <p:par>
                    <p:cTn id="30" fill="hold">
                      <p:stCondLst>
                        <p:cond delay="indefinite"/>
                      </p:stCondLst>
                      <p:childTnLst>
                        <p:par>
                          <p:cTn id="31" fill="hold">
                            <p:stCondLst>
                              <p:cond delay="0"/>
                            </p:stCondLst>
                            <p:childTnLst>
                              <p:par>
                                <p:cTn id="32" presetID="22" presetClass="entr" presetSubtype="8" fill="hold" grpId="0" nodeType="clickEffect">
                                  <p:stCondLst>
                                    <p:cond delay="0"/>
                                  </p:stCondLst>
                                  <p:childTnLst>
                                    <p:set>
                                      <p:cBhvr>
                                        <p:cTn id="33" dur="1" fill="hold">
                                          <p:stCondLst>
                                            <p:cond delay="0"/>
                                          </p:stCondLst>
                                        </p:cTn>
                                        <p:tgtEl>
                                          <p:spTgt spid="6">
                                            <p:txEl>
                                              <p:pRg st="0" end="0"/>
                                            </p:txEl>
                                          </p:spTgt>
                                        </p:tgtEl>
                                        <p:attrNameLst>
                                          <p:attrName>style.visibility</p:attrName>
                                        </p:attrNameLst>
                                      </p:cBhvr>
                                      <p:to>
                                        <p:strVal val="visible"/>
                                      </p:to>
                                    </p:set>
                                    <p:animEffect transition="in" filter="wipe(left)">
                                      <p:cBhvr>
                                        <p:cTn id="34" dur="1750"/>
                                        <p:tgtEl>
                                          <p:spTgt spid="6">
                                            <p:txEl>
                                              <p:pRg st="0" end="0"/>
                                            </p:txEl>
                                          </p:spTgt>
                                        </p:tgtEl>
                                      </p:cBhvr>
                                    </p:animEffect>
                                  </p:childTnLst>
                                </p:cTn>
                              </p:par>
                            </p:childTnLst>
                          </p:cTn>
                        </p:par>
                      </p:childTnLst>
                    </p:cTn>
                  </p:par>
                  <p:par>
                    <p:cTn id="35" fill="hold">
                      <p:stCondLst>
                        <p:cond delay="indefinite"/>
                      </p:stCondLst>
                      <p:childTnLst>
                        <p:par>
                          <p:cTn id="36" fill="hold">
                            <p:stCondLst>
                              <p:cond delay="0"/>
                            </p:stCondLst>
                            <p:childTnLst>
                              <p:par>
                                <p:cTn id="37" presetID="22" presetClass="entr" presetSubtype="8" fill="hold" grpId="0" nodeType="clickEffect">
                                  <p:stCondLst>
                                    <p:cond delay="0"/>
                                  </p:stCondLst>
                                  <p:childTnLst>
                                    <p:set>
                                      <p:cBhvr>
                                        <p:cTn id="38" dur="1" fill="hold">
                                          <p:stCondLst>
                                            <p:cond delay="0"/>
                                          </p:stCondLst>
                                        </p:cTn>
                                        <p:tgtEl>
                                          <p:spTgt spid="6">
                                            <p:txEl>
                                              <p:pRg st="1" end="1"/>
                                            </p:txEl>
                                          </p:spTgt>
                                        </p:tgtEl>
                                        <p:attrNameLst>
                                          <p:attrName>style.visibility</p:attrName>
                                        </p:attrNameLst>
                                      </p:cBhvr>
                                      <p:to>
                                        <p:strVal val="visible"/>
                                      </p:to>
                                    </p:set>
                                    <p:animEffect transition="in" filter="wipe(left)">
                                      <p:cBhvr>
                                        <p:cTn id="39" dur="1750"/>
                                        <p:tgtEl>
                                          <p:spTgt spid="6">
                                            <p:txEl>
                                              <p:pRg st="1" end="1"/>
                                            </p:txEl>
                                          </p:spTgt>
                                        </p:tgtEl>
                                      </p:cBhvr>
                                    </p:animEffect>
                                  </p:childTnLst>
                                </p:cTn>
                              </p:par>
                            </p:childTnLst>
                          </p:cTn>
                        </p:par>
                      </p:childTnLst>
                    </p:cTn>
                  </p:par>
                  <p:par>
                    <p:cTn id="40" fill="hold">
                      <p:stCondLst>
                        <p:cond delay="indefinite"/>
                      </p:stCondLst>
                      <p:childTnLst>
                        <p:par>
                          <p:cTn id="41" fill="hold">
                            <p:stCondLst>
                              <p:cond delay="0"/>
                            </p:stCondLst>
                            <p:childTnLst>
                              <p:par>
                                <p:cTn id="42" presetID="22" presetClass="entr" presetSubtype="8" fill="hold" grpId="0" nodeType="clickEffect">
                                  <p:stCondLst>
                                    <p:cond delay="0"/>
                                  </p:stCondLst>
                                  <p:childTnLst>
                                    <p:set>
                                      <p:cBhvr>
                                        <p:cTn id="43" dur="1" fill="hold">
                                          <p:stCondLst>
                                            <p:cond delay="0"/>
                                          </p:stCondLst>
                                        </p:cTn>
                                        <p:tgtEl>
                                          <p:spTgt spid="6">
                                            <p:txEl>
                                              <p:pRg st="2" end="2"/>
                                            </p:txEl>
                                          </p:spTgt>
                                        </p:tgtEl>
                                        <p:attrNameLst>
                                          <p:attrName>style.visibility</p:attrName>
                                        </p:attrNameLst>
                                      </p:cBhvr>
                                      <p:to>
                                        <p:strVal val="visible"/>
                                      </p:to>
                                    </p:set>
                                    <p:animEffect transition="in" filter="wipe(left)">
                                      <p:cBhvr>
                                        <p:cTn id="44" dur="1750"/>
                                        <p:tgtEl>
                                          <p:spTgt spid="6">
                                            <p:txEl>
                                              <p:pRg st="2" end="2"/>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build="p"/>
      <p:bldP spid="4" grpId="0" uiExpand="1" build="p"/>
      <p:bldP spid="5" grpId="0" build="p"/>
      <p:bldP spid="6" grpId="0" build="p"/>
    </p:bldLst>
  </p:timing>
</p:sld>
</file>

<file path=ppt/slides/slide101.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67738DC-44E3-415F-846C-13186E7135B2}"/>
              </a:ext>
            </a:extLst>
          </p:cNvPr>
          <p:cNvSpPr>
            <a:spLocks noGrp="1"/>
          </p:cNvSpPr>
          <p:nvPr>
            <p:ph type="title"/>
          </p:nvPr>
        </p:nvSpPr>
        <p:spPr/>
        <p:txBody>
          <a:bodyPr/>
          <a:lstStyle/>
          <a:p>
            <a:r>
              <a:rPr lang="en-GB" dirty="0"/>
              <a:t>Evaluation</a:t>
            </a:r>
          </a:p>
        </p:txBody>
      </p:sp>
      <p:sp>
        <p:nvSpPr>
          <p:cNvPr id="3" name="Text Placeholder 2">
            <a:extLst>
              <a:ext uri="{FF2B5EF4-FFF2-40B4-BE49-F238E27FC236}">
                <a16:creationId xmlns:a16="http://schemas.microsoft.com/office/drawing/2014/main" id="{3B180056-DE92-4068-A9C9-06CC4271B315}"/>
              </a:ext>
            </a:extLst>
          </p:cNvPr>
          <p:cNvSpPr>
            <a:spLocks noGrp="1"/>
          </p:cNvSpPr>
          <p:nvPr>
            <p:ph type="body" idx="1"/>
          </p:nvPr>
        </p:nvSpPr>
        <p:spPr/>
        <p:txBody>
          <a:bodyPr/>
          <a:lstStyle/>
          <a:p>
            <a:r>
              <a:rPr lang="en-GB" dirty="0"/>
              <a:t>Fitness for purpose</a:t>
            </a:r>
          </a:p>
        </p:txBody>
      </p:sp>
      <p:sp>
        <p:nvSpPr>
          <p:cNvPr id="4" name="Content Placeholder 3">
            <a:extLst>
              <a:ext uri="{FF2B5EF4-FFF2-40B4-BE49-F238E27FC236}">
                <a16:creationId xmlns:a16="http://schemas.microsoft.com/office/drawing/2014/main" id="{ECF8A258-5D7E-4EE3-814B-67DD52E72862}"/>
              </a:ext>
            </a:extLst>
          </p:cNvPr>
          <p:cNvSpPr>
            <a:spLocks noGrp="1"/>
          </p:cNvSpPr>
          <p:nvPr>
            <p:ph sz="half" idx="2"/>
          </p:nvPr>
        </p:nvSpPr>
        <p:spPr/>
        <p:txBody>
          <a:bodyPr>
            <a:normAutofit/>
          </a:bodyPr>
          <a:lstStyle/>
          <a:p>
            <a:r>
              <a:rPr lang="en-GB" sz="3600" dirty="0"/>
              <a:t> </a:t>
            </a:r>
          </a:p>
          <a:p>
            <a:pPr lvl="1"/>
            <a:r>
              <a:rPr lang="en-GB" sz="3600" dirty="0"/>
              <a:t> </a:t>
            </a:r>
          </a:p>
          <a:p>
            <a:pPr lvl="1"/>
            <a:r>
              <a:rPr lang="en-GB" sz="3600" dirty="0"/>
              <a:t> </a:t>
            </a:r>
          </a:p>
          <a:p>
            <a:pPr lvl="1"/>
            <a:r>
              <a:rPr lang="en-GB" sz="3600" dirty="0"/>
              <a:t> </a:t>
            </a:r>
          </a:p>
          <a:p>
            <a:pPr lvl="1"/>
            <a:r>
              <a:rPr lang="en-GB" sz="3600" dirty="0"/>
              <a:t> </a:t>
            </a:r>
          </a:p>
        </p:txBody>
      </p:sp>
      <p:sp>
        <p:nvSpPr>
          <p:cNvPr id="5" name="Text Placeholder 4">
            <a:extLst>
              <a:ext uri="{FF2B5EF4-FFF2-40B4-BE49-F238E27FC236}">
                <a16:creationId xmlns:a16="http://schemas.microsoft.com/office/drawing/2014/main" id="{2E9184F7-13D0-4D6E-BAF2-5BFD618D3125}"/>
              </a:ext>
            </a:extLst>
          </p:cNvPr>
          <p:cNvSpPr>
            <a:spLocks noGrp="1"/>
          </p:cNvSpPr>
          <p:nvPr>
            <p:ph type="body" sz="quarter" idx="3"/>
          </p:nvPr>
        </p:nvSpPr>
        <p:spPr/>
        <p:txBody>
          <a:bodyPr/>
          <a:lstStyle/>
          <a:p>
            <a:r>
              <a:rPr lang="en-GB" dirty="0"/>
              <a:t>Accuracy of output</a:t>
            </a:r>
          </a:p>
        </p:txBody>
      </p:sp>
      <p:sp>
        <p:nvSpPr>
          <p:cNvPr id="6" name="Content Placeholder 5">
            <a:extLst>
              <a:ext uri="{FF2B5EF4-FFF2-40B4-BE49-F238E27FC236}">
                <a16:creationId xmlns:a16="http://schemas.microsoft.com/office/drawing/2014/main" id="{27C68512-622F-419D-B6CF-F8FEA16C3C08}"/>
              </a:ext>
            </a:extLst>
          </p:cNvPr>
          <p:cNvSpPr>
            <a:spLocks noGrp="1"/>
          </p:cNvSpPr>
          <p:nvPr>
            <p:ph sz="quarter" idx="4"/>
          </p:nvPr>
        </p:nvSpPr>
        <p:spPr/>
        <p:txBody>
          <a:bodyPr>
            <a:normAutofit/>
          </a:bodyPr>
          <a:lstStyle/>
          <a:p>
            <a:r>
              <a:rPr lang="en-GB" sz="3600" dirty="0"/>
              <a:t> </a:t>
            </a:r>
          </a:p>
          <a:p>
            <a:r>
              <a:rPr lang="en-GB" sz="3600" dirty="0"/>
              <a:t> </a:t>
            </a:r>
          </a:p>
          <a:p>
            <a:r>
              <a:rPr lang="en-GB" sz="3600" dirty="0"/>
              <a:t> </a:t>
            </a:r>
          </a:p>
        </p:txBody>
      </p:sp>
    </p:spTree>
    <p:extLst>
      <p:ext uri="{BB962C8B-B14F-4D97-AF65-F5344CB8AC3E}">
        <p14:creationId xmlns:p14="http://schemas.microsoft.com/office/powerpoint/2010/main" val="3750724401"/>
      </p:ext>
    </p:extLst>
  </p:cSld>
  <p:clrMapOvr>
    <a:masterClrMapping/>
  </p:clrMapOvr>
</p:sld>
</file>

<file path=ppt/slides/slide10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26B4CC6-6E56-B86A-B5AD-4E6A2C198265}"/>
            </a:ext>
          </a:extLst>
        </p:cNvPr>
        <p:cNvGrpSpPr/>
        <p:nvPr/>
      </p:nvGrpSpPr>
      <p:grpSpPr>
        <a:xfrm>
          <a:off x="0" y="0"/>
          <a:ext cx="0" cy="0"/>
          <a:chOff x="0" y="0"/>
          <a:chExt cx="0" cy="0"/>
        </a:xfrm>
      </p:grpSpPr>
      <p:sp>
        <p:nvSpPr>
          <p:cNvPr id="2" name="Requirement">
            <a:extLst>
              <a:ext uri="{FF2B5EF4-FFF2-40B4-BE49-F238E27FC236}">
                <a16:creationId xmlns:a16="http://schemas.microsoft.com/office/drawing/2014/main" id="{D2B29E7C-45F3-540D-CF4D-E270304FE431}"/>
              </a:ext>
            </a:extLst>
          </p:cNvPr>
          <p:cNvSpPr txBox="1"/>
          <p:nvPr/>
        </p:nvSpPr>
        <p:spPr>
          <a:xfrm>
            <a:off x="341674" y="497506"/>
            <a:ext cx="11508664" cy="400110"/>
          </a:xfrm>
          <a:prstGeom prst="rect">
            <a:avLst/>
          </a:prstGeom>
          <a:noFill/>
        </p:spPr>
        <p:txBody>
          <a:bodyPr wrap="none" rtlCol="0">
            <a:spAutoFit/>
          </a:bodyPr>
          <a:lstStyle/>
          <a:p>
            <a:pPr algn="ctr"/>
            <a:r>
              <a:rPr lang="en-GB" sz="2000" dirty="0"/>
              <a:t>Requirement: select the full name and town of all customers who live in Gourock, alphabetically by surname.</a:t>
            </a:r>
          </a:p>
        </p:txBody>
      </p:sp>
      <p:cxnSp>
        <p:nvCxnSpPr>
          <p:cNvPr id="9" name="Straight Connector 8">
            <a:extLst>
              <a:ext uri="{FF2B5EF4-FFF2-40B4-BE49-F238E27FC236}">
                <a16:creationId xmlns:a16="http://schemas.microsoft.com/office/drawing/2014/main" id="{99F7101C-CF3A-C341-91DD-BB50E622D03A}"/>
              </a:ext>
            </a:extLst>
          </p:cNvPr>
          <p:cNvCxnSpPr>
            <a:cxnSpLocks/>
          </p:cNvCxnSpPr>
          <p:nvPr/>
        </p:nvCxnSpPr>
        <p:spPr>
          <a:xfrm flipH="1">
            <a:off x="6096000" y="1232106"/>
            <a:ext cx="0" cy="5040000"/>
          </a:xfrm>
          <a:prstGeom prst="line">
            <a:avLst/>
          </a:prstGeom>
        </p:spPr>
        <p:style>
          <a:lnRef idx="2">
            <a:schemeClr val="accent1"/>
          </a:lnRef>
          <a:fillRef idx="0">
            <a:schemeClr val="accent1"/>
          </a:fillRef>
          <a:effectRef idx="1">
            <a:schemeClr val="accent1"/>
          </a:effectRef>
          <a:fontRef idx="minor">
            <a:schemeClr val="tx1"/>
          </a:fontRef>
        </p:style>
      </p:cxnSp>
      <p:cxnSp>
        <p:nvCxnSpPr>
          <p:cNvPr id="11" name="Straight Connector 10">
            <a:extLst>
              <a:ext uri="{FF2B5EF4-FFF2-40B4-BE49-F238E27FC236}">
                <a16:creationId xmlns:a16="http://schemas.microsoft.com/office/drawing/2014/main" id="{9ACEC5D8-1CFF-F748-AAD7-ADCD7B332DC8}"/>
              </a:ext>
            </a:extLst>
          </p:cNvPr>
          <p:cNvCxnSpPr>
            <a:cxnSpLocks/>
          </p:cNvCxnSpPr>
          <p:nvPr/>
        </p:nvCxnSpPr>
        <p:spPr>
          <a:xfrm flipH="1">
            <a:off x="904281" y="3758938"/>
            <a:ext cx="10440000" cy="0"/>
          </a:xfrm>
          <a:prstGeom prst="line">
            <a:avLst/>
          </a:prstGeom>
        </p:spPr>
        <p:style>
          <a:lnRef idx="2">
            <a:schemeClr val="accent1"/>
          </a:lnRef>
          <a:fillRef idx="0">
            <a:schemeClr val="accent1"/>
          </a:fillRef>
          <a:effectRef idx="1">
            <a:schemeClr val="accent1"/>
          </a:effectRef>
          <a:fontRef idx="minor">
            <a:schemeClr val="tx1"/>
          </a:fontRef>
        </p:style>
      </p:cxnSp>
      <p:sp>
        <p:nvSpPr>
          <p:cNvPr id="3" name="1">
            <a:extLst>
              <a:ext uri="{FF2B5EF4-FFF2-40B4-BE49-F238E27FC236}">
                <a16:creationId xmlns:a16="http://schemas.microsoft.com/office/drawing/2014/main" id="{D089C6CF-CD40-2FBF-B191-A2E216243790}"/>
              </a:ext>
            </a:extLst>
          </p:cNvPr>
          <p:cNvSpPr txBox="1"/>
          <p:nvPr/>
        </p:nvSpPr>
        <p:spPr>
          <a:xfrm>
            <a:off x="5664290" y="3324753"/>
            <a:ext cx="432000" cy="432000"/>
          </a:xfrm>
          <a:prstGeom prst="rect">
            <a:avLst/>
          </a:prstGeom>
          <a:noFill/>
        </p:spPr>
        <p:txBody>
          <a:bodyPr wrap="none" rtlCol="0">
            <a:spAutoFit/>
          </a:bodyPr>
          <a:lstStyle/>
          <a:p>
            <a:pPr algn="ctr"/>
            <a:r>
              <a:rPr lang="en-GB" sz="2400" b="1" dirty="0">
                <a:solidFill>
                  <a:srgbClr val="FF0000"/>
                </a:solidFill>
              </a:rPr>
              <a:t>1</a:t>
            </a:r>
          </a:p>
        </p:txBody>
      </p:sp>
      <p:sp>
        <p:nvSpPr>
          <p:cNvPr id="8" name="2">
            <a:extLst>
              <a:ext uri="{FF2B5EF4-FFF2-40B4-BE49-F238E27FC236}">
                <a16:creationId xmlns:a16="http://schemas.microsoft.com/office/drawing/2014/main" id="{55500A3A-FE1F-F377-521B-AD405C068CBF}"/>
              </a:ext>
            </a:extLst>
          </p:cNvPr>
          <p:cNvSpPr txBox="1"/>
          <p:nvPr/>
        </p:nvSpPr>
        <p:spPr>
          <a:xfrm>
            <a:off x="6105695" y="3324711"/>
            <a:ext cx="432000" cy="432000"/>
          </a:xfrm>
          <a:prstGeom prst="rect">
            <a:avLst/>
          </a:prstGeom>
          <a:noFill/>
        </p:spPr>
        <p:txBody>
          <a:bodyPr wrap="none" rtlCol="0">
            <a:spAutoFit/>
          </a:bodyPr>
          <a:lstStyle/>
          <a:p>
            <a:pPr algn="ctr"/>
            <a:r>
              <a:rPr lang="en-GB" sz="2400" b="1" dirty="0">
                <a:solidFill>
                  <a:srgbClr val="FF0000"/>
                </a:solidFill>
              </a:rPr>
              <a:t>2</a:t>
            </a:r>
          </a:p>
        </p:txBody>
      </p:sp>
      <p:sp>
        <p:nvSpPr>
          <p:cNvPr id="10" name="3">
            <a:extLst>
              <a:ext uri="{FF2B5EF4-FFF2-40B4-BE49-F238E27FC236}">
                <a16:creationId xmlns:a16="http://schemas.microsoft.com/office/drawing/2014/main" id="{EC8B7B36-F48C-AAD6-55C1-8B1A089DBEDA}"/>
              </a:ext>
            </a:extLst>
          </p:cNvPr>
          <p:cNvSpPr txBox="1"/>
          <p:nvPr/>
        </p:nvSpPr>
        <p:spPr>
          <a:xfrm>
            <a:off x="6104542" y="3770510"/>
            <a:ext cx="432000" cy="432000"/>
          </a:xfrm>
          <a:prstGeom prst="rect">
            <a:avLst/>
          </a:prstGeom>
          <a:noFill/>
        </p:spPr>
        <p:txBody>
          <a:bodyPr wrap="none" rtlCol="0">
            <a:spAutoFit/>
          </a:bodyPr>
          <a:lstStyle/>
          <a:p>
            <a:pPr algn="ctr"/>
            <a:r>
              <a:rPr lang="en-GB" sz="2400" b="1" dirty="0">
                <a:solidFill>
                  <a:srgbClr val="FF0000"/>
                </a:solidFill>
              </a:rPr>
              <a:t>3</a:t>
            </a:r>
          </a:p>
        </p:txBody>
      </p:sp>
      <p:sp>
        <p:nvSpPr>
          <p:cNvPr id="12" name="4">
            <a:extLst>
              <a:ext uri="{FF2B5EF4-FFF2-40B4-BE49-F238E27FC236}">
                <a16:creationId xmlns:a16="http://schemas.microsoft.com/office/drawing/2014/main" id="{2A523A75-C4ED-266C-D111-6E20B72C2E33}"/>
              </a:ext>
            </a:extLst>
          </p:cNvPr>
          <p:cNvSpPr txBox="1"/>
          <p:nvPr/>
        </p:nvSpPr>
        <p:spPr>
          <a:xfrm>
            <a:off x="5663849" y="3769365"/>
            <a:ext cx="432000" cy="432000"/>
          </a:xfrm>
          <a:prstGeom prst="rect">
            <a:avLst/>
          </a:prstGeom>
          <a:noFill/>
        </p:spPr>
        <p:txBody>
          <a:bodyPr wrap="none" rtlCol="0">
            <a:spAutoFit/>
          </a:bodyPr>
          <a:lstStyle/>
          <a:p>
            <a:pPr algn="ctr"/>
            <a:r>
              <a:rPr lang="en-GB" sz="2400" b="1" dirty="0">
                <a:solidFill>
                  <a:srgbClr val="FF0000"/>
                </a:solidFill>
              </a:rPr>
              <a:t>4</a:t>
            </a:r>
          </a:p>
        </p:txBody>
      </p:sp>
      <p:sp>
        <p:nvSpPr>
          <p:cNvPr id="13" name="Oval 12">
            <a:extLst>
              <a:ext uri="{FF2B5EF4-FFF2-40B4-BE49-F238E27FC236}">
                <a16:creationId xmlns:a16="http://schemas.microsoft.com/office/drawing/2014/main" id="{28A6FF22-024A-046F-E816-F58997D0927F}"/>
              </a:ext>
            </a:extLst>
          </p:cNvPr>
          <p:cNvSpPr/>
          <p:nvPr/>
        </p:nvSpPr>
        <p:spPr>
          <a:xfrm>
            <a:off x="5556644" y="3213367"/>
            <a:ext cx="1080000" cy="1080000"/>
          </a:xfrm>
          <a:prstGeom prst="ellipse">
            <a:avLst/>
          </a:prstGeom>
        </p:spPr>
        <p:style>
          <a:lnRef idx="2">
            <a:schemeClr val="accent1"/>
          </a:lnRef>
          <a:fillRef idx="0">
            <a:schemeClr val="accent1"/>
          </a:fillRef>
          <a:effectRef idx="1">
            <a:schemeClr val="accent1"/>
          </a:effectRef>
          <a:fontRef idx="minor">
            <a:schemeClr val="tx1"/>
          </a:fontRef>
        </p:style>
        <p:txBody>
          <a:bodyPr rtlCol="0" anchor="ctr"/>
          <a:lstStyle/>
          <a:p>
            <a:pPr algn="ctr"/>
            <a:endParaRPr lang="en-GB"/>
          </a:p>
        </p:txBody>
      </p:sp>
      <p:sp>
        <p:nvSpPr>
          <p:cNvPr id="18" name="SQL 4">
            <a:extLst>
              <a:ext uri="{FF2B5EF4-FFF2-40B4-BE49-F238E27FC236}">
                <a16:creationId xmlns:a16="http://schemas.microsoft.com/office/drawing/2014/main" id="{40095B0C-7ADC-4EC6-9C0C-452644888F39}"/>
              </a:ext>
            </a:extLst>
          </p:cNvPr>
          <p:cNvSpPr>
            <a:spLocks noChangeArrowheads="1"/>
          </p:cNvSpPr>
          <p:nvPr/>
        </p:nvSpPr>
        <p:spPr bwMode="auto">
          <a:xfrm>
            <a:off x="1105274" y="4957953"/>
            <a:ext cx="4680364" cy="132343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1440" tIns="45720" rIns="91440" bIns="45720" numCol="1" anchor="t" anchorCtr="0" compatLnSpc="1">
            <a:prstTxWarp prst="textNoShape">
              <a:avLst/>
            </a:prstTxWarp>
            <a:spAutoFit/>
          </a:bodyPr>
          <a:lstStyle/>
          <a:p>
            <a:pPr lvl="0" eaLnBrk="0" fontAlgn="base" hangingPunct="0">
              <a:spcBef>
                <a:spcPct val="0"/>
              </a:spcBef>
              <a:spcAft>
                <a:spcPct val="0"/>
              </a:spcAft>
            </a:pPr>
            <a:r>
              <a:rPr kumimoji="0" lang="en-US" altLang="en-US" sz="2000" b="0" i="0" u="none" strike="noStrike" cap="none" normalizeH="0" baseline="0" dirty="0">
                <a:ln>
                  <a:noFill/>
                </a:ln>
                <a:solidFill>
                  <a:srgbClr val="B2B2B2"/>
                </a:solidFill>
                <a:effectLst/>
                <a:latin typeface="Consolas" panose="020B0609020204030204" pitchFamily="49" charset="0"/>
              </a:rPr>
              <a:t>1 </a:t>
            </a:r>
            <a:r>
              <a:rPr kumimoji="0" lang="en-US" altLang="en-US" sz="2000" b="0" i="0" u="none" strike="noStrike" cap="none" normalizeH="0" baseline="0" dirty="0">
                <a:ln>
                  <a:noFill/>
                </a:ln>
                <a:solidFill>
                  <a:srgbClr val="A71D5D"/>
                </a:solidFill>
                <a:effectLst/>
                <a:latin typeface="Consolas" panose="020B0609020204030204" pitchFamily="49" charset="0"/>
              </a:rPr>
              <a:t>SELECT</a:t>
            </a:r>
            <a:r>
              <a:rPr kumimoji="0" lang="en-US" altLang="en-US" sz="2000" b="0" i="0" u="none" strike="noStrike" cap="none" normalizeH="0" baseline="0" dirty="0">
                <a:ln>
                  <a:noFill/>
                </a:ln>
                <a:solidFill>
                  <a:srgbClr val="000000"/>
                </a:solidFill>
                <a:effectLst/>
                <a:latin typeface="Consolas" panose="020B0609020204030204" pitchFamily="49" charset="0"/>
              </a:rPr>
              <a:t> </a:t>
            </a:r>
            <a:r>
              <a:rPr lang="en-US" altLang="en-US" sz="2000" dirty="0">
                <a:solidFill>
                  <a:srgbClr val="000000"/>
                </a:solidFill>
                <a:latin typeface="Consolas" panose="020B0609020204030204" pitchFamily="49" charset="0"/>
              </a:rPr>
              <a:t>surname</a:t>
            </a:r>
            <a:r>
              <a:rPr kumimoji="0" lang="en-US" altLang="en-US" sz="2000" b="0" i="0" u="none" strike="noStrike" cap="none" normalizeH="0" baseline="0" dirty="0">
                <a:ln>
                  <a:noFill/>
                </a:ln>
                <a:solidFill>
                  <a:srgbClr val="000000"/>
                </a:solidFill>
                <a:effectLst/>
                <a:latin typeface="Consolas" panose="020B0609020204030204" pitchFamily="49" charset="0"/>
              </a:rPr>
              <a:t>, </a:t>
            </a:r>
            <a:r>
              <a:rPr lang="en-US" altLang="en-US" sz="2000" dirty="0">
                <a:solidFill>
                  <a:srgbClr val="000000"/>
                </a:solidFill>
                <a:latin typeface="Consolas" panose="020B0609020204030204" pitchFamily="49" charset="0"/>
              </a:rPr>
              <a:t>town</a:t>
            </a:r>
            <a:br>
              <a:rPr kumimoji="0" lang="en-US" altLang="en-US" sz="2000" b="0" i="0" u="none" strike="noStrike" cap="none" normalizeH="0" baseline="0" dirty="0">
                <a:ln>
                  <a:noFill/>
                </a:ln>
                <a:solidFill>
                  <a:srgbClr val="000000"/>
                </a:solidFill>
                <a:effectLst/>
                <a:latin typeface="Consolas" panose="020B0609020204030204" pitchFamily="49" charset="0"/>
              </a:rPr>
            </a:br>
            <a:r>
              <a:rPr kumimoji="0" lang="en-US" altLang="en-US" sz="2000" b="0" i="0" u="none" strike="noStrike" cap="none" normalizeH="0" baseline="0" dirty="0">
                <a:ln>
                  <a:noFill/>
                </a:ln>
                <a:solidFill>
                  <a:srgbClr val="B2B2B2"/>
                </a:solidFill>
                <a:effectLst/>
                <a:latin typeface="Consolas" panose="020B0609020204030204" pitchFamily="49" charset="0"/>
              </a:rPr>
              <a:t>2     </a:t>
            </a:r>
            <a:r>
              <a:rPr kumimoji="0" lang="en-US" altLang="en-US" sz="2000" b="0" i="0" u="none" strike="noStrike" cap="none" normalizeH="0" baseline="0" dirty="0">
                <a:ln>
                  <a:noFill/>
                </a:ln>
                <a:solidFill>
                  <a:srgbClr val="A71D5D"/>
                </a:solidFill>
                <a:effectLst/>
                <a:latin typeface="Consolas" panose="020B0609020204030204" pitchFamily="49" charset="0"/>
              </a:rPr>
              <a:t>FROM</a:t>
            </a:r>
            <a:r>
              <a:rPr kumimoji="0" lang="en-US" altLang="en-US" sz="2000" b="0" i="0" u="none" strike="noStrike" cap="none" normalizeH="0" baseline="0" dirty="0">
                <a:ln>
                  <a:noFill/>
                </a:ln>
                <a:solidFill>
                  <a:srgbClr val="000000"/>
                </a:solidFill>
                <a:effectLst/>
                <a:latin typeface="Consolas" panose="020B0609020204030204" pitchFamily="49" charset="0"/>
              </a:rPr>
              <a:t> </a:t>
            </a:r>
            <a:r>
              <a:rPr lang="en-US" altLang="en-US" sz="2000" dirty="0">
                <a:solidFill>
                  <a:srgbClr val="000000"/>
                </a:solidFill>
                <a:latin typeface="Consolas" panose="020B0609020204030204" pitchFamily="49" charset="0"/>
              </a:rPr>
              <a:t>Customer</a:t>
            </a:r>
            <a:br>
              <a:rPr lang="en-US" altLang="en-US" sz="2000" dirty="0">
                <a:solidFill>
                  <a:srgbClr val="000000"/>
                </a:solidFill>
                <a:latin typeface="Consolas" panose="020B0609020204030204" pitchFamily="49" charset="0"/>
              </a:rPr>
            </a:br>
            <a:r>
              <a:rPr lang="en-US" altLang="en-US" sz="2000" dirty="0">
                <a:solidFill>
                  <a:srgbClr val="B2B2B2"/>
                </a:solidFill>
                <a:latin typeface="Consolas" panose="020B0609020204030204" pitchFamily="49" charset="0"/>
              </a:rPr>
              <a:t>3     </a:t>
            </a:r>
            <a:r>
              <a:rPr lang="en-US" altLang="en-US" sz="2000" dirty="0">
                <a:solidFill>
                  <a:srgbClr val="A71D5D"/>
                </a:solidFill>
                <a:latin typeface="Consolas" panose="020B0609020204030204" pitchFamily="49" charset="0"/>
              </a:rPr>
              <a:t>WHERE </a:t>
            </a:r>
            <a:r>
              <a:rPr lang="en-US" altLang="en-US" sz="2000" dirty="0">
                <a:solidFill>
                  <a:srgbClr val="000000"/>
                </a:solidFill>
                <a:latin typeface="Consolas" panose="020B0609020204030204" pitchFamily="49" charset="0"/>
              </a:rPr>
              <a:t>town = </a:t>
            </a:r>
            <a:r>
              <a:rPr lang="en-US" altLang="en-US" sz="2000" dirty="0">
                <a:solidFill>
                  <a:srgbClr val="183691"/>
                </a:solidFill>
                <a:latin typeface="Consolas" panose="020B0609020204030204" pitchFamily="49" charset="0"/>
              </a:rPr>
              <a:t>"Gourock"</a:t>
            </a:r>
            <a:br>
              <a:rPr lang="en-US" altLang="en-US" sz="2000" dirty="0">
                <a:solidFill>
                  <a:srgbClr val="000000"/>
                </a:solidFill>
                <a:latin typeface="Consolas" panose="020B0609020204030204" pitchFamily="49" charset="0"/>
              </a:rPr>
            </a:br>
            <a:r>
              <a:rPr lang="en-US" altLang="en-US" sz="2000" dirty="0">
                <a:solidFill>
                  <a:srgbClr val="B2B2B2"/>
                </a:solidFill>
                <a:latin typeface="Consolas" panose="020B0609020204030204" pitchFamily="49" charset="0"/>
              </a:rPr>
              <a:t>4     </a:t>
            </a:r>
            <a:r>
              <a:rPr lang="en-US" altLang="en-US" sz="2000" dirty="0">
                <a:solidFill>
                  <a:srgbClr val="A71D5D"/>
                </a:solidFill>
                <a:latin typeface="Consolas" panose="020B0609020204030204" pitchFamily="49" charset="0"/>
              </a:rPr>
              <a:t>ORDER BY</a:t>
            </a:r>
            <a:r>
              <a:rPr lang="en-US" altLang="en-US" sz="2000" dirty="0">
                <a:solidFill>
                  <a:srgbClr val="000000"/>
                </a:solidFill>
                <a:latin typeface="Consolas" panose="020B0609020204030204" pitchFamily="49" charset="0"/>
              </a:rPr>
              <a:t> surname </a:t>
            </a:r>
            <a:r>
              <a:rPr lang="en-US" altLang="en-US" sz="2000" dirty="0">
                <a:solidFill>
                  <a:srgbClr val="A71D5D"/>
                </a:solidFill>
                <a:latin typeface="Consolas" panose="020B0609020204030204" pitchFamily="49" charset="0"/>
              </a:rPr>
              <a:t>ASC</a:t>
            </a:r>
            <a:r>
              <a:rPr lang="en-US" altLang="en-US" sz="2000" dirty="0">
                <a:solidFill>
                  <a:srgbClr val="000000"/>
                </a:solidFill>
                <a:latin typeface="Consolas" panose="020B0609020204030204" pitchFamily="49" charset="0"/>
              </a:rPr>
              <a:t>;</a:t>
            </a:r>
            <a:endParaRPr kumimoji="0" lang="en-US" altLang="en-US" sz="3200" b="0" i="0" u="none" strike="noStrike" cap="none" normalizeH="0" baseline="0" dirty="0">
              <a:ln>
                <a:noFill/>
              </a:ln>
              <a:solidFill>
                <a:schemeClr val="tx1"/>
              </a:solidFill>
              <a:effectLst/>
              <a:latin typeface="Arial" panose="020B0604020202020204" pitchFamily="34" charset="0"/>
            </a:endParaRPr>
          </a:p>
        </p:txBody>
      </p:sp>
      <p:sp>
        <p:nvSpPr>
          <p:cNvPr id="6" name="Result 4">
            <a:extLst>
              <a:ext uri="{FF2B5EF4-FFF2-40B4-BE49-F238E27FC236}">
                <a16:creationId xmlns:a16="http://schemas.microsoft.com/office/drawing/2014/main" id="{F59E996A-1250-C409-9FD8-DA2DDEB6EF22}"/>
              </a:ext>
            </a:extLst>
          </p:cNvPr>
          <p:cNvSpPr>
            <a:spLocks noChangeArrowheads="1"/>
          </p:cNvSpPr>
          <p:nvPr/>
        </p:nvSpPr>
        <p:spPr bwMode="auto">
          <a:xfrm>
            <a:off x="1105274" y="4043553"/>
            <a:ext cx="4680364" cy="70788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1440" tIns="45720" rIns="91440" bIns="45720" numCol="1" anchor="t" anchorCtr="0" compatLnSpc="1">
            <a:prstTxWarp prst="textNoShape">
              <a:avLst/>
            </a:prstTxWarp>
            <a:spAutoFit/>
          </a:bodyPr>
          <a:lstStyle/>
          <a:p>
            <a:pPr marL="0" marR="0" lvl="0" indent="0" algn="l" defTabSz="914400" rtl="0" eaLnBrk="0" fontAlgn="base" latinLnBrk="0" hangingPunct="0">
              <a:lnSpc>
                <a:spcPct val="100000"/>
              </a:lnSpc>
              <a:spcBef>
                <a:spcPct val="0"/>
              </a:spcBef>
              <a:spcAft>
                <a:spcPct val="0"/>
              </a:spcAft>
              <a:buClrTx/>
              <a:buSzTx/>
              <a:buFontTx/>
              <a:buNone/>
              <a:tabLst/>
            </a:pPr>
            <a:r>
              <a:rPr kumimoji="0" lang="en-US" altLang="en-US" sz="2000" b="0" i="0" u="none" strike="noStrike" cap="none" normalizeH="0" baseline="0" dirty="0">
                <a:ln>
                  <a:noFill/>
                </a:ln>
                <a:effectLst/>
                <a:latin typeface="Calibri" panose="020F0502020204030204" pitchFamily="34" charset="0"/>
                <a:cs typeface="Calibri" panose="020F0502020204030204" pitchFamily="34" charset="0"/>
              </a:rPr>
              <a:t>Fit for purpose: Yes</a:t>
            </a:r>
          </a:p>
          <a:p>
            <a:pPr marL="0" marR="0" lvl="0" indent="0" algn="l" defTabSz="914400" rtl="0" eaLnBrk="0" fontAlgn="base" latinLnBrk="0" hangingPunct="0">
              <a:lnSpc>
                <a:spcPct val="100000"/>
              </a:lnSpc>
              <a:spcBef>
                <a:spcPct val="0"/>
              </a:spcBef>
              <a:spcAft>
                <a:spcPct val="0"/>
              </a:spcAft>
              <a:buClrTx/>
              <a:buSzTx/>
              <a:buFontTx/>
              <a:buNone/>
              <a:tabLst/>
            </a:pPr>
            <a:r>
              <a:rPr lang="en-US" altLang="en-US" sz="2000" dirty="0">
                <a:latin typeface="Calibri" panose="020F0502020204030204" pitchFamily="34" charset="0"/>
                <a:cs typeface="Calibri" panose="020F0502020204030204" pitchFamily="34" charset="0"/>
              </a:rPr>
              <a:t>Accuracy of output: No</a:t>
            </a:r>
          </a:p>
        </p:txBody>
      </p:sp>
      <p:sp>
        <p:nvSpPr>
          <p:cNvPr id="17" name="SQL 3">
            <a:extLst>
              <a:ext uri="{FF2B5EF4-FFF2-40B4-BE49-F238E27FC236}">
                <a16:creationId xmlns:a16="http://schemas.microsoft.com/office/drawing/2014/main" id="{0D71452E-0D77-478C-A19C-ECF33FA17695}"/>
              </a:ext>
            </a:extLst>
          </p:cNvPr>
          <p:cNvSpPr>
            <a:spLocks noChangeArrowheads="1"/>
          </p:cNvSpPr>
          <p:nvPr/>
        </p:nvSpPr>
        <p:spPr bwMode="auto">
          <a:xfrm>
            <a:off x="6712817" y="4961521"/>
            <a:ext cx="4680371" cy="132343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1440" tIns="45720" rIns="91440" bIns="45720" numCol="1" anchor="t" anchorCtr="0" compatLnSpc="1">
            <a:prstTxWarp prst="textNoShape">
              <a:avLst/>
            </a:prstTxWarp>
            <a:spAutoFit/>
          </a:bodyPr>
          <a:lstStyle/>
          <a:p>
            <a:pPr lvl="0" eaLnBrk="0" fontAlgn="base" hangingPunct="0">
              <a:spcBef>
                <a:spcPct val="0"/>
              </a:spcBef>
              <a:spcAft>
                <a:spcPct val="0"/>
              </a:spcAft>
            </a:pPr>
            <a:r>
              <a:rPr kumimoji="0" lang="en-US" altLang="en-US" sz="2000" b="0" i="0" u="none" strike="noStrike" cap="none" normalizeH="0" baseline="0" dirty="0">
                <a:ln>
                  <a:noFill/>
                </a:ln>
                <a:solidFill>
                  <a:srgbClr val="B2B2B2"/>
                </a:solidFill>
                <a:effectLst/>
                <a:latin typeface="Consolas" panose="020B0609020204030204" pitchFamily="49" charset="0"/>
              </a:rPr>
              <a:t>1 </a:t>
            </a:r>
            <a:r>
              <a:rPr kumimoji="0" lang="en-US" altLang="en-US" sz="2000" b="0" i="0" u="none" strike="noStrike" cap="none" normalizeH="0" baseline="0" dirty="0">
                <a:ln>
                  <a:noFill/>
                </a:ln>
                <a:solidFill>
                  <a:srgbClr val="A71D5D"/>
                </a:solidFill>
                <a:effectLst/>
                <a:latin typeface="Consolas" panose="020B0609020204030204" pitchFamily="49" charset="0"/>
              </a:rPr>
              <a:t>SELECT</a:t>
            </a:r>
            <a:r>
              <a:rPr kumimoji="0" lang="en-US" altLang="en-US" sz="2000" b="0" i="0" u="none" strike="noStrike" cap="none" normalizeH="0" baseline="0" dirty="0">
                <a:ln>
                  <a:noFill/>
                </a:ln>
                <a:solidFill>
                  <a:srgbClr val="000000"/>
                </a:solidFill>
                <a:effectLst/>
                <a:latin typeface="Consolas" panose="020B0609020204030204" pitchFamily="49" charset="0"/>
              </a:rPr>
              <a:t> </a:t>
            </a:r>
            <a:r>
              <a:rPr lang="en-US" altLang="en-US" sz="2000" dirty="0">
                <a:solidFill>
                  <a:srgbClr val="000000"/>
                </a:solidFill>
                <a:latin typeface="Consolas" panose="020B0609020204030204" pitchFamily="49" charset="0"/>
              </a:rPr>
              <a:t>surname, town</a:t>
            </a:r>
            <a:br>
              <a:rPr kumimoji="0" lang="en-US" altLang="en-US" sz="2000" b="0" i="0" u="none" strike="noStrike" cap="none" normalizeH="0" baseline="0" dirty="0">
                <a:ln>
                  <a:noFill/>
                </a:ln>
                <a:solidFill>
                  <a:srgbClr val="000000"/>
                </a:solidFill>
                <a:effectLst/>
                <a:latin typeface="Consolas" panose="020B0609020204030204" pitchFamily="49" charset="0"/>
              </a:rPr>
            </a:br>
            <a:r>
              <a:rPr kumimoji="0" lang="en-US" altLang="en-US" sz="2000" b="0" i="0" u="none" strike="noStrike" cap="none" normalizeH="0" baseline="0" dirty="0">
                <a:ln>
                  <a:noFill/>
                </a:ln>
                <a:solidFill>
                  <a:srgbClr val="B2B2B2"/>
                </a:solidFill>
                <a:effectLst/>
                <a:latin typeface="Consolas" panose="020B0609020204030204" pitchFamily="49" charset="0"/>
              </a:rPr>
              <a:t>2     </a:t>
            </a:r>
            <a:r>
              <a:rPr kumimoji="0" lang="en-US" altLang="en-US" sz="2000" b="0" i="0" u="none" strike="noStrike" cap="none" normalizeH="0" baseline="0" dirty="0">
                <a:ln>
                  <a:noFill/>
                </a:ln>
                <a:solidFill>
                  <a:srgbClr val="A71D5D"/>
                </a:solidFill>
                <a:effectLst/>
                <a:latin typeface="Consolas" panose="020B0609020204030204" pitchFamily="49" charset="0"/>
              </a:rPr>
              <a:t>FROM</a:t>
            </a:r>
            <a:r>
              <a:rPr kumimoji="0" lang="en-US" altLang="en-US" sz="2000" b="0" i="0" u="none" strike="noStrike" cap="none" normalizeH="0" baseline="0" dirty="0">
                <a:ln>
                  <a:noFill/>
                </a:ln>
                <a:solidFill>
                  <a:srgbClr val="000000"/>
                </a:solidFill>
                <a:effectLst/>
                <a:latin typeface="Consolas" panose="020B0609020204030204" pitchFamily="49" charset="0"/>
              </a:rPr>
              <a:t> </a:t>
            </a:r>
            <a:r>
              <a:rPr lang="en-US" altLang="en-US" sz="2000" dirty="0">
                <a:solidFill>
                  <a:srgbClr val="000000"/>
                </a:solidFill>
                <a:latin typeface="Consolas" panose="020B0609020204030204" pitchFamily="49" charset="0"/>
              </a:rPr>
              <a:t>Customer</a:t>
            </a:r>
            <a:br>
              <a:rPr lang="en-US" altLang="en-US" sz="2000" dirty="0">
                <a:solidFill>
                  <a:srgbClr val="000000"/>
                </a:solidFill>
                <a:latin typeface="Consolas" panose="020B0609020204030204" pitchFamily="49" charset="0"/>
              </a:rPr>
            </a:br>
            <a:r>
              <a:rPr lang="en-US" altLang="en-US" sz="2000" dirty="0">
                <a:solidFill>
                  <a:srgbClr val="B2B2B2"/>
                </a:solidFill>
                <a:latin typeface="Consolas" panose="020B0609020204030204" pitchFamily="49" charset="0"/>
              </a:rPr>
              <a:t>3     </a:t>
            </a:r>
            <a:r>
              <a:rPr lang="en-US" altLang="en-US" sz="2000" dirty="0">
                <a:solidFill>
                  <a:srgbClr val="A71D5D"/>
                </a:solidFill>
                <a:latin typeface="Consolas" panose="020B0609020204030204" pitchFamily="49" charset="0"/>
              </a:rPr>
              <a:t>WHERE </a:t>
            </a:r>
            <a:r>
              <a:rPr lang="en-US" altLang="en-US" sz="2000" dirty="0">
                <a:solidFill>
                  <a:srgbClr val="000000"/>
                </a:solidFill>
                <a:latin typeface="Consolas" panose="020B0609020204030204" pitchFamily="49" charset="0"/>
              </a:rPr>
              <a:t>town = </a:t>
            </a:r>
            <a:r>
              <a:rPr lang="en-US" altLang="en-US" sz="2000" dirty="0">
                <a:solidFill>
                  <a:srgbClr val="183691"/>
                </a:solidFill>
                <a:latin typeface="Consolas" panose="020B0609020204030204" pitchFamily="49" charset="0"/>
              </a:rPr>
              <a:t>"Glasgow"</a:t>
            </a:r>
            <a:br>
              <a:rPr kumimoji="0" lang="en-US" altLang="en-US" sz="2000" b="0" i="0" u="none" strike="noStrike" cap="none" normalizeH="0" baseline="0" dirty="0">
                <a:ln>
                  <a:noFill/>
                </a:ln>
                <a:solidFill>
                  <a:srgbClr val="000000"/>
                </a:solidFill>
                <a:effectLst/>
                <a:latin typeface="Consolas" panose="020B0609020204030204" pitchFamily="49" charset="0"/>
              </a:rPr>
            </a:br>
            <a:r>
              <a:rPr kumimoji="0" lang="en-US" altLang="en-US" sz="2000" b="0" i="0" u="none" strike="noStrike" cap="none" normalizeH="0" baseline="0" dirty="0">
                <a:ln>
                  <a:noFill/>
                </a:ln>
                <a:solidFill>
                  <a:srgbClr val="B2B2B2"/>
                </a:solidFill>
                <a:effectLst/>
                <a:latin typeface="Consolas" panose="020B0609020204030204" pitchFamily="49" charset="0"/>
              </a:rPr>
              <a:t>4     </a:t>
            </a:r>
            <a:r>
              <a:rPr kumimoji="0" lang="en-US" altLang="en-US" sz="2000" b="0" i="0" u="none" strike="noStrike" cap="none" normalizeH="0" baseline="0" dirty="0">
                <a:ln>
                  <a:noFill/>
                </a:ln>
                <a:solidFill>
                  <a:srgbClr val="A71D5D"/>
                </a:solidFill>
                <a:effectLst/>
                <a:latin typeface="Consolas" panose="020B0609020204030204" pitchFamily="49" charset="0"/>
              </a:rPr>
              <a:t>ORDER BY</a:t>
            </a:r>
            <a:r>
              <a:rPr kumimoji="0" lang="en-US" altLang="en-US" sz="2000" b="0" i="0" u="none" strike="noStrike" cap="none" normalizeH="0" baseline="0" dirty="0">
                <a:ln>
                  <a:noFill/>
                </a:ln>
                <a:solidFill>
                  <a:srgbClr val="000000"/>
                </a:solidFill>
                <a:effectLst/>
                <a:latin typeface="Consolas" panose="020B0609020204030204" pitchFamily="49" charset="0"/>
              </a:rPr>
              <a:t> </a:t>
            </a:r>
            <a:r>
              <a:rPr lang="en-US" altLang="en-US" sz="2000" dirty="0">
                <a:solidFill>
                  <a:srgbClr val="000000"/>
                </a:solidFill>
                <a:latin typeface="Consolas" panose="020B0609020204030204" pitchFamily="49" charset="0"/>
              </a:rPr>
              <a:t>surname </a:t>
            </a:r>
            <a:r>
              <a:rPr lang="en-US" altLang="en-US" sz="2000" dirty="0">
                <a:solidFill>
                  <a:srgbClr val="A71D5D"/>
                </a:solidFill>
                <a:latin typeface="Consolas" panose="020B0609020204030204" pitchFamily="49" charset="0"/>
              </a:rPr>
              <a:t>ASC</a:t>
            </a:r>
            <a:r>
              <a:rPr lang="en-US" altLang="en-US" sz="2000" dirty="0">
                <a:solidFill>
                  <a:srgbClr val="000000"/>
                </a:solidFill>
                <a:latin typeface="Consolas" panose="020B0609020204030204" pitchFamily="49" charset="0"/>
              </a:rPr>
              <a:t>;</a:t>
            </a:r>
            <a:endParaRPr kumimoji="0" lang="en-US" altLang="en-US" sz="3200" b="0" i="0" u="none" strike="noStrike" cap="none" normalizeH="0" baseline="0" dirty="0">
              <a:ln>
                <a:noFill/>
              </a:ln>
              <a:solidFill>
                <a:schemeClr val="tx1"/>
              </a:solidFill>
              <a:effectLst/>
              <a:latin typeface="Arial" panose="020B0604020202020204" pitchFamily="34" charset="0"/>
            </a:endParaRPr>
          </a:p>
        </p:txBody>
      </p:sp>
      <p:sp>
        <p:nvSpPr>
          <p:cNvPr id="5" name="Result 3">
            <a:extLst>
              <a:ext uri="{FF2B5EF4-FFF2-40B4-BE49-F238E27FC236}">
                <a16:creationId xmlns:a16="http://schemas.microsoft.com/office/drawing/2014/main" id="{ED1DB20E-1101-8E35-71D5-F6608F1564F5}"/>
              </a:ext>
            </a:extLst>
          </p:cNvPr>
          <p:cNvSpPr>
            <a:spLocks noChangeArrowheads="1"/>
          </p:cNvSpPr>
          <p:nvPr/>
        </p:nvSpPr>
        <p:spPr bwMode="auto">
          <a:xfrm>
            <a:off x="6712817" y="4047121"/>
            <a:ext cx="4680371" cy="70788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1440" tIns="45720" rIns="91440" bIns="45720" numCol="1" anchor="t" anchorCtr="0" compatLnSpc="1">
            <a:prstTxWarp prst="textNoShape">
              <a:avLst/>
            </a:prstTxWarp>
            <a:spAutoFit/>
          </a:bodyPr>
          <a:lstStyle/>
          <a:p>
            <a:pPr marL="0" marR="0" lvl="0" indent="0" algn="l" defTabSz="914400" rtl="0" eaLnBrk="0" fontAlgn="base" latinLnBrk="0" hangingPunct="0">
              <a:lnSpc>
                <a:spcPct val="100000"/>
              </a:lnSpc>
              <a:spcBef>
                <a:spcPct val="0"/>
              </a:spcBef>
              <a:spcAft>
                <a:spcPct val="0"/>
              </a:spcAft>
              <a:buClrTx/>
              <a:buSzTx/>
              <a:buFontTx/>
              <a:buNone/>
              <a:tabLst/>
            </a:pPr>
            <a:r>
              <a:rPr kumimoji="0" lang="en-US" altLang="en-US" sz="2000" b="0" i="0" u="none" strike="noStrike" cap="none" normalizeH="0" baseline="0" dirty="0">
                <a:ln>
                  <a:noFill/>
                </a:ln>
                <a:effectLst/>
                <a:latin typeface="Calibri" panose="020F0502020204030204" pitchFamily="34" charset="0"/>
                <a:cs typeface="Calibri" panose="020F0502020204030204" pitchFamily="34" charset="0"/>
              </a:rPr>
              <a:t>Fit for purpose: No</a:t>
            </a:r>
          </a:p>
          <a:p>
            <a:pPr marL="0" marR="0" lvl="0" indent="0" algn="l" defTabSz="914400" rtl="0" eaLnBrk="0" fontAlgn="base" latinLnBrk="0" hangingPunct="0">
              <a:lnSpc>
                <a:spcPct val="100000"/>
              </a:lnSpc>
              <a:spcBef>
                <a:spcPct val="0"/>
              </a:spcBef>
              <a:spcAft>
                <a:spcPct val="0"/>
              </a:spcAft>
              <a:buClrTx/>
              <a:buSzTx/>
              <a:buFontTx/>
              <a:buNone/>
              <a:tabLst/>
            </a:pPr>
            <a:r>
              <a:rPr lang="en-US" altLang="en-US" sz="2000" dirty="0">
                <a:latin typeface="Calibri" panose="020F0502020204030204" pitchFamily="34" charset="0"/>
                <a:cs typeface="Calibri" panose="020F0502020204030204" pitchFamily="34" charset="0"/>
              </a:rPr>
              <a:t>Accuracy of output: No</a:t>
            </a:r>
          </a:p>
        </p:txBody>
      </p:sp>
      <p:sp>
        <p:nvSpPr>
          <p:cNvPr id="16" name="SQL 2">
            <a:extLst>
              <a:ext uri="{FF2B5EF4-FFF2-40B4-BE49-F238E27FC236}">
                <a16:creationId xmlns:a16="http://schemas.microsoft.com/office/drawing/2014/main" id="{ED42CE84-7DCB-4264-AA46-6C90335BA14F}"/>
              </a:ext>
            </a:extLst>
          </p:cNvPr>
          <p:cNvSpPr>
            <a:spLocks noChangeArrowheads="1"/>
          </p:cNvSpPr>
          <p:nvPr/>
        </p:nvSpPr>
        <p:spPr bwMode="auto">
          <a:xfrm>
            <a:off x="6712809" y="2096630"/>
            <a:ext cx="4680379" cy="132343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1440" tIns="45720" rIns="91440" bIns="45720" numCol="1" anchor="t" anchorCtr="0" compatLnSpc="1">
            <a:prstTxWarp prst="textNoShape">
              <a:avLst/>
            </a:prstTxWarp>
            <a:spAutoFit/>
          </a:bodyPr>
          <a:lstStyle/>
          <a:p>
            <a:pPr lvl="0" eaLnBrk="0" fontAlgn="base" hangingPunct="0">
              <a:spcBef>
                <a:spcPct val="0"/>
              </a:spcBef>
              <a:spcAft>
                <a:spcPct val="0"/>
              </a:spcAft>
            </a:pPr>
            <a:r>
              <a:rPr kumimoji="0" lang="en-US" altLang="en-US" sz="2000" b="0" i="0" u="none" strike="noStrike" cap="none" normalizeH="0" baseline="0" dirty="0">
                <a:ln>
                  <a:noFill/>
                </a:ln>
                <a:solidFill>
                  <a:srgbClr val="B2B2B2"/>
                </a:solidFill>
                <a:effectLst/>
                <a:latin typeface="Consolas" panose="020B0609020204030204" pitchFamily="49" charset="0"/>
              </a:rPr>
              <a:t>1 </a:t>
            </a:r>
            <a:r>
              <a:rPr kumimoji="0" lang="en-US" altLang="en-US" sz="2000" b="0" i="0" u="none" strike="noStrike" cap="none" normalizeH="0" baseline="0" dirty="0">
                <a:ln>
                  <a:noFill/>
                </a:ln>
                <a:solidFill>
                  <a:srgbClr val="A71D5D"/>
                </a:solidFill>
                <a:effectLst/>
                <a:latin typeface="Consolas" panose="020B0609020204030204" pitchFamily="49" charset="0"/>
              </a:rPr>
              <a:t>SELECT </a:t>
            </a:r>
            <a:r>
              <a:rPr lang="en-US" altLang="en-US" sz="2000" dirty="0">
                <a:solidFill>
                  <a:srgbClr val="000000"/>
                </a:solidFill>
                <a:latin typeface="Consolas" panose="020B0609020204030204" pitchFamily="49" charset="0"/>
              </a:rPr>
              <a:t>forename</a:t>
            </a:r>
            <a:r>
              <a:rPr kumimoji="0" lang="en-US" altLang="en-US" sz="2000" b="0" i="0" u="none" strike="noStrike" cap="none" normalizeH="0" baseline="0" dirty="0">
                <a:ln>
                  <a:noFill/>
                </a:ln>
                <a:solidFill>
                  <a:srgbClr val="000000"/>
                </a:solidFill>
                <a:effectLst/>
                <a:latin typeface="Consolas" panose="020B0609020204030204" pitchFamily="49" charset="0"/>
              </a:rPr>
              <a:t>, </a:t>
            </a:r>
            <a:r>
              <a:rPr lang="en-US" altLang="en-US" sz="2000" dirty="0">
                <a:solidFill>
                  <a:srgbClr val="000000"/>
                </a:solidFill>
                <a:latin typeface="Consolas" panose="020B0609020204030204" pitchFamily="49" charset="0"/>
              </a:rPr>
              <a:t>surname</a:t>
            </a:r>
            <a:r>
              <a:rPr kumimoji="0" lang="en-US" altLang="en-US" sz="2000" b="0" i="0" u="none" strike="noStrike" cap="none" normalizeH="0" baseline="0" dirty="0">
                <a:ln>
                  <a:noFill/>
                </a:ln>
                <a:solidFill>
                  <a:srgbClr val="000000"/>
                </a:solidFill>
                <a:effectLst/>
                <a:latin typeface="Consolas" panose="020B0609020204030204" pitchFamily="49" charset="0"/>
              </a:rPr>
              <a:t>, town</a:t>
            </a:r>
            <a:br>
              <a:rPr kumimoji="0" lang="en-US" altLang="en-US" sz="2000" b="0" i="0" u="none" strike="noStrike" cap="none" normalizeH="0" baseline="0" dirty="0">
                <a:ln>
                  <a:noFill/>
                </a:ln>
                <a:solidFill>
                  <a:srgbClr val="000000"/>
                </a:solidFill>
                <a:effectLst/>
                <a:latin typeface="Consolas" panose="020B0609020204030204" pitchFamily="49" charset="0"/>
              </a:rPr>
            </a:br>
            <a:r>
              <a:rPr kumimoji="0" lang="en-US" altLang="en-US" sz="2000" b="0" i="0" u="none" strike="noStrike" cap="none" normalizeH="0" baseline="0" dirty="0">
                <a:ln>
                  <a:noFill/>
                </a:ln>
                <a:solidFill>
                  <a:srgbClr val="B2B2B2"/>
                </a:solidFill>
                <a:effectLst/>
                <a:latin typeface="Consolas" panose="020B0609020204030204" pitchFamily="49" charset="0"/>
              </a:rPr>
              <a:t>2     </a:t>
            </a:r>
            <a:r>
              <a:rPr kumimoji="0" lang="en-US" altLang="en-US" sz="2000" b="0" i="0" u="none" strike="noStrike" cap="none" normalizeH="0" baseline="0" dirty="0">
                <a:ln>
                  <a:noFill/>
                </a:ln>
                <a:solidFill>
                  <a:srgbClr val="A71D5D"/>
                </a:solidFill>
                <a:effectLst/>
                <a:latin typeface="Consolas" panose="020B0609020204030204" pitchFamily="49" charset="0"/>
              </a:rPr>
              <a:t>FROM</a:t>
            </a:r>
            <a:r>
              <a:rPr kumimoji="0" lang="en-US" altLang="en-US" sz="2000" b="0" i="0" u="none" strike="noStrike" cap="none" normalizeH="0" baseline="0" dirty="0">
                <a:ln>
                  <a:noFill/>
                </a:ln>
                <a:solidFill>
                  <a:srgbClr val="000000"/>
                </a:solidFill>
                <a:effectLst/>
                <a:latin typeface="Consolas" panose="020B0609020204030204" pitchFamily="49" charset="0"/>
              </a:rPr>
              <a:t> </a:t>
            </a:r>
            <a:r>
              <a:rPr lang="en-US" altLang="en-US" sz="2000" dirty="0">
                <a:solidFill>
                  <a:srgbClr val="000000"/>
                </a:solidFill>
                <a:latin typeface="Consolas" panose="020B0609020204030204" pitchFamily="49" charset="0"/>
              </a:rPr>
              <a:t>Customer</a:t>
            </a:r>
            <a:br>
              <a:rPr lang="en-US" altLang="en-US" sz="2000" dirty="0">
                <a:solidFill>
                  <a:srgbClr val="000000"/>
                </a:solidFill>
                <a:latin typeface="Consolas" panose="020B0609020204030204" pitchFamily="49" charset="0"/>
              </a:rPr>
            </a:br>
            <a:r>
              <a:rPr lang="en-US" altLang="en-US" sz="2000" dirty="0">
                <a:solidFill>
                  <a:srgbClr val="B2B2B2"/>
                </a:solidFill>
                <a:latin typeface="Consolas" panose="020B0609020204030204" pitchFamily="49" charset="0"/>
              </a:rPr>
              <a:t>3     </a:t>
            </a:r>
            <a:r>
              <a:rPr lang="en-US" altLang="en-US" sz="2000" dirty="0">
                <a:solidFill>
                  <a:srgbClr val="A71D5D"/>
                </a:solidFill>
                <a:latin typeface="Consolas" panose="020B0609020204030204" pitchFamily="49" charset="0"/>
              </a:rPr>
              <a:t>WHERE </a:t>
            </a:r>
            <a:r>
              <a:rPr lang="en-US" altLang="en-US" sz="2000" dirty="0">
                <a:solidFill>
                  <a:srgbClr val="000000"/>
                </a:solidFill>
                <a:latin typeface="Consolas" panose="020B0609020204030204" pitchFamily="49" charset="0"/>
              </a:rPr>
              <a:t>town = </a:t>
            </a:r>
            <a:r>
              <a:rPr lang="en-US" altLang="en-US" sz="2000" dirty="0">
                <a:solidFill>
                  <a:srgbClr val="183691"/>
                </a:solidFill>
                <a:latin typeface="Consolas" panose="020B0609020204030204" pitchFamily="49" charset="0"/>
              </a:rPr>
              <a:t>"Gourock"</a:t>
            </a:r>
            <a:br>
              <a:rPr kumimoji="0" lang="en-US" altLang="en-US" sz="2000" b="0" i="0" u="none" strike="noStrike" cap="none" normalizeH="0" baseline="0" dirty="0">
                <a:ln>
                  <a:noFill/>
                </a:ln>
                <a:solidFill>
                  <a:srgbClr val="000000"/>
                </a:solidFill>
                <a:effectLst/>
                <a:latin typeface="Consolas" panose="020B0609020204030204" pitchFamily="49" charset="0"/>
              </a:rPr>
            </a:br>
            <a:r>
              <a:rPr kumimoji="0" lang="en-US" altLang="en-US" sz="2000" b="0" i="0" u="none" strike="noStrike" cap="none" normalizeH="0" baseline="0" dirty="0">
                <a:ln>
                  <a:noFill/>
                </a:ln>
                <a:solidFill>
                  <a:srgbClr val="B2B2B2"/>
                </a:solidFill>
                <a:effectLst/>
                <a:latin typeface="Consolas" panose="020B0609020204030204" pitchFamily="49" charset="0"/>
              </a:rPr>
              <a:t>4     </a:t>
            </a:r>
            <a:r>
              <a:rPr kumimoji="0" lang="en-US" altLang="en-US" sz="2000" b="0" i="0" u="none" strike="noStrike" cap="none" normalizeH="0" baseline="0" dirty="0">
                <a:ln>
                  <a:noFill/>
                </a:ln>
                <a:solidFill>
                  <a:srgbClr val="A71D5D"/>
                </a:solidFill>
                <a:effectLst/>
                <a:latin typeface="Consolas" panose="020B0609020204030204" pitchFamily="49" charset="0"/>
              </a:rPr>
              <a:t>ORDER BY</a:t>
            </a:r>
            <a:r>
              <a:rPr kumimoji="0" lang="en-US" altLang="en-US" sz="2000" b="0" i="0" u="none" strike="noStrike" cap="none" normalizeH="0" baseline="0" dirty="0">
                <a:ln>
                  <a:noFill/>
                </a:ln>
                <a:solidFill>
                  <a:srgbClr val="000000"/>
                </a:solidFill>
                <a:effectLst/>
                <a:latin typeface="Consolas" panose="020B0609020204030204" pitchFamily="49" charset="0"/>
              </a:rPr>
              <a:t> </a:t>
            </a:r>
            <a:r>
              <a:rPr lang="en-US" altLang="en-US" sz="2000" dirty="0">
                <a:solidFill>
                  <a:srgbClr val="000000"/>
                </a:solidFill>
                <a:latin typeface="Consolas" panose="020B0609020204030204" pitchFamily="49" charset="0"/>
              </a:rPr>
              <a:t>surname </a:t>
            </a:r>
            <a:r>
              <a:rPr lang="en-US" altLang="en-US" sz="2000" dirty="0">
                <a:solidFill>
                  <a:srgbClr val="A71D5D"/>
                </a:solidFill>
                <a:latin typeface="Consolas" panose="020B0609020204030204" pitchFamily="49" charset="0"/>
              </a:rPr>
              <a:t>DESC</a:t>
            </a:r>
            <a:r>
              <a:rPr lang="en-US" altLang="en-US" sz="2000" dirty="0">
                <a:solidFill>
                  <a:srgbClr val="000000"/>
                </a:solidFill>
                <a:latin typeface="Consolas" panose="020B0609020204030204" pitchFamily="49" charset="0"/>
              </a:rPr>
              <a:t>;</a:t>
            </a:r>
            <a:endParaRPr kumimoji="0" lang="en-US" altLang="en-US" sz="3200" b="0" i="0" u="none" strike="noStrike" cap="none" normalizeH="0" baseline="0" dirty="0">
              <a:ln>
                <a:noFill/>
              </a:ln>
              <a:solidFill>
                <a:schemeClr val="tx1"/>
              </a:solidFill>
              <a:effectLst/>
              <a:latin typeface="Arial" panose="020B0604020202020204" pitchFamily="34" charset="0"/>
            </a:endParaRPr>
          </a:p>
        </p:txBody>
      </p:sp>
      <p:sp>
        <p:nvSpPr>
          <p:cNvPr id="7" name="Result 2">
            <a:extLst>
              <a:ext uri="{FF2B5EF4-FFF2-40B4-BE49-F238E27FC236}">
                <a16:creationId xmlns:a16="http://schemas.microsoft.com/office/drawing/2014/main" id="{94109815-3832-2453-0AC6-5359CBADAAE9}"/>
              </a:ext>
            </a:extLst>
          </p:cNvPr>
          <p:cNvSpPr>
            <a:spLocks noChangeArrowheads="1"/>
          </p:cNvSpPr>
          <p:nvPr/>
        </p:nvSpPr>
        <p:spPr bwMode="auto">
          <a:xfrm>
            <a:off x="6712809" y="1182230"/>
            <a:ext cx="4680379" cy="70788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1440" tIns="45720" rIns="91440" bIns="45720" numCol="1" anchor="t" anchorCtr="0" compatLnSpc="1">
            <a:prstTxWarp prst="textNoShape">
              <a:avLst/>
            </a:prstTxWarp>
            <a:spAutoFit/>
          </a:bodyPr>
          <a:lstStyle/>
          <a:p>
            <a:pPr marL="0" marR="0" lvl="0" indent="0" algn="l" defTabSz="914400" rtl="0" eaLnBrk="0" fontAlgn="base" latinLnBrk="0" hangingPunct="0">
              <a:lnSpc>
                <a:spcPct val="100000"/>
              </a:lnSpc>
              <a:spcBef>
                <a:spcPct val="0"/>
              </a:spcBef>
              <a:spcAft>
                <a:spcPct val="0"/>
              </a:spcAft>
              <a:buClrTx/>
              <a:buSzTx/>
              <a:buFontTx/>
              <a:buNone/>
              <a:tabLst/>
            </a:pPr>
            <a:r>
              <a:rPr kumimoji="0" lang="en-US" altLang="en-US" sz="2000" b="0" i="0" u="none" strike="noStrike" cap="none" normalizeH="0" baseline="0" dirty="0">
                <a:ln>
                  <a:noFill/>
                </a:ln>
                <a:effectLst/>
                <a:latin typeface="Calibri" panose="020F0502020204030204" pitchFamily="34" charset="0"/>
                <a:cs typeface="Calibri" panose="020F0502020204030204" pitchFamily="34" charset="0"/>
              </a:rPr>
              <a:t>Fit for purpose: No</a:t>
            </a:r>
          </a:p>
          <a:p>
            <a:pPr marL="0" marR="0" lvl="0" indent="0" algn="l" defTabSz="914400" rtl="0" eaLnBrk="0" fontAlgn="base" latinLnBrk="0" hangingPunct="0">
              <a:lnSpc>
                <a:spcPct val="100000"/>
              </a:lnSpc>
              <a:spcBef>
                <a:spcPct val="0"/>
              </a:spcBef>
              <a:spcAft>
                <a:spcPct val="0"/>
              </a:spcAft>
              <a:buClrTx/>
              <a:buSzTx/>
              <a:buFontTx/>
              <a:buNone/>
              <a:tabLst/>
            </a:pPr>
            <a:r>
              <a:rPr lang="en-US" altLang="en-US" sz="2000" dirty="0">
                <a:latin typeface="Calibri" panose="020F0502020204030204" pitchFamily="34" charset="0"/>
                <a:cs typeface="Calibri" panose="020F0502020204030204" pitchFamily="34" charset="0"/>
              </a:rPr>
              <a:t>Accuracy of output: Yes</a:t>
            </a:r>
          </a:p>
        </p:txBody>
      </p:sp>
      <p:sp>
        <p:nvSpPr>
          <p:cNvPr id="15" name="SQL 1">
            <a:extLst>
              <a:ext uri="{FF2B5EF4-FFF2-40B4-BE49-F238E27FC236}">
                <a16:creationId xmlns:a16="http://schemas.microsoft.com/office/drawing/2014/main" id="{A0C9E759-9E8E-4752-B040-B3FBC911D267}"/>
              </a:ext>
            </a:extLst>
          </p:cNvPr>
          <p:cNvSpPr>
            <a:spLocks noChangeArrowheads="1"/>
          </p:cNvSpPr>
          <p:nvPr/>
        </p:nvSpPr>
        <p:spPr bwMode="auto">
          <a:xfrm>
            <a:off x="1105740" y="2099120"/>
            <a:ext cx="4680381" cy="132343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1440" tIns="45720" rIns="91440" bIns="45720" numCol="1" anchor="t" anchorCtr="0" compatLnSpc="1">
            <a:prstTxWarp prst="textNoShape">
              <a:avLst/>
            </a:prstTxWarp>
            <a:spAutoFit/>
          </a:bodyPr>
          <a:lstStyle/>
          <a:p>
            <a:pPr lvl="0" eaLnBrk="0" fontAlgn="base" hangingPunct="0">
              <a:spcBef>
                <a:spcPct val="0"/>
              </a:spcBef>
              <a:spcAft>
                <a:spcPct val="0"/>
              </a:spcAft>
            </a:pPr>
            <a:r>
              <a:rPr kumimoji="0" lang="en-US" altLang="en-US" sz="2000" b="0" i="0" u="none" strike="noStrike" cap="none" normalizeH="0" baseline="0" dirty="0">
                <a:ln>
                  <a:noFill/>
                </a:ln>
                <a:solidFill>
                  <a:srgbClr val="B2B2B2"/>
                </a:solidFill>
                <a:effectLst/>
                <a:latin typeface="Consolas" panose="020B0609020204030204" pitchFamily="49" charset="0"/>
              </a:rPr>
              <a:t>1 </a:t>
            </a:r>
            <a:r>
              <a:rPr kumimoji="0" lang="en-US" altLang="en-US" sz="2000" b="0" i="0" u="none" strike="noStrike" cap="none" normalizeH="0" baseline="0" dirty="0">
                <a:ln>
                  <a:noFill/>
                </a:ln>
                <a:solidFill>
                  <a:srgbClr val="A71D5D"/>
                </a:solidFill>
                <a:effectLst/>
                <a:latin typeface="Consolas" panose="020B0609020204030204" pitchFamily="49" charset="0"/>
              </a:rPr>
              <a:t>SELECT </a:t>
            </a:r>
            <a:r>
              <a:rPr lang="en-US" altLang="en-US" sz="2000" dirty="0">
                <a:solidFill>
                  <a:srgbClr val="000000"/>
                </a:solidFill>
                <a:latin typeface="Consolas" panose="020B0609020204030204" pitchFamily="49" charset="0"/>
              </a:rPr>
              <a:t>forename</a:t>
            </a:r>
            <a:r>
              <a:rPr kumimoji="0" lang="en-US" altLang="en-US" sz="2000" b="0" i="0" u="none" strike="noStrike" cap="none" normalizeH="0" baseline="0" dirty="0">
                <a:ln>
                  <a:noFill/>
                </a:ln>
                <a:solidFill>
                  <a:srgbClr val="000000"/>
                </a:solidFill>
                <a:effectLst/>
                <a:latin typeface="Consolas" panose="020B0609020204030204" pitchFamily="49" charset="0"/>
              </a:rPr>
              <a:t>, </a:t>
            </a:r>
            <a:r>
              <a:rPr lang="en-US" altLang="en-US" sz="2000" dirty="0">
                <a:solidFill>
                  <a:srgbClr val="000000"/>
                </a:solidFill>
                <a:latin typeface="Consolas" panose="020B0609020204030204" pitchFamily="49" charset="0"/>
              </a:rPr>
              <a:t>surname</a:t>
            </a:r>
            <a:r>
              <a:rPr kumimoji="0" lang="en-US" altLang="en-US" sz="2000" b="0" i="0" u="none" strike="noStrike" cap="none" normalizeH="0" baseline="0" dirty="0">
                <a:ln>
                  <a:noFill/>
                </a:ln>
                <a:solidFill>
                  <a:srgbClr val="000000"/>
                </a:solidFill>
                <a:effectLst/>
                <a:latin typeface="Consolas" panose="020B0609020204030204" pitchFamily="49" charset="0"/>
              </a:rPr>
              <a:t>, town</a:t>
            </a:r>
            <a:br>
              <a:rPr kumimoji="0" lang="en-US" altLang="en-US" sz="2000" b="0" i="0" u="none" strike="noStrike" cap="none" normalizeH="0" baseline="0" dirty="0">
                <a:ln>
                  <a:noFill/>
                </a:ln>
                <a:solidFill>
                  <a:srgbClr val="000000"/>
                </a:solidFill>
                <a:effectLst/>
                <a:latin typeface="Consolas" panose="020B0609020204030204" pitchFamily="49" charset="0"/>
              </a:rPr>
            </a:br>
            <a:r>
              <a:rPr kumimoji="0" lang="en-US" altLang="en-US" sz="2000" b="0" i="0" u="none" strike="noStrike" cap="none" normalizeH="0" baseline="0" dirty="0">
                <a:ln>
                  <a:noFill/>
                </a:ln>
                <a:solidFill>
                  <a:srgbClr val="B2B2B2"/>
                </a:solidFill>
                <a:effectLst/>
                <a:latin typeface="Consolas" panose="020B0609020204030204" pitchFamily="49" charset="0"/>
              </a:rPr>
              <a:t>2     </a:t>
            </a:r>
            <a:r>
              <a:rPr kumimoji="0" lang="en-US" altLang="en-US" sz="2000" b="0" i="0" u="none" strike="noStrike" cap="none" normalizeH="0" baseline="0" dirty="0">
                <a:ln>
                  <a:noFill/>
                </a:ln>
                <a:solidFill>
                  <a:srgbClr val="A71D5D"/>
                </a:solidFill>
                <a:effectLst/>
                <a:latin typeface="Consolas" panose="020B0609020204030204" pitchFamily="49" charset="0"/>
              </a:rPr>
              <a:t>FROM</a:t>
            </a:r>
            <a:r>
              <a:rPr kumimoji="0" lang="en-US" altLang="en-US" sz="2000" b="0" i="0" u="none" strike="noStrike" cap="none" normalizeH="0" baseline="0" dirty="0">
                <a:ln>
                  <a:noFill/>
                </a:ln>
                <a:solidFill>
                  <a:srgbClr val="000000"/>
                </a:solidFill>
                <a:effectLst/>
                <a:latin typeface="Consolas" panose="020B0609020204030204" pitchFamily="49" charset="0"/>
              </a:rPr>
              <a:t> </a:t>
            </a:r>
            <a:r>
              <a:rPr lang="en-US" altLang="en-US" sz="2000" dirty="0">
                <a:solidFill>
                  <a:srgbClr val="000000"/>
                </a:solidFill>
                <a:latin typeface="Consolas" panose="020B0609020204030204" pitchFamily="49" charset="0"/>
              </a:rPr>
              <a:t>C</a:t>
            </a:r>
            <a:r>
              <a:rPr kumimoji="0" lang="en-US" altLang="en-US" sz="2000" b="0" i="0" u="none" strike="noStrike" cap="none" normalizeH="0" baseline="0" dirty="0">
                <a:ln>
                  <a:noFill/>
                </a:ln>
                <a:solidFill>
                  <a:srgbClr val="000000"/>
                </a:solidFill>
                <a:effectLst/>
                <a:latin typeface="Consolas" panose="020B0609020204030204" pitchFamily="49" charset="0"/>
              </a:rPr>
              <a:t>ustomer</a:t>
            </a:r>
            <a:br>
              <a:rPr kumimoji="0" lang="en-US" altLang="en-US" sz="2000" b="0" i="0" u="none" strike="noStrike" cap="none" normalizeH="0" baseline="0" dirty="0">
                <a:ln>
                  <a:noFill/>
                </a:ln>
                <a:solidFill>
                  <a:srgbClr val="000000"/>
                </a:solidFill>
                <a:effectLst/>
                <a:latin typeface="Consolas" panose="020B0609020204030204" pitchFamily="49" charset="0"/>
              </a:rPr>
            </a:br>
            <a:r>
              <a:rPr kumimoji="0" lang="en-US" altLang="en-US" sz="2000" b="0" i="0" u="none" strike="noStrike" cap="none" normalizeH="0" baseline="0" dirty="0">
                <a:ln>
                  <a:noFill/>
                </a:ln>
                <a:solidFill>
                  <a:srgbClr val="B2B2B2"/>
                </a:solidFill>
                <a:effectLst/>
                <a:latin typeface="Consolas" panose="020B0609020204030204" pitchFamily="49" charset="0"/>
              </a:rPr>
              <a:t>3     </a:t>
            </a:r>
            <a:r>
              <a:rPr kumimoji="0" lang="en-US" altLang="en-US" sz="2000" b="0" i="0" u="none" strike="noStrike" cap="none" normalizeH="0" baseline="0" dirty="0">
                <a:ln>
                  <a:noFill/>
                </a:ln>
                <a:solidFill>
                  <a:srgbClr val="A71D5D"/>
                </a:solidFill>
                <a:effectLst/>
                <a:latin typeface="Consolas" panose="020B0609020204030204" pitchFamily="49" charset="0"/>
              </a:rPr>
              <a:t>WHERE </a:t>
            </a:r>
            <a:r>
              <a:rPr lang="en-US" altLang="en-US" sz="2000" dirty="0">
                <a:solidFill>
                  <a:srgbClr val="000000"/>
                </a:solidFill>
                <a:latin typeface="Consolas" panose="020B0609020204030204" pitchFamily="49" charset="0"/>
              </a:rPr>
              <a:t>town </a:t>
            </a:r>
            <a:r>
              <a:rPr kumimoji="0" lang="en-US" altLang="en-US" sz="2000" b="0" i="0" u="none" strike="noStrike" cap="none" normalizeH="0" baseline="0" dirty="0">
                <a:ln>
                  <a:noFill/>
                </a:ln>
                <a:solidFill>
                  <a:srgbClr val="000000"/>
                </a:solidFill>
                <a:effectLst/>
                <a:latin typeface="Consolas" panose="020B0609020204030204" pitchFamily="49" charset="0"/>
              </a:rPr>
              <a:t>= </a:t>
            </a:r>
            <a:r>
              <a:rPr kumimoji="0" lang="en-US" altLang="en-US" sz="2000" b="0" i="0" u="none" strike="noStrike" cap="none" normalizeH="0" baseline="0" dirty="0">
                <a:ln>
                  <a:noFill/>
                </a:ln>
                <a:solidFill>
                  <a:srgbClr val="183691"/>
                </a:solidFill>
                <a:effectLst/>
                <a:latin typeface="Consolas" panose="020B0609020204030204" pitchFamily="49" charset="0"/>
              </a:rPr>
              <a:t>"</a:t>
            </a:r>
            <a:r>
              <a:rPr lang="en-US" altLang="en-US" sz="2000" dirty="0">
                <a:solidFill>
                  <a:srgbClr val="183691"/>
                </a:solidFill>
                <a:latin typeface="Consolas" panose="020B0609020204030204" pitchFamily="49" charset="0"/>
              </a:rPr>
              <a:t>Gourock</a:t>
            </a:r>
            <a:r>
              <a:rPr kumimoji="0" lang="en-US" altLang="en-US" sz="2000" b="0" i="0" u="none" strike="noStrike" cap="none" normalizeH="0" baseline="0" dirty="0">
                <a:ln>
                  <a:noFill/>
                </a:ln>
                <a:solidFill>
                  <a:srgbClr val="183691"/>
                </a:solidFill>
                <a:effectLst/>
                <a:latin typeface="Consolas" panose="020B0609020204030204" pitchFamily="49" charset="0"/>
              </a:rPr>
              <a:t>"</a:t>
            </a:r>
            <a:br>
              <a:rPr kumimoji="0" lang="en-US" altLang="en-US" sz="2000" b="0" i="0" u="none" strike="noStrike" cap="none" normalizeH="0" baseline="0" dirty="0">
                <a:ln>
                  <a:noFill/>
                </a:ln>
                <a:solidFill>
                  <a:srgbClr val="000000"/>
                </a:solidFill>
                <a:effectLst/>
                <a:latin typeface="Consolas" panose="020B0609020204030204" pitchFamily="49" charset="0"/>
              </a:rPr>
            </a:br>
            <a:r>
              <a:rPr kumimoji="0" lang="en-US" altLang="en-US" sz="2000" b="0" i="0" u="none" strike="noStrike" cap="none" normalizeH="0" baseline="0" dirty="0">
                <a:ln>
                  <a:noFill/>
                </a:ln>
                <a:solidFill>
                  <a:srgbClr val="B2B2B2"/>
                </a:solidFill>
                <a:effectLst/>
                <a:latin typeface="Consolas" panose="020B0609020204030204" pitchFamily="49" charset="0"/>
              </a:rPr>
              <a:t>4     </a:t>
            </a:r>
            <a:r>
              <a:rPr kumimoji="0" lang="en-US" altLang="en-US" sz="2000" b="0" i="0" u="none" strike="noStrike" cap="none" normalizeH="0" baseline="0" dirty="0">
                <a:ln>
                  <a:noFill/>
                </a:ln>
                <a:solidFill>
                  <a:srgbClr val="A71D5D"/>
                </a:solidFill>
                <a:effectLst/>
                <a:latin typeface="Consolas" panose="020B0609020204030204" pitchFamily="49" charset="0"/>
              </a:rPr>
              <a:t>ORDER BY</a:t>
            </a:r>
            <a:r>
              <a:rPr kumimoji="0" lang="en-US" altLang="en-US" sz="2000" b="0" i="0" u="none" strike="noStrike" cap="none" normalizeH="0" baseline="0" dirty="0">
                <a:ln>
                  <a:noFill/>
                </a:ln>
                <a:solidFill>
                  <a:srgbClr val="000000"/>
                </a:solidFill>
                <a:effectLst/>
                <a:latin typeface="Consolas" panose="020B0609020204030204" pitchFamily="49" charset="0"/>
              </a:rPr>
              <a:t> </a:t>
            </a:r>
            <a:r>
              <a:rPr lang="en-US" altLang="en-US" sz="2000" dirty="0">
                <a:solidFill>
                  <a:srgbClr val="000000"/>
                </a:solidFill>
                <a:latin typeface="Consolas" panose="020B0609020204030204" pitchFamily="49" charset="0"/>
              </a:rPr>
              <a:t>surname</a:t>
            </a:r>
            <a:r>
              <a:rPr kumimoji="0" lang="en-US" altLang="en-US" sz="2000" b="0" i="0" u="none" strike="noStrike" cap="none" normalizeH="0" baseline="0" dirty="0">
                <a:ln>
                  <a:noFill/>
                </a:ln>
                <a:solidFill>
                  <a:srgbClr val="000000"/>
                </a:solidFill>
                <a:effectLst/>
                <a:latin typeface="Consolas" panose="020B0609020204030204" pitchFamily="49" charset="0"/>
              </a:rPr>
              <a:t> </a:t>
            </a:r>
            <a:r>
              <a:rPr lang="en-US" altLang="en-US" sz="2000" dirty="0">
                <a:solidFill>
                  <a:srgbClr val="A71D5D"/>
                </a:solidFill>
                <a:latin typeface="Consolas" panose="020B0609020204030204" pitchFamily="49" charset="0"/>
              </a:rPr>
              <a:t>A</a:t>
            </a:r>
            <a:r>
              <a:rPr kumimoji="0" lang="en-US" altLang="en-US" sz="2000" b="0" i="0" u="none" strike="noStrike" cap="none" normalizeH="0" baseline="0" dirty="0">
                <a:ln>
                  <a:noFill/>
                </a:ln>
                <a:solidFill>
                  <a:srgbClr val="A71D5D"/>
                </a:solidFill>
                <a:effectLst/>
                <a:latin typeface="Consolas" panose="020B0609020204030204" pitchFamily="49" charset="0"/>
              </a:rPr>
              <a:t>SC</a:t>
            </a:r>
            <a:r>
              <a:rPr kumimoji="0" lang="en-US" altLang="en-US" sz="2000" b="0" i="0" u="none" strike="noStrike" cap="none" normalizeH="0" baseline="0" dirty="0">
                <a:ln>
                  <a:noFill/>
                </a:ln>
                <a:solidFill>
                  <a:srgbClr val="000000"/>
                </a:solidFill>
                <a:effectLst/>
                <a:latin typeface="Consolas" panose="020B0609020204030204" pitchFamily="49" charset="0"/>
              </a:rPr>
              <a:t>;</a:t>
            </a:r>
            <a:endParaRPr kumimoji="0" lang="en-US" altLang="en-US" sz="3200" b="0" i="0" u="none" strike="noStrike" cap="none" normalizeH="0" baseline="0" dirty="0">
              <a:ln>
                <a:noFill/>
              </a:ln>
              <a:solidFill>
                <a:schemeClr val="tx1"/>
              </a:solidFill>
              <a:effectLst/>
              <a:latin typeface="Arial" panose="020B0604020202020204" pitchFamily="34" charset="0"/>
            </a:endParaRPr>
          </a:p>
        </p:txBody>
      </p:sp>
      <p:sp>
        <p:nvSpPr>
          <p:cNvPr id="4" name="Result 1">
            <a:extLst>
              <a:ext uri="{FF2B5EF4-FFF2-40B4-BE49-F238E27FC236}">
                <a16:creationId xmlns:a16="http://schemas.microsoft.com/office/drawing/2014/main" id="{7FEE9E88-6A1A-DF2B-6422-FF70A9624CC8}"/>
              </a:ext>
            </a:extLst>
          </p:cNvPr>
          <p:cNvSpPr>
            <a:spLocks noChangeArrowheads="1"/>
          </p:cNvSpPr>
          <p:nvPr/>
        </p:nvSpPr>
        <p:spPr bwMode="auto">
          <a:xfrm>
            <a:off x="1105274" y="1182231"/>
            <a:ext cx="4680381" cy="70788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1440" tIns="45720" rIns="91440" bIns="45720" numCol="1" anchor="t" anchorCtr="0" compatLnSpc="1">
            <a:prstTxWarp prst="textNoShape">
              <a:avLst/>
            </a:prstTxWarp>
            <a:spAutoFit/>
          </a:bodyPr>
          <a:lstStyle/>
          <a:p>
            <a:pPr marL="0" marR="0" lvl="0" indent="0" algn="l" defTabSz="914400" rtl="0" eaLnBrk="0" fontAlgn="base" latinLnBrk="0" hangingPunct="0">
              <a:lnSpc>
                <a:spcPct val="100000"/>
              </a:lnSpc>
              <a:spcBef>
                <a:spcPct val="0"/>
              </a:spcBef>
              <a:spcAft>
                <a:spcPct val="0"/>
              </a:spcAft>
              <a:buClrTx/>
              <a:buSzTx/>
              <a:buFontTx/>
              <a:buNone/>
              <a:tabLst/>
            </a:pPr>
            <a:r>
              <a:rPr kumimoji="0" lang="en-US" altLang="en-US" sz="2000" b="0" i="0" u="none" strike="noStrike" cap="none" normalizeH="0" baseline="0" dirty="0">
                <a:ln>
                  <a:noFill/>
                </a:ln>
                <a:effectLst/>
                <a:latin typeface="Calibri" panose="020F0502020204030204" pitchFamily="34" charset="0"/>
                <a:cs typeface="Calibri" panose="020F0502020204030204" pitchFamily="34" charset="0"/>
              </a:rPr>
              <a:t>Fit for purpose: Yes</a:t>
            </a:r>
          </a:p>
          <a:p>
            <a:pPr marL="0" marR="0" lvl="0" indent="0" algn="l" defTabSz="914400" rtl="0" eaLnBrk="0" fontAlgn="base" latinLnBrk="0" hangingPunct="0">
              <a:lnSpc>
                <a:spcPct val="100000"/>
              </a:lnSpc>
              <a:spcBef>
                <a:spcPct val="0"/>
              </a:spcBef>
              <a:spcAft>
                <a:spcPct val="0"/>
              </a:spcAft>
              <a:buClrTx/>
              <a:buSzTx/>
              <a:buFontTx/>
              <a:buNone/>
              <a:tabLst/>
            </a:pPr>
            <a:r>
              <a:rPr lang="en-US" altLang="en-US" sz="2000" dirty="0">
                <a:latin typeface="Calibri" panose="020F0502020204030204" pitchFamily="34" charset="0"/>
                <a:cs typeface="Calibri" panose="020F0502020204030204" pitchFamily="34" charset="0"/>
              </a:rPr>
              <a:t>Accuracy of output: Yes</a:t>
            </a:r>
          </a:p>
        </p:txBody>
      </p:sp>
    </p:spTree>
    <p:extLst>
      <p:ext uri="{BB962C8B-B14F-4D97-AF65-F5344CB8AC3E}">
        <p14:creationId xmlns:p14="http://schemas.microsoft.com/office/powerpoint/2010/main" val="3173207448"/>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15"/>
                                        </p:tgtEl>
                                        <p:attrNameLst>
                                          <p:attrName>style.visibility</p:attrName>
                                        </p:attrNameLst>
                                      </p:cBhvr>
                                      <p:to>
                                        <p:strVal val="visible"/>
                                      </p:to>
                                    </p:set>
                                    <p:animEffect transition="in" filter="wipe(left)">
                                      <p:cBhvr>
                                        <p:cTn id="7" dur="2500"/>
                                        <p:tgtEl>
                                          <p:spTgt spid="15"/>
                                        </p:tgtEl>
                                      </p:cBhvr>
                                    </p:animEffect>
                                  </p:childTnLst>
                                </p:cTn>
                              </p:par>
                            </p:childTnLst>
                          </p:cTn>
                        </p:par>
                      </p:childTnLst>
                    </p:cTn>
                  </p:par>
                  <p:par>
                    <p:cTn id="8" fill="hold">
                      <p:stCondLst>
                        <p:cond delay="indefinite"/>
                      </p:stCondLst>
                      <p:childTnLst>
                        <p:par>
                          <p:cTn id="9" fill="hold">
                            <p:stCondLst>
                              <p:cond delay="0"/>
                            </p:stCondLst>
                            <p:childTnLst>
                              <p:par>
                                <p:cTn id="10" presetID="22" presetClass="entr" presetSubtype="8" fill="hold" grpId="0" nodeType="clickEffect">
                                  <p:stCondLst>
                                    <p:cond delay="0"/>
                                  </p:stCondLst>
                                  <p:childTnLst>
                                    <p:set>
                                      <p:cBhvr>
                                        <p:cTn id="11" dur="1" fill="hold">
                                          <p:stCondLst>
                                            <p:cond delay="0"/>
                                          </p:stCondLst>
                                        </p:cTn>
                                        <p:tgtEl>
                                          <p:spTgt spid="16"/>
                                        </p:tgtEl>
                                        <p:attrNameLst>
                                          <p:attrName>style.visibility</p:attrName>
                                        </p:attrNameLst>
                                      </p:cBhvr>
                                      <p:to>
                                        <p:strVal val="visible"/>
                                      </p:to>
                                    </p:set>
                                    <p:animEffect transition="in" filter="wipe(left)">
                                      <p:cBhvr>
                                        <p:cTn id="12" dur="2500"/>
                                        <p:tgtEl>
                                          <p:spTgt spid="16"/>
                                        </p:tgtEl>
                                      </p:cBhvr>
                                    </p:animEffect>
                                  </p:childTnLst>
                                </p:cTn>
                              </p:par>
                            </p:childTnLst>
                          </p:cTn>
                        </p:par>
                      </p:childTnLst>
                    </p:cTn>
                  </p:par>
                  <p:par>
                    <p:cTn id="13" fill="hold">
                      <p:stCondLst>
                        <p:cond delay="indefinite"/>
                      </p:stCondLst>
                      <p:childTnLst>
                        <p:par>
                          <p:cTn id="14" fill="hold">
                            <p:stCondLst>
                              <p:cond delay="0"/>
                            </p:stCondLst>
                            <p:childTnLst>
                              <p:par>
                                <p:cTn id="15" presetID="22" presetClass="entr" presetSubtype="8" fill="hold" grpId="0" nodeType="clickEffect">
                                  <p:stCondLst>
                                    <p:cond delay="0"/>
                                  </p:stCondLst>
                                  <p:childTnLst>
                                    <p:set>
                                      <p:cBhvr>
                                        <p:cTn id="16" dur="1" fill="hold">
                                          <p:stCondLst>
                                            <p:cond delay="0"/>
                                          </p:stCondLst>
                                        </p:cTn>
                                        <p:tgtEl>
                                          <p:spTgt spid="17"/>
                                        </p:tgtEl>
                                        <p:attrNameLst>
                                          <p:attrName>style.visibility</p:attrName>
                                        </p:attrNameLst>
                                      </p:cBhvr>
                                      <p:to>
                                        <p:strVal val="visible"/>
                                      </p:to>
                                    </p:set>
                                    <p:animEffect transition="in" filter="wipe(left)">
                                      <p:cBhvr>
                                        <p:cTn id="17" dur="2500"/>
                                        <p:tgtEl>
                                          <p:spTgt spid="17"/>
                                        </p:tgtEl>
                                      </p:cBhvr>
                                    </p:animEffect>
                                  </p:childTnLst>
                                </p:cTn>
                              </p:par>
                            </p:childTnLst>
                          </p:cTn>
                        </p:par>
                      </p:childTnLst>
                    </p:cTn>
                  </p:par>
                  <p:par>
                    <p:cTn id="18" fill="hold">
                      <p:stCondLst>
                        <p:cond delay="indefinite"/>
                      </p:stCondLst>
                      <p:childTnLst>
                        <p:par>
                          <p:cTn id="19" fill="hold">
                            <p:stCondLst>
                              <p:cond delay="0"/>
                            </p:stCondLst>
                            <p:childTnLst>
                              <p:par>
                                <p:cTn id="20" presetID="22" presetClass="entr" presetSubtype="8" fill="hold" grpId="0" nodeType="clickEffect">
                                  <p:stCondLst>
                                    <p:cond delay="0"/>
                                  </p:stCondLst>
                                  <p:childTnLst>
                                    <p:set>
                                      <p:cBhvr>
                                        <p:cTn id="21" dur="1" fill="hold">
                                          <p:stCondLst>
                                            <p:cond delay="0"/>
                                          </p:stCondLst>
                                        </p:cTn>
                                        <p:tgtEl>
                                          <p:spTgt spid="18"/>
                                        </p:tgtEl>
                                        <p:attrNameLst>
                                          <p:attrName>style.visibility</p:attrName>
                                        </p:attrNameLst>
                                      </p:cBhvr>
                                      <p:to>
                                        <p:strVal val="visible"/>
                                      </p:to>
                                    </p:set>
                                    <p:animEffect transition="in" filter="wipe(left)">
                                      <p:cBhvr>
                                        <p:cTn id="22" dur="2500"/>
                                        <p:tgtEl>
                                          <p:spTgt spid="18"/>
                                        </p:tgtEl>
                                      </p:cBhvr>
                                    </p:animEffect>
                                  </p:childTnLst>
                                </p:cTn>
                              </p:par>
                            </p:childTnLst>
                          </p:cTn>
                        </p:par>
                      </p:childTnLst>
                    </p:cTn>
                  </p:par>
                  <p:par>
                    <p:cTn id="23" fill="hold">
                      <p:stCondLst>
                        <p:cond delay="indefinite"/>
                      </p:stCondLst>
                      <p:childTnLst>
                        <p:par>
                          <p:cTn id="24" fill="hold">
                            <p:stCondLst>
                              <p:cond delay="0"/>
                            </p:stCondLst>
                            <p:childTnLst>
                              <p:par>
                                <p:cTn id="25" presetID="22" presetClass="entr" presetSubtype="8" fill="hold" grpId="0" nodeType="clickEffect">
                                  <p:stCondLst>
                                    <p:cond delay="0"/>
                                  </p:stCondLst>
                                  <p:childTnLst>
                                    <p:set>
                                      <p:cBhvr>
                                        <p:cTn id="26" dur="1" fill="hold">
                                          <p:stCondLst>
                                            <p:cond delay="0"/>
                                          </p:stCondLst>
                                        </p:cTn>
                                        <p:tgtEl>
                                          <p:spTgt spid="4"/>
                                        </p:tgtEl>
                                        <p:attrNameLst>
                                          <p:attrName>style.visibility</p:attrName>
                                        </p:attrNameLst>
                                      </p:cBhvr>
                                      <p:to>
                                        <p:strVal val="visible"/>
                                      </p:to>
                                    </p:set>
                                    <p:animEffect transition="in" filter="wipe(left)">
                                      <p:cBhvr>
                                        <p:cTn id="27" dur="1500"/>
                                        <p:tgtEl>
                                          <p:spTgt spid="4"/>
                                        </p:tgtEl>
                                      </p:cBhvr>
                                    </p:animEffect>
                                  </p:childTnLst>
                                </p:cTn>
                              </p:par>
                            </p:childTnLst>
                          </p:cTn>
                        </p:par>
                      </p:childTnLst>
                    </p:cTn>
                  </p:par>
                  <p:par>
                    <p:cTn id="28" fill="hold">
                      <p:stCondLst>
                        <p:cond delay="indefinite"/>
                      </p:stCondLst>
                      <p:childTnLst>
                        <p:par>
                          <p:cTn id="29" fill="hold">
                            <p:stCondLst>
                              <p:cond delay="0"/>
                            </p:stCondLst>
                            <p:childTnLst>
                              <p:par>
                                <p:cTn id="30" presetID="22" presetClass="entr" presetSubtype="8" fill="hold" grpId="0" nodeType="clickEffect">
                                  <p:stCondLst>
                                    <p:cond delay="0"/>
                                  </p:stCondLst>
                                  <p:childTnLst>
                                    <p:set>
                                      <p:cBhvr>
                                        <p:cTn id="31" dur="1" fill="hold">
                                          <p:stCondLst>
                                            <p:cond delay="0"/>
                                          </p:stCondLst>
                                        </p:cTn>
                                        <p:tgtEl>
                                          <p:spTgt spid="7"/>
                                        </p:tgtEl>
                                        <p:attrNameLst>
                                          <p:attrName>style.visibility</p:attrName>
                                        </p:attrNameLst>
                                      </p:cBhvr>
                                      <p:to>
                                        <p:strVal val="visible"/>
                                      </p:to>
                                    </p:set>
                                    <p:animEffect transition="in" filter="wipe(left)">
                                      <p:cBhvr>
                                        <p:cTn id="32" dur="1500"/>
                                        <p:tgtEl>
                                          <p:spTgt spid="7"/>
                                        </p:tgtEl>
                                      </p:cBhvr>
                                    </p:animEffect>
                                  </p:childTnLst>
                                </p:cTn>
                              </p:par>
                            </p:childTnLst>
                          </p:cTn>
                        </p:par>
                      </p:childTnLst>
                    </p:cTn>
                  </p:par>
                  <p:par>
                    <p:cTn id="33" fill="hold">
                      <p:stCondLst>
                        <p:cond delay="indefinite"/>
                      </p:stCondLst>
                      <p:childTnLst>
                        <p:par>
                          <p:cTn id="34" fill="hold">
                            <p:stCondLst>
                              <p:cond delay="0"/>
                            </p:stCondLst>
                            <p:childTnLst>
                              <p:par>
                                <p:cTn id="35" presetID="22" presetClass="entr" presetSubtype="8" fill="hold" grpId="0" nodeType="clickEffect">
                                  <p:stCondLst>
                                    <p:cond delay="0"/>
                                  </p:stCondLst>
                                  <p:childTnLst>
                                    <p:set>
                                      <p:cBhvr>
                                        <p:cTn id="36" dur="1" fill="hold">
                                          <p:stCondLst>
                                            <p:cond delay="0"/>
                                          </p:stCondLst>
                                        </p:cTn>
                                        <p:tgtEl>
                                          <p:spTgt spid="5"/>
                                        </p:tgtEl>
                                        <p:attrNameLst>
                                          <p:attrName>style.visibility</p:attrName>
                                        </p:attrNameLst>
                                      </p:cBhvr>
                                      <p:to>
                                        <p:strVal val="visible"/>
                                      </p:to>
                                    </p:set>
                                    <p:animEffect transition="in" filter="wipe(left)">
                                      <p:cBhvr>
                                        <p:cTn id="37" dur="1500"/>
                                        <p:tgtEl>
                                          <p:spTgt spid="5"/>
                                        </p:tgtEl>
                                      </p:cBhvr>
                                    </p:animEffect>
                                  </p:childTnLst>
                                </p:cTn>
                              </p:par>
                            </p:childTnLst>
                          </p:cTn>
                        </p:par>
                      </p:childTnLst>
                    </p:cTn>
                  </p:par>
                  <p:par>
                    <p:cTn id="38" fill="hold">
                      <p:stCondLst>
                        <p:cond delay="indefinite"/>
                      </p:stCondLst>
                      <p:childTnLst>
                        <p:par>
                          <p:cTn id="39" fill="hold">
                            <p:stCondLst>
                              <p:cond delay="0"/>
                            </p:stCondLst>
                            <p:childTnLst>
                              <p:par>
                                <p:cTn id="40" presetID="22" presetClass="entr" presetSubtype="8" fill="hold" grpId="0" nodeType="clickEffect">
                                  <p:stCondLst>
                                    <p:cond delay="0"/>
                                  </p:stCondLst>
                                  <p:childTnLst>
                                    <p:set>
                                      <p:cBhvr>
                                        <p:cTn id="41" dur="1" fill="hold">
                                          <p:stCondLst>
                                            <p:cond delay="0"/>
                                          </p:stCondLst>
                                        </p:cTn>
                                        <p:tgtEl>
                                          <p:spTgt spid="6"/>
                                        </p:tgtEl>
                                        <p:attrNameLst>
                                          <p:attrName>style.visibility</p:attrName>
                                        </p:attrNameLst>
                                      </p:cBhvr>
                                      <p:to>
                                        <p:strVal val="visible"/>
                                      </p:to>
                                    </p:set>
                                    <p:animEffect transition="in" filter="wipe(left)">
                                      <p:cBhvr>
                                        <p:cTn id="42" dur="1500"/>
                                        <p:tgtEl>
                                          <p:spTgt spid="6"/>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8" grpId="0"/>
      <p:bldP spid="6" grpId="0"/>
      <p:bldP spid="17" grpId="0"/>
      <p:bldP spid="5" grpId="0"/>
      <p:bldP spid="16" grpId="0"/>
      <p:bldP spid="7" grpId="0"/>
      <p:bldP spid="15" grpId="0"/>
      <p:bldP spid="4" grpId="0"/>
    </p:bldLst>
  </p:timing>
</p:sld>
</file>

<file path=ppt/slides/slide103.xml><?xml version="1.0" encoding="utf-8"?>
<p:sld xmlns:a="http://schemas.openxmlformats.org/drawingml/2006/main" xmlns:r="http://schemas.openxmlformats.org/officeDocument/2006/relationships" xmlns:p="http://schemas.openxmlformats.org/presentationml/2006/main" show="0">
  <p:cSld>
    <p:spTree>
      <p:nvGrpSpPr>
        <p:cNvPr id="1" name="">
          <a:extLst>
            <a:ext uri="{FF2B5EF4-FFF2-40B4-BE49-F238E27FC236}">
              <a16:creationId xmlns:a16="http://schemas.microsoft.com/office/drawing/2014/main" id="{A26B4CC6-6E56-B86A-B5AD-4E6A2C198265}"/>
            </a:ext>
          </a:extLst>
        </p:cNvPr>
        <p:cNvGrpSpPr/>
        <p:nvPr/>
      </p:nvGrpSpPr>
      <p:grpSpPr>
        <a:xfrm>
          <a:off x="0" y="0"/>
          <a:ext cx="0" cy="0"/>
          <a:chOff x="0" y="0"/>
          <a:chExt cx="0" cy="0"/>
        </a:xfrm>
      </p:grpSpPr>
      <p:sp>
        <p:nvSpPr>
          <p:cNvPr id="2" name="Requirement">
            <a:extLst>
              <a:ext uri="{FF2B5EF4-FFF2-40B4-BE49-F238E27FC236}">
                <a16:creationId xmlns:a16="http://schemas.microsoft.com/office/drawing/2014/main" id="{D2B29E7C-45F3-540D-CF4D-E270304FE431}"/>
              </a:ext>
            </a:extLst>
          </p:cNvPr>
          <p:cNvSpPr txBox="1"/>
          <p:nvPr/>
        </p:nvSpPr>
        <p:spPr>
          <a:xfrm>
            <a:off x="341674" y="497506"/>
            <a:ext cx="11508664" cy="400110"/>
          </a:xfrm>
          <a:prstGeom prst="rect">
            <a:avLst/>
          </a:prstGeom>
          <a:noFill/>
        </p:spPr>
        <p:txBody>
          <a:bodyPr wrap="none" rtlCol="0">
            <a:spAutoFit/>
          </a:bodyPr>
          <a:lstStyle/>
          <a:p>
            <a:pPr algn="ctr"/>
            <a:r>
              <a:rPr lang="en-GB" sz="2000" dirty="0"/>
              <a:t>Requirement: select the full name and town of all customers who live in Gourock, alphabetically by surname.</a:t>
            </a:r>
          </a:p>
        </p:txBody>
      </p:sp>
      <p:cxnSp>
        <p:nvCxnSpPr>
          <p:cNvPr id="9" name="Straight Connector 8">
            <a:extLst>
              <a:ext uri="{FF2B5EF4-FFF2-40B4-BE49-F238E27FC236}">
                <a16:creationId xmlns:a16="http://schemas.microsoft.com/office/drawing/2014/main" id="{99F7101C-CF3A-C341-91DD-BB50E622D03A}"/>
              </a:ext>
            </a:extLst>
          </p:cNvPr>
          <p:cNvCxnSpPr>
            <a:cxnSpLocks/>
          </p:cNvCxnSpPr>
          <p:nvPr/>
        </p:nvCxnSpPr>
        <p:spPr>
          <a:xfrm flipH="1">
            <a:off x="6096000" y="1232106"/>
            <a:ext cx="0" cy="5040000"/>
          </a:xfrm>
          <a:prstGeom prst="line">
            <a:avLst/>
          </a:prstGeom>
        </p:spPr>
        <p:style>
          <a:lnRef idx="2">
            <a:schemeClr val="accent1"/>
          </a:lnRef>
          <a:fillRef idx="0">
            <a:schemeClr val="accent1"/>
          </a:fillRef>
          <a:effectRef idx="1">
            <a:schemeClr val="accent1"/>
          </a:effectRef>
          <a:fontRef idx="minor">
            <a:schemeClr val="tx1"/>
          </a:fontRef>
        </p:style>
      </p:cxnSp>
      <p:cxnSp>
        <p:nvCxnSpPr>
          <p:cNvPr id="11" name="Straight Connector 10">
            <a:extLst>
              <a:ext uri="{FF2B5EF4-FFF2-40B4-BE49-F238E27FC236}">
                <a16:creationId xmlns:a16="http://schemas.microsoft.com/office/drawing/2014/main" id="{9ACEC5D8-1CFF-F748-AAD7-ADCD7B332DC8}"/>
              </a:ext>
            </a:extLst>
          </p:cNvPr>
          <p:cNvCxnSpPr>
            <a:cxnSpLocks/>
          </p:cNvCxnSpPr>
          <p:nvPr/>
        </p:nvCxnSpPr>
        <p:spPr>
          <a:xfrm flipH="1">
            <a:off x="904281" y="3758938"/>
            <a:ext cx="10440000" cy="0"/>
          </a:xfrm>
          <a:prstGeom prst="line">
            <a:avLst/>
          </a:prstGeom>
        </p:spPr>
        <p:style>
          <a:lnRef idx="2">
            <a:schemeClr val="accent1"/>
          </a:lnRef>
          <a:fillRef idx="0">
            <a:schemeClr val="accent1"/>
          </a:fillRef>
          <a:effectRef idx="1">
            <a:schemeClr val="accent1"/>
          </a:effectRef>
          <a:fontRef idx="minor">
            <a:schemeClr val="tx1"/>
          </a:fontRef>
        </p:style>
      </p:cxnSp>
      <p:sp>
        <p:nvSpPr>
          <p:cNvPr id="3" name="1">
            <a:extLst>
              <a:ext uri="{FF2B5EF4-FFF2-40B4-BE49-F238E27FC236}">
                <a16:creationId xmlns:a16="http://schemas.microsoft.com/office/drawing/2014/main" id="{D089C6CF-CD40-2FBF-B191-A2E216243790}"/>
              </a:ext>
            </a:extLst>
          </p:cNvPr>
          <p:cNvSpPr txBox="1"/>
          <p:nvPr/>
        </p:nvSpPr>
        <p:spPr>
          <a:xfrm>
            <a:off x="5664290" y="3324753"/>
            <a:ext cx="432000" cy="432000"/>
          </a:xfrm>
          <a:prstGeom prst="rect">
            <a:avLst/>
          </a:prstGeom>
          <a:noFill/>
        </p:spPr>
        <p:txBody>
          <a:bodyPr wrap="none" rtlCol="0">
            <a:spAutoFit/>
          </a:bodyPr>
          <a:lstStyle/>
          <a:p>
            <a:pPr algn="ctr"/>
            <a:r>
              <a:rPr lang="en-GB" sz="2400" b="1" dirty="0">
                <a:solidFill>
                  <a:srgbClr val="FF0000"/>
                </a:solidFill>
              </a:rPr>
              <a:t>1</a:t>
            </a:r>
          </a:p>
        </p:txBody>
      </p:sp>
      <p:sp>
        <p:nvSpPr>
          <p:cNvPr id="8" name="2">
            <a:extLst>
              <a:ext uri="{FF2B5EF4-FFF2-40B4-BE49-F238E27FC236}">
                <a16:creationId xmlns:a16="http://schemas.microsoft.com/office/drawing/2014/main" id="{55500A3A-FE1F-F377-521B-AD405C068CBF}"/>
              </a:ext>
            </a:extLst>
          </p:cNvPr>
          <p:cNvSpPr txBox="1"/>
          <p:nvPr/>
        </p:nvSpPr>
        <p:spPr>
          <a:xfrm>
            <a:off x="6105695" y="3324711"/>
            <a:ext cx="432000" cy="432000"/>
          </a:xfrm>
          <a:prstGeom prst="rect">
            <a:avLst/>
          </a:prstGeom>
          <a:noFill/>
        </p:spPr>
        <p:txBody>
          <a:bodyPr wrap="none" rtlCol="0">
            <a:spAutoFit/>
          </a:bodyPr>
          <a:lstStyle/>
          <a:p>
            <a:pPr algn="ctr"/>
            <a:r>
              <a:rPr lang="en-GB" sz="2400" b="1" dirty="0">
                <a:solidFill>
                  <a:srgbClr val="FF0000"/>
                </a:solidFill>
              </a:rPr>
              <a:t>2</a:t>
            </a:r>
          </a:p>
        </p:txBody>
      </p:sp>
      <p:sp>
        <p:nvSpPr>
          <p:cNvPr id="10" name="3">
            <a:extLst>
              <a:ext uri="{FF2B5EF4-FFF2-40B4-BE49-F238E27FC236}">
                <a16:creationId xmlns:a16="http://schemas.microsoft.com/office/drawing/2014/main" id="{EC8B7B36-F48C-AAD6-55C1-8B1A089DBEDA}"/>
              </a:ext>
            </a:extLst>
          </p:cNvPr>
          <p:cNvSpPr txBox="1"/>
          <p:nvPr/>
        </p:nvSpPr>
        <p:spPr>
          <a:xfrm>
            <a:off x="6104542" y="3770510"/>
            <a:ext cx="432000" cy="432000"/>
          </a:xfrm>
          <a:prstGeom prst="rect">
            <a:avLst/>
          </a:prstGeom>
          <a:noFill/>
        </p:spPr>
        <p:txBody>
          <a:bodyPr wrap="none" rtlCol="0">
            <a:spAutoFit/>
          </a:bodyPr>
          <a:lstStyle/>
          <a:p>
            <a:pPr algn="ctr"/>
            <a:r>
              <a:rPr lang="en-GB" sz="2400" b="1" dirty="0">
                <a:solidFill>
                  <a:srgbClr val="FF0000"/>
                </a:solidFill>
              </a:rPr>
              <a:t>3</a:t>
            </a:r>
          </a:p>
        </p:txBody>
      </p:sp>
      <p:sp>
        <p:nvSpPr>
          <p:cNvPr id="12" name="4">
            <a:extLst>
              <a:ext uri="{FF2B5EF4-FFF2-40B4-BE49-F238E27FC236}">
                <a16:creationId xmlns:a16="http://schemas.microsoft.com/office/drawing/2014/main" id="{2A523A75-C4ED-266C-D111-6E20B72C2E33}"/>
              </a:ext>
            </a:extLst>
          </p:cNvPr>
          <p:cNvSpPr txBox="1"/>
          <p:nvPr/>
        </p:nvSpPr>
        <p:spPr>
          <a:xfrm>
            <a:off x="5663849" y="3769365"/>
            <a:ext cx="432000" cy="432000"/>
          </a:xfrm>
          <a:prstGeom prst="rect">
            <a:avLst/>
          </a:prstGeom>
          <a:noFill/>
        </p:spPr>
        <p:txBody>
          <a:bodyPr wrap="none" rtlCol="0">
            <a:spAutoFit/>
          </a:bodyPr>
          <a:lstStyle/>
          <a:p>
            <a:pPr algn="ctr"/>
            <a:r>
              <a:rPr lang="en-GB" sz="2400" b="1" dirty="0">
                <a:solidFill>
                  <a:srgbClr val="FF0000"/>
                </a:solidFill>
              </a:rPr>
              <a:t>4</a:t>
            </a:r>
          </a:p>
        </p:txBody>
      </p:sp>
      <p:sp>
        <p:nvSpPr>
          <p:cNvPr id="13" name="Oval 12">
            <a:extLst>
              <a:ext uri="{FF2B5EF4-FFF2-40B4-BE49-F238E27FC236}">
                <a16:creationId xmlns:a16="http://schemas.microsoft.com/office/drawing/2014/main" id="{28A6FF22-024A-046F-E816-F58997D0927F}"/>
              </a:ext>
            </a:extLst>
          </p:cNvPr>
          <p:cNvSpPr/>
          <p:nvPr/>
        </p:nvSpPr>
        <p:spPr>
          <a:xfrm>
            <a:off x="5556644" y="3213367"/>
            <a:ext cx="1080000" cy="1080000"/>
          </a:xfrm>
          <a:prstGeom prst="ellipse">
            <a:avLst/>
          </a:prstGeom>
        </p:spPr>
        <p:style>
          <a:lnRef idx="2">
            <a:schemeClr val="accent1"/>
          </a:lnRef>
          <a:fillRef idx="0">
            <a:schemeClr val="accent1"/>
          </a:fillRef>
          <a:effectRef idx="1">
            <a:schemeClr val="accent1"/>
          </a:effectRef>
          <a:fontRef idx="minor">
            <a:schemeClr val="tx1"/>
          </a:fontRef>
        </p:style>
        <p:txBody>
          <a:bodyPr rtlCol="0" anchor="ctr"/>
          <a:lstStyle/>
          <a:p>
            <a:pPr algn="ctr"/>
            <a:endParaRPr lang="en-GB"/>
          </a:p>
        </p:txBody>
      </p:sp>
      <p:sp>
        <p:nvSpPr>
          <p:cNvPr id="18" name="SQL 4">
            <a:extLst>
              <a:ext uri="{FF2B5EF4-FFF2-40B4-BE49-F238E27FC236}">
                <a16:creationId xmlns:a16="http://schemas.microsoft.com/office/drawing/2014/main" id="{40095B0C-7ADC-4EC6-9C0C-452644888F39}"/>
              </a:ext>
            </a:extLst>
          </p:cNvPr>
          <p:cNvSpPr>
            <a:spLocks noChangeArrowheads="1"/>
          </p:cNvSpPr>
          <p:nvPr/>
        </p:nvSpPr>
        <p:spPr bwMode="auto">
          <a:xfrm>
            <a:off x="1105274" y="4957953"/>
            <a:ext cx="4680364" cy="132343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1440" tIns="45720" rIns="91440" bIns="45720" numCol="1" anchor="t" anchorCtr="0" compatLnSpc="1">
            <a:prstTxWarp prst="textNoShape">
              <a:avLst/>
            </a:prstTxWarp>
            <a:spAutoFit/>
          </a:bodyPr>
          <a:lstStyle/>
          <a:p>
            <a:pPr lvl="0" eaLnBrk="0" fontAlgn="base" hangingPunct="0">
              <a:spcBef>
                <a:spcPct val="0"/>
              </a:spcBef>
              <a:spcAft>
                <a:spcPct val="0"/>
              </a:spcAft>
            </a:pPr>
            <a:r>
              <a:rPr kumimoji="0" lang="en-US" altLang="en-US" sz="2000" b="0" i="0" u="none" strike="noStrike" cap="none" normalizeH="0" baseline="0" dirty="0">
                <a:ln>
                  <a:noFill/>
                </a:ln>
                <a:solidFill>
                  <a:srgbClr val="B2B2B2"/>
                </a:solidFill>
                <a:effectLst/>
                <a:latin typeface="Consolas" panose="020B0609020204030204" pitchFamily="49" charset="0"/>
              </a:rPr>
              <a:t>1 </a:t>
            </a:r>
            <a:r>
              <a:rPr kumimoji="0" lang="en-US" altLang="en-US" sz="2000" b="0" i="0" u="none" strike="noStrike" cap="none" normalizeH="0" baseline="0" dirty="0">
                <a:ln>
                  <a:noFill/>
                </a:ln>
                <a:solidFill>
                  <a:srgbClr val="A71D5D"/>
                </a:solidFill>
                <a:effectLst/>
                <a:latin typeface="Consolas" panose="020B0609020204030204" pitchFamily="49" charset="0"/>
              </a:rPr>
              <a:t>SELECT</a:t>
            </a:r>
            <a:r>
              <a:rPr kumimoji="0" lang="en-US" altLang="en-US" sz="2000" b="0" i="0" u="none" strike="noStrike" cap="none" normalizeH="0" baseline="0" dirty="0">
                <a:ln>
                  <a:noFill/>
                </a:ln>
                <a:solidFill>
                  <a:srgbClr val="000000"/>
                </a:solidFill>
                <a:effectLst/>
                <a:latin typeface="Consolas" panose="020B0609020204030204" pitchFamily="49" charset="0"/>
              </a:rPr>
              <a:t> </a:t>
            </a:r>
            <a:r>
              <a:rPr lang="en-US" altLang="en-US" sz="2000" dirty="0">
                <a:solidFill>
                  <a:srgbClr val="000000"/>
                </a:solidFill>
                <a:latin typeface="Consolas" panose="020B0609020204030204" pitchFamily="49" charset="0"/>
              </a:rPr>
              <a:t>surname</a:t>
            </a:r>
            <a:r>
              <a:rPr kumimoji="0" lang="en-US" altLang="en-US" sz="2000" b="0" i="0" u="none" strike="noStrike" cap="none" normalizeH="0" baseline="0" dirty="0">
                <a:ln>
                  <a:noFill/>
                </a:ln>
                <a:solidFill>
                  <a:srgbClr val="000000"/>
                </a:solidFill>
                <a:effectLst/>
                <a:latin typeface="Consolas" panose="020B0609020204030204" pitchFamily="49" charset="0"/>
              </a:rPr>
              <a:t>, </a:t>
            </a:r>
            <a:r>
              <a:rPr lang="en-US" altLang="en-US" sz="2000" dirty="0">
                <a:solidFill>
                  <a:srgbClr val="000000"/>
                </a:solidFill>
                <a:latin typeface="Consolas" panose="020B0609020204030204" pitchFamily="49" charset="0"/>
              </a:rPr>
              <a:t>town</a:t>
            </a:r>
            <a:br>
              <a:rPr kumimoji="0" lang="en-US" altLang="en-US" sz="2000" b="0" i="0" u="none" strike="noStrike" cap="none" normalizeH="0" baseline="0" dirty="0">
                <a:ln>
                  <a:noFill/>
                </a:ln>
                <a:solidFill>
                  <a:srgbClr val="000000"/>
                </a:solidFill>
                <a:effectLst/>
                <a:latin typeface="Consolas" panose="020B0609020204030204" pitchFamily="49" charset="0"/>
              </a:rPr>
            </a:br>
            <a:r>
              <a:rPr kumimoji="0" lang="en-US" altLang="en-US" sz="2000" b="0" i="0" u="none" strike="noStrike" cap="none" normalizeH="0" baseline="0" dirty="0">
                <a:ln>
                  <a:noFill/>
                </a:ln>
                <a:solidFill>
                  <a:srgbClr val="B2B2B2"/>
                </a:solidFill>
                <a:effectLst/>
                <a:latin typeface="Consolas" panose="020B0609020204030204" pitchFamily="49" charset="0"/>
              </a:rPr>
              <a:t>2     </a:t>
            </a:r>
            <a:r>
              <a:rPr kumimoji="0" lang="en-US" altLang="en-US" sz="2000" b="0" i="0" u="none" strike="noStrike" cap="none" normalizeH="0" baseline="0" dirty="0">
                <a:ln>
                  <a:noFill/>
                </a:ln>
                <a:solidFill>
                  <a:srgbClr val="A71D5D"/>
                </a:solidFill>
                <a:effectLst/>
                <a:latin typeface="Consolas" panose="020B0609020204030204" pitchFamily="49" charset="0"/>
              </a:rPr>
              <a:t>FROM</a:t>
            </a:r>
            <a:r>
              <a:rPr kumimoji="0" lang="en-US" altLang="en-US" sz="2000" b="0" i="0" u="none" strike="noStrike" cap="none" normalizeH="0" baseline="0" dirty="0">
                <a:ln>
                  <a:noFill/>
                </a:ln>
                <a:solidFill>
                  <a:srgbClr val="000000"/>
                </a:solidFill>
                <a:effectLst/>
                <a:latin typeface="Consolas" panose="020B0609020204030204" pitchFamily="49" charset="0"/>
              </a:rPr>
              <a:t> </a:t>
            </a:r>
            <a:r>
              <a:rPr lang="en-US" altLang="en-US" sz="2000" dirty="0">
                <a:solidFill>
                  <a:srgbClr val="000000"/>
                </a:solidFill>
                <a:latin typeface="Consolas" panose="020B0609020204030204" pitchFamily="49" charset="0"/>
              </a:rPr>
              <a:t>Customer</a:t>
            </a:r>
            <a:br>
              <a:rPr lang="en-US" altLang="en-US" sz="2000" dirty="0">
                <a:solidFill>
                  <a:srgbClr val="000000"/>
                </a:solidFill>
                <a:latin typeface="Consolas" panose="020B0609020204030204" pitchFamily="49" charset="0"/>
              </a:rPr>
            </a:br>
            <a:r>
              <a:rPr lang="en-US" altLang="en-US" sz="2000" dirty="0">
                <a:solidFill>
                  <a:srgbClr val="B2B2B2"/>
                </a:solidFill>
                <a:latin typeface="Consolas" panose="020B0609020204030204" pitchFamily="49" charset="0"/>
              </a:rPr>
              <a:t>3     </a:t>
            </a:r>
            <a:r>
              <a:rPr lang="en-US" altLang="en-US" sz="2000" dirty="0">
                <a:solidFill>
                  <a:srgbClr val="A71D5D"/>
                </a:solidFill>
                <a:latin typeface="Consolas" panose="020B0609020204030204" pitchFamily="49" charset="0"/>
              </a:rPr>
              <a:t>WHERE </a:t>
            </a:r>
            <a:r>
              <a:rPr lang="en-US" altLang="en-US" sz="2000" dirty="0">
                <a:solidFill>
                  <a:srgbClr val="000000"/>
                </a:solidFill>
                <a:latin typeface="Consolas" panose="020B0609020204030204" pitchFamily="49" charset="0"/>
              </a:rPr>
              <a:t>town = </a:t>
            </a:r>
            <a:r>
              <a:rPr lang="en-US" altLang="en-US" sz="2000" dirty="0">
                <a:solidFill>
                  <a:srgbClr val="183691"/>
                </a:solidFill>
                <a:latin typeface="Consolas" panose="020B0609020204030204" pitchFamily="49" charset="0"/>
              </a:rPr>
              <a:t>"Gourock"</a:t>
            </a:r>
            <a:br>
              <a:rPr lang="en-US" altLang="en-US" sz="2000" dirty="0">
                <a:solidFill>
                  <a:srgbClr val="000000"/>
                </a:solidFill>
                <a:latin typeface="Consolas" panose="020B0609020204030204" pitchFamily="49" charset="0"/>
              </a:rPr>
            </a:br>
            <a:r>
              <a:rPr lang="en-US" altLang="en-US" sz="2000" dirty="0">
                <a:solidFill>
                  <a:srgbClr val="B2B2B2"/>
                </a:solidFill>
                <a:latin typeface="Consolas" panose="020B0609020204030204" pitchFamily="49" charset="0"/>
              </a:rPr>
              <a:t>4     </a:t>
            </a:r>
            <a:r>
              <a:rPr lang="en-US" altLang="en-US" sz="2000" dirty="0">
                <a:solidFill>
                  <a:srgbClr val="A71D5D"/>
                </a:solidFill>
                <a:latin typeface="Consolas" panose="020B0609020204030204" pitchFamily="49" charset="0"/>
              </a:rPr>
              <a:t>ORDER BY</a:t>
            </a:r>
            <a:r>
              <a:rPr lang="en-US" altLang="en-US" sz="2000" dirty="0">
                <a:solidFill>
                  <a:srgbClr val="000000"/>
                </a:solidFill>
                <a:latin typeface="Consolas" panose="020B0609020204030204" pitchFamily="49" charset="0"/>
              </a:rPr>
              <a:t> surname </a:t>
            </a:r>
            <a:r>
              <a:rPr lang="en-US" altLang="en-US" sz="2000" dirty="0">
                <a:solidFill>
                  <a:srgbClr val="A71D5D"/>
                </a:solidFill>
                <a:latin typeface="Consolas" panose="020B0609020204030204" pitchFamily="49" charset="0"/>
              </a:rPr>
              <a:t>ASC</a:t>
            </a:r>
            <a:r>
              <a:rPr lang="en-US" altLang="en-US" sz="2000" dirty="0">
                <a:solidFill>
                  <a:srgbClr val="000000"/>
                </a:solidFill>
                <a:latin typeface="Consolas" panose="020B0609020204030204" pitchFamily="49" charset="0"/>
              </a:rPr>
              <a:t>;</a:t>
            </a:r>
            <a:endParaRPr kumimoji="0" lang="en-US" altLang="en-US" sz="3200" b="0" i="0" u="none" strike="noStrike" cap="none" normalizeH="0" baseline="0" dirty="0">
              <a:ln>
                <a:noFill/>
              </a:ln>
              <a:solidFill>
                <a:schemeClr val="tx1"/>
              </a:solidFill>
              <a:effectLst/>
              <a:latin typeface="Arial" panose="020B0604020202020204" pitchFamily="34" charset="0"/>
            </a:endParaRPr>
          </a:p>
        </p:txBody>
      </p:sp>
      <p:sp>
        <p:nvSpPr>
          <p:cNvPr id="6" name="Result 4">
            <a:extLst>
              <a:ext uri="{FF2B5EF4-FFF2-40B4-BE49-F238E27FC236}">
                <a16:creationId xmlns:a16="http://schemas.microsoft.com/office/drawing/2014/main" id="{F59E996A-1250-C409-9FD8-DA2DDEB6EF22}"/>
              </a:ext>
            </a:extLst>
          </p:cNvPr>
          <p:cNvSpPr>
            <a:spLocks noChangeArrowheads="1"/>
          </p:cNvSpPr>
          <p:nvPr/>
        </p:nvSpPr>
        <p:spPr bwMode="auto">
          <a:xfrm>
            <a:off x="1105274" y="4043553"/>
            <a:ext cx="4680364" cy="70788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1440" tIns="45720" rIns="91440" bIns="45720" numCol="1" anchor="t" anchorCtr="0" compatLnSpc="1">
            <a:prstTxWarp prst="textNoShape">
              <a:avLst/>
            </a:prstTxWarp>
            <a:spAutoFit/>
          </a:bodyPr>
          <a:lstStyle/>
          <a:p>
            <a:pPr marL="0" marR="0" lvl="0" indent="0" algn="l" defTabSz="914400" rtl="0" eaLnBrk="0" fontAlgn="base" latinLnBrk="0" hangingPunct="0">
              <a:lnSpc>
                <a:spcPct val="100000"/>
              </a:lnSpc>
              <a:spcBef>
                <a:spcPct val="0"/>
              </a:spcBef>
              <a:spcAft>
                <a:spcPct val="0"/>
              </a:spcAft>
              <a:buClrTx/>
              <a:buSzTx/>
              <a:buFontTx/>
              <a:buNone/>
              <a:tabLst/>
            </a:pPr>
            <a:r>
              <a:rPr kumimoji="0" lang="en-US" altLang="en-US" sz="2000" b="0" i="0" u="none" strike="noStrike" cap="none" normalizeH="0" baseline="0" dirty="0">
                <a:ln>
                  <a:noFill/>
                </a:ln>
                <a:effectLst/>
                <a:latin typeface="Calibri" panose="020F0502020204030204" pitchFamily="34" charset="0"/>
                <a:cs typeface="Calibri" panose="020F0502020204030204" pitchFamily="34" charset="0"/>
              </a:rPr>
              <a:t>Fit for purpose:  </a:t>
            </a:r>
          </a:p>
          <a:p>
            <a:pPr marL="0" marR="0" lvl="0" indent="0" algn="l" defTabSz="914400" rtl="0" eaLnBrk="0" fontAlgn="base" latinLnBrk="0" hangingPunct="0">
              <a:lnSpc>
                <a:spcPct val="100000"/>
              </a:lnSpc>
              <a:spcBef>
                <a:spcPct val="0"/>
              </a:spcBef>
              <a:spcAft>
                <a:spcPct val="0"/>
              </a:spcAft>
              <a:buClrTx/>
              <a:buSzTx/>
              <a:buFontTx/>
              <a:buNone/>
              <a:tabLst/>
            </a:pPr>
            <a:r>
              <a:rPr lang="en-US" altLang="en-US" sz="2000" dirty="0">
                <a:latin typeface="Calibri" panose="020F0502020204030204" pitchFamily="34" charset="0"/>
                <a:cs typeface="Calibri" panose="020F0502020204030204" pitchFamily="34" charset="0"/>
              </a:rPr>
              <a:t>Accuracy of output:  </a:t>
            </a:r>
          </a:p>
        </p:txBody>
      </p:sp>
      <p:sp>
        <p:nvSpPr>
          <p:cNvPr id="17" name="SQL 3">
            <a:extLst>
              <a:ext uri="{FF2B5EF4-FFF2-40B4-BE49-F238E27FC236}">
                <a16:creationId xmlns:a16="http://schemas.microsoft.com/office/drawing/2014/main" id="{0D71452E-0D77-478C-A19C-ECF33FA17695}"/>
              </a:ext>
            </a:extLst>
          </p:cNvPr>
          <p:cNvSpPr>
            <a:spLocks noChangeArrowheads="1"/>
          </p:cNvSpPr>
          <p:nvPr/>
        </p:nvSpPr>
        <p:spPr bwMode="auto">
          <a:xfrm>
            <a:off x="6712817" y="4961521"/>
            <a:ext cx="4680371" cy="132343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1440" tIns="45720" rIns="91440" bIns="45720" numCol="1" anchor="t" anchorCtr="0" compatLnSpc="1">
            <a:prstTxWarp prst="textNoShape">
              <a:avLst/>
            </a:prstTxWarp>
            <a:spAutoFit/>
          </a:bodyPr>
          <a:lstStyle/>
          <a:p>
            <a:pPr lvl="0" eaLnBrk="0" fontAlgn="base" hangingPunct="0">
              <a:spcBef>
                <a:spcPct val="0"/>
              </a:spcBef>
              <a:spcAft>
                <a:spcPct val="0"/>
              </a:spcAft>
            </a:pPr>
            <a:r>
              <a:rPr kumimoji="0" lang="en-US" altLang="en-US" sz="2000" b="0" i="0" u="none" strike="noStrike" cap="none" normalizeH="0" baseline="0" dirty="0">
                <a:ln>
                  <a:noFill/>
                </a:ln>
                <a:solidFill>
                  <a:srgbClr val="B2B2B2"/>
                </a:solidFill>
                <a:effectLst/>
                <a:latin typeface="Consolas" panose="020B0609020204030204" pitchFamily="49" charset="0"/>
              </a:rPr>
              <a:t>1 </a:t>
            </a:r>
            <a:r>
              <a:rPr kumimoji="0" lang="en-US" altLang="en-US" sz="2000" b="0" i="0" u="none" strike="noStrike" cap="none" normalizeH="0" baseline="0" dirty="0">
                <a:ln>
                  <a:noFill/>
                </a:ln>
                <a:solidFill>
                  <a:srgbClr val="A71D5D"/>
                </a:solidFill>
                <a:effectLst/>
                <a:latin typeface="Consolas" panose="020B0609020204030204" pitchFamily="49" charset="0"/>
              </a:rPr>
              <a:t>SELECT </a:t>
            </a:r>
            <a:r>
              <a:rPr kumimoji="0" lang="en-US" altLang="en-US" sz="2000" b="0" i="0" u="none" strike="noStrike" cap="none" normalizeH="0" baseline="0" dirty="0">
                <a:ln>
                  <a:noFill/>
                </a:ln>
                <a:solidFill>
                  <a:srgbClr val="000000"/>
                </a:solidFill>
                <a:effectLst/>
                <a:latin typeface="Consolas" panose="020B0609020204030204" pitchFamily="49" charset="0"/>
              </a:rPr>
              <a:t>surname, town</a:t>
            </a:r>
            <a:br>
              <a:rPr kumimoji="0" lang="en-US" altLang="en-US" sz="2000" b="0" i="0" u="none" strike="noStrike" cap="none" normalizeH="0" baseline="0" dirty="0">
                <a:ln>
                  <a:noFill/>
                </a:ln>
                <a:solidFill>
                  <a:srgbClr val="000000"/>
                </a:solidFill>
                <a:effectLst/>
                <a:latin typeface="Consolas" panose="020B0609020204030204" pitchFamily="49" charset="0"/>
              </a:rPr>
            </a:br>
            <a:r>
              <a:rPr kumimoji="0" lang="en-US" altLang="en-US" sz="2000" b="0" i="0" u="none" strike="noStrike" cap="none" normalizeH="0" baseline="0" dirty="0">
                <a:ln>
                  <a:noFill/>
                </a:ln>
                <a:solidFill>
                  <a:srgbClr val="B2B2B2"/>
                </a:solidFill>
                <a:effectLst/>
                <a:latin typeface="Consolas" panose="020B0609020204030204" pitchFamily="49" charset="0"/>
              </a:rPr>
              <a:t>2     </a:t>
            </a:r>
            <a:r>
              <a:rPr kumimoji="0" lang="en-US" altLang="en-US" sz="2000" b="0" i="0" u="none" strike="noStrike" cap="none" normalizeH="0" baseline="0" dirty="0">
                <a:ln>
                  <a:noFill/>
                </a:ln>
                <a:solidFill>
                  <a:srgbClr val="A71D5D"/>
                </a:solidFill>
                <a:effectLst/>
                <a:latin typeface="Consolas" panose="020B0609020204030204" pitchFamily="49" charset="0"/>
              </a:rPr>
              <a:t>FROM</a:t>
            </a:r>
            <a:r>
              <a:rPr kumimoji="0" lang="en-US" altLang="en-US" sz="2000" b="0" i="0" u="none" strike="noStrike" cap="none" normalizeH="0" baseline="0" dirty="0">
                <a:ln>
                  <a:noFill/>
                </a:ln>
                <a:solidFill>
                  <a:srgbClr val="000000"/>
                </a:solidFill>
                <a:effectLst/>
                <a:latin typeface="Consolas" panose="020B0609020204030204" pitchFamily="49" charset="0"/>
              </a:rPr>
              <a:t> </a:t>
            </a:r>
            <a:r>
              <a:rPr lang="en-US" altLang="en-US" sz="2000" dirty="0">
                <a:solidFill>
                  <a:srgbClr val="000000"/>
                </a:solidFill>
                <a:latin typeface="Consolas" panose="020B0609020204030204" pitchFamily="49" charset="0"/>
              </a:rPr>
              <a:t>Customer</a:t>
            </a:r>
            <a:br>
              <a:rPr lang="en-US" altLang="en-US" sz="2000" dirty="0">
                <a:solidFill>
                  <a:srgbClr val="000000"/>
                </a:solidFill>
                <a:latin typeface="Consolas" panose="020B0609020204030204" pitchFamily="49" charset="0"/>
              </a:rPr>
            </a:br>
            <a:r>
              <a:rPr lang="en-US" altLang="en-US" sz="2000" dirty="0">
                <a:solidFill>
                  <a:srgbClr val="B2B2B2"/>
                </a:solidFill>
                <a:latin typeface="Consolas" panose="020B0609020204030204" pitchFamily="49" charset="0"/>
              </a:rPr>
              <a:t>3     </a:t>
            </a:r>
            <a:r>
              <a:rPr lang="en-US" altLang="en-US" sz="2000" dirty="0">
                <a:solidFill>
                  <a:srgbClr val="A71D5D"/>
                </a:solidFill>
                <a:latin typeface="Consolas" panose="020B0609020204030204" pitchFamily="49" charset="0"/>
              </a:rPr>
              <a:t>WHERE </a:t>
            </a:r>
            <a:r>
              <a:rPr lang="en-US" altLang="en-US" sz="2000" dirty="0">
                <a:solidFill>
                  <a:srgbClr val="000000"/>
                </a:solidFill>
                <a:latin typeface="Consolas" panose="020B0609020204030204" pitchFamily="49" charset="0"/>
              </a:rPr>
              <a:t>town = </a:t>
            </a:r>
            <a:r>
              <a:rPr lang="en-US" altLang="en-US" sz="2000" dirty="0">
                <a:solidFill>
                  <a:srgbClr val="183691"/>
                </a:solidFill>
                <a:latin typeface="Consolas" panose="020B0609020204030204" pitchFamily="49" charset="0"/>
              </a:rPr>
              <a:t>"Glasgow"</a:t>
            </a:r>
            <a:br>
              <a:rPr kumimoji="0" lang="en-US" altLang="en-US" sz="2000" b="0" i="0" u="none" strike="noStrike" cap="none" normalizeH="0" baseline="0" dirty="0">
                <a:ln>
                  <a:noFill/>
                </a:ln>
                <a:solidFill>
                  <a:srgbClr val="000000"/>
                </a:solidFill>
                <a:effectLst/>
                <a:latin typeface="Consolas" panose="020B0609020204030204" pitchFamily="49" charset="0"/>
              </a:rPr>
            </a:br>
            <a:r>
              <a:rPr kumimoji="0" lang="en-US" altLang="en-US" sz="2000" b="0" i="0" u="none" strike="noStrike" cap="none" normalizeH="0" baseline="0" dirty="0">
                <a:ln>
                  <a:noFill/>
                </a:ln>
                <a:solidFill>
                  <a:srgbClr val="B2B2B2"/>
                </a:solidFill>
                <a:effectLst/>
                <a:latin typeface="Consolas" panose="020B0609020204030204" pitchFamily="49" charset="0"/>
              </a:rPr>
              <a:t>4     </a:t>
            </a:r>
            <a:r>
              <a:rPr kumimoji="0" lang="en-US" altLang="en-US" sz="2000" b="0" i="0" u="none" strike="noStrike" cap="none" normalizeH="0" baseline="0" dirty="0">
                <a:ln>
                  <a:noFill/>
                </a:ln>
                <a:solidFill>
                  <a:srgbClr val="A71D5D"/>
                </a:solidFill>
                <a:effectLst/>
                <a:latin typeface="Consolas" panose="020B0609020204030204" pitchFamily="49" charset="0"/>
              </a:rPr>
              <a:t>ORDER BY</a:t>
            </a:r>
            <a:r>
              <a:rPr kumimoji="0" lang="en-US" altLang="en-US" sz="2000" b="0" i="0" u="none" strike="noStrike" cap="none" normalizeH="0" baseline="0" dirty="0">
                <a:ln>
                  <a:noFill/>
                </a:ln>
                <a:solidFill>
                  <a:srgbClr val="000000"/>
                </a:solidFill>
                <a:effectLst/>
                <a:latin typeface="Consolas" panose="020B0609020204030204" pitchFamily="49" charset="0"/>
              </a:rPr>
              <a:t> </a:t>
            </a:r>
            <a:r>
              <a:rPr lang="en-US" altLang="en-US" sz="2000" dirty="0">
                <a:solidFill>
                  <a:srgbClr val="000000"/>
                </a:solidFill>
                <a:latin typeface="Consolas" panose="020B0609020204030204" pitchFamily="49" charset="0"/>
              </a:rPr>
              <a:t>surname </a:t>
            </a:r>
            <a:r>
              <a:rPr lang="en-US" altLang="en-US" sz="2000" dirty="0">
                <a:solidFill>
                  <a:srgbClr val="A71D5D"/>
                </a:solidFill>
                <a:latin typeface="Consolas" panose="020B0609020204030204" pitchFamily="49" charset="0"/>
              </a:rPr>
              <a:t>ASC</a:t>
            </a:r>
            <a:r>
              <a:rPr lang="en-US" altLang="en-US" sz="2000" dirty="0">
                <a:solidFill>
                  <a:srgbClr val="000000"/>
                </a:solidFill>
                <a:latin typeface="Consolas" panose="020B0609020204030204" pitchFamily="49" charset="0"/>
              </a:rPr>
              <a:t>;</a:t>
            </a:r>
            <a:endParaRPr kumimoji="0" lang="en-US" altLang="en-US" sz="3200" b="0" i="0" u="none" strike="noStrike" cap="none" normalizeH="0" baseline="0" dirty="0">
              <a:ln>
                <a:noFill/>
              </a:ln>
              <a:solidFill>
                <a:schemeClr val="tx1"/>
              </a:solidFill>
              <a:effectLst/>
              <a:latin typeface="Arial" panose="020B0604020202020204" pitchFamily="34" charset="0"/>
            </a:endParaRPr>
          </a:p>
        </p:txBody>
      </p:sp>
      <p:sp>
        <p:nvSpPr>
          <p:cNvPr id="5" name="Result 3">
            <a:extLst>
              <a:ext uri="{FF2B5EF4-FFF2-40B4-BE49-F238E27FC236}">
                <a16:creationId xmlns:a16="http://schemas.microsoft.com/office/drawing/2014/main" id="{ED1DB20E-1101-8E35-71D5-F6608F1564F5}"/>
              </a:ext>
            </a:extLst>
          </p:cNvPr>
          <p:cNvSpPr>
            <a:spLocks noChangeArrowheads="1"/>
          </p:cNvSpPr>
          <p:nvPr/>
        </p:nvSpPr>
        <p:spPr bwMode="auto">
          <a:xfrm>
            <a:off x="6712817" y="4047121"/>
            <a:ext cx="4680371" cy="70788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1440" tIns="45720" rIns="91440" bIns="45720" numCol="1" anchor="t" anchorCtr="0" compatLnSpc="1">
            <a:prstTxWarp prst="textNoShape">
              <a:avLst/>
            </a:prstTxWarp>
            <a:spAutoFit/>
          </a:bodyPr>
          <a:lstStyle/>
          <a:p>
            <a:pPr marL="0" marR="0" lvl="0" indent="0" algn="l" defTabSz="914400" rtl="0" eaLnBrk="0" fontAlgn="base" latinLnBrk="0" hangingPunct="0">
              <a:lnSpc>
                <a:spcPct val="100000"/>
              </a:lnSpc>
              <a:spcBef>
                <a:spcPct val="0"/>
              </a:spcBef>
              <a:spcAft>
                <a:spcPct val="0"/>
              </a:spcAft>
              <a:buClrTx/>
              <a:buSzTx/>
              <a:buFontTx/>
              <a:buNone/>
              <a:tabLst/>
            </a:pPr>
            <a:r>
              <a:rPr kumimoji="0" lang="en-US" altLang="en-US" sz="2000" b="0" i="0" u="none" strike="noStrike" cap="none" normalizeH="0" baseline="0" dirty="0">
                <a:ln>
                  <a:noFill/>
                </a:ln>
                <a:effectLst/>
                <a:latin typeface="Calibri" panose="020F0502020204030204" pitchFamily="34" charset="0"/>
                <a:cs typeface="Calibri" panose="020F0502020204030204" pitchFamily="34" charset="0"/>
              </a:rPr>
              <a:t>Fit for purpose:  </a:t>
            </a:r>
          </a:p>
          <a:p>
            <a:pPr marL="0" marR="0" lvl="0" indent="0" algn="l" defTabSz="914400" rtl="0" eaLnBrk="0" fontAlgn="base" latinLnBrk="0" hangingPunct="0">
              <a:lnSpc>
                <a:spcPct val="100000"/>
              </a:lnSpc>
              <a:spcBef>
                <a:spcPct val="0"/>
              </a:spcBef>
              <a:spcAft>
                <a:spcPct val="0"/>
              </a:spcAft>
              <a:buClrTx/>
              <a:buSzTx/>
              <a:buFontTx/>
              <a:buNone/>
              <a:tabLst/>
            </a:pPr>
            <a:r>
              <a:rPr lang="en-US" altLang="en-US" sz="2000" dirty="0">
                <a:latin typeface="Calibri" panose="020F0502020204030204" pitchFamily="34" charset="0"/>
                <a:cs typeface="Calibri" panose="020F0502020204030204" pitchFamily="34" charset="0"/>
              </a:rPr>
              <a:t>Accuracy of output:  </a:t>
            </a:r>
          </a:p>
        </p:txBody>
      </p:sp>
      <p:sp>
        <p:nvSpPr>
          <p:cNvPr id="16" name="SQL 2">
            <a:extLst>
              <a:ext uri="{FF2B5EF4-FFF2-40B4-BE49-F238E27FC236}">
                <a16:creationId xmlns:a16="http://schemas.microsoft.com/office/drawing/2014/main" id="{ED42CE84-7DCB-4264-AA46-6C90335BA14F}"/>
              </a:ext>
            </a:extLst>
          </p:cNvPr>
          <p:cNvSpPr>
            <a:spLocks noChangeArrowheads="1"/>
          </p:cNvSpPr>
          <p:nvPr/>
        </p:nvSpPr>
        <p:spPr bwMode="auto">
          <a:xfrm>
            <a:off x="6712809" y="2096630"/>
            <a:ext cx="4680379" cy="132343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1440" tIns="45720" rIns="91440" bIns="45720" numCol="1" anchor="t" anchorCtr="0" compatLnSpc="1">
            <a:prstTxWarp prst="textNoShape">
              <a:avLst/>
            </a:prstTxWarp>
            <a:spAutoFit/>
          </a:bodyPr>
          <a:lstStyle/>
          <a:p>
            <a:pPr lvl="0" eaLnBrk="0" fontAlgn="base" hangingPunct="0">
              <a:spcBef>
                <a:spcPct val="0"/>
              </a:spcBef>
              <a:spcAft>
                <a:spcPct val="0"/>
              </a:spcAft>
            </a:pPr>
            <a:r>
              <a:rPr kumimoji="0" lang="en-US" altLang="en-US" sz="2000" b="0" i="0" u="none" strike="noStrike" cap="none" normalizeH="0" baseline="0" dirty="0">
                <a:ln>
                  <a:noFill/>
                </a:ln>
                <a:solidFill>
                  <a:srgbClr val="B2B2B2"/>
                </a:solidFill>
                <a:effectLst/>
                <a:latin typeface="Consolas" panose="020B0609020204030204" pitchFamily="49" charset="0"/>
              </a:rPr>
              <a:t>1 </a:t>
            </a:r>
            <a:r>
              <a:rPr kumimoji="0" lang="en-US" altLang="en-US" sz="2000" b="0" i="0" u="none" strike="noStrike" cap="none" normalizeH="0" baseline="0" dirty="0">
                <a:ln>
                  <a:noFill/>
                </a:ln>
                <a:solidFill>
                  <a:srgbClr val="A71D5D"/>
                </a:solidFill>
                <a:effectLst/>
                <a:latin typeface="Consolas" panose="020B0609020204030204" pitchFamily="49" charset="0"/>
              </a:rPr>
              <a:t>SELECT </a:t>
            </a:r>
            <a:r>
              <a:rPr lang="en-US" altLang="en-US" sz="2000" dirty="0">
                <a:solidFill>
                  <a:srgbClr val="000000"/>
                </a:solidFill>
                <a:latin typeface="Consolas" panose="020B0609020204030204" pitchFamily="49" charset="0"/>
              </a:rPr>
              <a:t>forename</a:t>
            </a:r>
            <a:r>
              <a:rPr kumimoji="0" lang="en-US" altLang="en-US" sz="2000" b="0" i="0" u="none" strike="noStrike" cap="none" normalizeH="0" baseline="0" dirty="0">
                <a:ln>
                  <a:noFill/>
                </a:ln>
                <a:solidFill>
                  <a:srgbClr val="000000"/>
                </a:solidFill>
                <a:effectLst/>
                <a:latin typeface="Consolas" panose="020B0609020204030204" pitchFamily="49" charset="0"/>
              </a:rPr>
              <a:t>, </a:t>
            </a:r>
            <a:r>
              <a:rPr lang="en-US" altLang="en-US" sz="2000" dirty="0">
                <a:solidFill>
                  <a:srgbClr val="000000"/>
                </a:solidFill>
                <a:latin typeface="Consolas" panose="020B0609020204030204" pitchFamily="49" charset="0"/>
              </a:rPr>
              <a:t>surname</a:t>
            </a:r>
            <a:r>
              <a:rPr kumimoji="0" lang="en-US" altLang="en-US" sz="2000" b="0" i="0" u="none" strike="noStrike" cap="none" normalizeH="0" baseline="0" dirty="0">
                <a:ln>
                  <a:noFill/>
                </a:ln>
                <a:solidFill>
                  <a:srgbClr val="000000"/>
                </a:solidFill>
                <a:effectLst/>
                <a:latin typeface="Consolas" panose="020B0609020204030204" pitchFamily="49" charset="0"/>
              </a:rPr>
              <a:t>, town</a:t>
            </a:r>
            <a:br>
              <a:rPr kumimoji="0" lang="en-US" altLang="en-US" sz="2000" b="0" i="0" u="none" strike="noStrike" cap="none" normalizeH="0" baseline="0" dirty="0">
                <a:ln>
                  <a:noFill/>
                </a:ln>
                <a:solidFill>
                  <a:srgbClr val="000000"/>
                </a:solidFill>
                <a:effectLst/>
                <a:latin typeface="Consolas" panose="020B0609020204030204" pitchFamily="49" charset="0"/>
              </a:rPr>
            </a:br>
            <a:r>
              <a:rPr kumimoji="0" lang="en-US" altLang="en-US" sz="2000" b="0" i="0" u="none" strike="noStrike" cap="none" normalizeH="0" baseline="0" dirty="0">
                <a:ln>
                  <a:noFill/>
                </a:ln>
                <a:solidFill>
                  <a:srgbClr val="B2B2B2"/>
                </a:solidFill>
                <a:effectLst/>
                <a:latin typeface="Consolas" panose="020B0609020204030204" pitchFamily="49" charset="0"/>
              </a:rPr>
              <a:t>2     </a:t>
            </a:r>
            <a:r>
              <a:rPr kumimoji="0" lang="en-US" altLang="en-US" sz="2000" b="0" i="0" u="none" strike="noStrike" cap="none" normalizeH="0" baseline="0" dirty="0">
                <a:ln>
                  <a:noFill/>
                </a:ln>
                <a:solidFill>
                  <a:srgbClr val="A71D5D"/>
                </a:solidFill>
                <a:effectLst/>
                <a:latin typeface="Consolas" panose="020B0609020204030204" pitchFamily="49" charset="0"/>
              </a:rPr>
              <a:t>FROM</a:t>
            </a:r>
            <a:r>
              <a:rPr kumimoji="0" lang="en-US" altLang="en-US" sz="2000" b="0" i="0" u="none" strike="noStrike" cap="none" normalizeH="0" baseline="0" dirty="0">
                <a:ln>
                  <a:noFill/>
                </a:ln>
                <a:solidFill>
                  <a:srgbClr val="000000"/>
                </a:solidFill>
                <a:effectLst/>
                <a:latin typeface="Consolas" panose="020B0609020204030204" pitchFamily="49" charset="0"/>
              </a:rPr>
              <a:t> </a:t>
            </a:r>
            <a:r>
              <a:rPr lang="en-US" altLang="en-US" sz="2000" dirty="0">
                <a:solidFill>
                  <a:srgbClr val="000000"/>
                </a:solidFill>
                <a:latin typeface="Consolas" panose="020B0609020204030204" pitchFamily="49" charset="0"/>
              </a:rPr>
              <a:t>Customer</a:t>
            </a:r>
            <a:br>
              <a:rPr lang="en-US" altLang="en-US" sz="2000" dirty="0">
                <a:solidFill>
                  <a:srgbClr val="000000"/>
                </a:solidFill>
                <a:latin typeface="Consolas" panose="020B0609020204030204" pitchFamily="49" charset="0"/>
              </a:rPr>
            </a:br>
            <a:r>
              <a:rPr lang="en-US" altLang="en-US" sz="2000" dirty="0">
                <a:solidFill>
                  <a:srgbClr val="B2B2B2"/>
                </a:solidFill>
                <a:latin typeface="Consolas" panose="020B0609020204030204" pitchFamily="49" charset="0"/>
              </a:rPr>
              <a:t>3     </a:t>
            </a:r>
            <a:r>
              <a:rPr lang="en-US" altLang="en-US" sz="2000" dirty="0">
                <a:solidFill>
                  <a:srgbClr val="A71D5D"/>
                </a:solidFill>
                <a:latin typeface="Consolas" panose="020B0609020204030204" pitchFamily="49" charset="0"/>
              </a:rPr>
              <a:t>WHERE </a:t>
            </a:r>
            <a:r>
              <a:rPr lang="en-US" altLang="en-US" sz="2000" dirty="0">
                <a:solidFill>
                  <a:srgbClr val="000000"/>
                </a:solidFill>
                <a:latin typeface="Consolas" panose="020B0609020204030204" pitchFamily="49" charset="0"/>
              </a:rPr>
              <a:t>town = </a:t>
            </a:r>
            <a:r>
              <a:rPr lang="en-US" altLang="en-US" sz="2000" dirty="0">
                <a:solidFill>
                  <a:srgbClr val="183691"/>
                </a:solidFill>
                <a:latin typeface="Consolas" panose="020B0609020204030204" pitchFamily="49" charset="0"/>
              </a:rPr>
              <a:t>"Gourock"</a:t>
            </a:r>
            <a:br>
              <a:rPr kumimoji="0" lang="en-US" altLang="en-US" sz="2000" b="0" i="0" u="none" strike="noStrike" cap="none" normalizeH="0" baseline="0" dirty="0">
                <a:ln>
                  <a:noFill/>
                </a:ln>
                <a:solidFill>
                  <a:srgbClr val="000000"/>
                </a:solidFill>
                <a:effectLst/>
                <a:latin typeface="Consolas" panose="020B0609020204030204" pitchFamily="49" charset="0"/>
              </a:rPr>
            </a:br>
            <a:r>
              <a:rPr kumimoji="0" lang="en-US" altLang="en-US" sz="2000" b="0" i="0" u="none" strike="noStrike" cap="none" normalizeH="0" baseline="0" dirty="0">
                <a:ln>
                  <a:noFill/>
                </a:ln>
                <a:solidFill>
                  <a:srgbClr val="B2B2B2"/>
                </a:solidFill>
                <a:effectLst/>
                <a:latin typeface="Consolas" panose="020B0609020204030204" pitchFamily="49" charset="0"/>
              </a:rPr>
              <a:t>4     </a:t>
            </a:r>
            <a:r>
              <a:rPr kumimoji="0" lang="en-US" altLang="en-US" sz="2000" b="0" i="0" u="none" strike="noStrike" cap="none" normalizeH="0" baseline="0" dirty="0">
                <a:ln>
                  <a:noFill/>
                </a:ln>
                <a:solidFill>
                  <a:srgbClr val="A71D5D"/>
                </a:solidFill>
                <a:effectLst/>
                <a:latin typeface="Consolas" panose="020B0609020204030204" pitchFamily="49" charset="0"/>
              </a:rPr>
              <a:t>ORDER BY</a:t>
            </a:r>
            <a:r>
              <a:rPr kumimoji="0" lang="en-US" altLang="en-US" sz="2000" b="0" i="0" u="none" strike="noStrike" cap="none" normalizeH="0" baseline="0" dirty="0">
                <a:ln>
                  <a:noFill/>
                </a:ln>
                <a:solidFill>
                  <a:srgbClr val="000000"/>
                </a:solidFill>
                <a:effectLst/>
                <a:latin typeface="Consolas" panose="020B0609020204030204" pitchFamily="49" charset="0"/>
              </a:rPr>
              <a:t> </a:t>
            </a:r>
            <a:r>
              <a:rPr lang="en-US" altLang="en-US" sz="2000" dirty="0">
                <a:solidFill>
                  <a:srgbClr val="000000"/>
                </a:solidFill>
                <a:latin typeface="Consolas" panose="020B0609020204030204" pitchFamily="49" charset="0"/>
              </a:rPr>
              <a:t>surname </a:t>
            </a:r>
            <a:r>
              <a:rPr lang="en-US" altLang="en-US" sz="2000" dirty="0">
                <a:solidFill>
                  <a:srgbClr val="A71D5D"/>
                </a:solidFill>
                <a:latin typeface="Consolas" panose="020B0609020204030204" pitchFamily="49" charset="0"/>
              </a:rPr>
              <a:t>DESC</a:t>
            </a:r>
            <a:r>
              <a:rPr lang="en-US" altLang="en-US" sz="2000" dirty="0">
                <a:solidFill>
                  <a:srgbClr val="000000"/>
                </a:solidFill>
                <a:latin typeface="Consolas" panose="020B0609020204030204" pitchFamily="49" charset="0"/>
              </a:rPr>
              <a:t>;</a:t>
            </a:r>
            <a:endParaRPr kumimoji="0" lang="en-US" altLang="en-US" sz="3200" b="0" i="0" u="none" strike="noStrike" cap="none" normalizeH="0" baseline="0" dirty="0">
              <a:ln>
                <a:noFill/>
              </a:ln>
              <a:solidFill>
                <a:schemeClr val="tx1"/>
              </a:solidFill>
              <a:effectLst/>
              <a:latin typeface="Arial" panose="020B0604020202020204" pitchFamily="34" charset="0"/>
            </a:endParaRPr>
          </a:p>
        </p:txBody>
      </p:sp>
      <p:sp>
        <p:nvSpPr>
          <p:cNvPr id="7" name="Result 2">
            <a:extLst>
              <a:ext uri="{FF2B5EF4-FFF2-40B4-BE49-F238E27FC236}">
                <a16:creationId xmlns:a16="http://schemas.microsoft.com/office/drawing/2014/main" id="{94109815-3832-2453-0AC6-5359CBADAAE9}"/>
              </a:ext>
            </a:extLst>
          </p:cNvPr>
          <p:cNvSpPr>
            <a:spLocks noChangeArrowheads="1"/>
          </p:cNvSpPr>
          <p:nvPr/>
        </p:nvSpPr>
        <p:spPr bwMode="auto">
          <a:xfrm>
            <a:off x="6712809" y="1182230"/>
            <a:ext cx="4680379" cy="70788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1440" tIns="45720" rIns="91440" bIns="45720" numCol="1" anchor="t" anchorCtr="0" compatLnSpc="1">
            <a:prstTxWarp prst="textNoShape">
              <a:avLst/>
            </a:prstTxWarp>
            <a:spAutoFit/>
          </a:bodyPr>
          <a:lstStyle/>
          <a:p>
            <a:pPr marL="0" marR="0" lvl="0" indent="0" algn="l" defTabSz="914400" rtl="0" eaLnBrk="0" fontAlgn="base" latinLnBrk="0" hangingPunct="0">
              <a:lnSpc>
                <a:spcPct val="100000"/>
              </a:lnSpc>
              <a:spcBef>
                <a:spcPct val="0"/>
              </a:spcBef>
              <a:spcAft>
                <a:spcPct val="0"/>
              </a:spcAft>
              <a:buClrTx/>
              <a:buSzTx/>
              <a:buFontTx/>
              <a:buNone/>
              <a:tabLst/>
            </a:pPr>
            <a:r>
              <a:rPr kumimoji="0" lang="en-US" altLang="en-US" sz="2000" b="0" i="0" u="none" strike="noStrike" cap="none" normalizeH="0" baseline="0" dirty="0">
                <a:ln>
                  <a:noFill/>
                </a:ln>
                <a:effectLst/>
                <a:latin typeface="Calibri" panose="020F0502020204030204" pitchFamily="34" charset="0"/>
                <a:cs typeface="Calibri" panose="020F0502020204030204" pitchFamily="34" charset="0"/>
              </a:rPr>
              <a:t>Fit for purpose:  </a:t>
            </a:r>
          </a:p>
          <a:p>
            <a:pPr marL="0" marR="0" lvl="0" indent="0" algn="l" defTabSz="914400" rtl="0" eaLnBrk="0" fontAlgn="base" latinLnBrk="0" hangingPunct="0">
              <a:lnSpc>
                <a:spcPct val="100000"/>
              </a:lnSpc>
              <a:spcBef>
                <a:spcPct val="0"/>
              </a:spcBef>
              <a:spcAft>
                <a:spcPct val="0"/>
              </a:spcAft>
              <a:buClrTx/>
              <a:buSzTx/>
              <a:buFontTx/>
              <a:buNone/>
              <a:tabLst/>
            </a:pPr>
            <a:r>
              <a:rPr lang="en-US" altLang="en-US" sz="2000" dirty="0">
                <a:latin typeface="Calibri" panose="020F0502020204030204" pitchFamily="34" charset="0"/>
                <a:cs typeface="Calibri" panose="020F0502020204030204" pitchFamily="34" charset="0"/>
              </a:rPr>
              <a:t>Accuracy of output:  </a:t>
            </a:r>
          </a:p>
        </p:txBody>
      </p:sp>
      <p:sp>
        <p:nvSpPr>
          <p:cNvPr id="15" name="SQL 1">
            <a:extLst>
              <a:ext uri="{FF2B5EF4-FFF2-40B4-BE49-F238E27FC236}">
                <a16:creationId xmlns:a16="http://schemas.microsoft.com/office/drawing/2014/main" id="{A0C9E759-9E8E-4752-B040-B3FBC911D267}"/>
              </a:ext>
            </a:extLst>
          </p:cNvPr>
          <p:cNvSpPr>
            <a:spLocks noChangeArrowheads="1"/>
          </p:cNvSpPr>
          <p:nvPr/>
        </p:nvSpPr>
        <p:spPr bwMode="auto">
          <a:xfrm>
            <a:off x="1105740" y="2099120"/>
            <a:ext cx="4680381" cy="132343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1440" tIns="45720" rIns="91440" bIns="45720" numCol="1" anchor="t" anchorCtr="0" compatLnSpc="1">
            <a:prstTxWarp prst="textNoShape">
              <a:avLst/>
            </a:prstTxWarp>
            <a:spAutoFit/>
          </a:bodyPr>
          <a:lstStyle/>
          <a:p>
            <a:pPr lvl="0" eaLnBrk="0" fontAlgn="base" hangingPunct="0">
              <a:spcBef>
                <a:spcPct val="0"/>
              </a:spcBef>
              <a:spcAft>
                <a:spcPct val="0"/>
              </a:spcAft>
            </a:pPr>
            <a:r>
              <a:rPr kumimoji="0" lang="en-US" altLang="en-US" sz="2000" b="0" i="0" u="none" strike="noStrike" cap="none" normalizeH="0" baseline="0" dirty="0">
                <a:ln>
                  <a:noFill/>
                </a:ln>
                <a:solidFill>
                  <a:srgbClr val="B2B2B2"/>
                </a:solidFill>
                <a:effectLst/>
                <a:latin typeface="Consolas" panose="020B0609020204030204" pitchFamily="49" charset="0"/>
              </a:rPr>
              <a:t>1 </a:t>
            </a:r>
            <a:r>
              <a:rPr kumimoji="0" lang="en-US" altLang="en-US" sz="2000" b="0" i="0" u="none" strike="noStrike" cap="none" normalizeH="0" baseline="0" dirty="0">
                <a:ln>
                  <a:noFill/>
                </a:ln>
                <a:solidFill>
                  <a:srgbClr val="A71D5D"/>
                </a:solidFill>
                <a:effectLst/>
                <a:latin typeface="Consolas" panose="020B0609020204030204" pitchFamily="49" charset="0"/>
              </a:rPr>
              <a:t>SELECT </a:t>
            </a:r>
            <a:r>
              <a:rPr lang="en-US" altLang="en-US" sz="2000" dirty="0">
                <a:solidFill>
                  <a:srgbClr val="000000"/>
                </a:solidFill>
                <a:latin typeface="Consolas" panose="020B0609020204030204" pitchFamily="49" charset="0"/>
              </a:rPr>
              <a:t>forename</a:t>
            </a:r>
            <a:r>
              <a:rPr kumimoji="0" lang="en-US" altLang="en-US" sz="2000" b="0" i="0" u="none" strike="noStrike" cap="none" normalizeH="0" baseline="0" dirty="0">
                <a:ln>
                  <a:noFill/>
                </a:ln>
                <a:solidFill>
                  <a:srgbClr val="000000"/>
                </a:solidFill>
                <a:effectLst/>
                <a:latin typeface="Consolas" panose="020B0609020204030204" pitchFamily="49" charset="0"/>
              </a:rPr>
              <a:t>, </a:t>
            </a:r>
            <a:r>
              <a:rPr lang="en-US" altLang="en-US" sz="2000" dirty="0">
                <a:solidFill>
                  <a:srgbClr val="000000"/>
                </a:solidFill>
                <a:latin typeface="Consolas" panose="020B0609020204030204" pitchFamily="49" charset="0"/>
              </a:rPr>
              <a:t>surname</a:t>
            </a:r>
            <a:r>
              <a:rPr kumimoji="0" lang="en-US" altLang="en-US" sz="2000" b="0" i="0" u="none" strike="noStrike" cap="none" normalizeH="0" baseline="0" dirty="0">
                <a:ln>
                  <a:noFill/>
                </a:ln>
                <a:solidFill>
                  <a:srgbClr val="000000"/>
                </a:solidFill>
                <a:effectLst/>
                <a:latin typeface="Consolas" panose="020B0609020204030204" pitchFamily="49" charset="0"/>
              </a:rPr>
              <a:t>, town</a:t>
            </a:r>
            <a:br>
              <a:rPr kumimoji="0" lang="en-US" altLang="en-US" sz="2000" b="0" i="0" u="none" strike="noStrike" cap="none" normalizeH="0" baseline="0" dirty="0">
                <a:ln>
                  <a:noFill/>
                </a:ln>
                <a:solidFill>
                  <a:srgbClr val="000000"/>
                </a:solidFill>
                <a:effectLst/>
                <a:latin typeface="Consolas" panose="020B0609020204030204" pitchFamily="49" charset="0"/>
              </a:rPr>
            </a:br>
            <a:r>
              <a:rPr kumimoji="0" lang="en-US" altLang="en-US" sz="2000" b="0" i="0" u="none" strike="noStrike" cap="none" normalizeH="0" baseline="0" dirty="0">
                <a:ln>
                  <a:noFill/>
                </a:ln>
                <a:solidFill>
                  <a:srgbClr val="B2B2B2"/>
                </a:solidFill>
                <a:effectLst/>
                <a:latin typeface="Consolas" panose="020B0609020204030204" pitchFamily="49" charset="0"/>
              </a:rPr>
              <a:t>2     </a:t>
            </a:r>
            <a:r>
              <a:rPr kumimoji="0" lang="en-US" altLang="en-US" sz="2000" b="0" i="0" u="none" strike="noStrike" cap="none" normalizeH="0" baseline="0" dirty="0">
                <a:ln>
                  <a:noFill/>
                </a:ln>
                <a:solidFill>
                  <a:srgbClr val="A71D5D"/>
                </a:solidFill>
                <a:effectLst/>
                <a:latin typeface="Consolas" panose="020B0609020204030204" pitchFamily="49" charset="0"/>
              </a:rPr>
              <a:t>FROM</a:t>
            </a:r>
            <a:r>
              <a:rPr kumimoji="0" lang="en-US" altLang="en-US" sz="2000" b="0" i="0" u="none" strike="noStrike" cap="none" normalizeH="0" baseline="0" dirty="0">
                <a:ln>
                  <a:noFill/>
                </a:ln>
                <a:solidFill>
                  <a:srgbClr val="000000"/>
                </a:solidFill>
                <a:effectLst/>
                <a:latin typeface="Consolas" panose="020B0609020204030204" pitchFamily="49" charset="0"/>
              </a:rPr>
              <a:t> </a:t>
            </a:r>
            <a:r>
              <a:rPr lang="en-US" altLang="en-US" sz="2000" dirty="0">
                <a:solidFill>
                  <a:srgbClr val="000000"/>
                </a:solidFill>
                <a:latin typeface="Consolas" panose="020B0609020204030204" pitchFamily="49" charset="0"/>
              </a:rPr>
              <a:t>C</a:t>
            </a:r>
            <a:r>
              <a:rPr kumimoji="0" lang="en-US" altLang="en-US" sz="2000" b="0" i="0" u="none" strike="noStrike" cap="none" normalizeH="0" baseline="0" dirty="0">
                <a:ln>
                  <a:noFill/>
                </a:ln>
                <a:solidFill>
                  <a:srgbClr val="000000"/>
                </a:solidFill>
                <a:effectLst/>
                <a:latin typeface="Consolas" panose="020B0609020204030204" pitchFamily="49" charset="0"/>
              </a:rPr>
              <a:t>ustomer</a:t>
            </a:r>
            <a:br>
              <a:rPr kumimoji="0" lang="en-US" altLang="en-US" sz="2000" b="0" i="0" u="none" strike="noStrike" cap="none" normalizeH="0" baseline="0" dirty="0">
                <a:ln>
                  <a:noFill/>
                </a:ln>
                <a:solidFill>
                  <a:srgbClr val="000000"/>
                </a:solidFill>
                <a:effectLst/>
                <a:latin typeface="Consolas" panose="020B0609020204030204" pitchFamily="49" charset="0"/>
              </a:rPr>
            </a:br>
            <a:r>
              <a:rPr kumimoji="0" lang="en-US" altLang="en-US" sz="2000" b="0" i="0" u="none" strike="noStrike" cap="none" normalizeH="0" baseline="0" dirty="0">
                <a:ln>
                  <a:noFill/>
                </a:ln>
                <a:solidFill>
                  <a:srgbClr val="B2B2B2"/>
                </a:solidFill>
                <a:effectLst/>
                <a:latin typeface="Consolas" panose="020B0609020204030204" pitchFamily="49" charset="0"/>
              </a:rPr>
              <a:t>3     </a:t>
            </a:r>
            <a:r>
              <a:rPr kumimoji="0" lang="en-US" altLang="en-US" sz="2000" b="0" i="0" u="none" strike="noStrike" cap="none" normalizeH="0" baseline="0" dirty="0">
                <a:ln>
                  <a:noFill/>
                </a:ln>
                <a:solidFill>
                  <a:srgbClr val="A71D5D"/>
                </a:solidFill>
                <a:effectLst/>
                <a:latin typeface="Consolas" panose="020B0609020204030204" pitchFamily="49" charset="0"/>
              </a:rPr>
              <a:t>WHERE </a:t>
            </a:r>
            <a:r>
              <a:rPr lang="en-US" altLang="en-US" sz="2000" dirty="0">
                <a:solidFill>
                  <a:srgbClr val="000000"/>
                </a:solidFill>
                <a:latin typeface="Consolas" panose="020B0609020204030204" pitchFamily="49" charset="0"/>
              </a:rPr>
              <a:t>town </a:t>
            </a:r>
            <a:r>
              <a:rPr kumimoji="0" lang="en-US" altLang="en-US" sz="2000" b="0" i="0" u="none" strike="noStrike" cap="none" normalizeH="0" baseline="0" dirty="0">
                <a:ln>
                  <a:noFill/>
                </a:ln>
                <a:solidFill>
                  <a:srgbClr val="000000"/>
                </a:solidFill>
                <a:effectLst/>
                <a:latin typeface="Consolas" panose="020B0609020204030204" pitchFamily="49" charset="0"/>
              </a:rPr>
              <a:t>= </a:t>
            </a:r>
            <a:r>
              <a:rPr kumimoji="0" lang="en-US" altLang="en-US" sz="2000" b="0" i="0" u="none" strike="noStrike" cap="none" normalizeH="0" baseline="0" dirty="0">
                <a:ln>
                  <a:noFill/>
                </a:ln>
                <a:solidFill>
                  <a:srgbClr val="183691"/>
                </a:solidFill>
                <a:effectLst/>
                <a:latin typeface="Consolas" panose="020B0609020204030204" pitchFamily="49" charset="0"/>
              </a:rPr>
              <a:t>"</a:t>
            </a:r>
            <a:r>
              <a:rPr lang="en-US" altLang="en-US" sz="2000" dirty="0">
                <a:solidFill>
                  <a:srgbClr val="183691"/>
                </a:solidFill>
                <a:latin typeface="Consolas" panose="020B0609020204030204" pitchFamily="49" charset="0"/>
              </a:rPr>
              <a:t>Gourock</a:t>
            </a:r>
            <a:r>
              <a:rPr kumimoji="0" lang="en-US" altLang="en-US" sz="2000" b="0" i="0" u="none" strike="noStrike" cap="none" normalizeH="0" baseline="0" dirty="0">
                <a:ln>
                  <a:noFill/>
                </a:ln>
                <a:solidFill>
                  <a:srgbClr val="183691"/>
                </a:solidFill>
                <a:effectLst/>
                <a:latin typeface="Consolas" panose="020B0609020204030204" pitchFamily="49" charset="0"/>
              </a:rPr>
              <a:t>"</a:t>
            </a:r>
            <a:br>
              <a:rPr kumimoji="0" lang="en-US" altLang="en-US" sz="2000" b="0" i="0" u="none" strike="noStrike" cap="none" normalizeH="0" baseline="0" dirty="0">
                <a:ln>
                  <a:noFill/>
                </a:ln>
                <a:solidFill>
                  <a:srgbClr val="000000"/>
                </a:solidFill>
                <a:effectLst/>
                <a:latin typeface="Consolas" panose="020B0609020204030204" pitchFamily="49" charset="0"/>
              </a:rPr>
            </a:br>
            <a:r>
              <a:rPr kumimoji="0" lang="en-US" altLang="en-US" sz="2000" b="0" i="0" u="none" strike="noStrike" cap="none" normalizeH="0" baseline="0" dirty="0">
                <a:ln>
                  <a:noFill/>
                </a:ln>
                <a:solidFill>
                  <a:srgbClr val="B2B2B2"/>
                </a:solidFill>
                <a:effectLst/>
                <a:latin typeface="Consolas" panose="020B0609020204030204" pitchFamily="49" charset="0"/>
              </a:rPr>
              <a:t>4     </a:t>
            </a:r>
            <a:r>
              <a:rPr kumimoji="0" lang="en-US" altLang="en-US" sz="2000" b="0" i="0" u="none" strike="noStrike" cap="none" normalizeH="0" baseline="0" dirty="0">
                <a:ln>
                  <a:noFill/>
                </a:ln>
                <a:solidFill>
                  <a:srgbClr val="A71D5D"/>
                </a:solidFill>
                <a:effectLst/>
                <a:latin typeface="Consolas" panose="020B0609020204030204" pitchFamily="49" charset="0"/>
              </a:rPr>
              <a:t>ORDER BY</a:t>
            </a:r>
            <a:r>
              <a:rPr kumimoji="0" lang="en-US" altLang="en-US" sz="2000" b="0" i="0" u="none" strike="noStrike" cap="none" normalizeH="0" baseline="0" dirty="0">
                <a:ln>
                  <a:noFill/>
                </a:ln>
                <a:solidFill>
                  <a:srgbClr val="000000"/>
                </a:solidFill>
                <a:effectLst/>
                <a:latin typeface="Consolas" panose="020B0609020204030204" pitchFamily="49" charset="0"/>
              </a:rPr>
              <a:t> </a:t>
            </a:r>
            <a:r>
              <a:rPr lang="en-US" altLang="en-US" sz="2000" dirty="0">
                <a:solidFill>
                  <a:srgbClr val="000000"/>
                </a:solidFill>
                <a:latin typeface="Consolas" panose="020B0609020204030204" pitchFamily="49" charset="0"/>
              </a:rPr>
              <a:t>surname</a:t>
            </a:r>
            <a:r>
              <a:rPr kumimoji="0" lang="en-US" altLang="en-US" sz="2000" b="0" i="0" u="none" strike="noStrike" cap="none" normalizeH="0" baseline="0" dirty="0">
                <a:ln>
                  <a:noFill/>
                </a:ln>
                <a:solidFill>
                  <a:srgbClr val="000000"/>
                </a:solidFill>
                <a:effectLst/>
                <a:latin typeface="Consolas" panose="020B0609020204030204" pitchFamily="49" charset="0"/>
              </a:rPr>
              <a:t> </a:t>
            </a:r>
            <a:r>
              <a:rPr lang="en-US" altLang="en-US" sz="2000" dirty="0">
                <a:solidFill>
                  <a:srgbClr val="A71D5D"/>
                </a:solidFill>
                <a:latin typeface="Consolas" panose="020B0609020204030204" pitchFamily="49" charset="0"/>
              </a:rPr>
              <a:t>A</a:t>
            </a:r>
            <a:r>
              <a:rPr kumimoji="0" lang="en-US" altLang="en-US" sz="2000" b="0" i="0" u="none" strike="noStrike" cap="none" normalizeH="0" baseline="0" dirty="0">
                <a:ln>
                  <a:noFill/>
                </a:ln>
                <a:solidFill>
                  <a:srgbClr val="A71D5D"/>
                </a:solidFill>
                <a:effectLst/>
                <a:latin typeface="Consolas" panose="020B0609020204030204" pitchFamily="49" charset="0"/>
              </a:rPr>
              <a:t>SC</a:t>
            </a:r>
            <a:r>
              <a:rPr kumimoji="0" lang="en-US" altLang="en-US" sz="2000" b="0" i="0" u="none" strike="noStrike" cap="none" normalizeH="0" baseline="0" dirty="0">
                <a:ln>
                  <a:noFill/>
                </a:ln>
                <a:solidFill>
                  <a:srgbClr val="000000"/>
                </a:solidFill>
                <a:effectLst/>
                <a:latin typeface="Consolas" panose="020B0609020204030204" pitchFamily="49" charset="0"/>
              </a:rPr>
              <a:t>;</a:t>
            </a:r>
            <a:endParaRPr kumimoji="0" lang="en-US" altLang="en-US" sz="3200" b="0" i="0" u="none" strike="noStrike" cap="none" normalizeH="0" baseline="0" dirty="0">
              <a:ln>
                <a:noFill/>
              </a:ln>
              <a:solidFill>
                <a:schemeClr val="tx1"/>
              </a:solidFill>
              <a:effectLst/>
              <a:latin typeface="Arial" panose="020B0604020202020204" pitchFamily="34" charset="0"/>
            </a:endParaRPr>
          </a:p>
        </p:txBody>
      </p:sp>
      <p:sp>
        <p:nvSpPr>
          <p:cNvPr id="4" name="Result 1">
            <a:extLst>
              <a:ext uri="{FF2B5EF4-FFF2-40B4-BE49-F238E27FC236}">
                <a16:creationId xmlns:a16="http://schemas.microsoft.com/office/drawing/2014/main" id="{7FEE9E88-6A1A-DF2B-6422-FF70A9624CC8}"/>
              </a:ext>
            </a:extLst>
          </p:cNvPr>
          <p:cNvSpPr>
            <a:spLocks noChangeArrowheads="1"/>
          </p:cNvSpPr>
          <p:nvPr/>
        </p:nvSpPr>
        <p:spPr bwMode="auto">
          <a:xfrm>
            <a:off x="1105274" y="1182231"/>
            <a:ext cx="4680381" cy="70788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1440" tIns="45720" rIns="91440" bIns="45720" numCol="1" anchor="t" anchorCtr="0" compatLnSpc="1">
            <a:prstTxWarp prst="textNoShape">
              <a:avLst/>
            </a:prstTxWarp>
            <a:spAutoFit/>
          </a:bodyPr>
          <a:lstStyle/>
          <a:p>
            <a:pPr marL="0" marR="0" lvl="0" indent="0" algn="l" defTabSz="914400" rtl="0" eaLnBrk="0" fontAlgn="base" latinLnBrk="0" hangingPunct="0">
              <a:lnSpc>
                <a:spcPct val="100000"/>
              </a:lnSpc>
              <a:spcBef>
                <a:spcPct val="0"/>
              </a:spcBef>
              <a:spcAft>
                <a:spcPct val="0"/>
              </a:spcAft>
              <a:buClrTx/>
              <a:buSzTx/>
              <a:buFontTx/>
              <a:buNone/>
              <a:tabLst/>
            </a:pPr>
            <a:r>
              <a:rPr kumimoji="0" lang="en-US" altLang="en-US" sz="2000" b="0" i="0" u="none" strike="noStrike" cap="none" normalizeH="0" baseline="0" dirty="0">
                <a:ln>
                  <a:noFill/>
                </a:ln>
                <a:effectLst/>
                <a:latin typeface="Calibri" panose="020F0502020204030204" pitchFamily="34" charset="0"/>
                <a:cs typeface="Calibri" panose="020F0502020204030204" pitchFamily="34" charset="0"/>
              </a:rPr>
              <a:t>Fit for purpose:  </a:t>
            </a:r>
          </a:p>
          <a:p>
            <a:pPr marL="0" marR="0" lvl="0" indent="0" algn="l" defTabSz="914400" rtl="0" eaLnBrk="0" fontAlgn="base" latinLnBrk="0" hangingPunct="0">
              <a:lnSpc>
                <a:spcPct val="100000"/>
              </a:lnSpc>
              <a:spcBef>
                <a:spcPct val="0"/>
              </a:spcBef>
              <a:spcAft>
                <a:spcPct val="0"/>
              </a:spcAft>
              <a:buClrTx/>
              <a:buSzTx/>
              <a:buFontTx/>
              <a:buNone/>
              <a:tabLst/>
            </a:pPr>
            <a:r>
              <a:rPr lang="en-US" altLang="en-US" sz="2000" dirty="0">
                <a:latin typeface="Calibri" panose="020F0502020204030204" pitchFamily="34" charset="0"/>
                <a:cs typeface="Calibri" panose="020F0502020204030204" pitchFamily="34" charset="0"/>
              </a:rPr>
              <a:t>Accuracy of output:  </a:t>
            </a:r>
          </a:p>
        </p:txBody>
      </p:sp>
    </p:spTree>
    <p:extLst>
      <p:ext uri="{BB962C8B-B14F-4D97-AF65-F5344CB8AC3E}">
        <p14:creationId xmlns:p14="http://schemas.microsoft.com/office/powerpoint/2010/main" val="2016678098"/>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15"/>
                                        </p:tgtEl>
                                        <p:attrNameLst>
                                          <p:attrName>style.visibility</p:attrName>
                                        </p:attrNameLst>
                                      </p:cBhvr>
                                      <p:to>
                                        <p:strVal val="visible"/>
                                      </p:to>
                                    </p:set>
                                    <p:animEffect transition="in" filter="wipe(left)">
                                      <p:cBhvr>
                                        <p:cTn id="7" dur="2500"/>
                                        <p:tgtEl>
                                          <p:spTgt spid="15"/>
                                        </p:tgtEl>
                                      </p:cBhvr>
                                    </p:animEffect>
                                  </p:childTnLst>
                                </p:cTn>
                              </p:par>
                            </p:childTnLst>
                          </p:cTn>
                        </p:par>
                      </p:childTnLst>
                    </p:cTn>
                  </p:par>
                  <p:par>
                    <p:cTn id="8" fill="hold">
                      <p:stCondLst>
                        <p:cond delay="indefinite"/>
                      </p:stCondLst>
                      <p:childTnLst>
                        <p:par>
                          <p:cTn id="9" fill="hold">
                            <p:stCondLst>
                              <p:cond delay="0"/>
                            </p:stCondLst>
                            <p:childTnLst>
                              <p:par>
                                <p:cTn id="10" presetID="22" presetClass="entr" presetSubtype="8" fill="hold" grpId="0" nodeType="clickEffect">
                                  <p:stCondLst>
                                    <p:cond delay="0"/>
                                  </p:stCondLst>
                                  <p:childTnLst>
                                    <p:set>
                                      <p:cBhvr>
                                        <p:cTn id="11" dur="1" fill="hold">
                                          <p:stCondLst>
                                            <p:cond delay="0"/>
                                          </p:stCondLst>
                                        </p:cTn>
                                        <p:tgtEl>
                                          <p:spTgt spid="16"/>
                                        </p:tgtEl>
                                        <p:attrNameLst>
                                          <p:attrName>style.visibility</p:attrName>
                                        </p:attrNameLst>
                                      </p:cBhvr>
                                      <p:to>
                                        <p:strVal val="visible"/>
                                      </p:to>
                                    </p:set>
                                    <p:animEffect transition="in" filter="wipe(left)">
                                      <p:cBhvr>
                                        <p:cTn id="12" dur="2500"/>
                                        <p:tgtEl>
                                          <p:spTgt spid="16"/>
                                        </p:tgtEl>
                                      </p:cBhvr>
                                    </p:animEffect>
                                  </p:childTnLst>
                                </p:cTn>
                              </p:par>
                            </p:childTnLst>
                          </p:cTn>
                        </p:par>
                      </p:childTnLst>
                    </p:cTn>
                  </p:par>
                  <p:par>
                    <p:cTn id="13" fill="hold">
                      <p:stCondLst>
                        <p:cond delay="indefinite"/>
                      </p:stCondLst>
                      <p:childTnLst>
                        <p:par>
                          <p:cTn id="14" fill="hold">
                            <p:stCondLst>
                              <p:cond delay="0"/>
                            </p:stCondLst>
                            <p:childTnLst>
                              <p:par>
                                <p:cTn id="15" presetID="22" presetClass="entr" presetSubtype="8" fill="hold" grpId="0" nodeType="clickEffect">
                                  <p:stCondLst>
                                    <p:cond delay="0"/>
                                  </p:stCondLst>
                                  <p:childTnLst>
                                    <p:set>
                                      <p:cBhvr>
                                        <p:cTn id="16" dur="1" fill="hold">
                                          <p:stCondLst>
                                            <p:cond delay="0"/>
                                          </p:stCondLst>
                                        </p:cTn>
                                        <p:tgtEl>
                                          <p:spTgt spid="17"/>
                                        </p:tgtEl>
                                        <p:attrNameLst>
                                          <p:attrName>style.visibility</p:attrName>
                                        </p:attrNameLst>
                                      </p:cBhvr>
                                      <p:to>
                                        <p:strVal val="visible"/>
                                      </p:to>
                                    </p:set>
                                    <p:animEffect transition="in" filter="wipe(left)">
                                      <p:cBhvr>
                                        <p:cTn id="17" dur="2500"/>
                                        <p:tgtEl>
                                          <p:spTgt spid="17"/>
                                        </p:tgtEl>
                                      </p:cBhvr>
                                    </p:animEffect>
                                  </p:childTnLst>
                                </p:cTn>
                              </p:par>
                            </p:childTnLst>
                          </p:cTn>
                        </p:par>
                      </p:childTnLst>
                    </p:cTn>
                  </p:par>
                  <p:par>
                    <p:cTn id="18" fill="hold">
                      <p:stCondLst>
                        <p:cond delay="indefinite"/>
                      </p:stCondLst>
                      <p:childTnLst>
                        <p:par>
                          <p:cTn id="19" fill="hold">
                            <p:stCondLst>
                              <p:cond delay="0"/>
                            </p:stCondLst>
                            <p:childTnLst>
                              <p:par>
                                <p:cTn id="20" presetID="22" presetClass="entr" presetSubtype="8" fill="hold" grpId="0" nodeType="clickEffect">
                                  <p:stCondLst>
                                    <p:cond delay="0"/>
                                  </p:stCondLst>
                                  <p:childTnLst>
                                    <p:set>
                                      <p:cBhvr>
                                        <p:cTn id="21" dur="1" fill="hold">
                                          <p:stCondLst>
                                            <p:cond delay="0"/>
                                          </p:stCondLst>
                                        </p:cTn>
                                        <p:tgtEl>
                                          <p:spTgt spid="18"/>
                                        </p:tgtEl>
                                        <p:attrNameLst>
                                          <p:attrName>style.visibility</p:attrName>
                                        </p:attrNameLst>
                                      </p:cBhvr>
                                      <p:to>
                                        <p:strVal val="visible"/>
                                      </p:to>
                                    </p:set>
                                    <p:animEffect transition="in" filter="wipe(left)">
                                      <p:cBhvr>
                                        <p:cTn id="22" dur="2500"/>
                                        <p:tgtEl>
                                          <p:spTgt spid="18"/>
                                        </p:tgtEl>
                                      </p:cBhvr>
                                    </p:animEffect>
                                  </p:childTnLst>
                                </p:cTn>
                              </p:par>
                            </p:childTnLst>
                          </p:cTn>
                        </p:par>
                      </p:childTnLst>
                    </p:cTn>
                  </p:par>
                  <p:par>
                    <p:cTn id="23" fill="hold">
                      <p:stCondLst>
                        <p:cond delay="indefinite"/>
                      </p:stCondLst>
                      <p:childTnLst>
                        <p:par>
                          <p:cTn id="24" fill="hold">
                            <p:stCondLst>
                              <p:cond delay="0"/>
                            </p:stCondLst>
                            <p:childTnLst>
                              <p:par>
                                <p:cTn id="25" presetID="22" presetClass="entr" presetSubtype="8" fill="hold" grpId="0" nodeType="clickEffect">
                                  <p:stCondLst>
                                    <p:cond delay="0"/>
                                  </p:stCondLst>
                                  <p:childTnLst>
                                    <p:set>
                                      <p:cBhvr>
                                        <p:cTn id="26" dur="1" fill="hold">
                                          <p:stCondLst>
                                            <p:cond delay="0"/>
                                          </p:stCondLst>
                                        </p:cTn>
                                        <p:tgtEl>
                                          <p:spTgt spid="4"/>
                                        </p:tgtEl>
                                        <p:attrNameLst>
                                          <p:attrName>style.visibility</p:attrName>
                                        </p:attrNameLst>
                                      </p:cBhvr>
                                      <p:to>
                                        <p:strVal val="visible"/>
                                      </p:to>
                                    </p:set>
                                    <p:animEffect transition="in" filter="wipe(left)">
                                      <p:cBhvr>
                                        <p:cTn id="27" dur="1500"/>
                                        <p:tgtEl>
                                          <p:spTgt spid="4"/>
                                        </p:tgtEl>
                                      </p:cBhvr>
                                    </p:animEffect>
                                  </p:childTnLst>
                                </p:cTn>
                              </p:par>
                            </p:childTnLst>
                          </p:cTn>
                        </p:par>
                      </p:childTnLst>
                    </p:cTn>
                  </p:par>
                  <p:par>
                    <p:cTn id="28" fill="hold">
                      <p:stCondLst>
                        <p:cond delay="indefinite"/>
                      </p:stCondLst>
                      <p:childTnLst>
                        <p:par>
                          <p:cTn id="29" fill="hold">
                            <p:stCondLst>
                              <p:cond delay="0"/>
                            </p:stCondLst>
                            <p:childTnLst>
                              <p:par>
                                <p:cTn id="30" presetID="22" presetClass="entr" presetSubtype="8" fill="hold" grpId="0" nodeType="clickEffect">
                                  <p:stCondLst>
                                    <p:cond delay="0"/>
                                  </p:stCondLst>
                                  <p:childTnLst>
                                    <p:set>
                                      <p:cBhvr>
                                        <p:cTn id="31" dur="1" fill="hold">
                                          <p:stCondLst>
                                            <p:cond delay="0"/>
                                          </p:stCondLst>
                                        </p:cTn>
                                        <p:tgtEl>
                                          <p:spTgt spid="7"/>
                                        </p:tgtEl>
                                        <p:attrNameLst>
                                          <p:attrName>style.visibility</p:attrName>
                                        </p:attrNameLst>
                                      </p:cBhvr>
                                      <p:to>
                                        <p:strVal val="visible"/>
                                      </p:to>
                                    </p:set>
                                    <p:animEffect transition="in" filter="wipe(left)">
                                      <p:cBhvr>
                                        <p:cTn id="32" dur="1500"/>
                                        <p:tgtEl>
                                          <p:spTgt spid="7"/>
                                        </p:tgtEl>
                                      </p:cBhvr>
                                    </p:animEffect>
                                  </p:childTnLst>
                                </p:cTn>
                              </p:par>
                            </p:childTnLst>
                          </p:cTn>
                        </p:par>
                      </p:childTnLst>
                    </p:cTn>
                  </p:par>
                  <p:par>
                    <p:cTn id="33" fill="hold">
                      <p:stCondLst>
                        <p:cond delay="indefinite"/>
                      </p:stCondLst>
                      <p:childTnLst>
                        <p:par>
                          <p:cTn id="34" fill="hold">
                            <p:stCondLst>
                              <p:cond delay="0"/>
                            </p:stCondLst>
                            <p:childTnLst>
                              <p:par>
                                <p:cTn id="35" presetID="22" presetClass="entr" presetSubtype="8" fill="hold" grpId="0" nodeType="clickEffect">
                                  <p:stCondLst>
                                    <p:cond delay="0"/>
                                  </p:stCondLst>
                                  <p:childTnLst>
                                    <p:set>
                                      <p:cBhvr>
                                        <p:cTn id="36" dur="1" fill="hold">
                                          <p:stCondLst>
                                            <p:cond delay="0"/>
                                          </p:stCondLst>
                                        </p:cTn>
                                        <p:tgtEl>
                                          <p:spTgt spid="5"/>
                                        </p:tgtEl>
                                        <p:attrNameLst>
                                          <p:attrName>style.visibility</p:attrName>
                                        </p:attrNameLst>
                                      </p:cBhvr>
                                      <p:to>
                                        <p:strVal val="visible"/>
                                      </p:to>
                                    </p:set>
                                    <p:animEffect transition="in" filter="wipe(left)">
                                      <p:cBhvr>
                                        <p:cTn id="37" dur="1500"/>
                                        <p:tgtEl>
                                          <p:spTgt spid="5"/>
                                        </p:tgtEl>
                                      </p:cBhvr>
                                    </p:animEffect>
                                  </p:childTnLst>
                                </p:cTn>
                              </p:par>
                            </p:childTnLst>
                          </p:cTn>
                        </p:par>
                      </p:childTnLst>
                    </p:cTn>
                  </p:par>
                  <p:par>
                    <p:cTn id="38" fill="hold">
                      <p:stCondLst>
                        <p:cond delay="indefinite"/>
                      </p:stCondLst>
                      <p:childTnLst>
                        <p:par>
                          <p:cTn id="39" fill="hold">
                            <p:stCondLst>
                              <p:cond delay="0"/>
                            </p:stCondLst>
                            <p:childTnLst>
                              <p:par>
                                <p:cTn id="40" presetID="22" presetClass="entr" presetSubtype="8" fill="hold" grpId="0" nodeType="clickEffect">
                                  <p:stCondLst>
                                    <p:cond delay="0"/>
                                  </p:stCondLst>
                                  <p:childTnLst>
                                    <p:set>
                                      <p:cBhvr>
                                        <p:cTn id="41" dur="1" fill="hold">
                                          <p:stCondLst>
                                            <p:cond delay="0"/>
                                          </p:stCondLst>
                                        </p:cTn>
                                        <p:tgtEl>
                                          <p:spTgt spid="6"/>
                                        </p:tgtEl>
                                        <p:attrNameLst>
                                          <p:attrName>style.visibility</p:attrName>
                                        </p:attrNameLst>
                                      </p:cBhvr>
                                      <p:to>
                                        <p:strVal val="visible"/>
                                      </p:to>
                                    </p:set>
                                    <p:animEffect transition="in" filter="wipe(left)">
                                      <p:cBhvr>
                                        <p:cTn id="42" dur="1500"/>
                                        <p:tgtEl>
                                          <p:spTgt spid="6"/>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8" grpId="0"/>
      <p:bldP spid="6" grpId="0"/>
      <p:bldP spid="17" grpId="0"/>
      <p:bldP spid="5" grpId="0"/>
      <p:bldP spid="16" grpId="0"/>
      <p:bldP spid="7" grpId="0"/>
      <p:bldP spid="15" grpId="0"/>
      <p:bldP spid="4" grpId="0"/>
    </p:bldLst>
  </p:timing>
</p:sld>
</file>

<file path=ppt/slides/slide10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7337BFC-C672-44BB-816C-DE539758DCA3}"/>
              </a:ext>
            </a:extLst>
          </p:cNvPr>
          <p:cNvSpPr>
            <a:spLocks noGrp="1"/>
          </p:cNvSpPr>
          <p:nvPr>
            <p:ph type="title"/>
          </p:nvPr>
        </p:nvSpPr>
        <p:spPr/>
        <p:txBody>
          <a:bodyPr/>
          <a:lstStyle/>
          <a:p>
            <a:r>
              <a:rPr lang="en-GB" dirty="0"/>
              <a:t>Evaluation - Overview</a:t>
            </a:r>
          </a:p>
        </p:txBody>
      </p:sp>
      <p:graphicFrame>
        <p:nvGraphicFramePr>
          <p:cNvPr id="4" name="Content Placeholder 3">
            <a:extLst>
              <a:ext uri="{FF2B5EF4-FFF2-40B4-BE49-F238E27FC236}">
                <a16:creationId xmlns:a16="http://schemas.microsoft.com/office/drawing/2014/main" id="{7E36F3D9-1972-4168-9042-BB50C2E7C385}"/>
              </a:ext>
            </a:extLst>
          </p:cNvPr>
          <p:cNvGraphicFramePr>
            <a:graphicFrameLocks noGrp="1"/>
          </p:cNvGraphicFramePr>
          <p:nvPr>
            <p:ph idx="1"/>
            <p:extLst/>
          </p:nvPr>
        </p:nvGraphicFramePr>
        <p:xfrm>
          <a:off x="838201" y="1825625"/>
          <a:ext cx="10512000" cy="4846320"/>
        </p:xfrm>
        <a:graphic>
          <a:graphicData uri="http://schemas.openxmlformats.org/drawingml/2006/table">
            <a:tbl>
              <a:tblPr firstRow="1" bandRow="1">
                <a:tableStyleId>{5C22544A-7EE6-4342-B048-85BDC9FD1C3A}</a:tableStyleId>
              </a:tblPr>
              <a:tblGrid>
                <a:gridCol w="1368000">
                  <a:extLst>
                    <a:ext uri="{9D8B030D-6E8A-4147-A177-3AD203B41FA5}">
                      <a16:colId xmlns:a16="http://schemas.microsoft.com/office/drawing/2014/main" val="2050263893"/>
                    </a:ext>
                  </a:extLst>
                </a:gridCol>
                <a:gridCol w="1584000">
                  <a:extLst>
                    <a:ext uri="{9D8B030D-6E8A-4147-A177-3AD203B41FA5}">
                      <a16:colId xmlns:a16="http://schemas.microsoft.com/office/drawing/2014/main" val="3315067239"/>
                    </a:ext>
                  </a:extLst>
                </a:gridCol>
                <a:gridCol w="1836000">
                  <a:extLst>
                    <a:ext uri="{9D8B030D-6E8A-4147-A177-3AD203B41FA5}">
                      <a16:colId xmlns:a16="http://schemas.microsoft.com/office/drawing/2014/main" val="1769506239"/>
                    </a:ext>
                  </a:extLst>
                </a:gridCol>
                <a:gridCol w="5724000">
                  <a:extLst>
                    <a:ext uri="{9D8B030D-6E8A-4147-A177-3AD203B41FA5}">
                      <a16:colId xmlns:a16="http://schemas.microsoft.com/office/drawing/2014/main" val="999377891"/>
                    </a:ext>
                  </a:extLst>
                </a:gridCol>
              </a:tblGrid>
              <a:tr h="370840">
                <a:tc>
                  <a:txBody>
                    <a:bodyPr/>
                    <a:lstStyle/>
                    <a:p>
                      <a:pPr algn="ctr"/>
                      <a:r>
                        <a:rPr lang="en-GB" sz="3200" b="1" kern="1200" dirty="0">
                          <a:solidFill>
                            <a:schemeClr val="lt1"/>
                          </a:solidFill>
                          <a:latin typeface="+mn-lt"/>
                          <a:ea typeface="+mn-ea"/>
                          <a:cs typeface="+mn-cs"/>
                        </a:rPr>
                        <a:t>Option</a:t>
                      </a:r>
                    </a:p>
                  </a:txBody>
                  <a:tcPr anchor="ctr">
                    <a:solidFill>
                      <a:schemeClr val="accent1"/>
                    </a:solidFill>
                  </a:tcPr>
                </a:tc>
                <a:tc>
                  <a:txBody>
                    <a:bodyPr/>
                    <a:lstStyle/>
                    <a:p>
                      <a:pPr algn="ctr"/>
                      <a:r>
                        <a:rPr lang="en-GB" sz="3200" dirty="0"/>
                        <a:t>Fit for Purpose</a:t>
                      </a:r>
                    </a:p>
                  </a:txBody>
                  <a:tcPr anchor="ctr"/>
                </a:tc>
                <a:tc>
                  <a:txBody>
                    <a:bodyPr/>
                    <a:lstStyle/>
                    <a:p>
                      <a:pPr algn="ctr"/>
                      <a:r>
                        <a:rPr lang="en-GB" sz="3200" dirty="0"/>
                        <a:t>Accuracy of Output</a:t>
                      </a:r>
                    </a:p>
                  </a:txBody>
                  <a:tcPr anchor="ctr"/>
                </a:tc>
                <a:tc>
                  <a:txBody>
                    <a:bodyPr/>
                    <a:lstStyle/>
                    <a:p>
                      <a:pPr algn="ctr"/>
                      <a:r>
                        <a:rPr lang="en-GB" sz="3200" dirty="0"/>
                        <a:t>Comment</a:t>
                      </a:r>
                    </a:p>
                  </a:txBody>
                  <a:tcPr anchor="ctr"/>
                </a:tc>
                <a:extLst>
                  <a:ext uri="{0D108BD9-81ED-4DB2-BD59-A6C34878D82A}">
                    <a16:rowId xmlns:a16="http://schemas.microsoft.com/office/drawing/2014/main" val="51545793"/>
                  </a:ext>
                </a:extLst>
              </a:tr>
              <a:tr h="370840">
                <a:tc>
                  <a:txBody>
                    <a:bodyPr/>
                    <a:lstStyle/>
                    <a:p>
                      <a:pPr algn="ctr"/>
                      <a:r>
                        <a:rPr lang="en-GB" sz="3200" dirty="0"/>
                        <a:t>1</a:t>
                      </a:r>
                    </a:p>
                  </a:txBody>
                  <a:tcPr anchor="ctr"/>
                </a:tc>
                <a:tc>
                  <a:txBody>
                    <a:bodyPr/>
                    <a:lstStyle/>
                    <a:p>
                      <a:pPr algn="ctr"/>
                      <a:r>
                        <a:rPr lang="en-GB" sz="3200" dirty="0"/>
                        <a:t>Yes</a:t>
                      </a:r>
                    </a:p>
                  </a:txBody>
                  <a:tcPr anchor="ctr"/>
                </a:tc>
                <a:tc>
                  <a:txBody>
                    <a:bodyPr/>
                    <a:lstStyle/>
                    <a:p>
                      <a:pPr algn="ctr"/>
                      <a:r>
                        <a:rPr lang="en-GB" sz="3200" dirty="0"/>
                        <a:t>Yes</a:t>
                      </a:r>
                    </a:p>
                  </a:txBody>
                  <a:tcPr anchor="ctr"/>
                </a:tc>
                <a:tc>
                  <a:txBody>
                    <a:bodyPr/>
                    <a:lstStyle/>
                    <a:p>
                      <a:pPr marL="457200" indent="-457200">
                        <a:buFont typeface="Arial" panose="020B0604020202020204" pitchFamily="34" charset="0"/>
                        <a:buChar char="•"/>
                      </a:pPr>
                      <a:r>
                        <a:rPr lang="en-GB" sz="3200" dirty="0"/>
                        <a:t>Predicted records and fields</a:t>
                      </a:r>
                    </a:p>
                  </a:txBody>
                  <a:tcPr anchor="ctr"/>
                </a:tc>
                <a:extLst>
                  <a:ext uri="{0D108BD9-81ED-4DB2-BD59-A6C34878D82A}">
                    <a16:rowId xmlns:a16="http://schemas.microsoft.com/office/drawing/2014/main" val="1203211181"/>
                  </a:ext>
                </a:extLst>
              </a:tr>
              <a:tr h="370840">
                <a:tc>
                  <a:txBody>
                    <a:bodyPr/>
                    <a:lstStyle/>
                    <a:p>
                      <a:pPr algn="ctr"/>
                      <a:r>
                        <a:rPr lang="en-GB" sz="3200" dirty="0"/>
                        <a:t>2</a:t>
                      </a:r>
                    </a:p>
                  </a:txBody>
                  <a:tcPr anchor="ctr"/>
                </a:tc>
                <a:tc>
                  <a:txBody>
                    <a:bodyPr/>
                    <a:lstStyle/>
                    <a:p>
                      <a:pPr algn="ctr"/>
                      <a:r>
                        <a:rPr lang="en-GB" sz="3200" dirty="0"/>
                        <a:t>No</a:t>
                      </a:r>
                    </a:p>
                  </a:txBody>
                  <a:tcPr anchor="ctr"/>
                </a:tc>
                <a:tc>
                  <a:txBody>
                    <a:bodyPr/>
                    <a:lstStyle/>
                    <a:p>
                      <a:pPr algn="ctr"/>
                      <a:r>
                        <a:rPr lang="en-GB" sz="3200" dirty="0"/>
                        <a:t>Yes</a:t>
                      </a:r>
                    </a:p>
                  </a:txBody>
                  <a:tcPr anchor="ctr"/>
                </a:tc>
                <a:tc>
                  <a:txBody>
                    <a:bodyPr/>
                    <a:lstStyle/>
                    <a:p>
                      <a:pPr marL="457200" indent="-457200">
                        <a:buFont typeface="Arial" panose="020B0604020202020204" pitchFamily="34" charset="0"/>
                        <a:buChar char="•"/>
                      </a:pPr>
                      <a:r>
                        <a:rPr lang="en-GB" sz="3200" dirty="0"/>
                        <a:t>Wrong criteria or sort</a:t>
                      </a:r>
                    </a:p>
                    <a:p>
                      <a:pPr marL="457200" indent="-457200">
                        <a:buFont typeface="Arial" panose="020B0604020202020204" pitchFamily="34" charset="0"/>
                        <a:buChar char="•"/>
                      </a:pPr>
                      <a:r>
                        <a:rPr lang="en-GB" sz="3200" dirty="0"/>
                        <a:t>Correct fields</a:t>
                      </a:r>
                    </a:p>
                  </a:txBody>
                  <a:tcPr anchor="ctr"/>
                </a:tc>
                <a:extLst>
                  <a:ext uri="{0D108BD9-81ED-4DB2-BD59-A6C34878D82A}">
                    <a16:rowId xmlns:a16="http://schemas.microsoft.com/office/drawing/2014/main" val="2063207591"/>
                  </a:ext>
                </a:extLst>
              </a:tr>
              <a:tr h="370840">
                <a:tc>
                  <a:txBody>
                    <a:bodyPr/>
                    <a:lstStyle/>
                    <a:p>
                      <a:pPr algn="ctr"/>
                      <a:r>
                        <a:rPr lang="en-GB" sz="3200" dirty="0"/>
                        <a:t>3</a:t>
                      </a:r>
                    </a:p>
                  </a:txBody>
                  <a:tcPr anchor="ctr"/>
                </a:tc>
                <a:tc>
                  <a:txBody>
                    <a:bodyPr/>
                    <a:lstStyle/>
                    <a:p>
                      <a:pPr algn="ctr"/>
                      <a:r>
                        <a:rPr lang="en-GB" sz="3200" dirty="0">
                          <a:solidFill>
                            <a:schemeClr val="tx1"/>
                          </a:solidFill>
                        </a:rPr>
                        <a:t>No</a:t>
                      </a:r>
                    </a:p>
                  </a:txBody>
                  <a:tcPr anchor="ctr"/>
                </a:tc>
                <a:tc>
                  <a:txBody>
                    <a:bodyPr/>
                    <a:lstStyle/>
                    <a:p>
                      <a:pPr algn="ctr"/>
                      <a:r>
                        <a:rPr lang="en-GB" sz="3200" dirty="0">
                          <a:solidFill>
                            <a:schemeClr val="tx1"/>
                          </a:solidFill>
                        </a:rPr>
                        <a:t>No</a:t>
                      </a:r>
                    </a:p>
                  </a:txBody>
                  <a:tcPr anchor="ctr"/>
                </a:tc>
                <a:tc>
                  <a:txBody>
                    <a:bodyPr/>
                    <a:lstStyle/>
                    <a:p>
                      <a:pPr marL="457200" marR="0" lvl="0" indent="-457200" algn="l" defTabSz="914400" rtl="0" eaLnBrk="1" fontAlgn="auto" latinLnBrk="0" hangingPunct="1">
                        <a:lnSpc>
                          <a:spcPct val="100000"/>
                        </a:lnSpc>
                        <a:spcBef>
                          <a:spcPts val="0"/>
                        </a:spcBef>
                        <a:spcAft>
                          <a:spcPts val="0"/>
                        </a:spcAft>
                        <a:buClrTx/>
                        <a:buSzTx/>
                        <a:buFont typeface="Arial" panose="020B0604020202020204" pitchFamily="34" charset="0"/>
                        <a:buChar char="•"/>
                        <a:tabLst/>
                        <a:defRPr/>
                      </a:pPr>
                      <a:r>
                        <a:rPr lang="en-GB" sz="3200" dirty="0"/>
                        <a:t>Wrong criteria or sort</a:t>
                      </a:r>
                    </a:p>
                    <a:p>
                      <a:pPr marL="457200" indent="-457200">
                        <a:buFont typeface="Arial" panose="020B0604020202020204" pitchFamily="34" charset="0"/>
                        <a:buChar char="•"/>
                      </a:pPr>
                      <a:r>
                        <a:rPr lang="en-GB" sz="3200" dirty="0"/>
                        <a:t>Missing or extra field(s)</a:t>
                      </a:r>
                    </a:p>
                  </a:txBody>
                  <a:tcPr anchor="ctr"/>
                </a:tc>
                <a:extLst>
                  <a:ext uri="{0D108BD9-81ED-4DB2-BD59-A6C34878D82A}">
                    <a16:rowId xmlns:a16="http://schemas.microsoft.com/office/drawing/2014/main" val="660886561"/>
                  </a:ext>
                </a:extLst>
              </a:tr>
              <a:tr h="310825">
                <a:tc>
                  <a:txBody>
                    <a:bodyPr/>
                    <a:lstStyle/>
                    <a:p>
                      <a:pPr algn="ctr"/>
                      <a:r>
                        <a:rPr lang="en-GB" sz="3200" dirty="0"/>
                        <a:t>4</a:t>
                      </a:r>
                    </a:p>
                  </a:txBody>
                  <a:tcPr anchor="ctr"/>
                </a:tc>
                <a:tc>
                  <a:txBody>
                    <a:bodyPr/>
                    <a:lstStyle/>
                    <a:p>
                      <a:pPr algn="ctr"/>
                      <a:r>
                        <a:rPr lang="en-GB" sz="3200" dirty="0"/>
                        <a:t>Yes</a:t>
                      </a:r>
                    </a:p>
                  </a:txBody>
                  <a:tcPr anchor="ctr"/>
                </a:tc>
                <a:tc>
                  <a:txBody>
                    <a:bodyPr/>
                    <a:lstStyle/>
                    <a:p>
                      <a:pPr algn="ctr"/>
                      <a:r>
                        <a:rPr lang="en-GB" sz="3200" dirty="0"/>
                        <a:t>No</a:t>
                      </a:r>
                    </a:p>
                  </a:txBody>
                  <a:tcPr anchor="ctr"/>
                </a:tc>
                <a:tc>
                  <a:txBody>
                    <a:bodyPr/>
                    <a:lstStyle/>
                    <a:p>
                      <a:pPr marL="457200" marR="0" lvl="0" indent="-457200" algn="l" defTabSz="914400" rtl="0" eaLnBrk="1" fontAlgn="auto" latinLnBrk="0" hangingPunct="1">
                        <a:lnSpc>
                          <a:spcPct val="100000"/>
                        </a:lnSpc>
                        <a:spcBef>
                          <a:spcPts val="0"/>
                        </a:spcBef>
                        <a:spcAft>
                          <a:spcPts val="0"/>
                        </a:spcAft>
                        <a:buClrTx/>
                        <a:buSzTx/>
                        <a:buFont typeface="Arial" panose="020B0604020202020204" pitchFamily="34" charset="0"/>
                        <a:buChar char="•"/>
                        <a:tabLst/>
                        <a:defRPr/>
                      </a:pPr>
                      <a:r>
                        <a:rPr lang="en-GB" sz="3200" dirty="0"/>
                        <a:t>Correct criteria, correct sort</a:t>
                      </a:r>
                    </a:p>
                    <a:p>
                      <a:pPr marL="457200" indent="-457200">
                        <a:buFont typeface="Arial" panose="020B0604020202020204" pitchFamily="34" charset="0"/>
                        <a:buChar char="•"/>
                      </a:pPr>
                      <a:r>
                        <a:rPr lang="en-GB" sz="3200" dirty="0"/>
                        <a:t>Missing or extra field(s)</a:t>
                      </a:r>
                    </a:p>
                  </a:txBody>
                  <a:tcPr anchor="ctr"/>
                </a:tc>
                <a:extLst>
                  <a:ext uri="{0D108BD9-81ED-4DB2-BD59-A6C34878D82A}">
                    <a16:rowId xmlns:a16="http://schemas.microsoft.com/office/drawing/2014/main" val="1307361227"/>
                  </a:ext>
                </a:extLst>
              </a:tr>
            </a:tbl>
          </a:graphicData>
        </a:graphic>
      </p:graphicFrame>
    </p:spTree>
    <p:extLst>
      <p:ext uri="{BB962C8B-B14F-4D97-AF65-F5344CB8AC3E}">
        <p14:creationId xmlns:p14="http://schemas.microsoft.com/office/powerpoint/2010/main" val="2176379997"/>
      </p:ext>
    </p:extLst>
  </p:cSld>
  <p:clrMapOvr>
    <a:masterClrMapping/>
  </p:clrMapOvr>
</p:sld>
</file>

<file path=ppt/slides/slide105.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7337BFC-C672-44BB-816C-DE539758DCA3}"/>
              </a:ext>
            </a:extLst>
          </p:cNvPr>
          <p:cNvSpPr>
            <a:spLocks noGrp="1"/>
          </p:cNvSpPr>
          <p:nvPr>
            <p:ph type="title"/>
          </p:nvPr>
        </p:nvSpPr>
        <p:spPr/>
        <p:txBody>
          <a:bodyPr/>
          <a:lstStyle/>
          <a:p>
            <a:r>
              <a:rPr lang="en-GB" dirty="0"/>
              <a:t>Evaluation - Overview</a:t>
            </a:r>
          </a:p>
        </p:txBody>
      </p:sp>
      <p:graphicFrame>
        <p:nvGraphicFramePr>
          <p:cNvPr id="4" name="Content Placeholder 3">
            <a:extLst>
              <a:ext uri="{FF2B5EF4-FFF2-40B4-BE49-F238E27FC236}">
                <a16:creationId xmlns:a16="http://schemas.microsoft.com/office/drawing/2014/main" id="{7E36F3D9-1972-4168-9042-BB50C2E7C385}"/>
              </a:ext>
            </a:extLst>
          </p:cNvPr>
          <p:cNvGraphicFramePr>
            <a:graphicFrameLocks noGrp="1"/>
          </p:cNvGraphicFramePr>
          <p:nvPr>
            <p:ph idx="1"/>
            <p:extLst/>
          </p:nvPr>
        </p:nvGraphicFramePr>
        <p:xfrm>
          <a:off x="838201" y="1825625"/>
          <a:ext cx="10512000" cy="4846320"/>
        </p:xfrm>
        <a:graphic>
          <a:graphicData uri="http://schemas.openxmlformats.org/drawingml/2006/table">
            <a:tbl>
              <a:tblPr firstRow="1" bandRow="1">
                <a:tableStyleId>{5C22544A-7EE6-4342-B048-85BDC9FD1C3A}</a:tableStyleId>
              </a:tblPr>
              <a:tblGrid>
                <a:gridCol w="1368000">
                  <a:extLst>
                    <a:ext uri="{9D8B030D-6E8A-4147-A177-3AD203B41FA5}">
                      <a16:colId xmlns:a16="http://schemas.microsoft.com/office/drawing/2014/main" val="2050263893"/>
                    </a:ext>
                  </a:extLst>
                </a:gridCol>
                <a:gridCol w="1584000">
                  <a:extLst>
                    <a:ext uri="{9D8B030D-6E8A-4147-A177-3AD203B41FA5}">
                      <a16:colId xmlns:a16="http://schemas.microsoft.com/office/drawing/2014/main" val="3315067239"/>
                    </a:ext>
                  </a:extLst>
                </a:gridCol>
                <a:gridCol w="1836000">
                  <a:extLst>
                    <a:ext uri="{9D8B030D-6E8A-4147-A177-3AD203B41FA5}">
                      <a16:colId xmlns:a16="http://schemas.microsoft.com/office/drawing/2014/main" val="1769506239"/>
                    </a:ext>
                  </a:extLst>
                </a:gridCol>
                <a:gridCol w="5724000">
                  <a:extLst>
                    <a:ext uri="{9D8B030D-6E8A-4147-A177-3AD203B41FA5}">
                      <a16:colId xmlns:a16="http://schemas.microsoft.com/office/drawing/2014/main" val="999377891"/>
                    </a:ext>
                  </a:extLst>
                </a:gridCol>
              </a:tblGrid>
              <a:tr h="370840">
                <a:tc>
                  <a:txBody>
                    <a:bodyPr/>
                    <a:lstStyle/>
                    <a:p>
                      <a:pPr algn="ctr"/>
                      <a:r>
                        <a:rPr lang="en-GB" sz="3200" b="1" kern="1200" dirty="0">
                          <a:solidFill>
                            <a:schemeClr val="lt1"/>
                          </a:solidFill>
                          <a:latin typeface="+mn-lt"/>
                          <a:ea typeface="+mn-ea"/>
                          <a:cs typeface="+mn-cs"/>
                        </a:rPr>
                        <a:t>Option</a:t>
                      </a:r>
                    </a:p>
                  </a:txBody>
                  <a:tcPr anchor="ctr">
                    <a:solidFill>
                      <a:schemeClr val="accent1"/>
                    </a:solidFill>
                  </a:tcPr>
                </a:tc>
                <a:tc>
                  <a:txBody>
                    <a:bodyPr/>
                    <a:lstStyle/>
                    <a:p>
                      <a:pPr algn="ctr"/>
                      <a:r>
                        <a:rPr lang="en-GB" sz="3200" dirty="0"/>
                        <a:t>Fit for Purpose</a:t>
                      </a:r>
                    </a:p>
                  </a:txBody>
                  <a:tcPr anchor="ctr"/>
                </a:tc>
                <a:tc>
                  <a:txBody>
                    <a:bodyPr/>
                    <a:lstStyle/>
                    <a:p>
                      <a:pPr algn="ctr"/>
                      <a:r>
                        <a:rPr lang="en-GB" sz="3200" dirty="0"/>
                        <a:t>Accuracy of Output</a:t>
                      </a:r>
                    </a:p>
                  </a:txBody>
                  <a:tcPr anchor="ctr"/>
                </a:tc>
                <a:tc>
                  <a:txBody>
                    <a:bodyPr/>
                    <a:lstStyle/>
                    <a:p>
                      <a:pPr algn="ctr"/>
                      <a:r>
                        <a:rPr lang="en-GB" sz="3200" dirty="0"/>
                        <a:t>Comment</a:t>
                      </a:r>
                    </a:p>
                  </a:txBody>
                  <a:tcPr anchor="ctr"/>
                </a:tc>
                <a:extLst>
                  <a:ext uri="{0D108BD9-81ED-4DB2-BD59-A6C34878D82A}">
                    <a16:rowId xmlns:a16="http://schemas.microsoft.com/office/drawing/2014/main" val="51545793"/>
                  </a:ext>
                </a:extLst>
              </a:tr>
              <a:tr h="370840">
                <a:tc>
                  <a:txBody>
                    <a:bodyPr/>
                    <a:lstStyle/>
                    <a:p>
                      <a:pPr algn="ctr"/>
                      <a:r>
                        <a:rPr lang="en-GB" sz="3200" dirty="0"/>
                        <a:t>1</a:t>
                      </a:r>
                    </a:p>
                  </a:txBody>
                  <a:tcPr anchor="ctr"/>
                </a:tc>
                <a:tc>
                  <a:txBody>
                    <a:bodyPr/>
                    <a:lstStyle/>
                    <a:p>
                      <a:pPr algn="ctr"/>
                      <a:r>
                        <a:rPr lang="en-GB" sz="3200" dirty="0"/>
                        <a:t>Yes</a:t>
                      </a:r>
                    </a:p>
                  </a:txBody>
                  <a:tcPr anchor="ctr"/>
                </a:tc>
                <a:tc>
                  <a:txBody>
                    <a:bodyPr/>
                    <a:lstStyle/>
                    <a:p>
                      <a:pPr algn="ctr"/>
                      <a:r>
                        <a:rPr lang="en-GB" sz="3200" dirty="0"/>
                        <a:t>Yes</a:t>
                      </a:r>
                    </a:p>
                  </a:txBody>
                  <a:tcPr anchor="ctr"/>
                </a:tc>
                <a:tc>
                  <a:txBody>
                    <a:bodyPr/>
                    <a:lstStyle/>
                    <a:p>
                      <a:pPr marL="457200" indent="-457200">
                        <a:buFont typeface="Arial" panose="020B0604020202020204" pitchFamily="34" charset="0"/>
                        <a:buChar char="•"/>
                      </a:pPr>
                      <a:r>
                        <a:rPr lang="en-GB" sz="3200" dirty="0"/>
                        <a:t> </a:t>
                      </a:r>
                    </a:p>
                  </a:txBody>
                  <a:tcPr anchor="ctr"/>
                </a:tc>
                <a:extLst>
                  <a:ext uri="{0D108BD9-81ED-4DB2-BD59-A6C34878D82A}">
                    <a16:rowId xmlns:a16="http://schemas.microsoft.com/office/drawing/2014/main" val="1203211181"/>
                  </a:ext>
                </a:extLst>
              </a:tr>
              <a:tr h="370840">
                <a:tc>
                  <a:txBody>
                    <a:bodyPr/>
                    <a:lstStyle/>
                    <a:p>
                      <a:pPr algn="ctr"/>
                      <a:r>
                        <a:rPr lang="en-GB" sz="3200" dirty="0"/>
                        <a:t>2</a:t>
                      </a:r>
                    </a:p>
                  </a:txBody>
                  <a:tcPr anchor="ctr"/>
                </a:tc>
                <a:tc>
                  <a:txBody>
                    <a:bodyPr/>
                    <a:lstStyle/>
                    <a:p>
                      <a:pPr algn="ctr"/>
                      <a:r>
                        <a:rPr lang="en-GB" sz="3200" dirty="0"/>
                        <a:t>No</a:t>
                      </a:r>
                    </a:p>
                  </a:txBody>
                  <a:tcPr anchor="ctr"/>
                </a:tc>
                <a:tc>
                  <a:txBody>
                    <a:bodyPr/>
                    <a:lstStyle/>
                    <a:p>
                      <a:pPr algn="ctr"/>
                      <a:r>
                        <a:rPr lang="en-GB" sz="3200" dirty="0"/>
                        <a:t>Yes</a:t>
                      </a:r>
                    </a:p>
                  </a:txBody>
                  <a:tcPr anchor="ctr"/>
                </a:tc>
                <a:tc>
                  <a:txBody>
                    <a:bodyPr/>
                    <a:lstStyle/>
                    <a:p>
                      <a:pPr marL="457200" indent="-457200">
                        <a:buFont typeface="Arial" panose="020B0604020202020204" pitchFamily="34" charset="0"/>
                        <a:buChar char="•"/>
                      </a:pPr>
                      <a:r>
                        <a:rPr lang="en-GB" sz="3200" dirty="0"/>
                        <a:t> </a:t>
                      </a:r>
                    </a:p>
                    <a:p>
                      <a:pPr marL="457200" indent="-457200">
                        <a:buFont typeface="Arial" panose="020B0604020202020204" pitchFamily="34" charset="0"/>
                        <a:buChar char="•"/>
                      </a:pPr>
                      <a:r>
                        <a:rPr lang="en-GB" sz="3200" dirty="0"/>
                        <a:t> </a:t>
                      </a:r>
                    </a:p>
                  </a:txBody>
                  <a:tcPr anchor="ctr"/>
                </a:tc>
                <a:extLst>
                  <a:ext uri="{0D108BD9-81ED-4DB2-BD59-A6C34878D82A}">
                    <a16:rowId xmlns:a16="http://schemas.microsoft.com/office/drawing/2014/main" val="2063207591"/>
                  </a:ext>
                </a:extLst>
              </a:tr>
              <a:tr h="370840">
                <a:tc>
                  <a:txBody>
                    <a:bodyPr/>
                    <a:lstStyle/>
                    <a:p>
                      <a:pPr algn="ctr"/>
                      <a:r>
                        <a:rPr lang="en-GB" sz="3200" dirty="0"/>
                        <a:t>3</a:t>
                      </a:r>
                    </a:p>
                  </a:txBody>
                  <a:tcPr anchor="ctr"/>
                </a:tc>
                <a:tc>
                  <a:txBody>
                    <a:bodyPr/>
                    <a:lstStyle/>
                    <a:p>
                      <a:pPr algn="ctr"/>
                      <a:r>
                        <a:rPr lang="en-GB" sz="3200" dirty="0">
                          <a:solidFill>
                            <a:schemeClr val="tx1"/>
                          </a:solidFill>
                        </a:rPr>
                        <a:t>No</a:t>
                      </a:r>
                    </a:p>
                  </a:txBody>
                  <a:tcPr anchor="ctr"/>
                </a:tc>
                <a:tc>
                  <a:txBody>
                    <a:bodyPr/>
                    <a:lstStyle/>
                    <a:p>
                      <a:pPr algn="ctr"/>
                      <a:r>
                        <a:rPr lang="en-GB" sz="3200" dirty="0">
                          <a:solidFill>
                            <a:schemeClr val="tx1"/>
                          </a:solidFill>
                        </a:rPr>
                        <a:t>No</a:t>
                      </a:r>
                    </a:p>
                  </a:txBody>
                  <a:tcPr anchor="ctr"/>
                </a:tc>
                <a:tc>
                  <a:txBody>
                    <a:bodyPr/>
                    <a:lstStyle/>
                    <a:p>
                      <a:pPr marL="457200" indent="-457200">
                        <a:buFont typeface="Arial" panose="020B0604020202020204" pitchFamily="34" charset="0"/>
                        <a:buChar char="•"/>
                      </a:pPr>
                      <a:r>
                        <a:rPr lang="en-GB" sz="3200" dirty="0"/>
                        <a:t> </a:t>
                      </a:r>
                    </a:p>
                    <a:p>
                      <a:pPr marL="457200" indent="-457200">
                        <a:buFont typeface="Arial" panose="020B0604020202020204" pitchFamily="34" charset="0"/>
                        <a:buChar char="•"/>
                      </a:pPr>
                      <a:r>
                        <a:rPr lang="en-GB" sz="3200" dirty="0"/>
                        <a:t> </a:t>
                      </a:r>
                    </a:p>
                  </a:txBody>
                  <a:tcPr anchor="ctr"/>
                </a:tc>
                <a:extLst>
                  <a:ext uri="{0D108BD9-81ED-4DB2-BD59-A6C34878D82A}">
                    <a16:rowId xmlns:a16="http://schemas.microsoft.com/office/drawing/2014/main" val="660886561"/>
                  </a:ext>
                </a:extLst>
              </a:tr>
              <a:tr h="310825">
                <a:tc>
                  <a:txBody>
                    <a:bodyPr/>
                    <a:lstStyle/>
                    <a:p>
                      <a:pPr algn="ctr"/>
                      <a:r>
                        <a:rPr lang="en-GB" sz="3200" dirty="0"/>
                        <a:t>4</a:t>
                      </a:r>
                    </a:p>
                  </a:txBody>
                  <a:tcPr anchor="ctr"/>
                </a:tc>
                <a:tc>
                  <a:txBody>
                    <a:bodyPr/>
                    <a:lstStyle/>
                    <a:p>
                      <a:pPr algn="ctr"/>
                      <a:r>
                        <a:rPr lang="en-GB" sz="3200" dirty="0"/>
                        <a:t>Yes</a:t>
                      </a:r>
                    </a:p>
                  </a:txBody>
                  <a:tcPr anchor="ctr"/>
                </a:tc>
                <a:tc>
                  <a:txBody>
                    <a:bodyPr/>
                    <a:lstStyle/>
                    <a:p>
                      <a:pPr algn="ctr"/>
                      <a:r>
                        <a:rPr lang="en-GB" sz="3200" dirty="0"/>
                        <a:t>No</a:t>
                      </a:r>
                    </a:p>
                  </a:txBody>
                  <a:tcPr anchor="ctr"/>
                </a:tc>
                <a:tc>
                  <a:txBody>
                    <a:bodyPr/>
                    <a:lstStyle/>
                    <a:p>
                      <a:pPr marL="457200" marR="0" lvl="0" indent="-457200" algn="l" defTabSz="914400" rtl="0" eaLnBrk="1" fontAlgn="auto" latinLnBrk="0" hangingPunct="1">
                        <a:lnSpc>
                          <a:spcPct val="100000"/>
                        </a:lnSpc>
                        <a:spcBef>
                          <a:spcPts val="0"/>
                        </a:spcBef>
                        <a:spcAft>
                          <a:spcPts val="0"/>
                        </a:spcAft>
                        <a:buClrTx/>
                        <a:buSzTx/>
                        <a:buFont typeface="Arial" panose="020B0604020202020204" pitchFamily="34" charset="0"/>
                        <a:buChar char="•"/>
                        <a:tabLst/>
                        <a:defRPr/>
                      </a:pPr>
                      <a:r>
                        <a:rPr lang="en-GB" sz="3200" dirty="0"/>
                        <a:t> </a:t>
                      </a:r>
                    </a:p>
                    <a:p>
                      <a:pPr marL="457200" marR="0" lvl="0" indent="-457200" algn="l" defTabSz="914400" rtl="0" eaLnBrk="1" fontAlgn="auto" latinLnBrk="0" hangingPunct="1">
                        <a:lnSpc>
                          <a:spcPct val="100000"/>
                        </a:lnSpc>
                        <a:spcBef>
                          <a:spcPts val="0"/>
                        </a:spcBef>
                        <a:spcAft>
                          <a:spcPts val="0"/>
                        </a:spcAft>
                        <a:buClrTx/>
                        <a:buSzTx/>
                        <a:buFont typeface="Arial" panose="020B0604020202020204" pitchFamily="34" charset="0"/>
                        <a:buChar char="•"/>
                        <a:tabLst/>
                        <a:defRPr/>
                      </a:pPr>
                      <a:r>
                        <a:rPr lang="en-GB" sz="3200" dirty="0"/>
                        <a:t> </a:t>
                      </a:r>
                    </a:p>
                  </a:txBody>
                  <a:tcPr anchor="ctr"/>
                </a:tc>
                <a:extLst>
                  <a:ext uri="{0D108BD9-81ED-4DB2-BD59-A6C34878D82A}">
                    <a16:rowId xmlns:a16="http://schemas.microsoft.com/office/drawing/2014/main" val="1307361227"/>
                  </a:ext>
                </a:extLst>
              </a:tr>
            </a:tbl>
          </a:graphicData>
        </a:graphic>
      </p:graphicFrame>
    </p:spTree>
    <p:extLst>
      <p:ext uri="{BB962C8B-B14F-4D97-AF65-F5344CB8AC3E}">
        <p14:creationId xmlns:p14="http://schemas.microsoft.com/office/powerpoint/2010/main" val="484106035"/>
      </p:ext>
    </p:extLst>
  </p:cSld>
  <p:clrMapOvr>
    <a:masterClrMapping/>
  </p:clrMapOvr>
</p:sld>
</file>

<file path=ppt/slides/slide10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30F5C75-4440-45EA-B288-B1C336048C5E}"/>
              </a:ext>
            </a:extLst>
          </p:cNvPr>
          <p:cNvSpPr>
            <a:spLocks noGrp="1"/>
          </p:cNvSpPr>
          <p:nvPr>
            <p:ph type="title"/>
          </p:nvPr>
        </p:nvSpPr>
        <p:spPr/>
        <p:txBody>
          <a:bodyPr/>
          <a:lstStyle/>
          <a:p>
            <a:r>
              <a:rPr lang="en-GB" dirty="0"/>
              <a:t>Fit for Purpose</a:t>
            </a:r>
          </a:p>
        </p:txBody>
      </p:sp>
      <p:sp>
        <p:nvSpPr>
          <p:cNvPr id="3" name="Content Placeholder 2">
            <a:extLst>
              <a:ext uri="{FF2B5EF4-FFF2-40B4-BE49-F238E27FC236}">
                <a16:creationId xmlns:a16="http://schemas.microsoft.com/office/drawing/2014/main" id="{06B8E349-DC6D-4A5B-8DA3-98695E00841D}"/>
              </a:ext>
            </a:extLst>
          </p:cNvPr>
          <p:cNvSpPr>
            <a:spLocks noGrp="1"/>
          </p:cNvSpPr>
          <p:nvPr>
            <p:ph idx="1"/>
          </p:nvPr>
        </p:nvSpPr>
        <p:spPr/>
        <p:txBody>
          <a:bodyPr>
            <a:normAutofit/>
          </a:bodyPr>
          <a:lstStyle/>
          <a:p>
            <a:pPr marL="0" indent="0">
              <a:spcAft>
                <a:spcPts val="1800"/>
              </a:spcAft>
              <a:buNone/>
            </a:pPr>
            <a:r>
              <a:rPr lang="en-GB" sz="3200" dirty="0"/>
              <a:t>"The query </a:t>
            </a:r>
            <a:r>
              <a:rPr lang="en-GB" sz="3200" dirty="0">
                <a:solidFill>
                  <a:srgbClr val="FF0000"/>
                </a:solidFill>
              </a:rPr>
              <a:t>is </a:t>
            </a:r>
            <a:r>
              <a:rPr lang="en-GB" sz="3200" dirty="0">
                <a:solidFill>
                  <a:srgbClr val="7030A0"/>
                </a:solidFill>
              </a:rPr>
              <a:t>/</a:t>
            </a:r>
            <a:r>
              <a:rPr lang="en-GB" sz="3200" dirty="0">
                <a:solidFill>
                  <a:srgbClr val="FF0000"/>
                </a:solidFill>
              </a:rPr>
              <a:t> is not </a:t>
            </a:r>
            <a:r>
              <a:rPr lang="en-GB" sz="3200" dirty="0"/>
              <a:t>fit for purpose because … "</a:t>
            </a:r>
          </a:p>
          <a:p>
            <a:pPr lvl="1">
              <a:spcAft>
                <a:spcPts val="1800"/>
              </a:spcAft>
            </a:pPr>
            <a:r>
              <a:rPr lang="en-GB" sz="3200" dirty="0"/>
              <a:t>State what is wrong (if wrong)</a:t>
            </a:r>
          </a:p>
          <a:p>
            <a:pPr lvl="1">
              <a:spcAft>
                <a:spcPts val="1800"/>
              </a:spcAft>
            </a:pPr>
            <a:r>
              <a:rPr lang="en-GB" sz="3200" dirty="0"/>
              <a:t>State search criteria that </a:t>
            </a:r>
            <a:r>
              <a:rPr lang="en-GB" sz="3200" dirty="0">
                <a:solidFill>
                  <a:srgbClr val="FF0000"/>
                </a:solidFill>
              </a:rPr>
              <a:t>is </a:t>
            </a:r>
            <a:r>
              <a:rPr lang="en-GB" sz="3200" dirty="0">
                <a:solidFill>
                  <a:srgbClr val="7030A0"/>
                </a:solidFill>
              </a:rPr>
              <a:t>/</a:t>
            </a:r>
            <a:r>
              <a:rPr lang="en-GB" sz="3200" dirty="0">
                <a:solidFill>
                  <a:srgbClr val="FF0000"/>
                </a:solidFill>
              </a:rPr>
              <a:t> is not </a:t>
            </a:r>
            <a:r>
              <a:rPr lang="en-GB" sz="3200" dirty="0"/>
              <a:t>correct</a:t>
            </a:r>
          </a:p>
          <a:p>
            <a:pPr lvl="1">
              <a:spcAft>
                <a:spcPts val="1800"/>
              </a:spcAft>
            </a:pPr>
            <a:r>
              <a:rPr lang="en-GB" sz="3200" dirty="0"/>
              <a:t>State grouping that </a:t>
            </a:r>
            <a:r>
              <a:rPr lang="en-GB" sz="3200" dirty="0">
                <a:solidFill>
                  <a:srgbClr val="FF0000"/>
                </a:solidFill>
              </a:rPr>
              <a:t>is </a:t>
            </a:r>
            <a:r>
              <a:rPr lang="en-GB" sz="3200" dirty="0">
                <a:solidFill>
                  <a:srgbClr val="7030A0"/>
                </a:solidFill>
              </a:rPr>
              <a:t>/</a:t>
            </a:r>
            <a:r>
              <a:rPr lang="en-GB" sz="3200" dirty="0">
                <a:solidFill>
                  <a:srgbClr val="FF0000"/>
                </a:solidFill>
              </a:rPr>
              <a:t> is not </a:t>
            </a:r>
            <a:r>
              <a:rPr lang="en-GB" sz="3200" dirty="0"/>
              <a:t>correct </a:t>
            </a:r>
          </a:p>
          <a:p>
            <a:pPr lvl="1">
              <a:spcAft>
                <a:spcPts val="1800"/>
              </a:spcAft>
            </a:pPr>
            <a:r>
              <a:rPr lang="en-GB" sz="3200" dirty="0"/>
              <a:t>State sort order that </a:t>
            </a:r>
            <a:r>
              <a:rPr lang="en-GB" sz="3200" dirty="0">
                <a:solidFill>
                  <a:srgbClr val="FF0000"/>
                </a:solidFill>
              </a:rPr>
              <a:t>is </a:t>
            </a:r>
            <a:r>
              <a:rPr lang="en-GB" sz="3200" dirty="0">
                <a:solidFill>
                  <a:srgbClr val="7030A0"/>
                </a:solidFill>
              </a:rPr>
              <a:t>/</a:t>
            </a:r>
            <a:r>
              <a:rPr lang="en-GB" sz="3200" dirty="0">
                <a:solidFill>
                  <a:srgbClr val="FF0000"/>
                </a:solidFill>
              </a:rPr>
              <a:t> is not </a:t>
            </a:r>
            <a:r>
              <a:rPr lang="en-GB" sz="3200" dirty="0"/>
              <a:t>me correct</a:t>
            </a:r>
          </a:p>
          <a:p>
            <a:pPr marL="0" indent="0">
              <a:buNone/>
            </a:pPr>
            <a:endParaRPr lang="en-GB" sz="3200" dirty="0"/>
          </a:p>
        </p:txBody>
      </p:sp>
    </p:spTree>
    <p:extLst>
      <p:ext uri="{BB962C8B-B14F-4D97-AF65-F5344CB8AC3E}">
        <p14:creationId xmlns:p14="http://schemas.microsoft.com/office/powerpoint/2010/main" val="2610940249"/>
      </p:ext>
    </p:extLst>
  </p:cSld>
  <p:clrMapOvr>
    <a:masterClrMapping/>
  </p:clrMapOvr>
</p:sld>
</file>

<file path=ppt/slides/slide107.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30F5C75-4440-45EA-B288-B1C336048C5E}"/>
              </a:ext>
            </a:extLst>
          </p:cNvPr>
          <p:cNvSpPr>
            <a:spLocks noGrp="1"/>
          </p:cNvSpPr>
          <p:nvPr>
            <p:ph type="title"/>
          </p:nvPr>
        </p:nvSpPr>
        <p:spPr/>
        <p:txBody>
          <a:bodyPr/>
          <a:lstStyle/>
          <a:p>
            <a:r>
              <a:rPr lang="en-GB" dirty="0"/>
              <a:t>Fit for Purpose</a:t>
            </a:r>
          </a:p>
        </p:txBody>
      </p:sp>
      <p:sp>
        <p:nvSpPr>
          <p:cNvPr id="3" name="Content Placeholder 2">
            <a:extLst>
              <a:ext uri="{FF2B5EF4-FFF2-40B4-BE49-F238E27FC236}">
                <a16:creationId xmlns:a16="http://schemas.microsoft.com/office/drawing/2014/main" id="{06B8E349-DC6D-4A5B-8DA3-98695E00841D}"/>
              </a:ext>
            </a:extLst>
          </p:cNvPr>
          <p:cNvSpPr>
            <a:spLocks noGrp="1"/>
          </p:cNvSpPr>
          <p:nvPr>
            <p:ph idx="1"/>
          </p:nvPr>
        </p:nvSpPr>
        <p:spPr/>
        <p:txBody>
          <a:bodyPr>
            <a:normAutofit/>
          </a:bodyPr>
          <a:lstStyle/>
          <a:p>
            <a:pPr marL="0" indent="0">
              <a:spcAft>
                <a:spcPts val="1800"/>
              </a:spcAft>
              <a:buNone/>
            </a:pPr>
            <a:r>
              <a:rPr lang="en-GB" sz="3200" dirty="0"/>
              <a:t>"The query </a:t>
            </a:r>
            <a:r>
              <a:rPr lang="en-GB" sz="3200" dirty="0">
                <a:solidFill>
                  <a:srgbClr val="FF0000"/>
                </a:solidFill>
              </a:rPr>
              <a:t>is </a:t>
            </a:r>
            <a:r>
              <a:rPr lang="en-GB" sz="3200" dirty="0">
                <a:solidFill>
                  <a:srgbClr val="7030A0"/>
                </a:solidFill>
              </a:rPr>
              <a:t>/</a:t>
            </a:r>
            <a:r>
              <a:rPr lang="en-GB" sz="3200" dirty="0">
                <a:solidFill>
                  <a:srgbClr val="FF0000"/>
                </a:solidFill>
              </a:rPr>
              <a:t> is not </a:t>
            </a:r>
            <a:r>
              <a:rPr lang="en-GB" sz="3200" dirty="0"/>
              <a:t>fit for purpose because … "</a:t>
            </a:r>
          </a:p>
          <a:p>
            <a:pPr lvl="1">
              <a:spcAft>
                <a:spcPts val="1800"/>
              </a:spcAft>
            </a:pPr>
            <a:r>
              <a:rPr lang="en-GB" sz="3200" dirty="0"/>
              <a:t> </a:t>
            </a:r>
          </a:p>
          <a:p>
            <a:pPr lvl="1">
              <a:spcAft>
                <a:spcPts val="1800"/>
              </a:spcAft>
            </a:pPr>
            <a:r>
              <a:rPr lang="en-GB" sz="3200" dirty="0"/>
              <a:t> </a:t>
            </a:r>
          </a:p>
          <a:p>
            <a:pPr lvl="1">
              <a:spcAft>
                <a:spcPts val="1800"/>
              </a:spcAft>
            </a:pPr>
            <a:r>
              <a:rPr lang="en-GB" sz="3200" dirty="0"/>
              <a:t> </a:t>
            </a:r>
          </a:p>
          <a:p>
            <a:pPr lvl="1">
              <a:spcAft>
                <a:spcPts val="1800"/>
              </a:spcAft>
            </a:pPr>
            <a:r>
              <a:rPr lang="en-GB" sz="3200" dirty="0"/>
              <a:t> </a:t>
            </a:r>
          </a:p>
          <a:p>
            <a:pPr marL="0" indent="0">
              <a:buNone/>
            </a:pPr>
            <a:endParaRPr lang="en-GB" sz="3200" dirty="0"/>
          </a:p>
        </p:txBody>
      </p:sp>
    </p:spTree>
    <p:extLst>
      <p:ext uri="{BB962C8B-B14F-4D97-AF65-F5344CB8AC3E}">
        <p14:creationId xmlns:p14="http://schemas.microsoft.com/office/powerpoint/2010/main" val="4067987028"/>
      </p:ext>
    </p:extLst>
  </p:cSld>
  <p:clrMapOvr>
    <a:masterClrMapping/>
  </p:clrMapOvr>
</p:sld>
</file>

<file path=ppt/slides/slide10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30F5C75-4440-45EA-B288-B1C336048C5E}"/>
              </a:ext>
            </a:extLst>
          </p:cNvPr>
          <p:cNvSpPr>
            <a:spLocks noGrp="1"/>
          </p:cNvSpPr>
          <p:nvPr>
            <p:ph type="title"/>
          </p:nvPr>
        </p:nvSpPr>
        <p:spPr/>
        <p:txBody>
          <a:bodyPr/>
          <a:lstStyle/>
          <a:p>
            <a:r>
              <a:rPr lang="en-GB" dirty="0"/>
              <a:t>Accuracy of Output</a:t>
            </a:r>
          </a:p>
        </p:txBody>
      </p:sp>
      <p:sp>
        <p:nvSpPr>
          <p:cNvPr id="3" name="Content Placeholder 2">
            <a:extLst>
              <a:ext uri="{FF2B5EF4-FFF2-40B4-BE49-F238E27FC236}">
                <a16:creationId xmlns:a16="http://schemas.microsoft.com/office/drawing/2014/main" id="{06B8E349-DC6D-4A5B-8DA3-98695E00841D}"/>
              </a:ext>
            </a:extLst>
          </p:cNvPr>
          <p:cNvSpPr>
            <a:spLocks noGrp="1"/>
          </p:cNvSpPr>
          <p:nvPr>
            <p:ph idx="1"/>
          </p:nvPr>
        </p:nvSpPr>
        <p:spPr/>
        <p:txBody>
          <a:bodyPr>
            <a:normAutofit/>
          </a:bodyPr>
          <a:lstStyle/>
          <a:p>
            <a:pPr marL="0" indent="0">
              <a:spcAft>
                <a:spcPts val="1800"/>
              </a:spcAft>
              <a:buNone/>
            </a:pPr>
            <a:r>
              <a:rPr lang="en-GB" sz="3200" dirty="0"/>
              <a:t>"The output of the query </a:t>
            </a:r>
            <a:r>
              <a:rPr lang="en-GB" sz="3200" dirty="0">
                <a:solidFill>
                  <a:srgbClr val="FF0000"/>
                </a:solidFill>
              </a:rPr>
              <a:t>is </a:t>
            </a:r>
            <a:r>
              <a:rPr lang="en-GB" sz="3200" dirty="0">
                <a:solidFill>
                  <a:srgbClr val="7030A0"/>
                </a:solidFill>
              </a:rPr>
              <a:t>/</a:t>
            </a:r>
            <a:r>
              <a:rPr lang="en-GB" sz="3200" dirty="0">
                <a:solidFill>
                  <a:srgbClr val="FF0000"/>
                </a:solidFill>
              </a:rPr>
              <a:t> is not </a:t>
            </a:r>
            <a:r>
              <a:rPr lang="en-GB" sz="3200" dirty="0"/>
              <a:t>accurate because … "</a:t>
            </a:r>
          </a:p>
          <a:p>
            <a:pPr lvl="1">
              <a:spcAft>
                <a:spcPts val="1800"/>
              </a:spcAft>
            </a:pPr>
            <a:r>
              <a:rPr lang="en-GB" sz="3200" dirty="0"/>
              <a:t>State what is wrong (if wrong)</a:t>
            </a:r>
          </a:p>
          <a:p>
            <a:pPr lvl="1">
              <a:spcAft>
                <a:spcPts val="1800"/>
              </a:spcAft>
            </a:pPr>
            <a:r>
              <a:rPr lang="en-GB" sz="3200" dirty="0"/>
              <a:t>State the required fields that </a:t>
            </a:r>
            <a:r>
              <a:rPr lang="en-GB" sz="3200" dirty="0">
                <a:solidFill>
                  <a:srgbClr val="FF0000"/>
                </a:solidFill>
              </a:rPr>
              <a:t>are </a:t>
            </a:r>
            <a:r>
              <a:rPr lang="en-GB" sz="3200" dirty="0">
                <a:solidFill>
                  <a:srgbClr val="7030A0"/>
                </a:solidFill>
              </a:rPr>
              <a:t>/</a:t>
            </a:r>
            <a:r>
              <a:rPr lang="en-GB" sz="3200" dirty="0">
                <a:solidFill>
                  <a:srgbClr val="FF0000"/>
                </a:solidFill>
              </a:rPr>
              <a:t> are not</a:t>
            </a:r>
            <a:r>
              <a:rPr lang="en-GB" sz="3200" dirty="0"/>
              <a:t> displayed</a:t>
            </a:r>
          </a:p>
          <a:p>
            <a:pPr lvl="1">
              <a:spcAft>
                <a:spcPts val="1800"/>
              </a:spcAft>
            </a:pPr>
            <a:r>
              <a:rPr lang="en-GB" sz="3200" dirty="0"/>
              <a:t>State the required aliases that </a:t>
            </a:r>
            <a:r>
              <a:rPr lang="en-GB" sz="3200" dirty="0">
                <a:solidFill>
                  <a:srgbClr val="FF0000"/>
                </a:solidFill>
              </a:rPr>
              <a:t>are </a:t>
            </a:r>
            <a:r>
              <a:rPr lang="en-GB" sz="3200" dirty="0">
                <a:solidFill>
                  <a:srgbClr val="7030A0"/>
                </a:solidFill>
              </a:rPr>
              <a:t>/</a:t>
            </a:r>
            <a:r>
              <a:rPr lang="en-GB" sz="3200" dirty="0">
                <a:solidFill>
                  <a:srgbClr val="FF0000"/>
                </a:solidFill>
              </a:rPr>
              <a:t> are not</a:t>
            </a:r>
            <a:r>
              <a:rPr lang="en-GB" sz="3200" dirty="0"/>
              <a:t> displayed</a:t>
            </a:r>
          </a:p>
          <a:p>
            <a:pPr lvl="1">
              <a:spcAft>
                <a:spcPts val="1800"/>
              </a:spcAft>
            </a:pPr>
            <a:r>
              <a:rPr lang="en-GB" sz="3200" dirty="0"/>
              <a:t>State any extra fields that are displayed</a:t>
            </a:r>
          </a:p>
          <a:p>
            <a:pPr marL="0" indent="0">
              <a:buNone/>
            </a:pPr>
            <a:endParaRPr lang="en-GB" sz="3200" dirty="0"/>
          </a:p>
          <a:p>
            <a:pPr marL="0" indent="0">
              <a:buNone/>
            </a:pPr>
            <a:endParaRPr lang="en-GB" sz="3200" dirty="0"/>
          </a:p>
        </p:txBody>
      </p:sp>
    </p:spTree>
    <p:extLst>
      <p:ext uri="{BB962C8B-B14F-4D97-AF65-F5344CB8AC3E}">
        <p14:creationId xmlns:p14="http://schemas.microsoft.com/office/powerpoint/2010/main" val="1175320702"/>
      </p:ext>
    </p:extLst>
  </p:cSld>
  <p:clrMapOvr>
    <a:masterClrMapping/>
  </p:clrMapOvr>
</p:sld>
</file>

<file path=ppt/slides/slide109.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30F5C75-4440-45EA-B288-B1C336048C5E}"/>
              </a:ext>
            </a:extLst>
          </p:cNvPr>
          <p:cNvSpPr>
            <a:spLocks noGrp="1"/>
          </p:cNvSpPr>
          <p:nvPr>
            <p:ph type="title"/>
          </p:nvPr>
        </p:nvSpPr>
        <p:spPr/>
        <p:txBody>
          <a:bodyPr/>
          <a:lstStyle/>
          <a:p>
            <a:r>
              <a:rPr lang="en-GB" dirty="0"/>
              <a:t>Accuracy of Output</a:t>
            </a:r>
          </a:p>
        </p:txBody>
      </p:sp>
      <p:sp>
        <p:nvSpPr>
          <p:cNvPr id="3" name="Content Placeholder 2">
            <a:extLst>
              <a:ext uri="{FF2B5EF4-FFF2-40B4-BE49-F238E27FC236}">
                <a16:creationId xmlns:a16="http://schemas.microsoft.com/office/drawing/2014/main" id="{06B8E349-DC6D-4A5B-8DA3-98695E00841D}"/>
              </a:ext>
            </a:extLst>
          </p:cNvPr>
          <p:cNvSpPr>
            <a:spLocks noGrp="1"/>
          </p:cNvSpPr>
          <p:nvPr>
            <p:ph idx="1"/>
          </p:nvPr>
        </p:nvSpPr>
        <p:spPr/>
        <p:txBody>
          <a:bodyPr>
            <a:normAutofit/>
          </a:bodyPr>
          <a:lstStyle/>
          <a:p>
            <a:pPr marL="0" indent="0">
              <a:spcAft>
                <a:spcPts val="1800"/>
              </a:spcAft>
              <a:buNone/>
            </a:pPr>
            <a:r>
              <a:rPr lang="en-GB" sz="3200" dirty="0"/>
              <a:t>"The output of the query </a:t>
            </a:r>
            <a:r>
              <a:rPr lang="en-GB" sz="3200" dirty="0">
                <a:solidFill>
                  <a:srgbClr val="FF0000"/>
                </a:solidFill>
              </a:rPr>
              <a:t>is </a:t>
            </a:r>
            <a:r>
              <a:rPr lang="en-GB" sz="3200" dirty="0">
                <a:solidFill>
                  <a:srgbClr val="7030A0"/>
                </a:solidFill>
              </a:rPr>
              <a:t>/</a:t>
            </a:r>
            <a:r>
              <a:rPr lang="en-GB" sz="3200" dirty="0">
                <a:solidFill>
                  <a:srgbClr val="FF0000"/>
                </a:solidFill>
              </a:rPr>
              <a:t> is not </a:t>
            </a:r>
            <a:r>
              <a:rPr lang="en-GB" sz="3200" dirty="0"/>
              <a:t>accurate because … "</a:t>
            </a:r>
          </a:p>
          <a:p>
            <a:pPr lvl="1">
              <a:spcAft>
                <a:spcPts val="1800"/>
              </a:spcAft>
            </a:pPr>
            <a:r>
              <a:rPr lang="en-GB" sz="3200" dirty="0"/>
              <a:t> </a:t>
            </a:r>
          </a:p>
          <a:p>
            <a:pPr lvl="1">
              <a:spcAft>
                <a:spcPts val="1800"/>
              </a:spcAft>
            </a:pPr>
            <a:r>
              <a:rPr lang="en-GB" sz="3200" dirty="0"/>
              <a:t> </a:t>
            </a:r>
          </a:p>
          <a:p>
            <a:pPr lvl="1">
              <a:spcAft>
                <a:spcPts val="1800"/>
              </a:spcAft>
            </a:pPr>
            <a:r>
              <a:rPr lang="en-GB" sz="3200" dirty="0"/>
              <a:t> </a:t>
            </a:r>
          </a:p>
          <a:p>
            <a:pPr lvl="1">
              <a:spcAft>
                <a:spcPts val="1800"/>
              </a:spcAft>
            </a:pPr>
            <a:r>
              <a:rPr lang="en-GB" sz="3200" dirty="0"/>
              <a:t> </a:t>
            </a:r>
          </a:p>
          <a:p>
            <a:pPr marL="0" indent="0">
              <a:buNone/>
            </a:pPr>
            <a:endParaRPr lang="en-GB" sz="3200" dirty="0"/>
          </a:p>
          <a:p>
            <a:pPr marL="0" indent="0">
              <a:buNone/>
            </a:pPr>
            <a:endParaRPr lang="en-GB" sz="3200" dirty="0"/>
          </a:p>
        </p:txBody>
      </p:sp>
    </p:spTree>
    <p:extLst>
      <p:ext uri="{BB962C8B-B14F-4D97-AF65-F5344CB8AC3E}">
        <p14:creationId xmlns:p14="http://schemas.microsoft.com/office/powerpoint/2010/main" val="4233072005"/>
      </p:ext>
    </p:extLst>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2054</TotalTime>
  <Words>4720</Words>
  <Application>Microsoft Office PowerPoint</Application>
  <PresentationFormat>Widescreen</PresentationFormat>
  <Paragraphs>1526</Paragraphs>
  <Slides>109</Slides>
  <Notes>80</Notes>
  <HiddenSlides>48</HiddenSlides>
  <MMClips>0</MMClips>
  <ScaleCrop>false</ScaleCrop>
  <HeadingPairs>
    <vt:vector size="6" baseType="variant">
      <vt:variant>
        <vt:lpstr>Fonts Used</vt:lpstr>
      </vt:variant>
      <vt:variant>
        <vt:i4>6</vt:i4>
      </vt:variant>
      <vt:variant>
        <vt:lpstr>Theme</vt:lpstr>
      </vt:variant>
      <vt:variant>
        <vt:i4>1</vt:i4>
      </vt:variant>
      <vt:variant>
        <vt:lpstr>Slide Titles</vt:lpstr>
      </vt:variant>
      <vt:variant>
        <vt:i4>109</vt:i4>
      </vt:variant>
    </vt:vector>
  </HeadingPairs>
  <TitlesOfParts>
    <vt:vector size="116" baseType="lpstr">
      <vt:lpstr>Arial</vt:lpstr>
      <vt:lpstr>Calibri</vt:lpstr>
      <vt:lpstr>Calibri Light</vt:lpstr>
      <vt:lpstr>Consolas</vt:lpstr>
      <vt:lpstr>Courier New</vt:lpstr>
      <vt:lpstr>ReithSans</vt:lpstr>
      <vt:lpstr>Office Theme</vt:lpstr>
      <vt:lpstr>Higher Computing Science</vt:lpstr>
      <vt:lpstr>Plan</vt:lpstr>
      <vt:lpstr>Plan</vt:lpstr>
      <vt:lpstr>Assessment</vt:lpstr>
      <vt:lpstr>Assessment</vt:lpstr>
      <vt:lpstr>What is a database?</vt:lpstr>
      <vt:lpstr>SQL</vt:lpstr>
      <vt:lpstr>Learning Intentions</vt:lpstr>
      <vt:lpstr>SELECT – N5 Revision</vt:lpstr>
      <vt:lpstr>Alias – Single word (1)</vt:lpstr>
      <vt:lpstr>Alias – Single word (1)</vt:lpstr>
      <vt:lpstr>Alias – Multiple words (1)</vt:lpstr>
      <vt:lpstr>Alias – Multiple words (1)</vt:lpstr>
      <vt:lpstr>Alias – Single word (2)</vt:lpstr>
      <vt:lpstr>Alias – Single word (2)</vt:lpstr>
      <vt:lpstr>Alias – Multiple words (2)</vt:lpstr>
      <vt:lpstr>Alias – Multiple words (2)</vt:lpstr>
      <vt:lpstr>Learning Intentions</vt:lpstr>
      <vt:lpstr>N5 Revision – SELECT</vt:lpstr>
      <vt:lpstr>Wildcard: %</vt:lpstr>
      <vt:lpstr>Wildcard: %</vt:lpstr>
      <vt:lpstr>Wildcard: _</vt:lpstr>
      <vt:lpstr>Wildcard: _</vt:lpstr>
      <vt:lpstr>Division</vt:lpstr>
      <vt:lpstr>Division</vt:lpstr>
      <vt:lpstr>Casting</vt:lpstr>
      <vt:lpstr>Casting</vt:lpstr>
      <vt:lpstr>Round</vt:lpstr>
      <vt:lpstr>Round</vt:lpstr>
      <vt:lpstr>Convert Date to a Number</vt:lpstr>
      <vt:lpstr>Convert Date to a Number</vt:lpstr>
      <vt:lpstr>Convert Number to a Date</vt:lpstr>
      <vt:lpstr>Convert Number to a Date</vt:lpstr>
      <vt:lpstr>Learning Intentions</vt:lpstr>
      <vt:lpstr>N5 Revision – SELECT</vt:lpstr>
      <vt:lpstr>Computed - SELECT</vt:lpstr>
      <vt:lpstr>Computed - SELECT</vt:lpstr>
      <vt:lpstr>Computed - UPDATE</vt:lpstr>
      <vt:lpstr>Computed - UPDATE</vt:lpstr>
      <vt:lpstr>Learning Intentions</vt:lpstr>
      <vt:lpstr>N5 Revision – SELECT</vt:lpstr>
      <vt:lpstr>COUNT</vt:lpstr>
      <vt:lpstr>COUNT</vt:lpstr>
      <vt:lpstr>MAX / MIN</vt:lpstr>
      <vt:lpstr>MAX / MIN</vt:lpstr>
      <vt:lpstr>SUM</vt:lpstr>
      <vt:lpstr>SUM</vt:lpstr>
      <vt:lpstr>AVG</vt:lpstr>
      <vt:lpstr>AVG</vt:lpstr>
      <vt:lpstr>Multiple Aggregate Functions</vt:lpstr>
      <vt:lpstr>Multiple Aggregate Functions</vt:lpstr>
      <vt:lpstr>Learning Intentions</vt:lpstr>
      <vt:lpstr>N5 Revision – SELECT</vt:lpstr>
      <vt:lpstr>GROUP BY – Single column</vt:lpstr>
      <vt:lpstr>GROUP BY – Single column</vt:lpstr>
      <vt:lpstr>GROUP BY – Multiple columns</vt:lpstr>
      <vt:lpstr>GROUP BY – Multiple columns</vt:lpstr>
      <vt:lpstr>SQL Order of Operations</vt:lpstr>
      <vt:lpstr>SQL Order of Operations</vt:lpstr>
      <vt:lpstr>Order of Operations (7)</vt:lpstr>
      <vt:lpstr>Order of Operations (7)</vt:lpstr>
      <vt:lpstr>GROUP BY – Example</vt:lpstr>
      <vt:lpstr>GROUP BY – Example</vt:lpstr>
      <vt:lpstr>Learning Intentions</vt:lpstr>
      <vt:lpstr>SELECT – Oldest Pupils</vt:lpstr>
      <vt:lpstr>Steps</vt:lpstr>
      <vt:lpstr>Step 1 – Create a View</vt:lpstr>
      <vt:lpstr>Step 1 – Create a View</vt:lpstr>
      <vt:lpstr>Step 2 – Use the View Result</vt:lpstr>
      <vt:lpstr>Step 2 – Use the View Result</vt:lpstr>
      <vt:lpstr>SELECT – SQL (Subquery)</vt:lpstr>
      <vt:lpstr>SELECT – SQL (Subquery)</vt:lpstr>
      <vt:lpstr>Requirements</vt:lpstr>
      <vt:lpstr>Requirements</vt:lpstr>
      <vt:lpstr>End User Requirements</vt:lpstr>
      <vt:lpstr>End User Requirements</vt:lpstr>
      <vt:lpstr>Functional Requirements</vt:lpstr>
      <vt:lpstr>Functional Requirements</vt:lpstr>
      <vt:lpstr>Learning Intentions</vt:lpstr>
      <vt:lpstr>Entity-Occurrence Diagram (1)</vt:lpstr>
      <vt:lpstr>Entity-Occurrence Diagram (1)</vt:lpstr>
      <vt:lpstr>Entity-Occurrence Diagram (2)</vt:lpstr>
      <vt:lpstr>Entity-Occurrence Diagram (2)</vt:lpstr>
      <vt:lpstr>Entity-Occurrence Diagram (3)</vt:lpstr>
      <vt:lpstr>Entity-Occurrence Diagram (3)</vt:lpstr>
      <vt:lpstr>Learning Intentions</vt:lpstr>
      <vt:lpstr>Primary Key</vt:lpstr>
      <vt:lpstr>Primary Key</vt:lpstr>
      <vt:lpstr>Composite Key</vt:lpstr>
      <vt:lpstr>Composite Key</vt:lpstr>
      <vt:lpstr>N5 Revision – Foreign Key</vt:lpstr>
      <vt:lpstr>N5 Revision – Foreign Key</vt:lpstr>
      <vt:lpstr>N5 Revision – Many to Many</vt:lpstr>
      <vt:lpstr>N5 Revision – Many to Many</vt:lpstr>
      <vt:lpstr>Foreign Key – Many to Many</vt:lpstr>
      <vt:lpstr>Foreign Key – Many to Many</vt:lpstr>
      <vt:lpstr>Compound Key</vt:lpstr>
      <vt:lpstr>Compound Key</vt:lpstr>
      <vt:lpstr>Learning Intentions</vt:lpstr>
      <vt:lpstr>Evaluation</vt:lpstr>
      <vt:lpstr>Evaluation</vt:lpstr>
      <vt:lpstr>PowerPoint Presentation</vt:lpstr>
      <vt:lpstr>PowerPoint Presentation</vt:lpstr>
      <vt:lpstr>Evaluation - Overview</vt:lpstr>
      <vt:lpstr>Evaluation - Overview</vt:lpstr>
      <vt:lpstr>Fit for Purpose</vt:lpstr>
      <vt:lpstr>Fit for Purpose</vt:lpstr>
      <vt:lpstr>Accuracy of Output</vt:lpstr>
      <vt:lpstr>Accuracy of Output</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PowerPoint Presentation</dc:title>
  <dc:creator>Al Friend</dc:creator>
  <cp:lastModifiedBy>Al Friend</cp:lastModifiedBy>
  <cp:revision>291</cp:revision>
  <cp:lastPrinted>2021-06-18T08:15:49Z</cp:lastPrinted>
  <dcterms:created xsi:type="dcterms:W3CDTF">2020-11-23T14:36:09Z</dcterms:created>
  <dcterms:modified xsi:type="dcterms:W3CDTF">2025-11-05T16:11:35Z</dcterms:modified>
</cp:coreProperties>
</file>