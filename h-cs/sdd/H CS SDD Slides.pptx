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3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54" r:id="rId156"/>
    <p:sldId id="839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</p14:sldIdLst>
        </p14:section>
        <p14:section name="Array of records" id="{B8E57B2B-BCE4-425F-A6CE-460073C2E56B}">
          <p14:sldIdLst>
            <p14:sldId id="627"/>
            <p14:sldId id="644"/>
            <p14:sldId id="638"/>
            <p14:sldId id="645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9-01T10:34:41.722" v="363" actId="20577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addSp delSp modAnim">
        <pc:chgData name="Al Friend" userId="e5ed79da-d858-46d4-9eed-a7a24903f2de" providerId="ADAL" clId="{0E1AE490-4385-420A-8F3B-5C4325E85BD3}" dt="2026-09-01T10:17:21.964" v="334"/>
        <pc:sldMkLst>
          <pc:docMk/>
          <pc:sldMk cId="813533798" sldId="463"/>
        </pc:sldMkLst>
        <pc:spChg chg="add del">
          <ac:chgData name="Al Friend" userId="e5ed79da-d858-46d4-9eed-a7a24903f2de" providerId="ADAL" clId="{0E1AE490-4385-420A-8F3B-5C4325E85BD3}" dt="2026-09-01T10:16:49.297" v="331"/>
          <ac:spMkLst>
            <pc:docMk/>
            <pc:sldMk cId="813533798" sldId="463"/>
            <ac:spMk id="10" creationId="{79169C6A-6FB6-4FC9-A009-5E1CB0A64633}"/>
          </ac:spMkLst>
        </pc:spChg>
        <pc:spChg chg="add">
          <ac:chgData name="Al Friend" userId="e5ed79da-d858-46d4-9eed-a7a24903f2de" providerId="ADAL" clId="{0E1AE490-4385-420A-8F3B-5C4325E85BD3}" dt="2026-09-01T10:17:17.759" v="333"/>
          <ac:spMkLst>
            <pc:docMk/>
            <pc:sldMk cId="813533798" sldId="463"/>
            <ac:spMk id="11" creationId="{038B7AE7-FFE9-4DF8-883B-60DDD260FA13}"/>
          </ac:spMkLst>
        </pc:spChg>
      </pc:sldChg>
      <pc:sldChg chg="addSp modSp modAnim">
        <pc:chgData name="Al Friend" userId="e5ed79da-d858-46d4-9eed-a7a24903f2de" providerId="ADAL" clId="{0E1AE490-4385-420A-8F3B-5C4325E85BD3}" dt="2026-09-01T10:31:30.963" v="362"/>
        <pc:sldMkLst>
          <pc:docMk/>
          <pc:sldMk cId="4105150459" sldId="468"/>
        </pc:sldMkLst>
        <pc:spChg chg="add mod">
          <ac:chgData name="Al Friend" userId="e5ed79da-d858-46d4-9eed-a7a24903f2de" providerId="ADAL" clId="{0E1AE490-4385-420A-8F3B-5C4325E85BD3}" dt="2026-09-01T10:31:25.378" v="359" actId="14100"/>
          <ac:spMkLst>
            <pc:docMk/>
            <pc:sldMk cId="4105150459" sldId="468"/>
            <ac:spMk id="7" creationId="{5B642EF0-6A58-4C7C-B14E-CE66B01C9A7D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458947270" sldId="554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modSp">
        <pc:chgData name="Al Friend" userId="e5ed79da-d858-46d4-9eed-a7a24903f2de" providerId="ADAL" clId="{0E1AE490-4385-420A-8F3B-5C4325E85BD3}" dt="2026-09-01T10:34:41.722" v="363" actId="20577"/>
        <pc:sldMkLst>
          <pc:docMk/>
          <pc:sldMk cId="624294451" sldId="627"/>
        </pc:sldMkLst>
        <pc:spChg chg="mod">
          <ac:chgData name="Al Friend" userId="e5ed79da-d858-46d4-9eed-a7a24903f2de" providerId="ADAL" clId="{0E1AE490-4385-420A-8F3B-5C4325E85BD3}" dt="2026-09-01T10:34:41.722" v="363" actId="20577"/>
          <ac:spMkLst>
            <pc:docMk/>
            <pc:sldMk cId="624294451" sldId="627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addSp modSp modAnim">
        <pc:chgData name="Al Friend" userId="e5ed79da-d858-46d4-9eed-a7a24903f2de" providerId="ADAL" clId="{0E1AE490-4385-420A-8F3B-5C4325E85BD3}" dt="2026-09-01T10:17:13.644" v="332" actId="14100"/>
        <pc:sldMkLst>
          <pc:docMk/>
          <pc:sldMk cId="206058122" sldId="636"/>
        </pc:sldMkLst>
        <pc:spChg chg="add mod">
          <ac:chgData name="Al Friend" userId="e5ed79da-d858-46d4-9eed-a7a24903f2de" providerId="ADAL" clId="{0E1AE490-4385-420A-8F3B-5C4325E85BD3}" dt="2026-09-01T10:17:13.644" v="332" actId="14100"/>
          <ac:spMkLst>
            <pc:docMk/>
            <pc:sldMk cId="206058122" sldId="636"/>
            <ac:spMk id="8" creationId="{7C5DA59C-0962-4D0F-A8C5-85F728AD07E2}"/>
          </ac:spMkLst>
        </pc:spChg>
        <pc:spChg chg="mod">
          <ac:chgData name="Al Friend" userId="e5ed79da-d858-46d4-9eed-a7a24903f2de" providerId="ADAL" clId="{0E1AE490-4385-420A-8F3B-5C4325E85BD3}" dt="2026-09-01T10:10:26.765" v="308" actId="14100"/>
          <ac:spMkLst>
            <pc:docMk/>
            <pc:sldMk cId="206058122" sldId="636"/>
            <ac:spMk id="14" creationId="{3722D76D-4B2B-4731-B9D8-21D6BAF98E92}"/>
          </ac:spMkLst>
        </pc:spChg>
        <pc:spChg chg="mod">
          <ac:chgData name="Al Friend" userId="e5ed79da-d858-46d4-9eed-a7a24903f2de" providerId="ADAL" clId="{0E1AE490-4385-420A-8F3B-5C4325E85BD3}" dt="2026-09-01T10:11:34.877" v="329" actId="14100"/>
          <ac:spMkLst>
            <pc:docMk/>
            <pc:sldMk cId="206058122" sldId="636"/>
            <ac:spMk id="16" creationId="{FE1433C9-49A0-44F8-BAF4-4E37D416EDFF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1619853656" sldId="839"/>
        </pc:sldMkLst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104930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58121"/>
              <a:gd name="adj5" fmla="val -53130"/>
              <a:gd name="adj6" fmla="val -848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0" y="1268851"/>
            <a:ext cx="484794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7359"/>
              <a:gd name="adj5" fmla="val 140750"/>
              <a:gd name="adj6" fmla="val -325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 – No parameters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C5DA59C-0962-4D0F-A8C5-85F728AD07E2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  <p:bldP spid="8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38B7AE7-FFE9-4DF8-883B-60DDD260FA13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1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B642EF0-6A58-4C7C-B14E-CE66B01C9A7D}"/>
              </a:ext>
            </a:extLst>
          </p:cNvPr>
          <p:cNvSpPr/>
          <p:nvPr/>
        </p:nvSpPr>
        <p:spPr>
          <a:xfrm>
            <a:off x="9034400" y="3987938"/>
            <a:ext cx="1378330" cy="789802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63835"/>
              <a:gd name="adj6" fmla="val -778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  <p:bldP spid="7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582</TotalTime>
  <Words>8181</Words>
  <Application>Microsoft Office PowerPoint</Application>
  <PresentationFormat>Widescreen</PresentationFormat>
  <Paragraphs>1886</Paragraphs>
  <Slides>202</Slides>
  <Notes>157</Notes>
  <HiddenSlides>89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Reading: Unknown file length</vt:lpstr>
      <vt:lpstr>Reading: Unknown file length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303</cp:revision>
  <cp:lastPrinted>2022-12-12T09:57:02Z</cp:lastPrinted>
  <dcterms:created xsi:type="dcterms:W3CDTF">2020-11-23T14:36:09Z</dcterms:created>
  <dcterms:modified xsi:type="dcterms:W3CDTF">2026-09-02T11:07:07Z</dcterms:modified>
</cp:coreProperties>
</file>