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873" r:id="rId168"/>
    <p:sldId id="572" r:id="rId169"/>
    <p:sldId id="573" r:id="rId170"/>
    <p:sldId id="574" r:id="rId171"/>
    <p:sldId id="420" r:id="rId172"/>
    <p:sldId id="862" r:id="rId173"/>
    <p:sldId id="861" r:id="rId174"/>
    <p:sldId id="864" r:id="rId175"/>
    <p:sldId id="575" r:id="rId176"/>
    <p:sldId id="576" r:id="rId177"/>
    <p:sldId id="502" r:id="rId178"/>
    <p:sldId id="504" r:id="rId179"/>
    <p:sldId id="870" r:id="rId180"/>
    <p:sldId id="871" r:id="rId181"/>
    <p:sldId id="503" r:id="rId182"/>
    <p:sldId id="816" r:id="rId183"/>
    <p:sldId id="847" r:id="rId184"/>
    <p:sldId id="817" r:id="rId185"/>
    <p:sldId id="868" r:id="rId186"/>
    <p:sldId id="818" r:id="rId187"/>
    <p:sldId id="869" r:id="rId188"/>
    <p:sldId id="824" r:id="rId189"/>
    <p:sldId id="846" r:id="rId190"/>
    <p:sldId id="577" r:id="rId191"/>
    <p:sldId id="578" r:id="rId192"/>
    <p:sldId id="814" r:id="rId193"/>
    <p:sldId id="872" r:id="rId194"/>
    <p:sldId id="843" r:id="rId195"/>
    <p:sldId id="815" r:id="rId196"/>
    <p:sldId id="844" r:id="rId197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presProps" Target="presProps.xml"/><Relationship Id="rId20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modSld">
      <pc:chgData name="Al Friend" userId="e5ed79da-d858-46d4-9eed-a7a24903f2de" providerId="ADAL" clId="{2CC28D5A-E59E-4A37-B8C3-56A229B86017}" dt="2026-06-03T12:56:48.943" v="43" actId="20577"/>
      <pc:docMkLst>
        <pc:docMk/>
      </pc:docMkLst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Sp modAnim">
        <pc:chgData name="Al Friend" userId="e5ed79da-d858-46d4-9eed-a7a24903f2de" providerId="ADAL" clId="{2CC28D5A-E59E-4A37-B8C3-56A229B86017}" dt="2026-06-02T10:07:17.604" v="12" actId="1076"/>
        <pc:sldMkLst>
          <pc:docMk/>
          <pc:sldMk cId="2157204624" sldId="535"/>
        </pc:sldMkLst>
        <pc:spChg chg="mod">
          <ac:chgData name="Al Friend" userId="e5ed79da-d858-46d4-9eed-a7a24903f2de" providerId="ADAL" clId="{2CC28D5A-E59E-4A37-B8C3-56A229B86017}" dt="2026-06-02T10:07:17.604" v="12" actId="1076"/>
          <ac:spMkLst>
            <pc:docMk/>
            <pc:sldMk cId="2157204624" sldId="535"/>
            <ac:spMk id="39" creationId="{A4585091-739A-4D3F-99EE-3F1D384F15D3}"/>
          </ac:spMkLst>
        </pc:spChg>
      </pc:sldChg>
      <pc:sldChg chg="modSp">
        <pc:chgData name="Al Friend" userId="e5ed79da-d858-46d4-9eed-a7a24903f2de" providerId="ADAL" clId="{2CC28D5A-E59E-4A37-B8C3-56A229B86017}" dt="2026-06-02T10:08:13.189" v="14" actId="14100"/>
        <pc:sldMkLst>
          <pc:docMk/>
          <pc:sldMk cId="3519238916" sldId="539"/>
        </pc:sldMkLst>
        <pc:spChg chg="mod">
          <ac:chgData name="Al Friend" userId="e5ed79da-d858-46d4-9eed-a7a24903f2de" providerId="ADAL" clId="{2CC28D5A-E59E-4A37-B8C3-56A229B86017}" dt="2026-06-02T10:08:13.189" v="14" actId="14100"/>
          <ac:spMkLst>
            <pc:docMk/>
            <pc:sldMk cId="3519238916" sldId="539"/>
            <ac:spMk id="14" creationId="{8D608A3B-B831-4F48-A74E-CD82490F6BF7}"/>
          </ac:spMkLst>
        </pc:spChg>
      </pc:sldChg>
      <pc:sldChg chg="modSp">
        <pc:chgData name="Al Friend" userId="e5ed79da-d858-46d4-9eed-a7a24903f2de" providerId="ADAL" clId="{2CC28D5A-E59E-4A37-B8C3-56A229B86017}" dt="2026-06-02T10:08:22.668" v="16" actId="14100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">
        <pc:chgData name="Al Friend" userId="e5ed79da-d858-46d4-9eed-a7a24903f2de" providerId="ADAL" clId="{2CC28D5A-E59E-4A37-B8C3-56A229B86017}" dt="2026-06-03T12:52:09.775" v="40" actId="692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3T12:52:05.483" v="38" actId="692"/>
          <ac:spMkLst>
            <pc:docMk/>
            <pc:sldMk cId="3771078146" sldId="825"/>
            <ac:spMk id="11" creationId="{EA2776D7-89F2-9587-1CB5-8E32160E3154}"/>
          </ac:spMkLst>
        </pc:spChg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15T15:19:29.846" v="222" actId="20577"/>
      <pc:docMkLst>
        <pc:docMk/>
      </pc:docMkLst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</TotalTime>
  <Words>7795</Words>
  <Application>Microsoft Office PowerPoint</Application>
  <PresentationFormat>Widescreen</PresentationFormat>
  <Paragraphs>1827</Paragraphs>
  <Slides>196</Slides>
  <Notes>151</Notes>
  <HiddenSlides>85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2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292</cp:revision>
  <cp:lastPrinted>2022-12-12T09:57:02Z</cp:lastPrinted>
  <dcterms:created xsi:type="dcterms:W3CDTF">2020-11-23T14:36:09Z</dcterms:created>
  <dcterms:modified xsi:type="dcterms:W3CDTF">2026-06-03T13:47:30Z</dcterms:modified>
</cp:coreProperties>
</file>