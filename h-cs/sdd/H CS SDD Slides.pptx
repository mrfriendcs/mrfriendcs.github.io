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modSld">
      <pc:chgData name="Al Friend" userId="e5ed79da-d858-46d4-9eed-a7a24903f2de" providerId="ADAL" clId="{2CC28D5A-E59E-4A37-B8C3-56A229B86017}" dt="2026-06-04T11:03:37.919" v="88" actId="20577"/>
      <pc:docMkLst>
        <pc:docMk/>
      </pc:docMkLst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modNotesTx">
        <pc:chgData name="Al Friend" userId="e5ed79da-d858-46d4-9eed-a7a24903f2de" providerId="ADAL" clId="{2CC28D5A-E59E-4A37-B8C3-56A229B86017}" dt="2026-06-04T10:49:14.041" v="46" actId="20577"/>
        <pc:sldMkLst>
          <pc:docMk/>
          <pc:sldMk cId="1236895042" sldId="485"/>
        </pc:sldMkLst>
      </pc:sldChg>
      <pc:sldChg chg="modSp">
        <pc:chgData name="Al Friend" userId="e5ed79da-d858-46d4-9eed-a7a24903f2de" providerId="ADAL" clId="{2CC28D5A-E59E-4A37-B8C3-56A229B86017}" dt="2026-06-04T11:03:28.622" v="84" actId="20577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4T11:03:24.455" v="82" actId="20577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addSp modSp modAnim">
        <pc:chgData name="Al Friend" userId="e5ed79da-d858-46d4-9eed-a7a24903f2de" providerId="ADAL" clId="{2CC28D5A-E59E-4A37-B8C3-56A229B86017}" dt="2026-06-04T11:00:58.530" v="80" actId="20577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">
        <pc:chgData name="Al Friend" userId="e5ed79da-d858-46d4-9eed-a7a24903f2de" providerId="ADAL" clId="{2CC28D5A-E59E-4A37-B8C3-56A229B86017}" dt="2026-06-04T11:03:35.460" v="86" actId="20577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4T11:03:37.919" v="88" actId="20577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">
        <pc:chgData name="Al Friend" userId="e5ed79da-d858-46d4-9eed-a7a24903f2de" providerId="ADAL" clId="{2CC28D5A-E59E-4A37-B8C3-56A229B86017}" dt="2026-06-03T12:52:09.775" v="40" actId="692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3T12:52:05.483" v="38" actId="692"/>
          <ac:spMkLst>
            <pc:docMk/>
            <pc:sldMk cId="3771078146" sldId="825"/>
            <ac:spMk id="11" creationId="{EA2776D7-89F2-9587-1CB5-8E32160E3154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15T15:19:29.846" v="222" actId="20577"/>
      <pc:docMkLst>
        <pc:docMk/>
      </pc:docMkLst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04/06/2026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7789</Words>
  <Application>Microsoft Office PowerPoint</Application>
  <PresentationFormat>Widescreen</PresentationFormat>
  <Paragraphs>1826</Paragraphs>
  <Slides>196</Slides>
  <Notes>151</Notes>
  <HiddenSlides>85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293</cp:revision>
  <cp:lastPrinted>2022-12-12T09:57:02Z</cp:lastPrinted>
  <dcterms:created xsi:type="dcterms:W3CDTF">2020-11-23T14:36:09Z</dcterms:created>
  <dcterms:modified xsi:type="dcterms:W3CDTF">2026-06-04T11:08:54Z</dcterms:modified>
</cp:coreProperties>
</file>