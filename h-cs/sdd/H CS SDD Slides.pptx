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4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572" r:id="rId175"/>
    <p:sldId id="573" r:id="rId176"/>
    <p:sldId id="574" r:id="rId177"/>
    <p:sldId id="420" r:id="rId178"/>
    <p:sldId id="862" r:id="rId179"/>
    <p:sldId id="861" r:id="rId180"/>
    <p:sldId id="864" r:id="rId181"/>
    <p:sldId id="575" r:id="rId182"/>
    <p:sldId id="576" r:id="rId183"/>
    <p:sldId id="502" r:id="rId184"/>
    <p:sldId id="504" r:id="rId185"/>
    <p:sldId id="870" r:id="rId186"/>
    <p:sldId id="871" r:id="rId187"/>
    <p:sldId id="503" r:id="rId188"/>
    <p:sldId id="816" r:id="rId189"/>
    <p:sldId id="847" r:id="rId190"/>
    <p:sldId id="817" r:id="rId191"/>
    <p:sldId id="868" r:id="rId192"/>
    <p:sldId id="818" r:id="rId193"/>
    <p:sldId id="869" r:id="rId194"/>
    <p:sldId id="824" r:id="rId195"/>
    <p:sldId id="846" r:id="rId196"/>
    <p:sldId id="577" r:id="rId197"/>
    <p:sldId id="578" r:id="rId198"/>
    <p:sldId id="814" r:id="rId199"/>
    <p:sldId id="872" r:id="rId200"/>
    <p:sldId id="843" r:id="rId201"/>
    <p:sldId id="815" r:id="rId202"/>
    <p:sldId id="844" r:id="rId203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</p14:sldIdLst>
        </p14:section>
        <p14:section name="Array of records" id="{B8E57B2B-BCE4-425F-A6CE-460073C2E56B}">
          <p14:sldIdLst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788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theme" Target="theme/theme1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microsoft.com/office/2016/11/relationships/changesInfo" Target="changesInfos/changesInfo1.xml"/><Relationship Id="rId190" Type="http://schemas.openxmlformats.org/officeDocument/2006/relationships/slide" Target="slides/slide189.xml"/><Relationship Id="rId204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  <pc:docChg chg="undo custSel addSld delSld modSld sldOrd modSection">
      <pc:chgData name="Al Friend" userId="e5ed79da-d858-46d4-9eed-a7a24903f2de" providerId="ADAL" clId="{2CC28D5A-E59E-4A37-B8C3-56A229B86017}" dt="2026-06-22T13:37:39.208" v="333" actId="2696"/>
      <pc:docMkLst>
        <pc:docMk/>
      </pc:docMkLst>
      <pc:sldChg chg="modAnim">
        <pc:chgData name="Al Friend" userId="e5ed79da-d858-46d4-9eed-a7a24903f2de" providerId="ADAL" clId="{2CC28D5A-E59E-4A37-B8C3-56A229B86017}" dt="2026-06-22T13:37:15.050" v="330"/>
        <pc:sldMkLst>
          <pc:docMk/>
          <pc:sldMk cId="395973225" sldId="836"/>
        </pc:sldMkLst>
      </pc:sldChg>
      <pc:sldChg chg="delSp add modTransition delAnim modAnim">
        <pc:chgData name="Al Friend" userId="e5ed79da-d858-46d4-9eed-a7a24903f2de" providerId="ADAL" clId="{2CC28D5A-E59E-4A37-B8C3-56A229B86017}" dt="2026-06-22T13:37:21.883" v="332"/>
        <pc:sldMkLst>
          <pc:docMk/>
          <pc:sldMk cId="2581650874" sldId="878"/>
        </pc:sldMkLst>
        <pc:spChg chg="del">
          <ac:chgData name="Al Friend" userId="e5ed79da-d858-46d4-9eed-a7a24903f2de" providerId="ADAL" clId="{2CC28D5A-E59E-4A37-B8C3-56A229B86017}" dt="2026-06-22T13:36:50.573" v="325" actId="478"/>
          <ac:spMkLst>
            <pc:docMk/>
            <pc:sldMk cId="2581650874" sldId="878"/>
            <ac:spMk id="5" creationId="{DCE3A2C0-E5AC-437E-8CD0-46D83078EBB9}"/>
          </ac:spMkLst>
        </pc:spChg>
      </pc:sldChg>
      <pc:sldChg chg="delSp add modTransition delAnim modAnim">
        <pc:chgData name="Al Friend" userId="e5ed79da-d858-46d4-9eed-a7a24903f2de" providerId="ADAL" clId="{2CC28D5A-E59E-4A37-B8C3-56A229B86017}" dt="2026-06-22T13:37:18.427" v="331"/>
        <pc:sldMkLst>
          <pc:docMk/>
          <pc:sldMk cId="1177968660" sldId="879"/>
        </pc:sldMkLst>
        <pc:spChg chg="del">
          <ac:chgData name="Al Friend" userId="e5ed79da-d858-46d4-9eed-a7a24903f2de" providerId="ADAL" clId="{2CC28D5A-E59E-4A37-B8C3-56A229B86017}" dt="2026-06-22T13:37:03.417" v="328" actId="478"/>
          <ac:spMkLst>
            <pc:docMk/>
            <pc:sldMk cId="1177968660" sldId="879"/>
            <ac:spMk id="5" creationId="{DCE3A2C0-E5AC-437E-8CD0-46D83078EBB9}"/>
          </ac:spMkLst>
        </pc:spChg>
      </pc:sldChg>
    </pc:docChg>
  </pc:docChgLst>
  <pc:docChgLst>
    <pc:chgData name="Al Friend" userId="e5ed79da-d858-46d4-9eed-a7a24903f2de" providerId="ADAL" clId="{6CF5D3DD-A8C4-4611-8099-4AEB2E976A2E}"/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17T09:30:42.748" v="395" actId="20577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 modAnim">
        <pc:chgData name="Al Friend" userId="e5ed79da-d858-46d4-9eed-a7a24903f2de" providerId="ADAL" clId="{0E1AE490-4385-420A-8F3B-5C4325E85BD3}" dt="2026-09-02T12:27:15.403" v="385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2T12:26:45.075" v="384" actId="12788"/>
          <ac:spMkLst>
            <pc:docMk/>
            <pc:sldMk cId="624294451" sldId="627"/>
            <ac:spMk id="2" creationId="{475D4475-70EC-71C2-5BC2-80CAC7A39D1D}"/>
          </ac:spMkLst>
        </pc:spChg>
        <pc:spChg chg="mod">
          <ac:chgData name="Al Friend" userId="e5ed79da-d858-46d4-9eed-a7a24903f2de" providerId="ADAL" clId="{0E1AE490-4385-420A-8F3B-5C4325E85BD3}" dt="2026-09-02T12:27:15.403" v="385"/>
          <ac:spMkLst>
            <pc:docMk/>
            <pc:sldMk cId="624294451" sldId="627"/>
            <ac:spMk id="3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9-17T09:30:35.358" v="390" actId="20577"/>
        <pc:sldMkLst>
          <pc:docMk/>
          <pc:sldMk cId="2304241816" sldId="817"/>
        </pc:sldMkLst>
        <pc:spChg chg="mod">
          <ac:chgData name="Al Friend" userId="e5ed79da-d858-46d4-9eed-a7a24903f2de" providerId="ADAL" clId="{0E1AE490-4385-420A-8F3B-5C4325E85BD3}" dt="2026-09-17T09:30:35.358" v="390" actId="20577"/>
          <ac:spMkLst>
            <pc:docMk/>
            <pc:sldMk cId="2304241816" sldId="817"/>
            <ac:spMk id="5" creationId="{54C8157B-430A-4486-9B0E-EAA8CFF447AC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">
        <pc:chgData name="Al Friend" userId="e5ed79da-d858-46d4-9eed-a7a24903f2de" providerId="ADAL" clId="{0E1AE490-4385-420A-8F3B-5C4325E85BD3}" dt="2026-09-17T09:30:42.748" v="395" actId="20577"/>
        <pc:sldMkLst>
          <pc:docMk/>
          <pc:sldMk cId="2336362312" sldId="868"/>
        </pc:sldMkLst>
        <pc:spChg chg="mod">
          <ac:chgData name="Al Friend" userId="e5ed79da-d858-46d4-9eed-a7a24903f2de" providerId="ADAL" clId="{0E1AE490-4385-420A-8F3B-5C4325E85BD3}" dt="2026-09-17T09:30:42.748" v="395" actId="20577"/>
          <ac:spMkLst>
            <pc:docMk/>
            <pc:sldMk cId="2336362312" sldId="868"/>
            <ac:spMk id="5" creationId="{54C8157B-430A-4486-9B0E-EAA8CFF447AC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2859281" y="5908100"/>
            <a:ext cx="64734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file, not typed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894</TotalTime>
  <Words>8190</Words>
  <Application>Microsoft Office PowerPoint</Application>
  <PresentationFormat>Widescreen</PresentationFormat>
  <Paragraphs>1886</Paragraphs>
  <Slides>202</Slides>
  <Notes>157</Notes>
  <HiddenSlides>89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202</vt:i4>
      </vt:variant>
    </vt:vector>
  </HeadingPairs>
  <TitlesOfParts>
    <vt:vector size="208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records with default values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305</cp:revision>
  <cp:lastPrinted>2022-12-12T09:57:02Z</cp:lastPrinted>
  <dcterms:created xsi:type="dcterms:W3CDTF">2020-11-23T14:36:09Z</dcterms:created>
  <dcterms:modified xsi:type="dcterms:W3CDTF">2026-09-17T12:22:11Z</dcterms:modified>
</cp:coreProperties>
</file>