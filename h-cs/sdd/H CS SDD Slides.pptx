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97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03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04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05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7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612" r:id="rId25"/>
    <p:sldId id="614" r:id="rId26"/>
    <p:sldId id="854" r:id="rId27"/>
    <p:sldId id="859" r:id="rId28"/>
    <p:sldId id="857" r:id="rId29"/>
    <p:sldId id="858" r:id="rId30"/>
    <p:sldId id="505" r:id="rId31"/>
    <p:sldId id="624" r:id="rId32"/>
    <p:sldId id="472" r:id="rId33"/>
    <p:sldId id="471" r:id="rId34"/>
    <p:sldId id="825" r:id="rId35"/>
    <p:sldId id="826" r:id="rId36"/>
    <p:sldId id="424" r:id="rId37"/>
    <p:sldId id="564" r:id="rId38"/>
    <p:sldId id="615" r:id="rId39"/>
    <p:sldId id="514" r:id="rId40"/>
    <p:sldId id="616" r:id="rId41"/>
    <p:sldId id="336" r:id="rId42"/>
    <p:sldId id="476" r:id="rId43"/>
    <p:sldId id="563" r:id="rId44"/>
    <p:sldId id="617" r:id="rId45"/>
    <p:sldId id="565" r:id="rId46"/>
    <p:sldId id="618" r:id="rId47"/>
    <p:sldId id="421" r:id="rId48"/>
    <p:sldId id="477" r:id="rId49"/>
    <p:sldId id="512" r:id="rId50"/>
    <p:sldId id="619" r:id="rId51"/>
    <p:sldId id="566" r:id="rId52"/>
    <p:sldId id="620" r:id="rId53"/>
    <p:sldId id="422" r:id="rId54"/>
    <p:sldId id="478" r:id="rId55"/>
    <p:sldId id="621" r:id="rId56"/>
    <p:sldId id="622" r:id="rId57"/>
    <p:sldId id="423" r:id="rId58"/>
    <p:sldId id="479" r:id="rId59"/>
    <p:sldId id="480" r:id="rId60"/>
    <p:sldId id="358" r:id="rId61"/>
    <p:sldId id="487" r:id="rId62"/>
    <p:sldId id="481" r:id="rId63"/>
    <p:sldId id="623" r:id="rId64"/>
    <p:sldId id="482" r:id="rId65"/>
    <p:sldId id="488" r:id="rId66"/>
    <p:sldId id="483" r:id="rId67"/>
    <p:sldId id="492" r:id="rId68"/>
    <p:sldId id="485" r:id="rId69"/>
    <p:sldId id="489" r:id="rId70"/>
    <p:sldId id="486" r:id="rId71"/>
    <p:sldId id="491" r:id="rId72"/>
    <p:sldId id="484" r:id="rId73"/>
    <p:sldId id="545" r:id="rId74"/>
    <p:sldId id="547" r:id="rId75"/>
    <p:sldId id="549" r:id="rId76"/>
    <p:sldId id="496" r:id="rId77"/>
    <p:sldId id="607" r:id="rId78"/>
    <p:sldId id="606" r:id="rId79"/>
    <p:sldId id="832" r:id="rId80"/>
    <p:sldId id="498" r:id="rId81"/>
    <p:sldId id="833" r:id="rId82"/>
    <p:sldId id="499" r:id="rId83"/>
    <p:sldId id="834" r:id="rId84"/>
    <p:sldId id="497" r:id="rId85"/>
    <p:sldId id="500" r:id="rId86"/>
    <p:sldId id="835" r:id="rId87"/>
    <p:sldId id="608" r:id="rId88"/>
    <p:sldId id="501" r:id="rId89"/>
    <p:sldId id="831" r:id="rId90"/>
    <p:sldId id="437" r:id="rId91"/>
    <p:sldId id="440" r:id="rId92"/>
    <p:sldId id="830" r:id="rId93"/>
    <p:sldId id="562" r:id="rId94"/>
    <p:sldId id="609" r:id="rId95"/>
    <p:sldId id="451" r:id="rId96"/>
    <p:sldId id="450" r:id="rId97"/>
    <p:sldId id="452" r:id="rId98"/>
    <p:sldId id="443" r:id="rId99"/>
    <p:sldId id="444" r:id="rId100"/>
    <p:sldId id="836" r:id="rId101"/>
    <p:sldId id="453" r:id="rId102"/>
    <p:sldId id="454" r:id="rId103"/>
    <p:sldId id="837" r:id="rId104"/>
    <p:sldId id="445" r:id="rId105"/>
    <p:sldId id="456" r:id="rId106"/>
    <p:sldId id="556" r:id="rId107"/>
    <p:sldId id="457" r:id="rId108"/>
    <p:sldId id="557" r:id="rId109"/>
    <p:sldId id="446" r:id="rId110"/>
    <p:sldId id="380" r:id="rId111"/>
    <p:sldId id="838" r:id="rId112"/>
    <p:sldId id="561" r:id="rId113"/>
    <p:sldId id="438" r:id="rId114"/>
    <p:sldId id="827" r:id="rId115"/>
    <p:sldId id="550" r:id="rId116"/>
    <p:sldId id="828" r:id="rId117"/>
    <p:sldId id="442" r:id="rId118"/>
    <p:sldId id="625" r:id="rId119"/>
    <p:sldId id="630" r:id="rId120"/>
    <p:sldId id="631" r:id="rId121"/>
    <p:sldId id="552" r:id="rId122"/>
    <p:sldId id="841" r:id="rId123"/>
    <p:sldId id="610" r:id="rId124"/>
    <p:sldId id="626" r:id="rId125"/>
    <p:sldId id="628" r:id="rId126"/>
    <p:sldId id="629" r:id="rId127"/>
    <p:sldId id="840" r:id="rId128"/>
    <p:sldId id="842" r:id="rId129"/>
    <p:sldId id="554" r:id="rId130"/>
    <p:sldId id="839" r:id="rId131"/>
    <p:sldId id="559" r:id="rId132"/>
    <p:sldId id="560" r:id="rId133"/>
    <p:sldId id="458" r:id="rId134"/>
    <p:sldId id="460" r:id="rId135"/>
    <p:sldId id="461" r:id="rId136"/>
    <p:sldId id="465" r:id="rId137"/>
    <p:sldId id="462" r:id="rId138"/>
    <p:sldId id="646" r:id="rId139"/>
    <p:sldId id="636" r:id="rId140"/>
    <p:sldId id="640" r:id="rId141"/>
    <p:sldId id="463" r:id="rId142"/>
    <p:sldId id="641" r:id="rId143"/>
    <p:sldId id="639" r:id="rId144"/>
    <p:sldId id="642" r:id="rId145"/>
    <p:sldId id="468" r:id="rId146"/>
    <p:sldId id="643" r:id="rId147"/>
    <p:sldId id="627" r:id="rId148"/>
    <p:sldId id="644" r:id="rId149"/>
    <p:sldId id="638" r:id="rId150"/>
    <p:sldId id="645" r:id="rId151"/>
    <p:sldId id="567" r:id="rId152"/>
    <p:sldId id="568" r:id="rId153"/>
    <p:sldId id="820" r:id="rId154"/>
    <p:sldId id="822" r:id="rId155"/>
    <p:sldId id="821" r:id="rId156"/>
    <p:sldId id="823" r:id="rId157"/>
    <p:sldId id="516" r:id="rId158"/>
    <p:sldId id="853" r:id="rId159"/>
    <p:sldId id="495" r:id="rId160"/>
    <p:sldId id="579" r:id="rId161"/>
    <p:sldId id="600" r:id="rId162"/>
    <p:sldId id="848" r:id="rId163"/>
    <p:sldId id="602" r:id="rId164"/>
    <p:sldId id="849" r:id="rId165"/>
    <p:sldId id="603" r:id="rId166"/>
    <p:sldId id="850" r:id="rId167"/>
    <p:sldId id="572" r:id="rId168"/>
    <p:sldId id="573" r:id="rId169"/>
    <p:sldId id="574" r:id="rId170"/>
    <p:sldId id="420" r:id="rId171"/>
    <p:sldId id="862" r:id="rId172"/>
    <p:sldId id="861" r:id="rId173"/>
    <p:sldId id="864" r:id="rId174"/>
    <p:sldId id="575" r:id="rId175"/>
    <p:sldId id="576" r:id="rId176"/>
    <p:sldId id="502" r:id="rId177"/>
    <p:sldId id="504" r:id="rId178"/>
    <p:sldId id="870" r:id="rId179"/>
    <p:sldId id="871" r:id="rId180"/>
    <p:sldId id="503" r:id="rId181"/>
    <p:sldId id="816" r:id="rId182"/>
    <p:sldId id="847" r:id="rId183"/>
    <p:sldId id="817" r:id="rId184"/>
    <p:sldId id="868" r:id="rId185"/>
    <p:sldId id="818" r:id="rId186"/>
    <p:sldId id="869" r:id="rId187"/>
    <p:sldId id="824" r:id="rId188"/>
    <p:sldId id="846" r:id="rId189"/>
    <p:sldId id="577" r:id="rId190"/>
    <p:sldId id="578" r:id="rId191"/>
    <p:sldId id="814" r:id="rId192"/>
    <p:sldId id="872" r:id="rId193"/>
    <p:sldId id="843" r:id="rId194"/>
    <p:sldId id="815" r:id="rId195"/>
    <p:sldId id="844" r:id="rId196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  <p14:sldId id="539"/>
            <p14:sldId id="855"/>
            <p14:sldId id="611"/>
            <p14:sldId id="541"/>
            <p14:sldId id="425"/>
            <p14:sldId id="428"/>
            <p14:sldId id="856"/>
            <p14:sldId id="537"/>
            <p14:sldId id="860"/>
            <p14:sldId id="612"/>
            <p14:sldId id="614"/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  <p14:sldId id="825"/>
            <p14:sldId id="826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Standra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3"/>
            <p14:sldId id="444"/>
            <p14:sldId id="836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  <p14:sldId id="442"/>
            <p14:sldId id="625"/>
            <p14:sldId id="630"/>
            <p14:sldId id="631"/>
            <p14:sldId id="552"/>
            <p14:sldId id="841"/>
            <p14:sldId id="610"/>
            <p14:sldId id="626"/>
            <p14:sldId id="628"/>
            <p14:sldId id="629"/>
            <p14:sldId id="840"/>
            <p14:sldId id="842"/>
            <p14:sldId id="554"/>
            <p14:sldId id="839"/>
          </p14:sldIdLst>
        </p14:section>
        <p14:section name="Parallel arrays (2)" id="{23D21088-A816-4088-AA5A-5E84DD5E8379}">
          <p14:sldIdLst>
            <p14:sldId id="559"/>
            <p14:sldId id="560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656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700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theme" Target="theme/theme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notesMaster" Target="notesMasters/notesMaster1.xml"/><Relationship Id="rId201" Type="http://schemas.openxmlformats.org/officeDocument/2006/relationships/tableStyles" Target="tableStyle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presProps" Target="presProps.xml"/><Relationship Id="rId202" Type="http://schemas.microsoft.com/office/2016/11/relationships/changesInfo" Target="changesInfos/changesInfo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00A782C0-7C98-435E-900C-9C43C906255C}"/>
  </pc:docChgLst>
  <pc:docChgLst>
    <pc:chgData name="Al Friend" userId="e5ed79da-d858-46d4-9eed-a7a24903f2de" providerId="ADAL" clId="{6ADAAC75-76CF-421F-ACA7-AE6D2938C08B}"/>
    <pc:docChg chg="addSld modSld">
      <pc:chgData name="Al Friend" userId="e5ed79da-d858-46d4-9eed-a7a24903f2de" providerId="ADAL" clId="{6ADAAC75-76CF-421F-ACA7-AE6D2938C08B}" dt="2026-03-11T15:31:08.718" v="61" actId="20577"/>
      <pc:docMkLst>
        <pc:docMk/>
      </pc:docMkLst>
      <pc:sldChg chg="modSp modAnim">
        <pc:chgData name="Al Friend" userId="e5ed79da-d858-46d4-9eed-a7a24903f2de" providerId="ADAL" clId="{6ADAAC75-76CF-421F-ACA7-AE6D2938C08B}" dt="2026-03-11T15:31:08.718" v="61" actId="20577"/>
        <pc:sldMkLst>
          <pc:docMk/>
          <pc:sldMk cId="2262972286" sldId="814"/>
        </pc:sldMkLst>
        <pc:spChg chg="mod">
          <ac:chgData name="Al Friend" userId="e5ed79da-d858-46d4-9eed-a7a24903f2de" providerId="ADAL" clId="{6ADAAC75-76CF-421F-ACA7-AE6D2938C08B}" dt="2026-03-11T15:31:08.718" v="61" actId="20577"/>
          <ac:spMkLst>
            <pc:docMk/>
            <pc:sldMk cId="2262972286" sldId="814"/>
            <ac:spMk id="2" creationId="{FFFBA94F-3381-C766-B0BF-762866DA3778}"/>
          </ac:spMkLst>
        </pc:spChg>
        <pc:spChg chg="mod">
          <ac:chgData name="Al Friend" userId="e5ed79da-d858-46d4-9eed-a7a24903f2de" providerId="ADAL" clId="{6ADAAC75-76CF-421F-ACA7-AE6D2938C08B}" dt="2026-03-11T15:30:51.487" v="57" actId="20577"/>
          <ac:spMkLst>
            <pc:docMk/>
            <pc:sldMk cId="2262972286" sldId="814"/>
            <ac:spMk id="3" creationId="{354D19E1-E6AB-ED1B-27CF-CDF6518FD27A}"/>
          </ac:spMkLst>
        </pc:spChg>
      </pc:sldChg>
      <pc:sldChg chg="add">
        <pc:chgData name="Al Friend" userId="e5ed79da-d858-46d4-9eed-a7a24903f2de" providerId="ADAL" clId="{6ADAAC75-76CF-421F-ACA7-AE6D2938C08B}" dt="2026-03-11T15:28:25.571" v="0"/>
        <pc:sldMkLst>
          <pc:docMk/>
          <pc:sldMk cId="2194133644" sldId="872"/>
        </pc:sldMkLst>
      </pc:sldChg>
    </pc:docChg>
  </pc:docChgLst>
  <pc:docChgLst>
    <pc:chgData name="Al Friend" userId="e5ed79da-d858-46d4-9eed-a7a24903f2de" providerId="ADAL" clId="{F3644FB2-6E64-4DE2-861E-FB614671B88E}"/>
  </pc:docChgLst>
  <pc:docChgLst>
    <pc:chgData name="Al Friend" userId="e5ed79da-d858-46d4-9eed-a7a24903f2de" providerId="ADAL" clId="{0A28BD07-1D08-4215-AC86-064CDB6A15D2}"/>
    <pc:docChg chg="addSld modSld">
      <pc:chgData name="Al Friend" userId="e5ed79da-d858-46d4-9eed-a7a24903f2de" providerId="ADAL" clId="{0A28BD07-1D08-4215-AC86-064CDB6A15D2}" dt="2026-02-05T15:30:01.501" v="86"/>
      <pc:docMkLst>
        <pc:docMk/>
      </pc:docMkLst>
      <pc:sldChg chg="modSp add modAnim">
        <pc:chgData name="Al Friend" userId="e5ed79da-d858-46d4-9eed-a7a24903f2de" providerId="ADAL" clId="{0A28BD07-1D08-4215-AC86-064CDB6A15D2}" dt="2026-02-05T15:29:44.721" v="79"/>
        <pc:sldMkLst>
          <pc:docMk/>
          <pc:sldMk cId="2487391323" sldId="870"/>
        </pc:sldMkLst>
        <pc:spChg chg="mod">
          <ac:chgData name="Al Friend" userId="e5ed79da-d858-46d4-9eed-a7a24903f2de" providerId="ADAL" clId="{0A28BD07-1D08-4215-AC86-064CDB6A15D2}" dt="2026-02-05T15:27:49.394" v="23" actId="20577"/>
          <ac:spMkLst>
            <pc:docMk/>
            <pc:sldMk cId="2487391323" sldId="870"/>
            <ac:spMk id="2" creationId="{0790C2D7-DDA3-49C7-88D1-265167CAE35A}"/>
          </ac:spMkLst>
        </pc:spChg>
        <pc:spChg chg="mod">
          <ac:chgData name="Al Friend" userId="e5ed79da-d858-46d4-9eed-a7a24903f2de" providerId="ADAL" clId="{0A28BD07-1D08-4215-AC86-064CDB6A15D2}" dt="2026-02-05T15:28:43.013" v="71" actId="20577"/>
          <ac:spMkLst>
            <pc:docMk/>
            <pc:sldMk cId="2487391323" sldId="870"/>
            <ac:spMk id="3" creationId="{1A6495EE-46F0-44D2-95E6-E819F8E7FB70}"/>
          </ac:spMkLst>
        </pc:spChg>
      </pc:sldChg>
      <pc:sldChg chg="modSp add modTransition modAnim">
        <pc:chgData name="Al Friend" userId="e5ed79da-d858-46d4-9eed-a7a24903f2de" providerId="ADAL" clId="{0A28BD07-1D08-4215-AC86-064CDB6A15D2}" dt="2026-02-05T15:30:01.501" v="86"/>
        <pc:sldMkLst>
          <pc:docMk/>
          <pc:sldMk cId="1850097346" sldId="871"/>
        </pc:sldMkLst>
        <pc:spChg chg="mod">
          <ac:chgData name="Al Friend" userId="e5ed79da-d858-46d4-9eed-a7a24903f2de" providerId="ADAL" clId="{0A28BD07-1D08-4215-AC86-064CDB6A15D2}" dt="2026-02-05T15:29:54.481" v="85" actId="20577"/>
          <ac:spMkLst>
            <pc:docMk/>
            <pc:sldMk cId="1850097346" sldId="871"/>
            <ac:spMk id="3" creationId="{1A6495EE-46F0-44D2-95E6-E819F8E7FB70}"/>
          </ac:spMkLst>
        </pc:spChg>
      </pc:sldChg>
    </pc:docChg>
  </pc:docChgLst>
  <pc:docChgLst>
    <pc:chgData name="Al Friend" userId="e5ed79da-d858-46d4-9eed-a7a24903f2de" providerId="ADAL" clId="{59829D5E-E658-4570-AC8E-8E4B472461C3}"/>
  </pc:docChgLst>
  <pc:docChgLst>
    <pc:chgData name="Al Friend" userId="e5ed79da-d858-46d4-9eed-a7a24903f2de" providerId="ADAL" clId="{9853D65B-86FD-4354-9C2F-105578B046A8}"/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03238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'66.8\n']</a:t>
            </a:r>
          </a:p>
          <a:p>
            <a:pPr defTabSz="875264">
              <a:defRPr/>
            </a:pPr>
            <a:r>
              <a:rPr lang="en-GB" sz="1200" baseline="0" dirty="0"/>
              <a:t>['France', 'Paris', '67.4\n']</a:t>
            </a:r>
          </a:p>
          <a:p>
            <a:pPr defTabSz="875264">
              <a:defRPr/>
            </a:pPr>
            <a:r>
              <a:rPr lang="en-GB" sz="1200" baseline="0" dirty="0"/>
              <a:t>['Germany', 'Berlin', '83.2\n']</a:t>
            </a:r>
          </a:p>
          <a:p>
            <a:pPr defTabSz="875264">
              <a:defRPr/>
            </a:pPr>
            <a:r>
              <a:rPr lang="en-GB" sz="1200" baseline="0" dirty="0"/>
              <a:t>['Norway', Oslo', '5.4\n']</a:t>
            </a:r>
          </a:p>
          <a:p>
            <a:pPr defTabSz="875264">
              <a:defRPr/>
            </a:pPr>
            <a:r>
              <a:rPr lang="en-GB" sz="1200" baseline="0" dirty="0"/>
              <a:t>['Spain', 'Madrid', '46.8\n']</a:t>
            </a:r>
          </a:p>
          <a:p>
            <a:pPr defTabSz="875264">
              <a:defRPr/>
            </a:pPr>
            <a:r>
              <a:rPr lang="en-GB" sz="1200" baseline="0" dirty="0"/>
              <a:t>['Italy', 'Rome', '60.5\n']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742949" y="5908197"/>
            <a:ext cx="3227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values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4656649" y="6343037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40073"/>
              <a:gd name="adj6" fmla="val -205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6358993" y="516029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5123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217082" y="1847725"/>
            <a:ext cx="1105638" cy="505431"/>
          </a:xfrm>
          <a:prstGeom prst="callout2">
            <a:avLst>
              <a:gd name="adj1" fmla="val 49948"/>
              <a:gd name="adj2" fmla="val -152"/>
              <a:gd name="adj3" fmla="val 50138"/>
              <a:gd name="adj4" fmla="val -35529"/>
              <a:gd name="adj5" fmla="val 235215"/>
              <a:gd name="adj6" fmla="val -942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and 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62" y="6010841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4318395" y="1374214"/>
            <a:ext cx="159098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562628" y="3295650"/>
            <a:ext cx="1576851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40009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EA2776D7-89F2-9587-1CB5-8E32160E3154}"/>
              </a:ext>
            </a:extLst>
          </p:cNvPr>
          <p:cNvSpPr/>
          <p:nvPr/>
        </p:nvSpPr>
        <p:spPr>
          <a:xfrm>
            <a:off x="7909080" y="1374214"/>
            <a:ext cx="2168370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1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</a:t>
            </a:r>
            <a:r>
              <a:rPr lang="en-GB"/>
              <a:t>Hinting an</a:t>
            </a:r>
            <a:r>
              <a:rPr lang="en-GB" dirty="0"/>
              <a:t>d</a:t>
            </a:r>
            <a:r>
              <a:rPr lang="en-GB"/>
              <a:t> </a:t>
            </a:r>
            <a:r>
              <a:rPr lang="en-GB" dirty="0"/>
              <a:t>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303608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9049567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contents of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contents to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contents of the file</a:t>
            </a:r>
          </a:p>
          <a:p>
            <a:r>
              <a:rPr lang="en-GB"/>
              <a:t>             </a:t>
            </a:r>
            <a:r>
              <a:rPr lang="en-GB" dirty="0"/>
              <a:t>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contents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(counter)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 - 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(3)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5838062-5B02-430E-B668-0F283286ADDB}"/>
              </a:ext>
            </a:extLst>
          </p:cNvPr>
          <p:cNvSpPr/>
          <p:nvPr/>
        </p:nvSpPr>
        <p:spPr>
          <a:xfrm>
            <a:off x="6106072" y="4556879"/>
            <a:ext cx="2169823" cy="862642"/>
          </a:xfrm>
          <a:prstGeom prst="callout2">
            <a:avLst>
              <a:gd name="adj1" fmla="val 50296"/>
              <a:gd name="adj2" fmla="val -490"/>
              <a:gd name="adj3" fmla="val 50165"/>
              <a:gd name="adj4" fmla="val -26536"/>
              <a:gd name="adj5" fmla="val -27134"/>
              <a:gd name="adj6" fmla="val -460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8399D-2876-4367-AE0E-4CFA5BA02897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328477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57078"/>
              <a:gd name="adj6" fmla="val -390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7738739" y="3244553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99573"/>
              <a:gd name="adj6" fmla="val -424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6037</TotalTime>
  <Words>7752</Words>
  <Application>Microsoft Office PowerPoint</Application>
  <PresentationFormat>Widescreen</PresentationFormat>
  <Paragraphs>1815</Paragraphs>
  <Slides>195</Slides>
  <Notes>151</Notes>
  <HiddenSlides>84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195</vt:i4>
      </vt:variant>
    </vt:vector>
  </HeadingPairs>
  <TitlesOfParts>
    <vt:vector size="201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Doc String</vt:lpstr>
      <vt:lpstr>Doc String</vt:lpstr>
      <vt:lpstr>Global and Local Variables</vt:lpstr>
      <vt:lpstr>Global and Local Variables</vt:lpstr>
      <vt:lpstr>Variable Scope</vt:lpstr>
      <vt:lpstr>Variable Scope</vt:lpstr>
      <vt:lpstr>Variable Scope – Example 1</vt:lpstr>
      <vt:lpstr>Variable Scope – Example 2</vt:lpstr>
      <vt:lpstr>Scope of a Variable</vt:lpstr>
      <vt:lpstr>Benefits of Sub-programs</vt:lpstr>
      <vt:lpstr>Type Hinting and Default Values</vt:lpstr>
      <vt:lpstr>Type Hinting and Default Values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 to a file (3)</vt:lpstr>
      <vt:lpstr>Writing: Array (1)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Reading: Storing data for later (1) </vt:lpstr>
      <vt:lpstr>Reading: Storing data for later (1) </vt:lpstr>
      <vt:lpstr>String Methods – Split</vt:lpstr>
      <vt:lpstr>String Methods – Split</vt:lpstr>
      <vt:lpstr>STRING.split(",")</vt:lpstr>
      <vt:lpstr>STRING.split(",")</vt:lpstr>
      <vt:lpstr>Reading: Storing data for later (2)</vt:lpstr>
      <vt:lpstr>Reading: Storing data for later (2)</vt:lpstr>
      <vt:lpstr>Reading: Unknown file length</vt:lpstr>
      <vt:lpstr>Reading: Unknown file length</vt:lpstr>
      <vt:lpstr>Reading parallel arrays</vt:lpstr>
      <vt:lpstr>Reading parallel arrays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289</cp:revision>
  <cp:lastPrinted>2022-12-12T09:57:02Z</cp:lastPrinted>
  <dcterms:created xsi:type="dcterms:W3CDTF">2020-11-23T14:36:09Z</dcterms:created>
  <dcterms:modified xsi:type="dcterms:W3CDTF">2026-03-11T15:32:05Z</dcterms:modified>
</cp:coreProperties>
</file>