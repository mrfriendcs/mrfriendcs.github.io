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theme/themeOverride3.xml" ContentType="application/vnd.openxmlformats-officedocument.themeOverride+xml"/>
  <Override PartName="/ppt/notesSlides/notesSlide103.xml" ContentType="application/vnd.openxmlformats-officedocument.presentationml.notesSlide+xml"/>
  <Override PartName="/ppt/theme/themeOverride4.xml" ContentType="application/vnd.openxmlformats-officedocument.themeOverr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theme/themeOverride5.xml" ContentType="application/vnd.openxmlformats-officedocument.themeOverride+xml"/>
  <Override PartName="/ppt/notesSlides/notesSlide109.xml" ContentType="application/vnd.openxmlformats-officedocument.presentationml.notesSlide+xml"/>
  <Override PartName="/ppt/theme/themeOverride6.xml" ContentType="application/vnd.openxmlformats-officedocument.themeOverride+xml"/>
  <Override PartName="/ppt/notesSlides/notesSlide110.xml" ContentType="application/vnd.openxmlformats-officedocument.presentationml.notesSlide+xml"/>
  <Override PartName="/ppt/theme/themeOverride7.xml" ContentType="application/vnd.openxmlformats-officedocument.themeOverride+xml"/>
  <Override PartName="/ppt/notesSlides/notesSlide111.xml" ContentType="application/vnd.openxmlformats-officedocument.presentationml.notesSlide+xml"/>
  <Override PartName="/ppt/theme/themeOverride8.xml" ContentType="application/vnd.openxmlformats-officedocument.themeOverr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4"/>
  </p:notesMasterIdLst>
  <p:sldIdLst>
    <p:sldId id="434" r:id="rId2"/>
    <p:sldId id="435" r:id="rId3"/>
    <p:sldId id="506" r:id="rId4"/>
    <p:sldId id="507" r:id="rId5"/>
    <p:sldId id="787" r:id="rId6"/>
    <p:sldId id="262" r:id="rId7"/>
    <p:sldId id="275" r:id="rId8"/>
    <p:sldId id="634" r:id="rId9"/>
    <p:sldId id="867" r:id="rId10"/>
    <p:sldId id="632" r:id="rId11"/>
    <p:sldId id="866" r:id="rId12"/>
    <p:sldId id="535" r:id="rId13"/>
    <p:sldId id="546" r:id="rId14"/>
    <p:sldId id="633" r:id="rId15"/>
    <p:sldId id="539" r:id="rId16"/>
    <p:sldId id="855" r:id="rId17"/>
    <p:sldId id="611" r:id="rId18"/>
    <p:sldId id="541" r:id="rId19"/>
    <p:sldId id="425" r:id="rId20"/>
    <p:sldId id="428" r:id="rId21"/>
    <p:sldId id="856" r:id="rId22"/>
    <p:sldId id="537" r:id="rId23"/>
    <p:sldId id="860" r:id="rId24"/>
    <p:sldId id="854" r:id="rId25"/>
    <p:sldId id="859" r:id="rId26"/>
    <p:sldId id="857" r:id="rId27"/>
    <p:sldId id="858" r:id="rId28"/>
    <p:sldId id="505" r:id="rId29"/>
    <p:sldId id="624" r:id="rId30"/>
    <p:sldId id="472" r:id="rId31"/>
    <p:sldId id="471" r:id="rId32"/>
    <p:sldId id="612" r:id="rId33"/>
    <p:sldId id="614" r:id="rId34"/>
    <p:sldId id="874" r:id="rId35"/>
    <p:sldId id="875" r:id="rId36"/>
    <p:sldId id="825" r:id="rId37"/>
    <p:sldId id="826" r:id="rId38"/>
    <p:sldId id="876" r:id="rId39"/>
    <p:sldId id="877" r:id="rId40"/>
    <p:sldId id="480" r:id="rId41"/>
    <p:sldId id="358" r:id="rId42"/>
    <p:sldId id="487" r:id="rId43"/>
    <p:sldId id="481" r:id="rId44"/>
    <p:sldId id="623" r:id="rId45"/>
    <p:sldId id="482" r:id="rId46"/>
    <p:sldId id="488" r:id="rId47"/>
    <p:sldId id="483" r:id="rId48"/>
    <p:sldId id="492" r:id="rId49"/>
    <p:sldId id="485" r:id="rId50"/>
    <p:sldId id="489" r:id="rId51"/>
    <p:sldId id="486" r:id="rId52"/>
    <p:sldId id="491" r:id="rId53"/>
    <p:sldId id="484" r:id="rId54"/>
    <p:sldId id="545" r:id="rId55"/>
    <p:sldId id="547" r:id="rId56"/>
    <p:sldId id="549" r:id="rId57"/>
    <p:sldId id="424" r:id="rId58"/>
    <p:sldId id="564" r:id="rId59"/>
    <p:sldId id="615" r:id="rId60"/>
    <p:sldId id="514" r:id="rId61"/>
    <p:sldId id="616" r:id="rId62"/>
    <p:sldId id="336" r:id="rId63"/>
    <p:sldId id="476" r:id="rId64"/>
    <p:sldId id="563" r:id="rId65"/>
    <p:sldId id="617" r:id="rId66"/>
    <p:sldId id="565" r:id="rId67"/>
    <p:sldId id="618" r:id="rId68"/>
    <p:sldId id="421" r:id="rId69"/>
    <p:sldId id="477" r:id="rId70"/>
    <p:sldId id="512" r:id="rId71"/>
    <p:sldId id="619" r:id="rId72"/>
    <p:sldId id="566" r:id="rId73"/>
    <p:sldId id="620" r:id="rId74"/>
    <p:sldId id="422" r:id="rId75"/>
    <p:sldId id="478" r:id="rId76"/>
    <p:sldId id="621" r:id="rId77"/>
    <p:sldId id="622" r:id="rId78"/>
    <p:sldId id="423" r:id="rId79"/>
    <p:sldId id="479" r:id="rId80"/>
    <p:sldId id="496" r:id="rId81"/>
    <p:sldId id="607" r:id="rId82"/>
    <p:sldId id="606" r:id="rId83"/>
    <p:sldId id="832" r:id="rId84"/>
    <p:sldId id="498" r:id="rId85"/>
    <p:sldId id="833" r:id="rId86"/>
    <p:sldId id="499" r:id="rId87"/>
    <p:sldId id="834" r:id="rId88"/>
    <p:sldId id="497" r:id="rId89"/>
    <p:sldId id="500" r:id="rId90"/>
    <p:sldId id="835" r:id="rId91"/>
    <p:sldId id="608" r:id="rId92"/>
    <p:sldId id="501" r:id="rId93"/>
    <p:sldId id="831" r:id="rId94"/>
    <p:sldId id="437" r:id="rId95"/>
    <p:sldId id="440" r:id="rId96"/>
    <p:sldId id="830" r:id="rId97"/>
    <p:sldId id="562" r:id="rId98"/>
    <p:sldId id="609" r:id="rId99"/>
    <p:sldId id="451" r:id="rId100"/>
    <p:sldId id="450" r:id="rId101"/>
    <p:sldId id="452" r:id="rId102"/>
    <p:sldId id="444" r:id="rId103"/>
    <p:sldId id="878" r:id="rId104"/>
    <p:sldId id="836" r:id="rId105"/>
    <p:sldId id="879" r:id="rId106"/>
    <p:sldId id="453" r:id="rId107"/>
    <p:sldId id="454" r:id="rId108"/>
    <p:sldId id="837" r:id="rId109"/>
    <p:sldId id="445" r:id="rId110"/>
    <p:sldId id="456" r:id="rId111"/>
    <p:sldId id="556" r:id="rId112"/>
    <p:sldId id="457" r:id="rId113"/>
    <p:sldId id="557" r:id="rId114"/>
    <p:sldId id="446" r:id="rId115"/>
    <p:sldId id="380" r:id="rId116"/>
    <p:sldId id="880" r:id="rId117"/>
    <p:sldId id="838" r:id="rId118"/>
    <p:sldId id="561" r:id="rId119"/>
    <p:sldId id="438" r:id="rId120"/>
    <p:sldId id="827" r:id="rId121"/>
    <p:sldId id="550" r:id="rId122"/>
    <p:sldId id="828" r:id="rId123"/>
    <p:sldId id="442" r:id="rId124"/>
    <p:sldId id="625" r:id="rId125"/>
    <p:sldId id="630" r:id="rId126"/>
    <p:sldId id="631" r:id="rId127"/>
    <p:sldId id="552" r:id="rId128"/>
    <p:sldId id="841" r:id="rId129"/>
    <p:sldId id="610" r:id="rId130"/>
    <p:sldId id="626" r:id="rId131"/>
    <p:sldId id="628" r:id="rId132"/>
    <p:sldId id="629" r:id="rId133"/>
    <p:sldId id="840" r:id="rId134"/>
    <p:sldId id="842" r:id="rId135"/>
    <p:sldId id="554" r:id="rId136"/>
    <p:sldId id="839" r:id="rId137"/>
    <p:sldId id="559" r:id="rId138"/>
    <p:sldId id="560" r:id="rId139"/>
    <p:sldId id="458" r:id="rId140"/>
    <p:sldId id="460" r:id="rId141"/>
    <p:sldId id="461" r:id="rId142"/>
    <p:sldId id="465" r:id="rId143"/>
    <p:sldId id="462" r:id="rId144"/>
    <p:sldId id="646" r:id="rId145"/>
    <p:sldId id="636" r:id="rId146"/>
    <p:sldId id="640" r:id="rId147"/>
    <p:sldId id="463" r:id="rId148"/>
    <p:sldId id="641" r:id="rId149"/>
    <p:sldId id="639" r:id="rId150"/>
    <p:sldId id="642" r:id="rId151"/>
    <p:sldId id="468" r:id="rId152"/>
    <p:sldId id="643" r:id="rId153"/>
    <p:sldId id="627" r:id="rId154"/>
    <p:sldId id="644" r:id="rId155"/>
    <p:sldId id="638" r:id="rId156"/>
    <p:sldId id="645" r:id="rId157"/>
    <p:sldId id="567" r:id="rId158"/>
    <p:sldId id="568" r:id="rId159"/>
    <p:sldId id="820" r:id="rId160"/>
    <p:sldId id="822" r:id="rId161"/>
    <p:sldId id="821" r:id="rId162"/>
    <p:sldId id="823" r:id="rId163"/>
    <p:sldId id="516" r:id="rId164"/>
    <p:sldId id="853" r:id="rId165"/>
    <p:sldId id="495" r:id="rId166"/>
    <p:sldId id="579" r:id="rId167"/>
    <p:sldId id="600" r:id="rId168"/>
    <p:sldId id="848" r:id="rId169"/>
    <p:sldId id="602" r:id="rId170"/>
    <p:sldId id="849" r:id="rId171"/>
    <p:sldId id="603" r:id="rId172"/>
    <p:sldId id="850" r:id="rId173"/>
    <p:sldId id="873" r:id="rId174"/>
    <p:sldId id="572" r:id="rId175"/>
    <p:sldId id="573" r:id="rId176"/>
    <p:sldId id="574" r:id="rId177"/>
    <p:sldId id="420" r:id="rId178"/>
    <p:sldId id="862" r:id="rId179"/>
    <p:sldId id="861" r:id="rId180"/>
    <p:sldId id="864" r:id="rId181"/>
    <p:sldId id="575" r:id="rId182"/>
    <p:sldId id="576" r:id="rId183"/>
    <p:sldId id="502" r:id="rId184"/>
    <p:sldId id="504" r:id="rId185"/>
    <p:sldId id="870" r:id="rId186"/>
    <p:sldId id="871" r:id="rId187"/>
    <p:sldId id="503" r:id="rId188"/>
    <p:sldId id="816" r:id="rId189"/>
    <p:sldId id="847" r:id="rId190"/>
    <p:sldId id="817" r:id="rId191"/>
    <p:sldId id="868" r:id="rId192"/>
    <p:sldId id="818" r:id="rId193"/>
    <p:sldId id="869" r:id="rId194"/>
    <p:sldId id="824" r:id="rId195"/>
    <p:sldId id="846" r:id="rId196"/>
    <p:sldId id="577" r:id="rId197"/>
    <p:sldId id="578" r:id="rId198"/>
    <p:sldId id="814" r:id="rId199"/>
    <p:sldId id="872" r:id="rId200"/>
    <p:sldId id="843" r:id="rId201"/>
    <p:sldId id="815" r:id="rId202"/>
    <p:sldId id="844" r:id="rId203"/>
  </p:sldIdLst>
  <p:sldSz cx="12192000" cy="6858000"/>
  <p:notesSz cx="6669088" cy="992663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8CD916D4-C61B-4DE1-BA53-06CFF0F5F6D1}">
          <p14:sldIdLst>
            <p14:sldId id="434"/>
            <p14:sldId id="435"/>
            <p14:sldId id="506"/>
            <p14:sldId id="507"/>
            <p14:sldId id="787"/>
            <p14:sldId id="262"/>
          </p14:sldIdLst>
        </p14:section>
        <p14:section name="Sub-programs" id="{8FF03462-626E-4D1D-AC9E-9B36ACF6C895}">
          <p14:sldIdLst>
            <p14:sldId id="275"/>
            <p14:sldId id="634"/>
            <p14:sldId id="867"/>
            <p14:sldId id="632"/>
            <p14:sldId id="866"/>
            <p14:sldId id="535"/>
            <p14:sldId id="546"/>
            <p14:sldId id="633"/>
          </p14:sldIdLst>
        </p14:section>
        <p14:section name="Procedures" id="{0446BE94-8ADA-48AF-88F3-D7BA88F04A9C}">
          <p14:sldIdLst>
            <p14:sldId id="539"/>
            <p14:sldId id="855"/>
          </p14:sldIdLst>
        </p14:section>
        <p14:section name="Functions" id="{22570074-18AC-408D-8B76-3C7AB9AA3B2B}">
          <p14:sldIdLst>
            <p14:sldId id="611"/>
            <p14:sldId id="541"/>
          </p14:sldIdLst>
        </p14:section>
        <p14:section name="Parameters" id="{A6A60A23-F0D8-431E-9149-B46BF3C7F826}">
          <p14:sldIdLst>
            <p14:sldId id="425"/>
            <p14:sldId id="428"/>
            <p14:sldId id="856"/>
            <p14:sldId id="537"/>
            <p14:sldId id="860"/>
          </p14:sldIdLst>
        </p14:section>
        <p14:section name="Scope" id="{4CDC0A38-68CB-42CA-A631-07397F462125}">
          <p14:sldIdLst>
            <p14:sldId id="854"/>
            <p14:sldId id="859"/>
            <p14:sldId id="857"/>
            <p14:sldId id="858"/>
            <p14:sldId id="505"/>
            <p14:sldId id="624"/>
            <p14:sldId id="472"/>
            <p14:sldId id="471"/>
          </p14:sldIdLst>
        </p14:section>
        <p14:section name="Docstrings" id="{DF996860-EB1A-480C-AA1F-27D98870420D}">
          <p14:sldIdLst>
            <p14:sldId id="612"/>
            <p14:sldId id="614"/>
            <p14:sldId id="874"/>
            <p14:sldId id="875"/>
          </p14:sldIdLst>
        </p14:section>
        <p14:section name="Type Hinting" id="{9D9B57EF-8A60-4815-A39C-E205A49C59C9}">
          <p14:sldIdLst>
            <p14:sldId id="825"/>
            <p14:sldId id="826"/>
            <p14:sldId id="876"/>
            <p14:sldId id="877"/>
          </p14:sldIdLst>
        </p14:section>
        <p14:section name="Substrings" id="{731C3143-E5D4-42ED-B181-9F3D68DFC047}">
          <p14:sldIdLst>
            <p14:sldId id="480"/>
            <p14:sldId id="358"/>
            <p14:sldId id="487"/>
            <p14:sldId id="481"/>
            <p14:sldId id="623"/>
            <p14:sldId id="482"/>
            <p14:sldId id="488"/>
            <p14:sldId id="483"/>
            <p14:sldId id="492"/>
            <p14:sldId id="485"/>
            <p14:sldId id="489"/>
            <p14:sldId id="486"/>
            <p14:sldId id="491"/>
            <p14:sldId id="484"/>
            <p14:sldId id="545"/>
            <p14:sldId id="547"/>
            <p14:sldId id="549"/>
          </p14:sldIdLst>
        </p14:section>
        <p14:section name="Built-in functions" id="{0974E8DD-2EA4-4A23-B91F-D3B995670CD9}">
          <p14:sldIdLst>
            <p14:sldId id="424"/>
            <p14:sldId id="564"/>
            <p14:sldId id="615"/>
            <p14:sldId id="514"/>
            <p14:sldId id="616"/>
            <p14:sldId id="336"/>
            <p14:sldId id="476"/>
            <p14:sldId id="563"/>
            <p14:sldId id="617"/>
            <p14:sldId id="565"/>
            <p14:sldId id="618"/>
            <p14:sldId id="421"/>
            <p14:sldId id="477"/>
            <p14:sldId id="512"/>
            <p14:sldId id="619"/>
            <p14:sldId id="566"/>
            <p14:sldId id="620"/>
            <p14:sldId id="422"/>
            <p14:sldId id="478"/>
            <p14:sldId id="621"/>
            <p14:sldId id="622"/>
            <p14:sldId id="423"/>
            <p14:sldId id="479"/>
          </p14:sldIdLst>
        </p14:section>
        <p14:section name="Standard algorithms" id="{E51287A6-0098-4174-B5E3-AB1589BC3F19}">
          <p14:sldIdLst>
            <p14:sldId id="496"/>
            <p14:sldId id="607"/>
            <p14:sldId id="606"/>
            <p14:sldId id="832"/>
            <p14:sldId id="498"/>
            <p14:sldId id="833"/>
            <p14:sldId id="499"/>
            <p14:sldId id="834"/>
            <p14:sldId id="497"/>
            <p14:sldId id="500"/>
            <p14:sldId id="835"/>
            <p14:sldId id="608"/>
            <p14:sldId id="501"/>
            <p14:sldId id="831"/>
          </p14:sldIdLst>
        </p14:section>
        <p14:section name="File handling" id="{23B890E6-00E8-435C-932B-6DC621F1AE2B}">
          <p14:sldIdLst>
            <p14:sldId id="437"/>
            <p14:sldId id="440"/>
            <p14:sldId id="830"/>
          </p14:sldIdLst>
        </p14:section>
        <p14:section name="Writing" id="{D707A455-FD14-4C27-8423-FE3FE7520C4C}">
          <p14:sldIdLst>
            <p14:sldId id="562"/>
            <p14:sldId id="609"/>
            <p14:sldId id="451"/>
            <p14:sldId id="450"/>
            <p14:sldId id="452"/>
            <p14:sldId id="444"/>
            <p14:sldId id="878"/>
            <p14:sldId id="836"/>
            <p14:sldId id="879"/>
            <p14:sldId id="453"/>
            <p14:sldId id="454"/>
          </p14:sldIdLst>
        </p14:section>
        <p14:section name="Writing task 1" id="{330133D2-C8A5-4B9D-AC15-4BBAD75CF50F}">
          <p14:sldIdLst>
            <p14:sldId id="837"/>
          </p14:sldIdLst>
        </p14:section>
        <p14:section name="Parallel arrays (1)" id="{C0FDE390-6223-4AF2-BB4E-476FE9E483E5}">
          <p14:sldIdLst>
            <p14:sldId id="445"/>
            <p14:sldId id="456"/>
            <p14:sldId id="556"/>
            <p14:sldId id="457"/>
            <p14:sldId id="557"/>
            <p14:sldId id="446"/>
            <p14:sldId id="380"/>
            <p14:sldId id="880"/>
          </p14:sldIdLst>
        </p14:section>
        <p14:section name="Writing task 2" id="{8C7F4DA2-F77A-4AEA-BFC8-C65168F4375B}">
          <p14:sldIdLst>
            <p14:sldId id="838"/>
          </p14:sldIdLst>
        </p14:section>
        <p14:section name="Reading" id="{17A086BB-64EF-4CA8-8DEB-63034AFA8CD0}">
          <p14:sldIdLst>
            <p14:sldId id="561"/>
            <p14:sldId id="438"/>
            <p14:sldId id="827"/>
            <p14:sldId id="550"/>
            <p14:sldId id="828"/>
            <p14:sldId id="442"/>
            <p14:sldId id="625"/>
            <p14:sldId id="630"/>
            <p14:sldId id="631"/>
            <p14:sldId id="552"/>
            <p14:sldId id="841"/>
            <p14:sldId id="610"/>
            <p14:sldId id="626"/>
            <p14:sldId id="628"/>
            <p14:sldId id="629"/>
            <p14:sldId id="840"/>
            <p14:sldId id="842"/>
            <p14:sldId id="554"/>
            <p14:sldId id="839"/>
          </p14:sldIdLst>
        </p14:section>
        <p14:section name="Parallel arrays (2)" id="{23D21088-A816-4088-AA5A-5E84DD5E8379}">
          <p14:sldIdLst>
            <p14:sldId id="559"/>
            <p14:sldId id="560"/>
          </p14:sldIdLst>
        </p14:section>
        <p14:section name="Records" id="{54C7EC2B-18DD-42A6-B223-526F78267F8B}">
          <p14:sldIdLst>
            <p14:sldId id="458"/>
            <p14:sldId id="460"/>
            <p14:sldId id="461"/>
            <p14:sldId id="465"/>
            <p14:sldId id="462"/>
            <p14:sldId id="646"/>
            <p14:sldId id="636"/>
            <p14:sldId id="640"/>
            <p14:sldId id="463"/>
            <p14:sldId id="641"/>
            <p14:sldId id="639"/>
            <p14:sldId id="642"/>
            <p14:sldId id="468"/>
            <p14:sldId id="643"/>
            <p14:sldId id="627"/>
            <p14:sldId id="644"/>
            <p14:sldId id="638"/>
            <p14:sldId id="645"/>
          </p14:sldIdLst>
        </p14:section>
        <p14:section name="Development methodologies" id="{A958A167-9AA3-4385-979F-F80AA5C022CF}">
          <p14:sldIdLst>
            <p14:sldId id="567"/>
            <p14:sldId id="568"/>
            <p14:sldId id="820"/>
            <p14:sldId id="822"/>
            <p14:sldId id="821"/>
            <p14:sldId id="823"/>
            <p14:sldId id="516"/>
            <p14:sldId id="853"/>
          </p14:sldIdLst>
        </p14:section>
        <p14:section name="Analysis" id="{6E24B6D2-07E9-47FF-9E1B-1B50F0549632}">
          <p14:sldIdLst>
            <p14:sldId id="495"/>
            <p14:sldId id="579"/>
            <p14:sldId id="600"/>
            <p14:sldId id="848"/>
            <p14:sldId id="602"/>
            <p14:sldId id="849"/>
            <p14:sldId id="603"/>
            <p14:sldId id="850"/>
            <p14:sldId id="873"/>
          </p14:sldIdLst>
        </p14:section>
        <p14:section name="Design" id="{B827E20A-BD4C-41A2-AC82-E4B2DA16FE42}">
          <p14:sldIdLst>
            <p14:sldId id="572"/>
            <p14:sldId id="573"/>
            <p14:sldId id="574"/>
            <p14:sldId id="420"/>
            <p14:sldId id="862"/>
            <p14:sldId id="861"/>
            <p14:sldId id="864"/>
            <p14:sldId id="575"/>
            <p14:sldId id="576"/>
          </p14:sldIdLst>
        </p14:section>
        <p14:section name="Testing" id="{89DD8F3D-7BDB-479D-BE4D-586144FA2248}">
          <p14:sldIdLst>
            <p14:sldId id="502"/>
            <p14:sldId id="504"/>
            <p14:sldId id="870"/>
            <p14:sldId id="871"/>
            <p14:sldId id="503"/>
            <p14:sldId id="816"/>
            <p14:sldId id="847"/>
            <p14:sldId id="817"/>
            <p14:sldId id="868"/>
            <p14:sldId id="818"/>
            <p14:sldId id="869"/>
            <p14:sldId id="824"/>
            <p14:sldId id="846"/>
          </p14:sldIdLst>
        </p14:section>
        <p14:section name="Evaluation" id="{0F7A6070-A7E2-43C1-8140-267CAC25D84D}">
          <p14:sldIdLst>
            <p14:sldId id="577"/>
            <p14:sldId id="578"/>
            <p14:sldId id="814"/>
            <p14:sldId id="872"/>
            <p14:sldId id="843"/>
            <p14:sldId id="815"/>
            <p14:sldId id="84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86B3"/>
    <a:srgbClr val="183691"/>
    <a:srgbClr val="00864F"/>
    <a:srgbClr val="BDD7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373" autoAdjust="0"/>
    <p:restoredTop sz="84840" autoAdjust="0"/>
  </p:normalViewPr>
  <p:slideViewPr>
    <p:cSldViewPr snapToGrid="0" showGuides="1">
      <p:cViewPr varScale="1">
        <p:scale>
          <a:sx n="56" d="100"/>
          <a:sy n="56" d="100"/>
        </p:scale>
        <p:origin x="296" y="56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presProps" Target="presProps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viewProps" Target="viewProps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theme" Target="theme/theme1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208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5" Type="http://schemas.openxmlformats.org/officeDocument/2006/relationships/slide" Target="slides/slide194.xml"/><Relationship Id="rId209" Type="http://schemas.microsoft.com/office/2016/11/relationships/changesInfo" Target="changesInfos/changesInfo1.xml"/><Relationship Id="rId190" Type="http://schemas.openxmlformats.org/officeDocument/2006/relationships/slide" Target="slides/slide189.xml"/><Relationship Id="rId204" Type="http://schemas.openxmlformats.org/officeDocument/2006/relationships/notesMaster" Target="notesMasters/notesMaster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 Friend" userId="e5ed79da-d858-46d4-9eed-a7a24903f2de" providerId="ADAL" clId="{2CC28D5A-E59E-4A37-B8C3-56A229B86017}"/>
    <pc:docChg chg="undo custSel addSld delSld modSld sldOrd modSection">
      <pc:chgData name="Al Friend" userId="e5ed79da-d858-46d4-9eed-a7a24903f2de" providerId="ADAL" clId="{2CC28D5A-E59E-4A37-B8C3-56A229B86017}" dt="2026-06-22T13:37:39.208" v="333" actId="2696"/>
      <pc:docMkLst>
        <pc:docMk/>
      </pc:docMkLst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3742260229" sldId="358"/>
        </pc:sldMkLst>
      </pc:sldChg>
      <pc:sldChg chg="modSp">
        <pc:chgData name="Al Friend" userId="e5ed79da-d858-46d4-9eed-a7a24903f2de" providerId="ADAL" clId="{2CC28D5A-E59E-4A37-B8C3-56A229B86017}" dt="2026-06-03T12:27:00.436" v="26" actId="20577"/>
        <pc:sldMkLst>
          <pc:docMk/>
          <pc:sldMk cId="822755515" sldId="428"/>
        </pc:sldMkLst>
        <pc:spChg chg="mod">
          <ac:chgData name="Al Friend" userId="e5ed79da-d858-46d4-9eed-a7a24903f2de" providerId="ADAL" clId="{2CC28D5A-E59E-4A37-B8C3-56A229B86017}" dt="2026-06-03T12:27:00.436" v="26" actId="20577"/>
          <ac:spMkLst>
            <pc:docMk/>
            <pc:sldMk cId="822755515" sldId="428"/>
            <ac:spMk id="12" creationId="{68B16E17-198B-4874-BC66-EBC5F39A6145}"/>
          </ac:spMkLst>
        </pc:spChg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3531375146" sldId="480"/>
        </pc:sldMkLst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2438886444" sldId="481"/>
        </pc:sldMkLst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1962929106" sldId="482"/>
        </pc:sldMkLst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765643102" sldId="483"/>
        </pc:sldMkLst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478737394" sldId="484"/>
        </pc:sldMkLst>
      </pc:sldChg>
      <pc:sldChg chg="ord modNotesTx">
        <pc:chgData name="Al Friend" userId="e5ed79da-d858-46d4-9eed-a7a24903f2de" providerId="ADAL" clId="{2CC28D5A-E59E-4A37-B8C3-56A229B86017}" dt="2026-06-08T12:49:19.853" v="104"/>
        <pc:sldMkLst>
          <pc:docMk/>
          <pc:sldMk cId="1236895042" sldId="485"/>
        </pc:sldMkLst>
      </pc:sldChg>
      <pc:sldChg chg="modSp ord">
        <pc:chgData name="Al Friend" userId="e5ed79da-d858-46d4-9eed-a7a24903f2de" providerId="ADAL" clId="{2CC28D5A-E59E-4A37-B8C3-56A229B86017}" dt="2026-06-08T12:49:19.853" v="104"/>
        <pc:sldMkLst>
          <pc:docMk/>
          <pc:sldMk cId="1514697158" sldId="486"/>
        </pc:sldMkLst>
        <pc:spChg chg="mod">
          <ac:chgData name="Al Friend" userId="e5ed79da-d858-46d4-9eed-a7a24903f2de" providerId="ADAL" clId="{2CC28D5A-E59E-4A37-B8C3-56A229B86017}" dt="2026-06-04T11:03:28.622" v="84" actId="20577"/>
          <ac:spMkLst>
            <pc:docMk/>
            <pc:sldMk cId="1514697158" sldId="486"/>
            <ac:spMk id="12" creationId="{68B16E17-198B-4874-BC66-EBC5F39A6145}"/>
          </ac:spMkLst>
        </pc:spChg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1393096936" sldId="487"/>
        </pc:sldMkLst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293232831" sldId="488"/>
        </pc:sldMkLst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330059406" sldId="489"/>
        </pc:sldMkLst>
      </pc:sldChg>
      <pc:sldChg chg="modSp ord">
        <pc:chgData name="Al Friend" userId="e5ed79da-d858-46d4-9eed-a7a24903f2de" providerId="ADAL" clId="{2CC28D5A-E59E-4A37-B8C3-56A229B86017}" dt="2026-06-08T12:49:19.853" v="104"/>
        <pc:sldMkLst>
          <pc:docMk/>
          <pc:sldMk cId="1105079564" sldId="491"/>
        </pc:sldMkLst>
        <pc:spChg chg="mod">
          <ac:chgData name="Al Friend" userId="e5ed79da-d858-46d4-9eed-a7a24903f2de" providerId="ADAL" clId="{2CC28D5A-E59E-4A37-B8C3-56A229B86017}" dt="2026-06-04T11:03:24.455" v="82" actId="20577"/>
          <ac:spMkLst>
            <pc:docMk/>
            <pc:sldMk cId="1105079564" sldId="491"/>
            <ac:spMk id="12" creationId="{68B16E17-198B-4874-BC66-EBC5F39A6145}"/>
          </ac:spMkLst>
        </pc:spChg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556505236" sldId="492"/>
        </pc:sldMkLst>
      </pc:sldChg>
      <pc:sldChg chg="modSp">
        <pc:chgData name="Al Friend" userId="e5ed79da-d858-46d4-9eed-a7a24903f2de" providerId="ADAL" clId="{2CC28D5A-E59E-4A37-B8C3-56A229B86017}" dt="2026-06-03T12:56:48.943" v="43" actId="20577"/>
        <pc:sldMkLst>
          <pc:docMk/>
          <pc:sldMk cId="926999632" sldId="505"/>
        </pc:sldMkLst>
        <pc:spChg chg="mod">
          <ac:chgData name="Al Friend" userId="e5ed79da-d858-46d4-9eed-a7a24903f2de" providerId="ADAL" clId="{2CC28D5A-E59E-4A37-B8C3-56A229B86017}" dt="2026-06-03T12:56:48.943" v="43" actId="20577"/>
          <ac:spMkLst>
            <pc:docMk/>
            <pc:sldMk cId="926999632" sldId="505"/>
            <ac:spMk id="2" creationId="{7852AD00-0680-B393-BAB5-F56D5D7CBFE6}"/>
          </ac:spMkLst>
        </pc:spChg>
      </pc:sldChg>
      <pc:sldChg chg="modSp modAnim">
        <pc:chgData name="Al Friend" userId="e5ed79da-d858-46d4-9eed-a7a24903f2de" providerId="ADAL" clId="{2CC28D5A-E59E-4A37-B8C3-56A229B86017}" dt="2026-06-02T10:07:17.604" v="12" actId="1076"/>
        <pc:sldMkLst>
          <pc:docMk/>
          <pc:sldMk cId="2157204624" sldId="535"/>
        </pc:sldMkLst>
        <pc:spChg chg="mod">
          <ac:chgData name="Al Friend" userId="e5ed79da-d858-46d4-9eed-a7a24903f2de" providerId="ADAL" clId="{2CC28D5A-E59E-4A37-B8C3-56A229B86017}" dt="2026-06-02T10:07:17.604" v="12" actId="1076"/>
          <ac:spMkLst>
            <pc:docMk/>
            <pc:sldMk cId="2157204624" sldId="535"/>
            <ac:spMk id="39" creationId="{A4585091-739A-4D3F-99EE-3F1D384F15D3}"/>
          </ac:spMkLst>
        </pc:spChg>
      </pc:sldChg>
      <pc:sldChg chg="modSp">
        <pc:chgData name="Al Friend" userId="e5ed79da-d858-46d4-9eed-a7a24903f2de" providerId="ADAL" clId="{2CC28D5A-E59E-4A37-B8C3-56A229B86017}" dt="2026-06-02T10:08:13.189" v="14" actId="14100"/>
        <pc:sldMkLst>
          <pc:docMk/>
          <pc:sldMk cId="3519238916" sldId="539"/>
        </pc:sldMkLst>
        <pc:spChg chg="mod">
          <ac:chgData name="Al Friend" userId="e5ed79da-d858-46d4-9eed-a7a24903f2de" providerId="ADAL" clId="{2CC28D5A-E59E-4A37-B8C3-56A229B86017}" dt="2026-06-02T10:08:13.189" v="14" actId="14100"/>
          <ac:spMkLst>
            <pc:docMk/>
            <pc:sldMk cId="3519238916" sldId="539"/>
            <ac:spMk id="14" creationId="{8D608A3B-B831-4F48-A74E-CD82490F6BF7}"/>
          </ac:spMkLst>
        </pc:spChg>
      </pc:sldChg>
      <pc:sldChg chg="modNotesTx">
        <pc:chgData name="Al Friend" userId="e5ed79da-d858-46d4-9eed-a7a24903f2de" providerId="ADAL" clId="{2CC28D5A-E59E-4A37-B8C3-56A229B86017}" dt="2026-06-10T10:47:26.672" v="262" actId="6549"/>
        <pc:sldMkLst>
          <pc:docMk/>
          <pc:sldMk cId="9835273" sldId="541"/>
        </pc:sldMkLst>
      </pc:sldChg>
      <pc:sldChg chg="addSp modSp ord modAnim">
        <pc:chgData name="Al Friend" userId="e5ed79da-d858-46d4-9eed-a7a24903f2de" providerId="ADAL" clId="{2CC28D5A-E59E-4A37-B8C3-56A229B86017}" dt="2026-06-08T12:49:19.853" v="104"/>
        <pc:sldMkLst>
          <pc:docMk/>
          <pc:sldMk cId="2523056852" sldId="545"/>
        </pc:sldMkLst>
        <pc:spChg chg="add mod">
          <ac:chgData name="Al Friend" userId="e5ed79da-d858-46d4-9eed-a7a24903f2de" providerId="ADAL" clId="{2CC28D5A-E59E-4A37-B8C3-56A229B86017}" dt="2026-06-04T11:00:52.525" v="70" actId="20577"/>
          <ac:spMkLst>
            <pc:docMk/>
            <pc:sldMk cId="2523056852" sldId="545"/>
            <ac:spMk id="12" creationId="{52226A47-3D24-4E25-819A-AA7547E560DC}"/>
          </ac:spMkLst>
        </pc:spChg>
        <pc:spChg chg="add mod">
          <ac:chgData name="Al Friend" userId="e5ed79da-d858-46d4-9eed-a7a24903f2de" providerId="ADAL" clId="{2CC28D5A-E59E-4A37-B8C3-56A229B86017}" dt="2026-06-04T11:00:54.030" v="73" actId="20577"/>
          <ac:spMkLst>
            <pc:docMk/>
            <pc:sldMk cId="2523056852" sldId="545"/>
            <ac:spMk id="13" creationId="{D6C14A21-8AF8-40C2-A655-1B06E3DF300E}"/>
          </ac:spMkLst>
        </pc:spChg>
        <pc:spChg chg="add mod">
          <ac:chgData name="Al Friend" userId="e5ed79da-d858-46d4-9eed-a7a24903f2de" providerId="ADAL" clId="{2CC28D5A-E59E-4A37-B8C3-56A229B86017}" dt="2026-06-04T11:00:55.743" v="76" actId="20577"/>
          <ac:spMkLst>
            <pc:docMk/>
            <pc:sldMk cId="2523056852" sldId="545"/>
            <ac:spMk id="14" creationId="{68F0D888-968A-4CDD-AB03-F02C133DC338}"/>
          </ac:spMkLst>
        </pc:spChg>
        <pc:spChg chg="add mod">
          <ac:chgData name="Al Friend" userId="e5ed79da-d858-46d4-9eed-a7a24903f2de" providerId="ADAL" clId="{2CC28D5A-E59E-4A37-B8C3-56A229B86017}" dt="2026-06-04T11:00:57.134" v="78" actId="20577"/>
          <ac:spMkLst>
            <pc:docMk/>
            <pc:sldMk cId="2523056852" sldId="545"/>
            <ac:spMk id="15" creationId="{33EBF56C-BCE4-403C-ADEF-EAFFE4EC2F5E}"/>
          </ac:spMkLst>
        </pc:spChg>
        <pc:spChg chg="add mod">
          <ac:chgData name="Al Friend" userId="e5ed79da-d858-46d4-9eed-a7a24903f2de" providerId="ADAL" clId="{2CC28D5A-E59E-4A37-B8C3-56A229B86017}" dt="2026-06-04T11:00:58.530" v="80" actId="20577"/>
          <ac:spMkLst>
            <pc:docMk/>
            <pc:sldMk cId="2523056852" sldId="545"/>
            <ac:spMk id="16" creationId="{B24ECF08-A6D9-4497-8F69-07CE5BB8041F}"/>
          </ac:spMkLst>
        </pc:spChg>
      </pc:sldChg>
      <pc:sldChg chg="modSp ord">
        <pc:chgData name="Al Friend" userId="e5ed79da-d858-46d4-9eed-a7a24903f2de" providerId="ADAL" clId="{2CC28D5A-E59E-4A37-B8C3-56A229B86017}" dt="2026-06-08T12:49:19.853" v="104"/>
        <pc:sldMkLst>
          <pc:docMk/>
          <pc:sldMk cId="2517025096" sldId="547"/>
        </pc:sldMkLst>
        <pc:spChg chg="mod">
          <ac:chgData name="Al Friend" userId="e5ed79da-d858-46d4-9eed-a7a24903f2de" providerId="ADAL" clId="{2CC28D5A-E59E-4A37-B8C3-56A229B86017}" dt="2026-06-04T11:03:35.460" v="86" actId="20577"/>
          <ac:spMkLst>
            <pc:docMk/>
            <pc:sldMk cId="2517025096" sldId="547"/>
            <ac:spMk id="12" creationId="{68B16E17-198B-4874-BC66-EBC5F39A6145}"/>
          </ac:spMkLst>
        </pc:spChg>
      </pc:sldChg>
      <pc:sldChg chg="modSp ord">
        <pc:chgData name="Al Friend" userId="e5ed79da-d858-46d4-9eed-a7a24903f2de" providerId="ADAL" clId="{2CC28D5A-E59E-4A37-B8C3-56A229B86017}" dt="2026-06-08T12:49:19.853" v="104"/>
        <pc:sldMkLst>
          <pc:docMk/>
          <pc:sldMk cId="1696205017" sldId="549"/>
        </pc:sldMkLst>
        <pc:spChg chg="mod">
          <ac:chgData name="Al Friend" userId="e5ed79da-d858-46d4-9eed-a7a24903f2de" providerId="ADAL" clId="{2CC28D5A-E59E-4A37-B8C3-56A229B86017}" dt="2026-06-04T11:03:37.919" v="88" actId="20577"/>
          <ac:spMkLst>
            <pc:docMk/>
            <pc:sldMk cId="1696205017" sldId="549"/>
            <ac:spMk id="12" creationId="{68B16E17-198B-4874-BC66-EBC5F39A6145}"/>
          </ac:spMkLst>
        </pc:spChg>
      </pc:sldChg>
      <pc:sldChg chg="modSp modNotesTx">
        <pc:chgData name="Al Friend" userId="e5ed79da-d858-46d4-9eed-a7a24903f2de" providerId="ADAL" clId="{2CC28D5A-E59E-4A37-B8C3-56A229B86017}" dt="2026-06-10T10:47:21.464" v="261" actId="20577"/>
        <pc:sldMkLst>
          <pc:docMk/>
          <pc:sldMk cId="99839683" sldId="611"/>
        </pc:sldMkLst>
        <pc:spChg chg="mod">
          <ac:chgData name="Al Friend" userId="e5ed79da-d858-46d4-9eed-a7a24903f2de" providerId="ADAL" clId="{2CC28D5A-E59E-4A37-B8C3-56A229B86017}" dt="2026-06-02T10:08:22.668" v="16" actId="14100"/>
          <ac:spMkLst>
            <pc:docMk/>
            <pc:sldMk cId="99839683" sldId="611"/>
            <ac:spMk id="14" creationId="{8D608A3B-B831-4F48-A74E-CD82490F6BF7}"/>
          </ac:spMkLst>
        </pc:spChg>
      </pc:sldChg>
      <pc:sldChg chg="ord">
        <pc:chgData name="Al Friend" userId="e5ed79da-d858-46d4-9eed-a7a24903f2de" providerId="ADAL" clId="{2CC28D5A-E59E-4A37-B8C3-56A229B86017}" dt="2026-06-10T10:47:53.008" v="264"/>
        <pc:sldMkLst>
          <pc:docMk/>
          <pc:sldMk cId="1725766388" sldId="612"/>
        </pc:sldMkLst>
      </pc:sldChg>
      <pc:sldChg chg="ord">
        <pc:chgData name="Al Friend" userId="e5ed79da-d858-46d4-9eed-a7a24903f2de" providerId="ADAL" clId="{2CC28D5A-E59E-4A37-B8C3-56A229B86017}" dt="2026-06-10T10:47:53.008" v="264"/>
        <pc:sldMkLst>
          <pc:docMk/>
          <pc:sldMk cId="2456140403" sldId="614"/>
        </pc:sldMkLst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515698625" sldId="623"/>
        </pc:sldMkLst>
      </pc:sldChg>
      <pc:sldChg chg="modTransition">
        <pc:chgData name="Al Friend" userId="e5ed79da-d858-46d4-9eed-a7a24903f2de" providerId="ADAL" clId="{2CC28D5A-E59E-4A37-B8C3-56A229B86017}" dt="2026-06-03T12:56:45.754" v="41"/>
        <pc:sldMkLst>
          <pc:docMk/>
          <pc:sldMk cId="910063448" sldId="624"/>
        </pc:sldMkLst>
      </pc:sldChg>
      <pc:sldChg chg="modSp modAnim">
        <pc:chgData name="Al Friend" userId="e5ed79da-d858-46d4-9eed-a7a24903f2de" providerId="ADAL" clId="{2CC28D5A-E59E-4A37-B8C3-56A229B86017}" dt="2026-06-09T09:34:31.292" v="244"/>
        <pc:sldMkLst>
          <pc:docMk/>
          <pc:sldMk cId="3771078146" sldId="825"/>
        </pc:sldMkLst>
        <pc:spChg chg="mod">
          <ac:chgData name="Al Friend" userId="e5ed79da-d858-46d4-9eed-a7a24903f2de" providerId="ADAL" clId="{2CC28D5A-E59E-4A37-B8C3-56A229B86017}" dt="2026-06-03T12:52:00.414" v="36" actId="692"/>
          <ac:spMkLst>
            <pc:docMk/>
            <pc:sldMk cId="3771078146" sldId="825"/>
            <ac:spMk id="8" creationId="{7536217B-CB3B-A512-2037-FF6D8B85D2F5}"/>
          </ac:spMkLst>
        </pc:spChg>
        <pc:spChg chg="mod">
          <ac:chgData name="Al Friend" userId="e5ed79da-d858-46d4-9eed-a7a24903f2de" providerId="ADAL" clId="{2CC28D5A-E59E-4A37-B8C3-56A229B86017}" dt="2026-06-09T09:34:13.582" v="243" actId="1076"/>
          <ac:spMkLst>
            <pc:docMk/>
            <pc:sldMk cId="3771078146" sldId="825"/>
            <ac:spMk id="9" creationId="{4B3FA018-ADC6-ED88-1676-50E7DD2ED7D8}"/>
          </ac:spMkLst>
        </pc:spChg>
        <pc:spChg chg="mod">
          <ac:chgData name="Al Friend" userId="e5ed79da-d858-46d4-9eed-a7a24903f2de" providerId="ADAL" clId="{2CC28D5A-E59E-4A37-B8C3-56A229B86017}" dt="2026-06-03T12:52:09.775" v="40" actId="692"/>
          <ac:spMkLst>
            <pc:docMk/>
            <pc:sldMk cId="3771078146" sldId="825"/>
            <ac:spMk id="10" creationId="{37EE882D-DDF7-C77F-64BE-B457C07590EA}"/>
          </ac:spMkLst>
        </pc:spChg>
        <pc:spChg chg="mod">
          <ac:chgData name="Al Friend" userId="e5ed79da-d858-46d4-9eed-a7a24903f2de" providerId="ADAL" clId="{2CC28D5A-E59E-4A37-B8C3-56A229B86017}" dt="2026-06-09T09:34:08.615" v="242" actId="20577"/>
          <ac:spMkLst>
            <pc:docMk/>
            <pc:sldMk cId="3771078146" sldId="825"/>
            <ac:spMk id="12" creationId="{4B10774B-6198-A85E-9F95-72368FCD20DE}"/>
          </ac:spMkLst>
        </pc:spChg>
      </pc:sldChg>
      <pc:sldChg chg="modSp">
        <pc:chgData name="Al Friend" userId="e5ed79da-d858-46d4-9eed-a7a24903f2de" providerId="ADAL" clId="{2CC28D5A-E59E-4A37-B8C3-56A229B86017}" dt="2026-06-08T09:46:40.153" v="102" actId="20577"/>
        <pc:sldMkLst>
          <pc:docMk/>
          <pc:sldMk cId="897348652" sldId="826"/>
        </pc:sldMkLst>
        <pc:spChg chg="mod">
          <ac:chgData name="Al Friend" userId="e5ed79da-d858-46d4-9eed-a7a24903f2de" providerId="ADAL" clId="{2CC28D5A-E59E-4A37-B8C3-56A229B86017}" dt="2026-06-08T09:46:40.153" v="102" actId="20577"/>
          <ac:spMkLst>
            <pc:docMk/>
            <pc:sldMk cId="897348652" sldId="826"/>
            <ac:spMk id="2" creationId="{093847A0-4195-2FEB-C9F8-78695EA96406}"/>
          </ac:spMkLst>
        </pc:spChg>
      </pc:sldChg>
      <pc:sldChg chg="modAnim">
        <pc:chgData name="Al Friend" userId="e5ed79da-d858-46d4-9eed-a7a24903f2de" providerId="ADAL" clId="{2CC28D5A-E59E-4A37-B8C3-56A229B86017}" dt="2026-06-22T13:37:15.050" v="330"/>
        <pc:sldMkLst>
          <pc:docMk/>
          <pc:sldMk cId="395973225" sldId="836"/>
        </pc:sldMkLst>
      </pc:sldChg>
      <pc:sldChg chg="modSp">
        <pc:chgData name="Al Friend" userId="e5ed79da-d858-46d4-9eed-a7a24903f2de" providerId="ADAL" clId="{2CC28D5A-E59E-4A37-B8C3-56A229B86017}" dt="2026-06-03T12:27:21.812" v="34" actId="20577"/>
        <pc:sldMkLst>
          <pc:docMk/>
          <pc:sldMk cId="2505112213" sldId="856"/>
        </pc:sldMkLst>
        <pc:spChg chg="mod">
          <ac:chgData name="Al Friend" userId="e5ed79da-d858-46d4-9eed-a7a24903f2de" providerId="ADAL" clId="{2CC28D5A-E59E-4A37-B8C3-56A229B86017}" dt="2026-06-03T12:27:21.812" v="34" actId="20577"/>
          <ac:spMkLst>
            <pc:docMk/>
            <pc:sldMk cId="2505112213" sldId="856"/>
            <ac:spMk id="12" creationId="{68B16E17-198B-4874-BC66-EBC5F39A6145}"/>
          </ac:spMkLst>
        </pc:spChg>
      </pc:sldChg>
      <pc:sldChg chg="modSp ord modAnim">
        <pc:chgData name="Al Friend" userId="e5ed79da-d858-46d4-9eed-a7a24903f2de" providerId="ADAL" clId="{2CC28D5A-E59E-4A37-B8C3-56A229B86017}" dt="2026-06-10T10:47:53.008" v="264"/>
        <pc:sldMkLst>
          <pc:docMk/>
          <pc:sldMk cId="203769547" sldId="874"/>
        </pc:sldMkLst>
        <pc:spChg chg="mod">
          <ac:chgData name="Al Friend" userId="e5ed79da-d858-46d4-9eed-a7a24903f2de" providerId="ADAL" clId="{2CC28D5A-E59E-4A37-B8C3-56A229B86017}" dt="2026-06-08T09:46:05.165" v="95" actId="12788"/>
          <ac:spMkLst>
            <pc:docMk/>
            <pc:sldMk cId="203769547" sldId="874"/>
            <ac:spMk id="9" creationId="{46EF930E-E89D-3665-7E38-F8CCE36F1868}"/>
          </ac:spMkLst>
        </pc:spChg>
        <pc:spChg chg="mod">
          <ac:chgData name="Al Friend" userId="e5ed79da-d858-46d4-9eed-a7a24903f2de" providerId="ADAL" clId="{2CC28D5A-E59E-4A37-B8C3-56A229B86017}" dt="2026-06-08T09:45:39.241" v="91"/>
          <ac:spMkLst>
            <pc:docMk/>
            <pc:sldMk cId="203769547" sldId="874"/>
            <ac:spMk id="12" creationId="{57AE5C30-DD9E-6A59-4D4E-D5F2862767D5}"/>
          </ac:spMkLst>
        </pc:spChg>
      </pc:sldChg>
      <pc:sldChg chg="modSp ord">
        <pc:chgData name="Al Friend" userId="e5ed79da-d858-46d4-9eed-a7a24903f2de" providerId="ADAL" clId="{2CC28D5A-E59E-4A37-B8C3-56A229B86017}" dt="2026-06-10T10:47:53.008" v="264"/>
        <pc:sldMkLst>
          <pc:docMk/>
          <pc:sldMk cId="4091467611" sldId="875"/>
        </pc:sldMkLst>
        <pc:spChg chg="mod">
          <ac:chgData name="Al Friend" userId="e5ed79da-d858-46d4-9eed-a7a24903f2de" providerId="ADAL" clId="{2CC28D5A-E59E-4A37-B8C3-56A229B86017}" dt="2026-06-08T09:46:17.121" v="97" actId="20577"/>
          <ac:spMkLst>
            <pc:docMk/>
            <pc:sldMk cId="4091467611" sldId="875"/>
            <ac:spMk id="12" creationId="{A061683F-9967-821B-F4E4-20D59D6CF14E}"/>
          </ac:spMkLst>
        </pc:spChg>
      </pc:sldChg>
      <pc:sldChg chg="addSp delSp modSp delAnim modAnim modNotesTx">
        <pc:chgData name="Al Friend" userId="e5ed79da-d858-46d4-9eed-a7a24903f2de" providerId="ADAL" clId="{2CC28D5A-E59E-4A37-B8C3-56A229B86017}" dt="2026-06-10T11:09:38.507" v="322" actId="20577"/>
        <pc:sldMkLst>
          <pc:docMk/>
          <pc:sldMk cId="1664508076" sldId="876"/>
        </pc:sldMkLst>
        <pc:spChg chg="mod">
          <ac:chgData name="Al Friend" userId="e5ed79da-d858-46d4-9eed-a7a24903f2de" providerId="ADAL" clId="{2CC28D5A-E59E-4A37-B8C3-56A229B86017}" dt="2026-06-09T09:05:36.716" v="133" actId="20577"/>
          <ac:spMkLst>
            <pc:docMk/>
            <pc:sldMk cId="1664508076" sldId="876"/>
            <ac:spMk id="2" creationId="{B557248E-DB05-24FC-B97C-6526C8C2E81E}"/>
          </ac:spMkLst>
        </pc:spChg>
        <pc:spChg chg="del">
          <ac:chgData name="Al Friend" userId="e5ed79da-d858-46d4-9eed-a7a24903f2de" providerId="ADAL" clId="{2CC28D5A-E59E-4A37-B8C3-56A229B86017}" dt="2026-06-09T09:05:25.807" v="105" actId="478"/>
          <ac:spMkLst>
            <pc:docMk/>
            <pc:sldMk cId="1664508076" sldId="876"/>
            <ac:spMk id="3" creationId="{03B565D8-44FB-BE1C-9CC0-E77B4AC0F490}"/>
          </ac:spMkLst>
        </pc:spChg>
        <pc:spChg chg="add del mod">
          <ac:chgData name="Al Friend" userId="e5ed79da-d858-46d4-9eed-a7a24903f2de" providerId="ADAL" clId="{2CC28D5A-E59E-4A37-B8C3-56A229B86017}" dt="2026-06-10T10:50:39.520" v="271" actId="478"/>
          <ac:spMkLst>
            <pc:docMk/>
            <pc:sldMk cId="1664508076" sldId="876"/>
            <ac:spMk id="3" creationId="{D490A291-06CF-449B-9E45-1AB36834985A}"/>
          </ac:spMkLst>
        </pc:spChg>
        <pc:spChg chg="add mod">
          <ac:chgData name="Al Friend" userId="e5ed79da-d858-46d4-9eed-a7a24903f2de" providerId="ADAL" clId="{2CC28D5A-E59E-4A37-B8C3-56A229B86017}" dt="2026-06-10T10:51:05.979" v="273" actId="108"/>
          <ac:spMkLst>
            <pc:docMk/>
            <pc:sldMk cId="1664508076" sldId="876"/>
            <ac:spMk id="4" creationId="{BC947E42-B85F-43EA-9809-1408F1740C1D}"/>
          </ac:spMkLst>
        </pc:spChg>
        <pc:spChg chg="add del mod">
          <ac:chgData name="Al Friend" userId="e5ed79da-d858-46d4-9eed-a7a24903f2de" providerId="ADAL" clId="{2CC28D5A-E59E-4A37-B8C3-56A229B86017}" dt="2026-06-09T09:28:59.216" v="192" actId="478"/>
          <ac:spMkLst>
            <pc:docMk/>
            <pc:sldMk cId="1664508076" sldId="876"/>
            <ac:spMk id="4" creationId="{C3527E78-DA2C-4CC0-902F-76D85C66101A}"/>
          </ac:spMkLst>
        </pc:spChg>
        <pc:spChg chg="add del mod">
          <ac:chgData name="Al Friend" userId="e5ed79da-d858-46d4-9eed-a7a24903f2de" providerId="ADAL" clId="{2CC28D5A-E59E-4A37-B8C3-56A229B86017}" dt="2026-06-09T09:29:13.498" v="194" actId="478"/>
          <ac:spMkLst>
            <pc:docMk/>
            <pc:sldMk cId="1664508076" sldId="876"/>
            <ac:spMk id="5" creationId="{B6188183-69F0-45A9-A48B-AB34066705EC}"/>
          </ac:spMkLst>
        </pc:spChg>
        <pc:spChg chg="add del mod">
          <ac:chgData name="Al Friend" userId="e5ed79da-d858-46d4-9eed-a7a24903f2de" providerId="ADAL" clId="{2CC28D5A-E59E-4A37-B8C3-56A229B86017}" dt="2026-06-09T09:29:35.783" v="196" actId="478"/>
          <ac:spMkLst>
            <pc:docMk/>
            <pc:sldMk cId="1664508076" sldId="876"/>
            <ac:spMk id="6" creationId="{1EB1226A-DB9E-4F7D-BEC8-BC3A2ACF6EEC}"/>
          </ac:spMkLst>
        </pc:spChg>
        <pc:spChg chg="add del mod">
          <ac:chgData name="Al Friend" userId="e5ed79da-d858-46d4-9eed-a7a24903f2de" providerId="ADAL" clId="{2CC28D5A-E59E-4A37-B8C3-56A229B86017}" dt="2026-06-10T10:49:45.526" v="266" actId="478"/>
          <ac:spMkLst>
            <pc:docMk/>
            <pc:sldMk cId="1664508076" sldId="876"/>
            <ac:spMk id="7" creationId="{C7AEA17A-938A-47A0-A012-20A384BC806F}"/>
          </ac:spMkLst>
        </pc:spChg>
        <pc:spChg chg="del mod">
          <ac:chgData name="Al Friend" userId="e5ed79da-d858-46d4-9eed-a7a24903f2de" providerId="ADAL" clId="{2CC28D5A-E59E-4A37-B8C3-56A229B86017}" dt="2026-06-09T09:31:16.209" v="204" actId="478"/>
          <ac:spMkLst>
            <pc:docMk/>
            <pc:sldMk cId="1664508076" sldId="876"/>
            <ac:spMk id="8" creationId="{7536217B-CB3B-A512-2037-FF6D8B85D2F5}"/>
          </ac:spMkLst>
        </pc:spChg>
        <pc:spChg chg="del">
          <ac:chgData name="Al Friend" userId="e5ed79da-d858-46d4-9eed-a7a24903f2de" providerId="ADAL" clId="{2CC28D5A-E59E-4A37-B8C3-56A229B86017}" dt="2026-06-09T09:31:17.740" v="205" actId="478"/>
          <ac:spMkLst>
            <pc:docMk/>
            <pc:sldMk cId="1664508076" sldId="876"/>
            <ac:spMk id="9" creationId="{4B3FA018-ADC6-ED88-1676-50E7DD2ED7D8}"/>
          </ac:spMkLst>
        </pc:spChg>
        <pc:spChg chg="mod">
          <ac:chgData name="Al Friend" userId="e5ed79da-d858-46d4-9eed-a7a24903f2de" providerId="ADAL" clId="{2CC28D5A-E59E-4A37-B8C3-56A229B86017}" dt="2026-06-10T10:52:07.479" v="313" actId="14100"/>
          <ac:spMkLst>
            <pc:docMk/>
            <pc:sldMk cId="1664508076" sldId="876"/>
            <ac:spMk id="10" creationId="{37EE882D-DDF7-C77F-64BE-B457C07590EA}"/>
          </ac:spMkLst>
        </pc:spChg>
        <pc:spChg chg="mod">
          <ac:chgData name="Al Friend" userId="e5ed79da-d858-46d4-9eed-a7a24903f2de" providerId="ADAL" clId="{2CC28D5A-E59E-4A37-B8C3-56A229B86017}" dt="2026-06-09T09:32:32.202" v="218" actId="20577"/>
          <ac:spMkLst>
            <pc:docMk/>
            <pc:sldMk cId="1664508076" sldId="876"/>
            <ac:spMk id="12" creationId="{4B10774B-6198-A85E-9F95-72368FCD20DE}"/>
          </ac:spMkLst>
        </pc:spChg>
      </pc:sldChg>
      <pc:sldChg chg="delSp add modTransition delAnim modAnim modNotesTx">
        <pc:chgData name="Al Friend" userId="e5ed79da-d858-46d4-9eed-a7a24903f2de" providerId="ADAL" clId="{2CC28D5A-E59E-4A37-B8C3-56A229B86017}" dt="2026-06-10T10:49:33.894" v="265" actId="478"/>
        <pc:sldMkLst>
          <pc:docMk/>
          <pc:sldMk cId="2912825416" sldId="877"/>
        </pc:sldMkLst>
        <pc:spChg chg="del">
          <ac:chgData name="Al Friend" userId="e5ed79da-d858-46d4-9eed-a7a24903f2de" providerId="ADAL" clId="{2CC28D5A-E59E-4A37-B8C3-56A229B86017}" dt="2026-06-09T09:54:53.433" v="255" actId="478"/>
          <ac:spMkLst>
            <pc:docMk/>
            <pc:sldMk cId="2912825416" sldId="877"/>
            <ac:spMk id="7" creationId="{C7AEA17A-938A-47A0-A012-20A384BC806F}"/>
          </ac:spMkLst>
        </pc:spChg>
        <pc:spChg chg="del">
          <ac:chgData name="Al Friend" userId="e5ed79da-d858-46d4-9eed-a7a24903f2de" providerId="ADAL" clId="{2CC28D5A-E59E-4A37-B8C3-56A229B86017}" dt="2026-06-10T10:49:33.894" v="265" actId="478"/>
          <ac:spMkLst>
            <pc:docMk/>
            <pc:sldMk cId="2912825416" sldId="877"/>
            <ac:spMk id="10" creationId="{37EE882D-DDF7-C77F-64BE-B457C07590EA}"/>
          </ac:spMkLst>
        </pc:spChg>
      </pc:sldChg>
      <pc:sldChg chg="delSp add modTransition delAnim modAnim">
        <pc:chgData name="Al Friend" userId="e5ed79da-d858-46d4-9eed-a7a24903f2de" providerId="ADAL" clId="{2CC28D5A-E59E-4A37-B8C3-56A229B86017}" dt="2026-06-22T13:37:21.883" v="332"/>
        <pc:sldMkLst>
          <pc:docMk/>
          <pc:sldMk cId="2581650874" sldId="878"/>
        </pc:sldMkLst>
        <pc:spChg chg="del">
          <ac:chgData name="Al Friend" userId="e5ed79da-d858-46d4-9eed-a7a24903f2de" providerId="ADAL" clId="{2CC28D5A-E59E-4A37-B8C3-56A229B86017}" dt="2026-06-22T13:36:50.573" v="325" actId="478"/>
          <ac:spMkLst>
            <pc:docMk/>
            <pc:sldMk cId="2581650874" sldId="878"/>
            <ac:spMk id="5" creationId="{DCE3A2C0-E5AC-437E-8CD0-46D83078EBB9}"/>
          </ac:spMkLst>
        </pc:spChg>
      </pc:sldChg>
      <pc:sldChg chg="delSp add modTransition delAnim modAnim">
        <pc:chgData name="Al Friend" userId="e5ed79da-d858-46d4-9eed-a7a24903f2de" providerId="ADAL" clId="{2CC28D5A-E59E-4A37-B8C3-56A229B86017}" dt="2026-06-22T13:37:18.427" v="331"/>
        <pc:sldMkLst>
          <pc:docMk/>
          <pc:sldMk cId="1177968660" sldId="879"/>
        </pc:sldMkLst>
        <pc:spChg chg="del">
          <ac:chgData name="Al Friend" userId="e5ed79da-d858-46d4-9eed-a7a24903f2de" providerId="ADAL" clId="{2CC28D5A-E59E-4A37-B8C3-56A229B86017}" dt="2026-06-22T13:37:03.417" v="328" actId="478"/>
          <ac:spMkLst>
            <pc:docMk/>
            <pc:sldMk cId="1177968660" sldId="879"/>
            <ac:spMk id="5" creationId="{DCE3A2C0-E5AC-437E-8CD0-46D83078EBB9}"/>
          </ac:spMkLst>
        </pc:spChg>
      </pc:sldChg>
    </pc:docChg>
  </pc:docChgLst>
  <pc:docChgLst>
    <pc:chgData name="Al Friend" userId="e5ed79da-d858-46d4-9eed-a7a24903f2de" providerId="ADAL" clId="{6CF5D3DD-A8C4-4611-8099-4AEB2E976A2E}"/>
    <pc:docChg chg="undo custSel addSld modSld modSection">
      <pc:chgData name="Al Friend" userId="e5ed79da-d858-46d4-9eed-a7a24903f2de" providerId="ADAL" clId="{6CF5D3DD-A8C4-4611-8099-4AEB2E976A2E}" dt="2026-06-07T18:14:46.212" v="716" actId="478"/>
      <pc:docMkLst>
        <pc:docMk/>
      </pc:docMkLst>
      <pc:sldChg chg="modSp modAnim">
        <pc:chgData name="Al Friend" userId="e5ed79da-d858-46d4-9eed-a7a24903f2de" providerId="ADAL" clId="{6CF5D3DD-A8C4-4611-8099-4AEB2E976A2E}" dt="2026-06-04T20:00:53.592" v="359" actId="6549"/>
        <pc:sldMkLst>
          <pc:docMk/>
          <pc:sldMk cId="1374977604" sldId="499"/>
        </pc:sldMkLst>
        <pc:spChg chg="mod">
          <ac:chgData name="Al Friend" userId="e5ed79da-d858-46d4-9eed-a7a24903f2de" providerId="ADAL" clId="{6CF5D3DD-A8C4-4611-8099-4AEB2E976A2E}" dt="2026-06-04T20:00:53.592" v="359" actId="6549"/>
          <ac:spMkLst>
            <pc:docMk/>
            <pc:sldMk cId="1374977604" sldId="499"/>
            <ac:spMk id="4" creationId="{64E6C5A6-C8B6-44E7-AC4F-4DD9B8000FF1}"/>
          </ac:spMkLst>
        </pc:spChg>
      </pc:sldChg>
      <pc:sldChg chg="addSp modSp mod modAnim modNotesTx">
        <pc:chgData name="Al Friend" userId="e5ed79da-d858-46d4-9eed-a7a24903f2de" providerId="ADAL" clId="{6CF5D3DD-A8C4-4611-8099-4AEB2E976A2E}" dt="2026-06-07T17:39:54.065" v="628" actId="14100"/>
        <pc:sldMkLst>
          <pc:docMk/>
          <pc:sldMk cId="1725766388" sldId="612"/>
        </pc:sldMkLst>
        <pc:spChg chg="mod">
          <ac:chgData name="Al Friend" userId="e5ed79da-d858-46d4-9eed-a7a24903f2de" providerId="ADAL" clId="{6CF5D3DD-A8C4-4611-8099-4AEB2E976A2E}" dt="2026-06-04T19:55:08.319" v="230" actId="20577"/>
          <ac:spMkLst>
            <pc:docMk/>
            <pc:sldMk cId="1725766388" sldId="612"/>
            <ac:spMk id="2" creationId="{00000000-0000-0000-0000-000000000000}"/>
          </ac:spMkLst>
        </pc:spChg>
        <pc:spChg chg="mod">
          <ac:chgData name="Al Friend" userId="e5ed79da-d858-46d4-9eed-a7a24903f2de" providerId="ADAL" clId="{6CF5D3DD-A8C4-4611-8099-4AEB2E976A2E}" dt="2026-06-07T17:39:39.305" v="624" actId="14100"/>
          <ac:spMkLst>
            <pc:docMk/>
            <pc:sldMk cId="1725766388" sldId="612"/>
            <ac:spMk id="3" creationId="{0E9DF95E-E94E-519C-BC97-FD68043A93A6}"/>
          </ac:spMkLst>
        </pc:spChg>
        <pc:spChg chg="add mod">
          <ac:chgData name="Al Friend" userId="e5ed79da-d858-46d4-9eed-a7a24903f2de" providerId="ADAL" clId="{6CF5D3DD-A8C4-4611-8099-4AEB2E976A2E}" dt="2026-06-07T17:39:54.065" v="628" actId="14100"/>
          <ac:spMkLst>
            <pc:docMk/>
            <pc:sldMk cId="1725766388" sldId="612"/>
            <ac:spMk id="4" creationId="{FE8AB782-1C09-1F87-DFCF-ACA0D0F12B4B}"/>
          </ac:spMkLst>
        </pc:spChg>
        <pc:spChg chg="mod">
          <ac:chgData name="Al Friend" userId="e5ed79da-d858-46d4-9eed-a7a24903f2de" providerId="ADAL" clId="{6CF5D3DD-A8C4-4611-8099-4AEB2E976A2E}" dt="2026-06-07T15:48:53.032" v="367" actId="108"/>
          <ac:spMkLst>
            <pc:docMk/>
            <pc:sldMk cId="1725766388" sldId="612"/>
            <ac:spMk id="9" creationId="{CE53807C-0EE1-242A-430E-565F7F51A109}"/>
          </ac:spMkLst>
        </pc:spChg>
        <pc:spChg chg="mod">
          <ac:chgData name="Al Friend" userId="e5ed79da-d858-46d4-9eed-a7a24903f2de" providerId="ADAL" clId="{6CF5D3DD-A8C4-4611-8099-4AEB2E976A2E}" dt="2026-06-07T15:48:19.843" v="365" actId="20577"/>
          <ac:spMkLst>
            <pc:docMk/>
            <pc:sldMk cId="1725766388" sldId="612"/>
            <ac:spMk id="12" creationId="{68B16E17-198B-4874-BC66-EBC5F39A6145}"/>
          </ac:spMkLst>
        </pc:spChg>
      </pc:sldChg>
      <pc:sldChg chg="modSp mod">
        <pc:chgData name="Al Friend" userId="e5ed79da-d858-46d4-9eed-a7a24903f2de" providerId="ADAL" clId="{6CF5D3DD-A8C4-4611-8099-4AEB2E976A2E}" dt="2026-06-07T15:48:09.603" v="364" actId="20577"/>
        <pc:sldMkLst>
          <pc:docMk/>
          <pc:sldMk cId="2456140403" sldId="614"/>
        </pc:sldMkLst>
        <pc:spChg chg="mod">
          <ac:chgData name="Al Friend" userId="e5ed79da-d858-46d4-9eed-a7a24903f2de" providerId="ADAL" clId="{6CF5D3DD-A8C4-4611-8099-4AEB2E976A2E}" dt="2026-06-04T19:55:03.686" v="226" actId="20577"/>
          <ac:spMkLst>
            <pc:docMk/>
            <pc:sldMk cId="2456140403" sldId="614"/>
            <ac:spMk id="2" creationId="{00000000-0000-0000-0000-000000000000}"/>
          </ac:spMkLst>
        </pc:spChg>
        <pc:spChg chg="mod">
          <ac:chgData name="Al Friend" userId="e5ed79da-d858-46d4-9eed-a7a24903f2de" providerId="ADAL" clId="{6CF5D3DD-A8C4-4611-8099-4AEB2E976A2E}" dt="2026-06-07T15:48:09.603" v="364" actId="20577"/>
          <ac:spMkLst>
            <pc:docMk/>
            <pc:sldMk cId="2456140403" sldId="614"/>
            <ac:spMk id="12" creationId="{68B16E17-198B-4874-BC66-EBC5F39A6145}"/>
          </ac:spMkLst>
        </pc:spChg>
      </pc:sldChg>
      <pc:sldChg chg="addSp delSp modSp mod delAnim modAnim">
        <pc:chgData name="Al Friend" userId="e5ed79da-d858-46d4-9eed-a7a24903f2de" providerId="ADAL" clId="{6CF5D3DD-A8C4-4611-8099-4AEB2E976A2E}" dt="2026-06-07T15:53:53.878" v="480" actId="1038"/>
        <pc:sldMkLst>
          <pc:docMk/>
          <pc:sldMk cId="3771078146" sldId="825"/>
        </pc:sldMkLst>
        <pc:spChg chg="mod">
          <ac:chgData name="Al Friend" userId="e5ed79da-d858-46d4-9eed-a7a24903f2de" providerId="ADAL" clId="{6CF5D3DD-A8C4-4611-8099-4AEB2E976A2E}" dt="2026-06-04T19:55:41.561" v="243" actId="20577"/>
          <ac:spMkLst>
            <pc:docMk/>
            <pc:sldMk cId="3771078146" sldId="825"/>
            <ac:spMk id="2" creationId="{B557248E-DB05-24FC-B97C-6526C8C2E81E}"/>
          </ac:spMkLst>
        </pc:spChg>
        <pc:spChg chg="add mod">
          <ac:chgData name="Al Friend" userId="e5ed79da-d858-46d4-9eed-a7a24903f2de" providerId="ADAL" clId="{6CF5D3DD-A8C4-4611-8099-4AEB2E976A2E}" dt="2026-06-04T19:58:46.805" v="355" actId="114"/>
          <ac:spMkLst>
            <pc:docMk/>
            <pc:sldMk cId="3771078146" sldId="825"/>
            <ac:spMk id="3" creationId="{03B565D8-44FB-BE1C-9CC0-E77B4AC0F490}"/>
          </ac:spMkLst>
        </pc:spChg>
        <pc:spChg chg="mod">
          <ac:chgData name="Al Friend" userId="e5ed79da-d858-46d4-9eed-a7a24903f2de" providerId="ADAL" clId="{6CF5D3DD-A8C4-4611-8099-4AEB2E976A2E}" dt="2026-06-07T15:53:43.111" v="475" actId="1037"/>
          <ac:spMkLst>
            <pc:docMk/>
            <pc:sldMk cId="3771078146" sldId="825"/>
            <ac:spMk id="8" creationId="{7536217B-CB3B-A512-2037-FF6D8B85D2F5}"/>
          </ac:spMkLst>
        </pc:spChg>
        <pc:spChg chg="mod">
          <ac:chgData name="Al Friend" userId="e5ed79da-d858-46d4-9eed-a7a24903f2de" providerId="ADAL" clId="{6CF5D3DD-A8C4-4611-8099-4AEB2E976A2E}" dt="2026-06-07T15:53:53.878" v="480" actId="1038"/>
          <ac:spMkLst>
            <pc:docMk/>
            <pc:sldMk cId="3771078146" sldId="825"/>
            <ac:spMk id="10" creationId="{37EE882D-DDF7-C77F-64BE-B457C07590EA}"/>
          </ac:spMkLst>
        </pc:spChg>
        <pc:spChg chg="mod">
          <ac:chgData name="Al Friend" userId="e5ed79da-d858-46d4-9eed-a7a24903f2de" providerId="ADAL" clId="{6CF5D3DD-A8C4-4611-8099-4AEB2E976A2E}" dt="2026-06-04T19:56:05.740" v="265" actId="20577"/>
          <ac:spMkLst>
            <pc:docMk/>
            <pc:sldMk cId="3771078146" sldId="825"/>
            <ac:spMk id="12" creationId="{4B10774B-6198-A85E-9F95-72368FCD20DE}"/>
          </ac:spMkLst>
        </pc:spChg>
      </pc:sldChg>
      <pc:sldChg chg="modSp mod">
        <pc:chgData name="Al Friend" userId="e5ed79da-d858-46d4-9eed-a7a24903f2de" providerId="ADAL" clId="{6CF5D3DD-A8C4-4611-8099-4AEB2E976A2E}" dt="2026-06-04T19:57:10.122" v="280" actId="20577"/>
        <pc:sldMkLst>
          <pc:docMk/>
          <pc:sldMk cId="897348652" sldId="826"/>
        </pc:sldMkLst>
        <pc:spChg chg="mod">
          <ac:chgData name="Al Friend" userId="e5ed79da-d858-46d4-9eed-a7a24903f2de" providerId="ADAL" clId="{6CF5D3DD-A8C4-4611-8099-4AEB2E976A2E}" dt="2026-06-04T19:57:10.122" v="280" actId="20577"/>
          <ac:spMkLst>
            <pc:docMk/>
            <pc:sldMk cId="897348652" sldId="826"/>
            <ac:spMk id="12" creationId="{62CB7BE2-58C6-B239-DC00-9879991981E9}"/>
          </ac:spMkLst>
        </pc:spChg>
      </pc:sldChg>
      <pc:sldChg chg="modSp mod">
        <pc:chgData name="Al Friend" userId="e5ed79da-d858-46d4-9eed-a7a24903f2de" providerId="ADAL" clId="{6CF5D3DD-A8C4-4611-8099-4AEB2E976A2E}" dt="2026-06-04T20:01:06.949" v="362" actId="6549"/>
        <pc:sldMkLst>
          <pc:docMk/>
          <pc:sldMk cId="1818297475" sldId="834"/>
        </pc:sldMkLst>
        <pc:spChg chg="mod">
          <ac:chgData name="Al Friend" userId="e5ed79da-d858-46d4-9eed-a7a24903f2de" providerId="ADAL" clId="{6CF5D3DD-A8C4-4611-8099-4AEB2E976A2E}" dt="2026-06-04T20:01:06.949" v="362" actId="6549"/>
          <ac:spMkLst>
            <pc:docMk/>
            <pc:sldMk cId="1818297475" sldId="834"/>
            <ac:spMk id="4" creationId="{25DF5874-FBC6-4C19-3BB2-89089A839384}"/>
          </ac:spMkLst>
        </pc:spChg>
      </pc:sldChg>
      <pc:sldChg chg="modSp add mod modAnim">
        <pc:chgData name="Al Friend" userId="e5ed79da-d858-46d4-9eed-a7a24903f2de" providerId="ADAL" clId="{6CF5D3DD-A8C4-4611-8099-4AEB2E976A2E}" dt="2026-06-07T17:53:36.844" v="711"/>
        <pc:sldMkLst>
          <pc:docMk/>
          <pc:sldMk cId="203769547" sldId="874"/>
        </pc:sldMkLst>
        <pc:spChg chg="mod">
          <ac:chgData name="Al Friend" userId="e5ed79da-d858-46d4-9eed-a7a24903f2de" providerId="ADAL" clId="{6CF5D3DD-A8C4-4611-8099-4AEB2E976A2E}" dt="2026-06-07T15:50:00.407" v="380" actId="20577"/>
          <ac:spMkLst>
            <pc:docMk/>
            <pc:sldMk cId="203769547" sldId="874"/>
            <ac:spMk id="2" creationId="{00BAE369-1D9E-D5DD-C32C-F4BA12F900F2}"/>
          </ac:spMkLst>
        </pc:spChg>
        <pc:spChg chg="mod">
          <ac:chgData name="Al Friend" userId="e5ed79da-d858-46d4-9eed-a7a24903f2de" providerId="ADAL" clId="{6CF5D3DD-A8C4-4611-8099-4AEB2E976A2E}" dt="2026-06-07T17:37:40.322" v="607" actId="692"/>
          <ac:spMkLst>
            <pc:docMk/>
            <pc:sldMk cId="203769547" sldId="874"/>
            <ac:spMk id="3" creationId="{257D759C-897A-47A7-F507-12879F474107}"/>
          </ac:spMkLst>
        </pc:spChg>
        <pc:spChg chg="mod">
          <ac:chgData name="Al Friend" userId="e5ed79da-d858-46d4-9eed-a7a24903f2de" providerId="ADAL" clId="{6CF5D3DD-A8C4-4611-8099-4AEB2E976A2E}" dt="2026-06-07T17:53:36.844" v="711"/>
          <ac:spMkLst>
            <pc:docMk/>
            <pc:sldMk cId="203769547" sldId="874"/>
            <ac:spMk id="12" creationId="{57AE5C30-DD9E-6A59-4D4E-D5F2862767D5}"/>
          </ac:spMkLst>
        </pc:spChg>
      </pc:sldChg>
      <pc:sldChg chg="delSp add mod modAnim modShow modNotesTx">
        <pc:chgData name="Al Friend" userId="e5ed79da-d858-46d4-9eed-a7a24903f2de" providerId="ADAL" clId="{6CF5D3DD-A8C4-4611-8099-4AEB2E976A2E}" dt="2026-06-07T18:14:46.212" v="716" actId="478"/>
        <pc:sldMkLst>
          <pc:docMk/>
          <pc:sldMk cId="4091467611" sldId="875"/>
        </pc:sldMkLst>
        <pc:spChg chg="del">
          <ac:chgData name="Al Friend" userId="e5ed79da-d858-46d4-9eed-a7a24903f2de" providerId="ADAL" clId="{6CF5D3DD-A8C4-4611-8099-4AEB2E976A2E}" dt="2026-06-07T18:14:46.212" v="716" actId="478"/>
          <ac:spMkLst>
            <pc:docMk/>
            <pc:sldMk cId="4091467611" sldId="875"/>
            <ac:spMk id="3" creationId="{46E7C72C-B461-794F-0821-8F345EEDFA28}"/>
          </ac:spMkLst>
        </pc:spChg>
      </pc:sldChg>
    </pc:docChg>
  </pc:docChgLst>
  <pc:docChgLst>
    <pc:chgData name="Al Friend" userId="e5ed79da-d858-46d4-9eed-a7a24903f2de" providerId="ADAL" clId="{0E1AE490-4385-420A-8F3B-5C4325E85BD3}"/>
    <pc:docChg chg="addSld modSld sldOrd">
      <pc:chgData name="Al Friend" userId="e5ed79da-d858-46d4-9eed-a7a24903f2de" providerId="ADAL" clId="{0E1AE490-4385-420A-8F3B-5C4325E85BD3}" dt="2026-08-20T10:06:16.582" v="215"/>
      <pc:docMkLst>
        <pc:docMk/>
      </pc:docMkLst>
      <pc:sldChg chg="modSp modAnim">
        <pc:chgData name="Al Friend" userId="e5ed79da-d858-46d4-9eed-a7a24903f2de" providerId="ADAL" clId="{0E1AE490-4385-420A-8F3B-5C4325E85BD3}" dt="2026-08-19T10:15:14.556" v="95" actId="20577"/>
        <pc:sldMkLst>
          <pc:docMk/>
          <pc:sldMk cId="1456227709" sldId="440"/>
        </pc:sldMkLst>
        <pc:spChg chg="mod">
          <ac:chgData name="Al Friend" userId="e5ed79da-d858-46d4-9eed-a7a24903f2de" providerId="ADAL" clId="{0E1AE490-4385-420A-8F3B-5C4325E85BD3}" dt="2026-08-19T10:13:20.010" v="9" actId="20577"/>
          <ac:spMkLst>
            <pc:docMk/>
            <pc:sldMk cId="1456227709" sldId="440"/>
            <ac:spMk id="8" creationId="{00000000-0000-0000-0000-000000000000}"/>
          </ac:spMkLst>
        </pc:spChg>
        <pc:spChg chg="mod">
          <ac:chgData name="Al Friend" userId="e5ed79da-d858-46d4-9eed-a7a24903f2de" providerId="ADAL" clId="{0E1AE490-4385-420A-8F3B-5C4325E85BD3}" dt="2026-08-19T10:15:06.778" v="85" actId="20577"/>
          <ac:spMkLst>
            <pc:docMk/>
            <pc:sldMk cId="1456227709" sldId="440"/>
            <ac:spMk id="9" creationId="{00000000-0000-0000-0000-000000000000}"/>
          </ac:spMkLst>
        </pc:spChg>
        <pc:spChg chg="mod">
          <ac:chgData name="Al Friend" userId="e5ed79da-d858-46d4-9eed-a7a24903f2de" providerId="ADAL" clId="{0E1AE490-4385-420A-8F3B-5C4325E85BD3}" dt="2026-08-19T10:13:21.535" v="10"/>
          <ac:spMkLst>
            <pc:docMk/>
            <pc:sldMk cId="1456227709" sldId="440"/>
            <ac:spMk id="10" creationId="{00000000-0000-0000-0000-000000000000}"/>
          </ac:spMkLst>
        </pc:spChg>
        <pc:spChg chg="mod">
          <ac:chgData name="Al Friend" userId="e5ed79da-d858-46d4-9eed-a7a24903f2de" providerId="ADAL" clId="{0E1AE490-4385-420A-8F3B-5C4325E85BD3}" dt="2026-08-19T10:15:14.556" v="95" actId="20577"/>
          <ac:spMkLst>
            <pc:docMk/>
            <pc:sldMk cId="1456227709" sldId="440"/>
            <ac:spMk id="11" creationId="{00000000-0000-0000-0000-000000000000}"/>
          </ac:spMkLst>
        </pc:spChg>
      </pc:sldChg>
      <pc:sldChg chg="modSp">
        <pc:chgData name="Al Friend" userId="e5ed79da-d858-46d4-9eed-a7a24903f2de" providerId="ADAL" clId="{0E1AE490-4385-420A-8F3B-5C4325E85BD3}" dt="2026-08-20T10:05:37.970" v="214" actId="122"/>
        <pc:sldMkLst>
          <pc:docMk/>
          <pc:sldMk cId="370988439" sldId="456"/>
        </pc:sldMkLst>
        <pc:spChg chg="mod">
          <ac:chgData name="Al Friend" userId="e5ed79da-d858-46d4-9eed-a7a24903f2de" providerId="ADAL" clId="{0E1AE490-4385-420A-8F3B-5C4325E85BD3}" dt="2026-08-20T10:04:43.574" v="148" actId="20577"/>
          <ac:spMkLst>
            <pc:docMk/>
            <pc:sldMk cId="370988439" sldId="456"/>
            <ac:spMk id="9" creationId="{00000000-0000-0000-0000-000000000000}"/>
          </ac:spMkLst>
        </pc:spChg>
        <pc:spChg chg="mod">
          <ac:chgData name="Al Friend" userId="e5ed79da-d858-46d4-9eed-a7a24903f2de" providerId="ADAL" clId="{0E1AE490-4385-420A-8F3B-5C4325E85BD3}" dt="2026-08-20T10:05:37.970" v="214" actId="122"/>
          <ac:spMkLst>
            <pc:docMk/>
            <pc:sldMk cId="370988439" sldId="456"/>
            <ac:spMk id="10" creationId="{A377BF64-05A1-4714-A93C-E7E6D9BBDA17}"/>
          </ac:spMkLst>
        </pc:spChg>
      </pc:sldChg>
      <pc:sldChg chg="addSp modSp modAnim">
        <pc:chgData name="Al Friend" userId="e5ed79da-d858-46d4-9eed-a7a24903f2de" providerId="ADAL" clId="{0E1AE490-4385-420A-8F3B-5C4325E85BD3}" dt="2026-08-20T10:06:16.582" v="215"/>
        <pc:sldMkLst>
          <pc:docMk/>
          <pc:sldMk cId="2802556139" sldId="457"/>
        </pc:sldMkLst>
        <pc:spChg chg="mod">
          <ac:chgData name="Al Friend" userId="e5ed79da-d858-46d4-9eed-a7a24903f2de" providerId="ADAL" clId="{0E1AE490-4385-420A-8F3B-5C4325E85BD3}" dt="2026-08-20T10:04:52.326" v="164" actId="20577"/>
          <ac:spMkLst>
            <pc:docMk/>
            <pc:sldMk cId="2802556139" sldId="457"/>
            <ac:spMk id="4" creationId="{00000000-0000-0000-0000-000000000000}"/>
          </ac:spMkLst>
        </pc:spChg>
        <pc:spChg chg="add mod">
          <ac:chgData name="Al Friend" userId="e5ed79da-d858-46d4-9eed-a7a24903f2de" providerId="ADAL" clId="{0E1AE490-4385-420A-8F3B-5C4325E85BD3}" dt="2026-08-20T10:05:33.546" v="213" actId="122"/>
          <ac:spMkLst>
            <pc:docMk/>
            <pc:sldMk cId="2802556139" sldId="457"/>
            <ac:spMk id="7" creationId="{AA62AB78-4731-491C-A725-B8876DBFBBAF}"/>
          </ac:spMkLst>
        </pc:spChg>
      </pc:sldChg>
      <pc:sldChg chg="modSp">
        <pc:chgData name="Al Friend" userId="e5ed79da-d858-46d4-9eed-a7a24903f2de" providerId="ADAL" clId="{0E1AE490-4385-420A-8F3B-5C4325E85BD3}" dt="2026-08-19T10:48:38.961" v="112" actId="14100"/>
        <pc:sldMkLst>
          <pc:docMk/>
          <pc:sldMk cId="3829790090" sldId="610"/>
        </pc:sldMkLst>
        <pc:spChg chg="mod">
          <ac:chgData name="Al Friend" userId="e5ed79da-d858-46d4-9eed-a7a24903f2de" providerId="ADAL" clId="{0E1AE490-4385-420A-8F3B-5C4325E85BD3}" dt="2026-08-19T10:48:38.961" v="112" actId="14100"/>
          <ac:spMkLst>
            <pc:docMk/>
            <pc:sldMk cId="3829790090" sldId="610"/>
            <ac:spMk id="5" creationId="{8145E81F-1949-4DFF-BEDD-AF463B4A35D1}"/>
          </ac:spMkLst>
        </pc:spChg>
      </pc:sldChg>
      <pc:sldChg chg="modSp">
        <pc:chgData name="Al Friend" userId="e5ed79da-d858-46d4-9eed-a7a24903f2de" providerId="ADAL" clId="{0E1AE490-4385-420A-8F3B-5C4325E85BD3}" dt="2026-08-19T10:15:26.022" v="111" actId="20577"/>
        <pc:sldMkLst>
          <pc:docMk/>
          <pc:sldMk cId="3815233802" sldId="830"/>
        </pc:sldMkLst>
        <pc:spChg chg="mod">
          <ac:chgData name="Al Friend" userId="e5ed79da-d858-46d4-9eed-a7a24903f2de" providerId="ADAL" clId="{0E1AE490-4385-420A-8F3B-5C4325E85BD3}" dt="2026-08-19T10:14:03.119" v="19"/>
          <ac:spMkLst>
            <pc:docMk/>
            <pc:sldMk cId="3815233802" sldId="830"/>
            <ac:spMk id="8" creationId="{00000000-0000-0000-0000-000000000000}"/>
          </ac:spMkLst>
        </pc:spChg>
        <pc:spChg chg="mod">
          <ac:chgData name="Al Friend" userId="e5ed79da-d858-46d4-9eed-a7a24903f2de" providerId="ADAL" clId="{0E1AE490-4385-420A-8F3B-5C4325E85BD3}" dt="2026-08-19T10:15:20.694" v="99" actId="20577"/>
          <ac:spMkLst>
            <pc:docMk/>
            <pc:sldMk cId="3815233802" sldId="830"/>
            <ac:spMk id="9" creationId="{00000000-0000-0000-0000-000000000000}"/>
          </ac:spMkLst>
        </pc:spChg>
        <pc:spChg chg="mod">
          <ac:chgData name="Al Friend" userId="e5ed79da-d858-46d4-9eed-a7a24903f2de" providerId="ADAL" clId="{0E1AE490-4385-420A-8F3B-5C4325E85BD3}" dt="2026-08-19T10:14:05.280" v="20"/>
          <ac:spMkLst>
            <pc:docMk/>
            <pc:sldMk cId="3815233802" sldId="830"/>
            <ac:spMk id="10" creationId="{00000000-0000-0000-0000-000000000000}"/>
          </ac:spMkLst>
        </pc:spChg>
        <pc:spChg chg="mod">
          <ac:chgData name="Al Friend" userId="e5ed79da-d858-46d4-9eed-a7a24903f2de" providerId="ADAL" clId="{0E1AE490-4385-420A-8F3B-5C4325E85BD3}" dt="2026-08-19T10:15:26.022" v="111" actId="20577"/>
          <ac:spMkLst>
            <pc:docMk/>
            <pc:sldMk cId="3815233802" sldId="830"/>
            <ac:spMk id="11" creationId="{00000000-0000-0000-0000-000000000000}"/>
          </ac:spMkLst>
        </pc:spChg>
      </pc:sldChg>
      <pc:sldChg chg="modSp add ord modNotesTx">
        <pc:chgData name="Al Friend" userId="e5ed79da-d858-46d4-9eed-a7a24903f2de" providerId="ADAL" clId="{0E1AE490-4385-420A-8F3B-5C4325E85BD3}" dt="2026-08-20T09:33:07.759" v="132" actId="20577"/>
        <pc:sldMkLst>
          <pc:docMk/>
          <pc:sldMk cId="2069178594" sldId="880"/>
        </pc:sldMkLst>
        <pc:spChg chg="mod">
          <ac:chgData name="Al Friend" userId="e5ed79da-d858-46d4-9eed-a7a24903f2de" providerId="ADAL" clId="{0E1AE490-4385-420A-8F3B-5C4325E85BD3}" dt="2026-08-19T11:24:40.224" v="131" actId="20577"/>
          <ac:spMkLst>
            <pc:docMk/>
            <pc:sldMk cId="2069178594" sldId="880"/>
            <ac:spMk id="2" creationId="{49B72544-B514-4802-B453-B1E479937A0B}"/>
          </ac:spMkLst>
        </pc:spChg>
        <pc:spChg chg="mod">
          <ac:chgData name="Al Friend" userId="e5ed79da-d858-46d4-9eed-a7a24903f2de" providerId="ADAL" clId="{0E1AE490-4385-420A-8F3B-5C4325E85BD3}" dt="2026-08-19T11:24:27.097" v="115"/>
          <ac:spMkLst>
            <pc:docMk/>
            <pc:sldMk cId="2069178594" sldId="880"/>
            <ac:spMk id="3" creationId="{97E4E232-B738-444D-A12B-4CDB17B00A1D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/>
      <dgm:spPr/>
      <dgm:t>
        <a:bodyPr/>
        <a:lstStyle/>
        <a:p>
          <a:r>
            <a:rPr lang="en-US" dirty="0"/>
            <a:t>SDD</a:t>
          </a:r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(40%)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/>
      <dgm:spPr/>
      <dgm:t>
        <a:bodyPr/>
        <a:lstStyle/>
        <a:p>
          <a:r>
            <a:rPr lang="en-US" dirty="0"/>
            <a:t>DDD</a:t>
          </a:r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(25%)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C2AC2DB-DA7B-4EE8-A271-F42910EF38FA}">
      <dgm:prSet phldrT="[Text]"/>
      <dgm:spPr/>
      <dgm:t>
        <a:bodyPr/>
        <a:lstStyle/>
        <a:p>
          <a:r>
            <a:rPr lang="en-US" dirty="0"/>
            <a:t>WDD</a:t>
          </a:r>
        </a:p>
      </dgm:t>
    </dgm:pt>
    <dgm:pt modelId="{4DCD8EEA-C4AA-404D-A26F-F433BB0189EA}" type="parTrans" cxnId="{F4016BC7-2E72-4F45-A906-6E7F3BDA4E2F}">
      <dgm:prSet/>
      <dgm:spPr/>
      <dgm:t>
        <a:bodyPr/>
        <a:lstStyle/>
        <a:p>
          <a:endParaRPr lang="en-US"/>
        </a:p>
      </dgm:t>
    </dgm:pt>
    <dgm:pt modelId="{E3247148-B6B0-4C23-B610-041B2044E035}" type="sibTrans" cxnId="{F4016BC7-2E72-4F45-A906-6E7F3BDA4E2F}">
      <dgm:prSet/>
      <dgm:spPr/>
      <dgm:t>
        <a:bodyPr/>
        <a:lstStyle/>
        <a:p>
          <a:endParaRPr lang="en-US"/>
        </a:p>
      </dgm:t>
    </dgm:pt>
    <dgm:pt modelId="{6F17941D-CCAD-4AF8-9198-4E8B5F9AEDC2}">
      <dgm:prSet phldrT="[Text]"/>
      <dgm:spPr/>
      <dgm:t>
        <a:bodyPr/>
        <a:lstStyle/>
        <a:p>
          <a:r>
            <a:rPr lang="en-US" dirty="0"/>
            <a:t>Web Design and Development (25%)</a:t>
          </a:r>
        </a:p>
      </dgm:t>
    </dgm:pt>
    <dgm:pt modelId="{6A62EC5C-257B-4078-AC75-009164CBD245}" type="parTrans" cxnId="{9A2AE9EC-1703-4071-9D5B-2F76EC9F4AA5}">
      <dgm:prSet/>
      <dgm:spPr/>
      <dgm:t>
        <a:bodyPr/>
        <a:lstStyle/>
        <a:p>
          <a:endParaRPr lang="en-US"/>
        </a:p>
      </dgm:t>
    </dgm:pt>
    <dgm:pt modelId="{6908D1C2-C5D8-437D-AE20-3870EC3D4B13}" type="sibTrans" cxnId="{9A2AE9EC-1703-4071-9D5B-2F76EC9F4AA5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/>
            <a:t>Assignment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(10%)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/>
      <dgm:spPr/>
      <dgm:t>
        <a:bodyPr/>
        <a:lstStyle/>
        <a:p>
          <a:r>
            <a:rPr lang="en-US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/>
            <a:t>Exam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6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6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6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6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D4F01D1E-88B7-466D-B76A-F726FF7DE3F8}" type="pres">
      <dgm:prSet presAssocID="{4C2AC2DB-DA7B-4EE8-A271-F42910EF38FA}" presName="composite" presStyleCnt="0"/>
      <dgm:spPr/>
    </dgm:pt>
    <dgm:pt modelId="{3451A250-69C4-4911-A975-CCB8D5F6053B}" type="pres">
      <dgm:prSet presAssocID="{4C2AC2DB-DA7B-4EE8-A271-F42910EF38FA}" presName="parentText" presStyleLbl="alignNode1" presStyleIdx="2" presStyleCnt="6">
        <dgm:presLayoutVars>
          <dgm:chMax val="1"/>
          <dgm:bulletEnabled val="1"/>
        </dgm:presLayoutVars>
      </dgm:prSet>
      <dgm:spPr/>
    </dgm:pt>
    <dgm:pt modelId="{56AFEC8A-7D45-4965-A718-64DE087BA59E}" type="pres">
      <dgm:prSet presAssocID="{4C2AC2DB-DA7B-4EE8-A271-F42910EF38FA}" presName="descendantText" presStyleLbl="alignAcc1" presStyleIdx="2" presStyleCnt="6">
        <dgm:presLayoutVars>
          <dgm:bulletEnabled val="1"/>
        </dgm:presLayoutVars>
      </dgm:prSet>
      <dgm:spPr/>
    </dgm:pt>
    <dgm:pt modelId="{E061B53C-41F2-4FB1-8AB8-871078ECF09F}" type="pres">
      <dgm:prSet presAssocID="{E3247148-B6B0-4C23-B610-041B2044E035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3" presStyleCnt="6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3" presStyleCnt="6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4" presStyleCnt="6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4" presStyleCnt="6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5" presStyleCnt="6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5" presStyleCnt="6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75D9DC0C-11C7-49DD-8A71-811F74721BA7}" type="presOf" srcId="{4C2AC2DB-DA7B-4EE8-A271-F42910EF38FA}" destId="{3451A250-69C4-4911-A975-CCB8D5F6053B}" srcOrd="0" destOrd="0" presId="urn:microsoft.com/office/officeart/2005/8/layout/chevron2"/>
    <dgm:cxn modelId="{0113120F-3FE7-4154-8079-D7AA5B4E9BD0}" type="presOf" srcId="{6F17941D-CCAD-4AF8-9198-4E8B5F9AEDC2}" destId="{56AFEC8A-7D45-4965-A718-64DE087BA59E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3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4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F4016BC7-2E72-4F45-A906-6E7F3BDA4E2F}" srcId="{AADFB80D-C2E8-416C-B522-D5F6D93F18D7}" destId="{4C2AC2DB-DA7B-4EE8-A271-F42910EF38FA}" srcOrd="2" destOrd="0" parTransId="{4DCD8EEA-C4AA-404D-A26F-F433BB0189EA}" sibTransId="{E3247148-B6B0-4C23-B610-041B2044E035}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9A2AE9EC-1703-4071-9D5B-2F76EC9F4AA5}" srcId="{4C2AC2DB-DA7B-4EE8-A271-F42910EF38FA}" destId="{6F17941D-CCAD-4AF8-9198-4E8B5F9AEDC2}" srcOrd="0" destOrd="0" parTransId="{6A62EC5C-257B-4078-AC75-009164CBD245}" sibTransId="{6908D1C2-C5D8-437D-AE20-3870EC3D4B13}"/>
    <dgm:cxn modelId="{4944EAFC-B2B0-4E7D-94E9-B17B5C2D380E}" srcId="{AADFB80D-C2E8-416C-B522-D5F6D93F18D7}" destId="{9EC5D7E7-13E1-4749-A134-4C83AB922A61}" srcOrd="5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EAF4121D-00B1-46BD-B1F6-93EB6FBED3D3}" type="presParOf" srcId="{7EBBDEE6-A55E-47FA-9020-5BC46200AFFC}" destId="{D4F01D1E-88B7-466D-B76A-F726FF7DE3F8}" srcOrd="4" destOrd="0" presId="urn:microsoft.com/office/officeart/2005/8/layout/chevron2"/>
    <dgm:cxn modelId="{460F7729-81B3-46BB-891B-6E4175CCD089}" type="presParOf" srcId="{D4F01D1E-88B7-466D-B76A-F726FF7DE3F8}" destId="{3451A250-69C4-4911-A975-CCB8D5F6053B}" srcOrd="0" destOrd="0" presId="urn:microsoft.com/office/officeart/2005/8/layout/chevron2"/>
    <dgm:cxn modelId="{A48AB365-FFFF-4401-96B5-C1A6F80EE146}" type="presParOf" srcId="{D4F01D1E-88B7-466D-B76A-F726FF7DE3F8}" destId="{56AFEC8A-7D45-4965-A718-64DE087BA59E}" srcOrd="1" destOrd="0" presId="urn:microsoft.com/office/officeart/2005/8/layout/chevron2"/>
    <dgm:cxn modelId="{A114524B-CDF1-4D77-9C13-30CC18B34AFA}" type="presParOf" srcId="{7EBBDEE6-A55E-47FA-9020-5BC46200AFFC}" destId="{E061B53C-41F2-4FB1-8AB8-871078ECF09F}" srcOrd="5" destOrd="0" presId="urn:microsoft.com/office/officeart/2005/8/layout/chevron2"/>
    <dgm:cxn modelId="{4B8D09CE-12DA-4A98-A079-57B4B36ABD66}" type="presParOf" srcId="{7EBBDEE6-A55E-47FA-9020-5BC46200AFFC}" destId="{3E2A20E0-2799-4B60-847C-0291A143F060}" srcOrd="6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7" destOrd="0" presId="urn:microsoft.com/office/officeart/2005/8/layout/chevron2"/>
    <dgm:cxn modelId="{5FCECAA4-B55F-4524-B52B-5579AFC35055}" type="presParOf" srcId="{7EBBDEE6-A55E-47FA-9020-5BC46200AFFC}" destId="{BC0413A5-5CFC-41A1-A4D1-32D9D3A580EB}" srcOrd="8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9" destOrd="0" presId="urn:microsoft.com/office/officeart/2005/8/layout/chevron2"/>
    <dgm:cxn modelId="{9C5603DB-FB5F-489A-A5FC-119F4545BE24}" type="presParOf" srcId="{7EBBDEE6-A55E-47FA-9020-5BC46200AFFC}" destId="{5FCAE6DF-E40E-46F3-84CF-149E85A19097}" srcOrd="10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/>
      <dgm:spPr/>
      <dgm:t>
        <a:bodyPr/>
        <a:lstStyle/>
        <a:p>
          <a:r>
            <a:rPr lang="en-US" dirty="0"/>
            <a:t>SDD</a:t>
          </a:r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/>
      <dgm:spPr/>
      <dgm:t>
        <a:bodyPr/>
        <a:lstStyle/>
        <a:p>
          <a:r>
            <a:rPr lang="en-US" dirty="0"/>
            <a:t>DDD</a:t>
          </a:r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/>
            <a:t>Assignment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/>
      <dgm:spPr/>
      <dgm:t>
        <a:bodyPr/>
        <a:lstStyle/>
        <a:p>
          <a:r>
            <a:rPr lang="en-US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/>
            <a:t>Exam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54C654DD-B66D-49B2-B60C-C36917F5F1F8}" type="doc">
      <dgm:prSet loTypeId="urn:microsoft.com/office/officeart/2005/8/layout/cycle1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AE95A991-3ED1-451F-A375-E245E0AE92CF}">
      <dgm:prSet phldrT="[Text]"/>
      <dgm:spPr/>
      <dgm:t>
        <a:bodyPr/>
        <a:lstStyle/>
        <a:p>
          <a:r>
            <a:rPr lang="en-GB" dirty="0"/>
            <a:t>Analysis</a:t>
          </a:r>
        </a:p>
      </dgm:t>
    </dgm:pt>
    <dgm:pt modelId="{DC348D97-2342-4344-9014-5171FC6EE62B}" type="parTrans" cxnId="{2E57B817-5C68-4B7E-84BB-50F381D99997}">
      <dgm:prSet/>
      <dgm:spPr/>
      <dgm:t>
        <a:bodyPr/>
        <a:lstStyle/>
        <a:p>
          <a:endParaRPr lang="en-GB"/>
        </a:p>
      </dgm:t>
    </dgm:pt>
    <dgm:pt modelId="{CC8ED691-21DE-4433-94FA-F10D8C6FCB7A}" type="sibTrans" cxnId="{2E57B817-5C68-4B7E-84BB-50F381D99997}">
      <dgm:prSet/>
      <dgm:spPr/>
      <dgm:t>
        <a:bodyPr/>
        <a:lstStyle/>
        <a:p>
          <a:endParaRPr lang="en-GB"/>
        </a:p>
      </dgm:t>
    </dgm:pt>
    <dgm:pt modelId="{DBE256A1-494A-4477-A5C1-DF1DF5524CFC}">
      <dgm:prSet phldrT="[Text]"/>
      <dgm:spPr/>
      <dgm:t>
        <a:bodyPr/>
        <a:lstStyle/>
        <a:p>
          <a:r>
            <a:rPr lang="en-GB" dirty="0"/>
            <a:t>Design</a:t>
          </a:r>
        </a:p>
      </dgm:t>
    </dgm:pt>
    <dgm:pt modelId="{36A6F2D1-7DDC-487D-9B81-ADE7B32F093A}" type="parTrans" cxnId="{9EB0CD73-A7B8-403A-9E57-356C00F3BE53}">
      <dgm:prSet/>
      <dgm:spPr/>
      <dgm:t>
        <a:bodyPr/>
        <a:lstStyle/>
        <a:p>
          <a:endParaRPr lang="en-GB"/>
        </a:p>
      </dgm:t>
    </dgm:pt>
    <dgm:pt modelId="{0DD1A172-5866-421A-BE1E-049087FEB7B5}" type="sibTrans" cxnId="{9EB0CD73-A7B8-403A-9E57-356C00F3BE53}">
      <dgm:prSet/>
      <dgm:spPr/>
      <dgm:t>
        <a:bodyPr/>
        <a:lstStyle/>
        <a:p>
          <a:endParaRPr lang="en-GB"/>
        </a:p>
      </dgm:t>
    </dgm:pt>
    <dgm:pt modelId="{812A3815-5D8D-46A9-BB56-6B74225C78B0}">
      <dgm:prSet phldrT="[Text]"/>
      <dgm:spPr/>
      <dgm:t>
        <a:bodyPr/>
        <a:lstStyle/>
        <a:p>
          <a:r>
            <a:rPr lang="en-GB" dirty="0"/>
            <a:t>Test</a:t>
          </a:r>
        </a:p>
      </dgm:t>
    </dgm:pt>
    <dgm:pt modelId="{EC998C42-8F68-4FC9-AEC5-C822631A34BF}" type="parTrans" cxnId="{A7506B53-C236-4AE4-98A5-4D67E485ABD2}">
      <dgm:prSet/>
      <dgm:spPr/>
      <dgm:t>
        <a:bodyPr/>
        <a:lstStyle/>
        <a:p>
          <a:endParaRPr lang="en-GB"/>
        </a:p>
      </dgm:t>
    </dgm:pt>
    <dgm:pt modelId="{A224DBB1-E4BF-4B68-81DD-5A223559F751}" type="sibTrans" cxnId="{A7506B53-C236-4AE4-98A5-4D67E485ABD2}">
      <dgm:prSet/>
      <dgm:spPr/>
      <dgm:t>
        <a:bodyPr/>
        <a:lstStyle/>
        <a:p>
          <a:endParaRPr lang="en-GB"/>
        </a:p>
      </dgm:t>
    </dgm:pt>
    <dgm:pt modelId="{83F8E2F0-445E-4D11-A56F-2187CC6C419B}">
      <dgm:prSet phldrT="[Text]"/>
      <dgm:spPr/>
      <dgm:t>
        <a:bodyPr/>
        <a:lstStyle/>
        <a:p>
          <a:r>
            <a:rPr lang="en-GB" dirty="0"/>
            <a:t>Implement</a:t>
          </a:r>
        </a:p>
      </dgm:t>
    </dgm:pt>
    <dgm:pt modelId="{3206BD5F-F58F-49D8-B5EA-E53D1CFE6139}" type="parTrans" cxnId="{05705275-AE53-4C1F-9D7A-04A4D9A93AA9}">
      <dgm:prSet/>
      <dgm:spPr/>
      <dgm:t>
        <a:bodyPr/>
        <a:lstStyle/>
        <a:p>
          <a:endParaRPr lang="en-GB"/>
        </a:p>
      </dgm:t>
    </dgm:pt>
    <dgm:pt modelId="{F4D9A09B-B139-4751-87E4-611F2D28FAD1}" type="sibTrans" cxnId="{05705275-AE53-4C1F-9D7A-04A4D9A93AA9}">
      <dgm:prSet/>
      <dgm:spPr/>
      <dgm:t>
        <a:bodyPr/>
        <a:lstStyle/>
        <a:p>
          <a:endParaRPr lang="en-GB"/>
        </a:p>
      </dgm:t>
    </dgm:pt>
    <dgm:pt modelId="{D2281E51-0E7B-4383-ADF4-D3EF0F4D76BA}">
      <dgm:prSet phldrT="[Text]"/>
      <dgm:spPr/>
      <dgm:t>
        <a:bodyPr/>
        <a:lstStyle/>
        <a:p>
          <a:r>
            <a:rPr lang="en-GB" dirty="0"/>
            <a:t>Evaluate</a:t>
          </a:r>
        </a:p>
      </dgm:t>
    </dgm:pt>
    <dgm:pt modelId="{C92CFB98-7E5A-4EE6-B87A-50884725ABD5}" type="parTrans" cxnId="{8A6FB929-A58F-44D8-9107-69DE3A1C528E}">
      <dgm:prSet/>
      <dgm:spPr/>
      <dgm:t>
        <a:bodyPr/>
        <a:lstStyle/>
        <a:p>
          <a:endParaRPr lang="en-GB"/>
        </a:p>
      </dgm:t>
    </dgm:pt>
    <dgm:pt modelId="{5D20AFB8-5E97-4A20-AC54-FA6C48DE35A3}" type="sibTrans" cxnId="{8A6FB929-A58F-44D8-9107-69DE3A1C528E}">
      <dgm:prSet/>
      <dgm:spPr/>
      <dgm:t>
        <a:bodyPr/>
        <a:lstStyle/>
        <a:p>
          <a:endParaRPr lang="en-GB"/>
        </a:p>
      </dgm:t>
    </dgm:pt>
    <dgm:pt modelId="{8790CD42-5928-4D1A-8CDA-A0CB41A2C62E}" type="pres">
      <dgm:prSet presAssocID="{54C654DD-B66D-49B2-B60C-C36917F5F1F8}" presName="cycle" presStyleCnt="0">
        <dgm:presLayoutVars>
          <dgm:dir val="rev"/>
          <dgm:resizeHandles val="exact"/>
        </dgm:presLayoutVars>
      </dgm:prSet>
      <dgm:spPr/>
    </dgm:pt>
    <dgm:pt modelId="{4DB0DCCC-1F17-464B-9F20-ADE776F7747E}" type="pres">
      <dgm:prSet presAssocID="{812A3815-5D8D-46A9-BB56-6B74225C78B0}" presName="dummy" presStyleCnt="0"/>
      <dgm:spPr/>
    </dgm:pt>
    <dgm:pt modelId="{688E48D3-F35B-4834-AAEA-75047E433A9B}" type="pres">
      <dgm:prSet presAssocID="{812A3815-5D8D-46A9-BB56-6B74225C78B0}" presName="node" presStyleLbl="revTx" presStyleIdx="0" presStyleCnt="5">
        <dgm:presLayoutVars>
          <dgm:bulletEnabled val="1"/>
        </dgm:presLayoutVars>
      </dgm:prSet>
      <dgm:spPr/>
    </dgm:pt>
    <dgm:pt modelId="{81D98F37-62D4-411E-B078-2BD9760E7E91}" type="pres">
      <dgm:prSet presAssocID="{A224DBB1-E4BF-4B68-81DD-5A223559F751}" presName="sibTrans" presStyleLbl="node1" presStyleIdx="0" presStyleCnt="5"/>
      <dgm:spPr/>
    </dgm:pt>
    <dgm:pt modelId="{4E1CC1C7-C76B-4937-824E-5EB96ABF5EB4}" type="pres">
      <dgm:prSet presAssocID="{D2281E51-0E7B-4383-ADF4-D3EF0F4D76BA}" presName="dummy" presStyleCnt="0"/>
      <dgm:spPr/>
    </dgm:pt>
    <dgm:pt modelId="{7E0F4B62-BE56-4A5A-A363-BB52474AE6E1}" type="pres">
      <dgm:prSet presAssocID="{D2281E51-0E7B-4383-ADF4-D3EF0F4D76BA}" presName="node" presStyleLbl="revTx" presStyleIdx="1" presStyleCnt="5">
        <dgm:presLayoutVars>
          <dgm:bulletEnabled val="1"/>
        </dgm:presLayoutVars>
      </dgm:prSet>
      <dgm:spPr/>
    </dgm:pt>
    <dgm:pt modelId="{BE1FE457-B8F9-46BA-BC03-DB26BC4F41D4}" type="pres">
      <dgm:prSet presAssocID="{5D20AFB8-5E97-4A20-AC54-FA6C48DE35A3}" presName="sibTrans" presStyleLbl="node1" presStyleIdx="1" presStyleCnt="5"/>
      <dgm:spPr/>
    </dgm:pt>
    <dgm:pt modelId="{8E9A3BA7-F7B8-47FF-A751-CE99C50B7506}" type="pres">
      <dgm:prSet presAssocID="{AE95A991-3ED1-451F-A375-E245E0AE92CF}" presName="dummy" presStyleCnt="0"/>
      <dgm:spPr/>
    </dgm:pt>
    <dgm:pt modelId="{E1E292C5-2FD8-41F2-95BE-C6E54AB76903}" type="pres">
      <dgm:prSet presAssocID="{AE95A991-3ED1-451F-A375-E245E0AE92CF}" presName="node" presStyleLbl="revTx" presStyleIdx="2" presStyleCnt="5">
        <dgm:presLayoutVars>
          <dgm:bulletEnabled val="1"/>
        </dgm:presLayoutVars>
      </dgm:prSet>
      <dgm:spPr/>
    </dgm:pt>
    <dgm:pt modelId="{6CE8F274-EDEC-4803-AB06-5890FCAAEB76}" type="pres">
      <dgm:prSet presAssocID="{CC8ED691-21DE-4433-94FA-F10D8C6FCB7A}" presName="sibTrans" presStyleLbl="node1" presStyleIdx="2" presStyleCnt="5"/>
      <dgm:spPr/>
    </dgm:pt>
    <dgm:pt modelId="{BE01AFFF-81F4-40D3-94D8-F513BD04313A}" type="pres">
      <dgm:prSet presAssocID="{DBE256A1-494A-4477-A5C1-DF1DF5524CFC}" presName="dummy" presStyleCnt="0"/>
      <dgm:spPr/>
    </dgm:pt>
    <dgm:pt modelId="{3BB72574-5C87-4E03-84A7-019984D43F8C}" type="pres">
      <dgm:prSet presAssocID="{DBE256A1-494A-4477-A5C1-DF1DF5524CFC}" presName="node" presStyleLbl="revTx" presStyleIdx="3" presStyleCnt="5">
        <dgm:presLayoutVars>
          <dgm:bulletEnabled val="1"/>
        </dgm:presLayoutVars>
      </dgm:prSet>
      <dgm:spPr/>
    </dgm:pt>
    <dgm:pt modelId="{36315BE6-C08C-4427-91CC-2D7D2CEBA375}" type="pres">
      <dgm:prSet presAssocID="{0DD1A172-5866-421A-BE1E-049087FEB7B5}" presName="sibTrans" presStyleLbl="node1" presStyleIdx="3" presStyleCnt="5"/>
      <dgm:spPr/>
    </dgm:pt>
    <dgm:pt modelId="{22A384D5-B710-4C2A-B107-76F10FA975F6}" type="pres">
      <dgm:prSet presAssocID="{83F8E2F0-445E-4D11-A56F-2187CC6C419B}" presName="dummy" presStyleCnt="0"/>
      <dgm:spPr/>
    </dgm:pt>
    <dgm:pt modelId="{7227B38F-4EEF-4214-BDC0-2A7F35EE956C}" type="pres">
      <dgm:prSet presAssocID="{83F8E2F0-445E-4D11-A56F-2187CC6C419B}" presName="node" presStyleLbl="revTx" presStyleIdx="4" presStyleCnt="5">
        <dgm:presLayoutVars>
          <dgm:bulletEnabled val="1"/>
        </dgm:presLayoutVars>
      </dgm:prSet>
      <dgm:spPr/>
    </dgm:pt>
    <dgm:pt modelId="{FD53522B-F308-4BD2-8228-A0D26D600545}" type="pres">
      <dgm:prSet presAssocID="{F4D9A09B-B139-4751-87E4-611F2D28FAD1}" presName="sibTrans" presStyleLbl="node1" presStyleIdx="4" presStyleCnt="5"/>
      <dgm:spPr/>
    </dgm:pt>
  </dgm:ptLst>
  <dgm:cxnLst>
    <dgm:cxn modelId="{CC3EC709-1CEC-46E6-A1EA-0CC4B1EECFF2}" type="presOf" srcId="{83F8E2F0-445E-4D11-A56F-2187CC6C419B}" destId="{7227B38F-4EEF-4214-BDC0-2A7F35EE956C}" srcOrd="0" destOrd="0" presId="urn:microsoft.com/office/officeart/2005/8/layout/cycle1"/>
    <dgm:cxn modelId="{FE586A12-E345-4E75-B30F-7FA7C1952768}" type="presOf" srcId="{F4D9A09B-B139-4751-87E4-611F2D28FAD1}" destId="{FD53522B-F308-4BD2-8228-A0D26D600545}" srcOrd="0" destOrd="0" presId="urn:microsoft.com/office/officeart/2005/8/layout/cycle1"/>
    <dgm:cxn modelId="{2E57B817-5C68-4B7E-84BB-50F381D99997}" srcId="{54C654DD-B66D-49B2-B60C-C36917F5F1F8}" destId="{AE95A991-3ED1-451F-A375-E245E0AE92CF}" srcOrd="2" destOrd="0" parTransId="{DC348D97-2342-4344-9014-5171FC6EE62B}" sibTransId="{CC8ED691-21DE-4433-94FA-F10D8C6FCB7A}"/>
    <dgm:cxn modelId="{8A6FB929-A58F-44D8-9107-69DE3A1C528E}" srcId="{54C654DD-B66D-49B2-B60C-C36917F5F1F8}" destId="{D2281E51-0E7B-4383-ADF4-D3EF0F4D76BA}" srcOrd="1" destOrd="0" parTransId="{C92CFB98-7E5A-4EE6-B87A-50884725ABD5}" sibTransId="{5D20AFB8-5E97-4A20-AC54-FA6C48DE35A3}"/>
    <dgm:cxn modelId="{A4517441-E9BB-49C9-A5E5-3E53507025AE}" type="presOf" srcId="{812A3815-5D8D-46A9-BB56-6B74225C78B0}" destId="{688E48D3-F35B-4834-AAEA-75047E433A9B}" srcOrd="0" destOrd="0" presId="urn:microsoft.com/office/officeart/2005/8/layout/cycle1"/>
    <dgm:cxn modelId="{A7506B53-C236-4AE4-98A5-4D67E485ABD2}" srcId="{54C654DD-B66D-49B2-B60C-C36917F5F1F8}" destId="{812A3815-5D8D-46A9-BB56-6B74225C78B0}" srcOrd="0" destOrd="0" parTransId="{EC998C42-8F68-4FC9-AEC5-C822631A34BF}" sibTransId="{A224DBB1-E4BF-4B68-81DD-5A223559F751}"/>
    <dgm:cxn modelId="{9EB0CD73-A7B8-403A-9E57-356C00F3BE53}" srcId="{54C654DD-B66D-49B2-B60C-C36917F5F1F8}" destId="{DBE256A1-494A-4477-A5C1-DF1DF5524CFC}" srcOrd="3" destOrd="0" parTransId="{36A6F2D1-7DDC-487D-9B81-ADE7B32F093A}" sibTransId="{0DD1A172-5866-421A-BE1E-049087FEB7B5}"/>
    <dgm:cxn modelId="{05705275-AE53-4C1F-9D7A-04A4D9A93AA9}" srcId="{54C654DD-B66D-49B2-B60C-C36917F5F1F8}" destId="{83F8E2F0-445E-4D11-A56F-2187CC6C419B}" srcOrd="4" destOrd="0" parTransId="{3206BD5F-F58F-49D8-B5EA-E53D1CFE6139}" sibTransId="{F4D9A09B-B139-4751-87E4-611F2D28FAD1}"/>
    <dgm:cxn modelId="{F944A783-69A1-4415-9875-ED2A8391C9C7}" type="presOf" srcId="{CC8ED691-21DE-4433-94FA-F10D8C6FCB7A}" destId="{6CE8F274-EDEC-4803-AB06-5890FCAAEB76}" srcOrd="0" destOrd="0" presId="urn:microsoft.com/office/officeart/2005/8/layout/cycle1"/>
    <dgm:cxn modelId="{FA35ED8B-EC2B-4195-98F2-60A57D169C75}" type="presOf" srcId="{0DD1A172-5866-421A-BE1E-049087FEB7B5}" destId="{36315BE6-C08C-4427-91CC-2D7D2CEBA375}" srcOrd="0" destOrd="0" presId="urn:microsoft.com/office/officeart/2005/8/layout/cycle1"/>
    <dgm:cxn modelId="{75CA4E92-356D-48DF-AA2E-7B8AB13DF532}" type="presOf" srcId="{DBE256A1-494A-4477-A5C1-DF1DF5524CFC}" destId="{3BB72574-5C87-4E03-84A7-019984D43F8C}" srcOrd="0" destOrd="0" presId="urn:microsoft.com/office/officeart/2005/8/layout/cycle1"/>
    <dgm:cxn modelId="{30ED2394-B2EB-4118-A937-C86B5B90A979}" type="presOf" srcId="{AE95A991-3ED1-451F-A375-E245E0AE92CF}" destId="{E1E292C5-2FD8-41F2-95BE-C6E54AB76903}" srcOrd="0" destOrd="0" presId="urn:microsoft.com/office/officeart/2005/8/layout/cycle1"/>
    <dgm:cxn modelId="{9EF7C2A5-6049-4B76-AEFB-63DD739CA3F1}" type="presOf" srcId="{5D20AFB8-5E97-4A20-AC54-FA6C48DE35A3}" destId="{BE1FE457-B8F9-46BA-BC03-DB26BC4F41D4}" srcOrd="0" destOrd="0" presId="urn:microsoft.com/office/officeart/2005/8/layout/cycle1"/>
    <dgm:cxn modelId="{23A780CA-5A53-4848-87A0-35A48CAB8E86}" type="presOf" srcId="{A224DBB1-E4BF-4B68-81DD-5A223559F751}" destId="{81D98F37-62D4-411E-B078-2BD9760E7E91}" srcOrd="0" destOrd="0" presId="urn:microsoft.com/office/officeart/2005/8/layout/cycle1"/>
    <dgm:cxn modelId="{275B82EF-D7B6-49D6-ADC9-DF44BC008179}" type="presOf" srcId="{D2281E51-0E7B-4383-ADF4-D3EF0F4D76BA}" destId="{7E0F4B62-BE56-4A5A-A363-BB52474AE6E1}" srcOrd="0" destOrd="0" presId="urn:microsoft.com/office/officeart/2005/8/layout/cycle1"/>
    <dgm:cxn modelId="{E1955EFD-4E28-4491-88DF-10FD38BA4601}" type="presOf" srcId="{54C654DD-B66D-49B2-B60C-C36917F5F1F8}" destId="{8790CD42-5928-4D1A-8CDA-A0CB41A2C62E}" srcOrd="0" destOrd="0" presId="urn:microsoft.com/office/officeart/2005/8/layout/cycle1"/>
    <dgm:cxn modelId="{99CFF060-53E5-4F7A-8D7C-B11CF6FA7852}" type="presParOf" srcId="{8790CD42-5928-4D1A-8CDA-A0CB41A2C62E}" destId="{4DB0DCCC-1F17-464B-9F20-ADE776F7747E}" srcOrd="0" destOrd="0" presId="urn:microsoft.com/office/officeart/2005/8/layout/cycle1"/>
    <dgm:cxn modelId="{94D15172-8522-4E91-8DA7-D0255A9F8F01}" type="presParOf" srcId="{8790CD42-5928-4D1A-8CDA-A0CB41A2C62E}" destId="{688E48D3-F35B-4834-AAEA-75047E433A9B}" srcOrd="1" destOrd="0" presId="urn:microsoft.com/office/officeart/2005/8/layout/cycle1"/>
    <dgm:cxn modelId="{A40EF13B-BB15-4A78-B566-086F5209CC96}" type="presParOf" srcId="{8790CD42-5928-4D1A-8CDA-A0CB41A2C62E}" destId="{81D98F37-62D4-411E-B078-2BD9760E7E91}" srcOrd="2" destOrd="0" presId="urn:microsoft.com/office/officeart/2005/8/layout/cycle1"/>
    <dgm:cxn modelId="{DB54B8A4-08B7-4392-9A53-68D1B67F28AA}" type="presParOf" srcId="{8790CD42-5928-4D1A-8CDA-A0CB41A2C62E}" destId="{4E1CC1C7-C76B-4937-824E-5EB96ABF5EB4}" srcOrd="3" destOrd="0" presId="urn:microsoft.com/office/officeart/2005/8/layout/cycle1"/>
    <dgm:cxn modelId="{1EAAF8E1-BBEA-4234-86C1-47E616526784}" type="presParOf" srcId="{8790CD42-5928-4D1A-8CDA-A0CB41A2C62E}" destId="{7E0F4B62-BE56-4A5A-A363-BB52474AE6E1}" srcOrd="4" destOrd="0" presId="urn:microsoft.com/office/officeart/2005/8/layout/cycle1"/>
    <dgm:cxn modelId="{F21A69BA-7611-40F1-96EC-BAC5058ED27D}" type="presParOf" srcId="{8790CD42-5928-4D1A-8CDA-A0CB41A2C62E}" destId="{BE1FE457-B8F9-46BA-BC03-DB26BC4F41D4}" srcOrd="5" destOrd="0" presId="urn:microsoft.com/office/officeart/2005/8/layout/cycle1"/>
    <dgm:cxn modelId="{54F32D2A-C561-41EB-B0CD-E7C7CFD870A4}" type="presParOf" srcId="{8790CD42-5928-4D1A-8CDA-A0CB41A2C62E}" destId="{8E9A3BA7-F7B8-47FF-A751-CE99C50B7506}" srcOrd="6" destOrd="0" presId="urn:microsoft.com/office/officeart/2005/8/layout/cycle1"/>
    <dgm:cxn modelId="{7659401B-9585-4F35-96DC-CE858782A141}" type="presParOf" srcId="{8790CD42-5928-4D1A-8CDA-A0CB41A2C62E}" destId="{E1E292C5-2FD8-41F2-95BE-C6E54AB76903}" srcOrd="7" destOrd="0" presId="urn:microsoft.com/office/officeart/2005/8/layout/cycle1"/>
    <dgm:cxn modelId="{02567E9B-9207-4A7B-AF09-19C8AFD37D8B}" type="presParOf" srcId="{8790CD42-5928-4D1A-8CDA-A0CB41A2C62E}" destId="{6CE8F274-EDEC-4803-AB06-5890FCAAEB76}" srcOrd="8" destOrd="0" presId="urn:microsoft.com/office/officeart/2005/8/layout/cycle1"/>
    <dgm:cxn modelId="{CF4550F1-75B6-408E-872B-78777DA5147C}" type="presParOf" srcId="{8790CD42-5928-4D1A-8CDA-A0CB41A2C62E}" destId="{BE01AFFF-81F4-40D3-94D8-F513BD04313A}" srcOrd="9" destOrd="0" presId="urn:microsoft.com/office/officeart/2005/8/layout/cycle1"/>
    <dgm:cxn modelId="{50CB3CD7-5E63-4A15-AE34-00368F79F424}" type="presParOf" srcId="{8790CD42-5928-4D1A-8CDA-A0CB41A2C62E}" destId="{3BB72574-5C87-4E03-84A7-019984D43F8C}" srcOrd="10" destOrd="0" presId="urn:microsoft.com/office/officeart/2005/8/layout/cycle1"/>
    <dgm:cxn modelId="{8B5406F0-B85D-41B5-9914-A9AA3D6B7B55}" type="presParOf" srcId="{8790CD42-5928-4D1A-8CDA-A0CB41A2C62E}" destId="{36315BE6-C08C-4427-91CC-2D7D2CEBA375}" srcOrd="11" destOrd="0" presId="urn:microsoft.com/office/officeart/2005/8/layout/cycle1"/>
    <dgm:cxn modelId="{D7E5787A-F997-4DC6-80A5-1F828EF92F32}" type="presParOf" srcId="{8790CD42-5928-4D1A-8CDA-A0CB41A2C62E}" destId="{22A384D5-B710-4C2A-B107-76F10FA975F6}" srcOrd="12" destOrd="0" presId="urn:microsoft.com/office/officeart/2005/8/layout/cycle1"/>
    <dgm:cxn modelId="{46136142-16AD-4490-9DE5-BA6121EBAD34}" type="presParOf" srcId="{8790CD42-5928-4D1A-8CDA-A0CB41A2C62E}" destId="{7227B38F-4EEF-4214-BDC0-2A7F35EE956C}" srcOrd="13" destOrd="0" presId="urn:microsoft.com/office/officeart/2005/8/layout/cycle1"/>
    <dgm:cxn modelId="{D60AE16A-96AD-4383-97C1-A580C1BD58C6}" type="presParOf" srcId="{8790CD42-5928-4D1A-8CDA-A0CB41A2C62E}" destId="{FD53522B-F308-4BD2-8228-A0D26D600545}" srcOrd="14" destOrd="0" presId="urn:microsoft.com/office/officeart/2005/8/layout/cycle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54C654DD-B66D-49B2-B60C-C36917F5F1F8}" type="doc">
      <dgm:prSet loTypeId="urn:microsoft.com/office/officeart/2005/8/layout/cycle1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AE95A991-3ED1-451F-A375-E245E0AE92CF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DC348D97-2342-4344-9014-5171FC6EE62B}" type="parTrans" cxnId="{2E57B817-5C68-4B7E-84BB-50F381D99997}">
      <dgm:prSet/>
      <dgm:spPr/>
      <dgm:t>
        <a:bodyPr/>
        <a:lstStyle/>
        <a:p>
          <a:endParaRPr lang="en-GB"/>
        </a:p>
      </dgm:t>
    </dgm:pt>
    <dgm:pt modelId="{CC8ED691-21DE-4433-94FA-F10D8C6FCB7A}" type="sibTrans" cxnId="{2E57B817-5C68-4B7E-84BB-50F381D99997}">
      <dgm:prSet/>
      <dgm:spPr/>
      <dgm:t>
        <a:bodyPr/>
        <a:lstStyle/>
        <a:p>
          <a:endParaRPr lang="en-GB"/>
        </a:p>
      </dgm:t>
    </dgm:pt>
    <dgm:pt modelId="{DBE256A1-494A-4477-A5C1-DF1DF5524CFC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36A6F2D1-7DDC-487D-9B81-ADE7B32F093A}" type="parTrans" cxnId="{9EB0CD73-A7B8-403A-9E57-356C00F3BE53}">
      <dgm:prSet/>
      <dgm:spPr/>
      <dgm:t>
        <a:bodyPr/>
        <a:lstStyle/>
        <a:p>
          <a:endParaRPr lang="en-GB"/>
        </a:p>
      </dgm:t>
    </dgm:pt>
    <dgm:pt modelId="{0DD1A172-5866-421A-BE1E-049087FEB7B5}" type="sibTrans" cxnId="{9EB0CD73-A7B8-403A-9E57-356C00F3BE53}">
      <dgm:prSet/>
      <dgm:spPr/>
      <dgm:t>
        <a:bodyPr/>
        <a:lstStyle/>
        <a:p>
          <a:endParaRPr lang="en-GB"/>
        </a:p>
      </dgm:t>
    </dgm:pt>
    <dgm:pt modelId="{812A3815-5D8D-46A9-BB56-6B74225C78B0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EC998C42-8F68-4FC9-AEC5-C822631A34BF}" type="parTrans" cxnId="{A7506B53-C236-4AE4-98A5-4D67E485ABD2}">
      <dgm:prSet/>
      <dgm:spPr/>
      <dgm:t>
        <a:bodyPr/>
        <a:lstStyle/>
        <a:p>
          <a:endParaRPr lang="en-GB"/>
        </a:p>
      </dgm:t>
    </dgm:pt>
    <dgm:pt modelId="{A224DBB1-E4BF-4B68-81DD-5A223559F751}" type="sibTrans" cxnId="{A7506B53-C236-4AE4-98A5-4D67E485ABD2}">
      <dgm:prSet/>
      <dgm:spPr/>
      <dgm:t>
        <a:bodyPr/>
        <a:lstStyle/>
        <a:p>
          <a:endParaRPr lang="en-GB"/>
        </a:p>
      </dgm:t>
    </dgm:pt>
    <dgm:pt modelId="{83F8E2F0-445E-4D11-A56F-2187CC6C419B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3206BD5F-F58F-49D8-B5EA-E53D1CFE6139}" type="parTrans" cxnId="{05705275-AE53-4C1F-9D7A-04A4D9A93AA9}">
      <dgm:prSet/>
      <dgm:spPr/>
      <dgm:t>
        <a:bodyPr/>
        <a:lstStyle/>
        <a:p>
          <a:endParaRPr lang="en-GB"/>
        </a:p>
      </dgm:t>
    </dgm:pt>
    <dgm:pt modelId="{F4D9A09B-B139-4751-87E4-611F2D28FAD1}" type="sibTrans" cxnId="{05705275-AE53-4C1F-9D7A-04A4D9A93AA9}">
      <dgm:prSet/>
      <dgm:spPr/>
      <dgm:t>
        <a:bodyPr/>
        <a:lstStyle/>
        <a:p>
          <a:endParaRPr lang="en-GB"/>
        </a:p>
      </dgm:t>
    </dgm:pt>
    <dgm:pt modelId="{D2281E51-0E7B-4383-ADF4-D3EF0F4D76BA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C92CFB98-7E5A-4EE6-B87A-50884725ABD5}" type="parTrans" cxnId="{8A6FB929-A58F-44D8-9107-69DE3A1C528E}">
      <dgm:prSet/>
      <dgm:spPr/>
      <dgm:t>
        <a:bodyPr/>
        <a:lstStyle/>
        <a:p>
          <a:endParaRPr lang="en-GB"/>
        </a:p>
      </dgm:t>
    </dgm:pt>
    <dgm:pt modelId="{5D20AFB8-5E97-4A20-AC54-FA6C48DE35A3}" type="sibTrans" cxnId="{8A6FB929-A58F-44D8-9107-69DE3A1C528E}">
      <dgm:prSet/>
      <dgm:spPr/>
      <dgm:t>
        <a:bodyPr/>
        <a:lstStyle/>
        <a:p>
          <a:endParaRPr lang="en-GB"/>
        </a:p>
      </dgm:t>
    </dgm:pt>
    <dgm:pt modelId="{8790CD42-5928-4D1A-8CDA-A0CB41A2C62E}" type="pres">
      <dgm:prSet presAssocID="{54C654DD-B66D-49B2-B60C-C36917F5F1F8}" presName="cycle" presStyleCnt="0">
        <dgm:presLayoutVars>
          <dgm:dir val="rev"/>
          <dgm:resizeHandles val="exact"/>
        </dgm:presLayoutVars>
      </dgm:prSet>
      <dgm:spPr/>
    </dgm:pt>
    <dgm:pt modelId="{4DB0DCCC-1F17-464B-9F20-ADE776F7747E}" type="pres">
      <dgm:prSet presAssocID="{812A3815-5D8D-46A9-BB56-6B74225C78B0}" presName="dummy" presStyleCnt="0"/>
      <dgm:spPr/>
    </dgm:pt>
    <dgm:pt modelId="{688E48D3-F35B-4834-AAEA-75047E433A9B}" type="pres">
      <dgm:prSet presAssocID="{812A3815-5D8D-46A9-BB56-6B74225C78B0}" presName="node" presStyleLbl="revTx" presStyleIdx="0" presStyleCnt="5">
        <dgm:presLayoutVars>
          <dgm:bulletEnabled val="1"/>
        </dgm:presLayoutVars>
      </dgm:prSet>
      <dgm:spPr/>
    </dgm:pt>
    <dgm:pt modelId="{81D98F37-62D4-411E-B078-2BD9760E7E91}" type="pres">
      <dgm:prSet presAssocID="{A224DBB1-E4BF-4B68-81DD-5A223559F751}" presName="sibTrans" presStyleLbl="node1" presStyleIdx="0" presStyleCnt="5"/>
      <dgm:spPr/>
    </dgm:pt>
    <dgm:pt modelId="{4E1CC1C7-C76B-4937-824E-5EB96ABF5EB4}" type="pres">
      <dgm:prSet presAssocID="{D2281E51-0E7B-4383-ADF4-D3EF0F4D76BA}" presName="dummy" presStyleCnt="0"/>
      <dgm:spPr/>
    </dgm:pt>
    <dgm:pt modelId="{7E0F4B62-BE56-4A5A-A363-BB52474AE6E1}" type="pres">
      <dgm:prSet presAssocID="{D2281E51-0E7B-4383-ADF4-D3EF0F4D76BA}" presName="node" presStyleLbl="revTx" presStyleIdx="1" presStyleCnt="5">
        <dgm:presLayoutVars>
          <dgm:bulletEnabled val="1"/>
        </dgm:presLayoutVars>
      </dgm:prSet>
      <dgm:spPr/>
    </dgm:pt>
    <dgm:pt modelId="{BE1FE457-B8F9-46BA-BC03-DB26BC4F41D4}" type="pres">
      <dgm:prSet presAssocID="{5D20AFB8-5E97-4A20-AC54-FA6C48DE35A3}" presName="sibTrans" presStyleLbl="node1" presStyleIdx="1" presStyleCnt="5"/>
      <dgm:spPr/>
    </dgm:pt>
    <dgm:pt modelId="{8E9A3BA7-F7B8-47FF-A751-CE99C50B7506}" type="pres">
      <dgm:prSet presAssocID="{AE95A991-3ED1-451F-A375-E245E0AE92CF}" presName="dummy" presStyleCnt="0"/>
      <dgm:spPr/>
    </dgm:pt>
    <dgm:pt modelId="{E1E292C5-2FD8-41F2-95BE-C6E54AB76903}" type="pres">
      <dgm:prSet presAssocID="{AE95A991-3ED1-451F-A375-E245E0AE92CF}" presName="node" presStyleLbl="revTx" presStyleIdx="2" presStyleCnt="5">
        <dgm:presLayoutVars>
          <dgm:bulletEnabled val="1"/>
        </dgm:presLayoutVars>
      </dgm:prSet>
      <dgm:spPr/>
    </dgm:pt>
    <dgm:pt modelId="{6CE8F274-EDEC-4803-AB06-5890FCAAEB76}" type="pres">
      <dgm:prSet presAssocID="{CC8ED691-21DE-4433-94FA-F10D8C6FCB7A}" presName="sibTrans" presStyleLbl="node1" presStyleIdx="2" presStyleCnt="5"/>
      <dgm:spPr/>
    </dgm:pt>
    <dgm:pt modelId="{BE01AFFF-81F4-40D3-94D8-F513BD04313A}" type="pres">
      <dgm:prSet presAssocID="{DBE256A1-494A-4477-A5C1-DF1DF5524CFC}" presName="dummy" presStyleCnt="0"/>
      <dgm:spPr/>
    </dgm:pt>
    <dgm:pt modelId="{3BB72574-5C87-4E03-84A7-019984D43F8C}" type="pres">
      <dgm:prSet presAssocID="{DBE256A1-494A-4477-A5C1-DF1DF5524CFC}" presName="node" presStyleLbl="revTx" presStyleIdx="3" presStyleCnt="5">
        <dgm:presLayoutVars>
          <dgm:bulletEnabled val="1"/>
        </dgm:presLayoutVars>
      </dgm:prSet>
      <dgm:spPr/>
    </dgm:pt>
    <dgm:pt modelId="{36315BE6-C08C-4427-91CC-2D7D2CEBA375}" type="pres">
      <dgm:prSet presAssocID="{0DD1A172-5866-421A-BE1E-049087FEB7B5}" presName="sibTrans" presStyleLbl="node1" presStyleIdx="3" presStyleCnt="5"/>
      <dgm:spPr/>
    </dgm:pt>
    <dgm:pt modelId="{22A384D5-B710-4C2A-B107-76F10FA975F6}" type="pres">
      <dgm:prSet presAssocID="{83F8E2F0-445E-4D11-A56F-2187CC6C419B}" presName="dummy" presStyleCnt="0"/>
      <dgm:spPr/>
    </dgm:pt>
    <dgm:pt modelId="{7227B38F-4EEF-4214-BDC0-2A7F35EE956C}" type="pres">
      <dgm:prSet presAssocID="{83F8E2F0-445E-4D11-A56F-2187CC6C419B}" presName="node" presStyleLbl="revTx" presStyleIdx="4" presStyleCnt="5">
        <dgm:presLayoutVars>
          <dgm:bulletEnabled val="1"/>
        </dgm:presLayoutVars>
      </dgm:prSet>
      <dgm:spPr/>
    </dgm:pt>
    <dgm:pt modelId="{FD53522B-F308-4BD2-8228-A0D26D600545}" type="pres">
      <dgm:prSet presAssocID="{F4D9A09B-B139-4751-87E4-611F2D28FAD1}" presName="sibTrans" presStyleLbl="node1" presStyleIdx="4" presStyleCnt="5"/>
      <dgm:spPr/>
    </dgm:pt>
  </dgm:ptLst>
  <dgm:cxnLst>
    <dgm:cxn modelId="{CC3EC709-1CEC-46E6-A1EA-0CC4B1EECFF2}" type="presOf" srcId="{83F8E2F0-445E-4D11-A56F-2187CC6C419B}" destId="{7227B38F-4EEF-4214-BDC0-2A7F35EE956C}" srcOrd="0" destOrd="0" presId="urn:microsoft.com/office/officeart/2005/8/layout/cycle1"/>
    <dgm:cxn modelId="{FE586A12-E345-4E75-B30F-7FA7C1952768}" type="presOf" srcId="{F4D9A09B-B139-4751-87E4-611F2D28FAD1}" destId="{FD53522B-F308-4BD2-8228-A0D26D600545}" srcOrd="0" destOrd="0" presId="urn:microsoft.com/office/officeart/2005/8/layout/cycle1"/>
    <dgm:cxn modelId="{2E57B817-5C68-4B7E-84BB-50F381D99997}" srcId="{54C654DD-B66D-49B2-B60C-C36917F5F1F8}" destId="{AE95A991-3ED1-451F-A375-E245E0AE92CF}" srcOrd="2" destOrd="0" parTransId="{DC348D97-2342-4344-9014-5171FC6EE62B}" sibTransId="{CC8ED691-21DE-4433-94FA-F10D8C6FCB7A}"/>
    <dgm:cxn modelId="{8A6FB929-A58F-44D8-9107-69DE3A1C528E}" srcId="{54C654DD-B66D-49B2-B60C-C36917F5F1F8}" destId="{D2281E51-0E7B-4383-ADF4-D3EF0F4D76BA}" srcOrd="1" destOrd="0" parTransId="{C92CFB98-7E5A-4EE6-B87A-50884725ABD5}" sibTransId="{5D20AFB8-5E97-4A20-AC54-FA6C48DE35A3}"/>
    <dgm:cxn modelId="{A4517441-E9BB-49C9-A5E5-3E53507025AE}" type="presOf" srcId="{812A3815-5D8D-46A9-BB56-6B74225C78B0}" destId="{688E48D3-F35B-4834-AAEA-75047E433A9B}" srcOrd="0" destOrd="0" presId="urn:microsoft.com/office/officeart/2005/8/layout/cycle1"/>
    <dgm:cxn modelId="{A7506B53-C236-4AE4-98A5-4D67E485ABD2}" srcId="{54C654DD-B66D-49B2-B60C-C36917F5F1F8}" destId="{812A3815-5D8D-46A9-BB56-6B74225C78B0}" srcOrd="0" destOrd="0" parTransId="{EC998C42-8F68-4FC9-AEC5-C822631A34BF}" sibTransId="{A224DBB1-E4BF-4B68-81DD-5A223559F751}"/>
    <dgm:cxn modelId="{9EB0CD73-A7B8-403A-9E57-356C00F3BE53}" srcId="{54C654DD-B66D-49B2-B60C-C36917F5F1F8}" destId="{DBE256A1-494A-4477-A5C1-DF1DF5524CFC}" srcOrd="3" destOrd="0" parTransId="{36A6F2D1-7DDC-487D-9B81-ADE7B32F093A}" sibTransId="{0DD1A172-5866-421A-BE1E-049087FEB7B5}"/>
    <dgm:cxn modelId="{05705275-AE53-4C1F-9D7A-04A4D9A93AA9}" srcId="{54C654DD-B66D-49B2-B60C-C36917F5F1F8}" destId="{83F8E2F0-445E-4D11-A56F-2187CC6C419B}" srcOrd="4" destOrd="0" parTransId="{3206BD5F-F58F-49D8-B5EA-E53D1CFE6139}" sibTransId="{F4D9A09B-B139-4751-87E4-611F2D28FAD1}"/>
    <dgm:cxn modelId="{F944A783-69A1-4415-9875-ED2A8391C9C7}" type="presOf" srcId="{CC8ED691-21DE-4433-94FA-F10D8C6FCB7A}" destId="{6CE8F274-EDEC-4803-AB06-5890FCAAEB76}" srcOrd="0" destOrd="0" presId="urn:microsoft.com/office/officeart/2005/8/layout/cycle1"/>
    <dgm:cxn modelId="{FA35ED8B-EC2B-4195-98F2-60A57D169C75}" type="presOf" srcId="{0DD1A172-5866-421A-BE1E-049087FEB7B5}" destId="{36315BE6-C08C-4427-91CC-2D7D2CEBA375}" srcOrd="0" destOrd="0" presId="urn:microsoft.com/office/officeart/2005/8/layout/cycle1"/>
    <dgm:cxn modelId="{75CA4E92-356D-48DF-AA2E-7B8AB13DF532}" type="presOf" srcId="{DBE256A1-494A-4477-A5C1-DF1DF5524CFC}" destId="{3BB72574-5C87-4E03-84A7-019984D43F8C}" srcOrd="0" destOrd="0" presId="urn:microsoft.com/office/officeart/2005/8/layout/cycle1"/>
    <dgm:cxn modelId="{30ED2394-B2EB-4118-A937-C86B5B90A979}" type="presOf" srcId="{AE95A991-3ED1-451F-A375-E245E0AE92CF}" destId="{E1E292C5-2FD8-41F2-95BE-C6E54AB76903}" srcOrd="0" destOrd="0" presId="urn:microsoft.com/office/officeart/2005/8/layout/cycle1"/>
    <dgm:cxn modelId="{9EF7C2A5-6049-4B76-AEFB-63DD739CA3F1}" type="presOf" srcId="{5D20AFB8-5E97-4A20-AC54-FA6C48DE35A3}" destId="{BE1FE457-B8F9-46BA-BC03-DB26BC4F41D4}" srcOrd="0" destOrd="0" presId="urn:microsoft.com/office/officeart/2005/8/layout/cycle1"/>
    <dgm:cxn modelId="{23A780CA-5A53-4848-87A0-35A48CAB8E86}" type="presOf" srcId="{A224DBB1-E4BF-4B68-81DD-5A223559F751}" destId="{81D98F37-62D4-411E-B078-2BD9760E7E91}" srcOrd="0" destOrd="0" presId="urn:microsoft.com/office/officeart/2005/8/layout/cycle1"/>
    <dgm:cxn modelId="{275B82EF-D7B6-49D6-ADC9-DF44BC008179}" type="presOf" srcId="{D2281E51-0E7B-4383-ADF4-D3EF0F4D76BA}" destId="{7E0F4B62-BE56-4A5A-A363-BB52474AE6E1}" srcOrd="0" destOrd="0" presId="urn:microsoft.com/office/officeart/2005/8/layout/cycle1"/>
    <dgm:cxn modelId="{E1955EFD-4E28-4491-88DF-10FD38BA4601}" type="presOf" srcId="{54C654DD-B66D-49B2-B60C-C36917F5F1F8}" destId="{8790CD42-5928-4D1A-8CDA-A0CB41A2C62E}" srcOrd="0" destOrd="0" presId="urn:microsoft.com/office/officeart/2005/8/layout/cycle1"/>
    <dgm:cxn modelId="{99CFF060-53E5-4F7A-8D7C-B11CF6FA7852}" type="presParOf" srcId="{8790CD42-5928-4D1A-8CDA-A0CB41A2C62E}" destId="{4DB0DCCC-1F17-464B-9F20-ADE776F7747E}" srcOrd="0" destOrd="0" presId="urn:microsoft.com/office/officeart/2005/8/layout/cycle1"/>
    <dgm:cxn modelId="{94D15172-8522-4E91-8DA7-D0255A9F8F01}" type="presParOf" srcId="{8790CD42-5928-4D1A-8CDA-A0CB41A2C62E}" destId="{688E48D3-F35B-4834-AAEA-75047E433A9B}" srcOrd="1" destOrd="0" presId="urn:microsoft.com/office/officeart/2005/8/layout/cycle1"/>
    <dgm:cxn modelId="{A40EF13B-BB15-4A78-B566-086F5209CC96}" type="presParOf" srcId="{8790CD42-5928-4D1A-8CDA-A0CB41A2C62E}" destId="{81D98F37-62D4-411E-B078-2BD9760E7E91}" srcOrd="2" destOrd="0" presId="urn:microsoft.com/office/officeart/2005/8/layout/cycle1"/>
    <dgm:cxn modelId="{DB54B8A4-08B7-4392-9A53-68D1B67F28AA}" type="presParOf" srcId="{8790CD42-5928-4D1A-8CDA-A0CB41A2C62E}" destId="{4E1CC1C7-C76B-4937-824E-5EB96ABF5EB4}" srcOrd="3" destOrd="0" presId="urn:microsoft.com/office/officeart/2005/8/layout/cycle1"/>
    <dgm:cxn modelId="{1EAAF8E1-BBEA-4234-86C1-47E616526784}" type="presParOf" srcId="{8790CD42-5928-4D1A-8CDA-A0CB41A2C62E}" destId="{7E0F4B62-BE56-4A5A-A363-BB52474AE6E1}" srcOrd="4" destOrd="0" presId="urn:microsoft.com/office/officeart/2005/8/layout/cycle1"/>
    <dgm:cxn modelId="{F21A69BA-7611-40F1-96EC-BAC5058ED27D}" type="presParOf" srcId="{8790CD42-5928-4D1A-8CDA-A0CB41A2C62E}" destId="{BE1FE457-B8F9-46BA-BC03-DB26BC4F41D4}" srcOrd="5" destOrd="0" presId="urn:microsoft.com/office/officeart/2005/8/layout/cycle1"/>
    <dgm:cxn modelId="{54F32D2A-C561-41EB-B0CD-E7C7CFD870A4}" type="presParOf" srcId="{8790CD42-5928-4D1A-8CDA-A0CB41A2C62E}" destId="{8E9A3BA7-F7B8-47FF-A751-CE99C50B7506}" srcOrd="6" destOrd="0" presId="urn:microsoft.com/office/officeart/2005/8/layout/cycle1"/>
    <dgm:cxn modelId="{7659401B-9585-4F35-96DC-CE858782A141}" type="presParOf" srcId="{8790CD42-5928-4D1A-8CDA-A0CB41A2C62E}" destId="{E1E292C5-2FD8-41F2-95BE-C6E54AB76903}" srcOrd="7" destOrd="0" presId="urn:microsoft.com/office/officeart/2005/8/layout/cycle1"/>
    <dgm:cxn modelId="{02567E9B-9207-4A7B-AF09-19C8AFD37D8B}" type="presParOf" srcId="{8790CD42-5928-4D1A-8CDA-A0CB41A2C62E}" destId="{6CE8F274-EDEC-4803-AB06-5890FCAAEB76}" srcOrd="8" destOrd="0" presId="urn:microsoft.com/office/officeart/2005/8/layout/cycle1"/>
    <dgm:cxn modelId="{CF4550F1-75B6-408E-872B-78777DA5147C}" type="presParOf" srcId="{8790CD42-5928-4D1A-8CDA-A0CB41A2C62E}" destId="{BE01AFFF-81F4-40D3-94D8-F513BD04313A}" srcOrd="9" destOrd="0" presId="urn:microsoft.com/office/officeart/2005/8/layout/cycle1"/>
    <dgm:cxn modelId="{50CB3CD7-5E63-4A15-AE34-00368F79F424}" type="presParOf" srcId="{8790CD42-5928-4D1A-8CDA-A0CB41A2C62E}" destId="{3BB72574-5C87-4E03-84A7-019984D43F8C}" srcOrd="10" destOrd="0" presId="urn:microsoft.com/office/officeart/2005/8/layout/cycle1"/>
    <dgm:cxn modelId="{8B5406F0-B85D-41B5-9914-A9AA3D6B7B55}" type="presParOf" srcId="{8790CD42-5928-4D1A-8CDA-A0CB41A2C62E}" destId="{36315BE6-C08C-4427-91CC-2D7D2CEBA375}" srcOrd="11" destOrd="0" presId="urn:microsoft.com/office/officeart/2005/8/layout/cycle1"/>
    <dgm:cxn modelId="{D7E5787A-F997-4DC6-80A5-1F828EF92F32}" type="presParOf" srcId="{8790CD42-5928-4D1A-8CDA-A0CB41A2C62E}" destId="{22A384D5-B710-4C2A-B107-76F10FA975F6}" srcOrd="12" destOrd="0" presId="urn:microsoft.com/office/officeart/2005/8/layout/cycle1"/>
    <dgm:cxn modelId="{46136142-16AD-4490-9DE5-BA6121EBAD34}" type="presParOf" srcId="{8790CD42-5928-4D1A-8CDA-A0CB41A2C62E}" destId="{7227B38F-4EEF-4214-BDC0-2A7F35EE956C}" srcOrd="13" destOrd="0" presId="urn:microsoft.com/office/officeart/2005/8/layout/cycle1"/>
    <dgm:cxn modelId="{D60AE16A-96AD-4383-97C1-A580C1BD58C6}" type="presParOf" srcId="{8790CD42-5928-4D1A-8CDA-A0CB41A2C62E}" destId="{FD53522B-F308-4BD2-8228-A0D26D600545}" srcOrd="14" destOrd="0" presId="urn:microsoft.com/office/officeart/2005/8/layout/cycle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21106" y="123128"/>
          <a:ext cx="807377" cy="56516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SDD</a:t>
          </a:r>
        </a:p>
      </dsp:txBody>
      <dsp:txXfrm rot="-5400000">
        <a:off x="1" y="284603"/>
        <a:ext cx="565164" cy="242213"/>
      </dsp:txXfrm>
    </dsp:sp>
    <dsp:sp modelId="{19C32B8D-512E-49A1-A0E6-109384C61E4D}">
      <dsp:nvSpPr>
        <dsp:cNvPr id="0" name=""/>
        <dsp:cNvSpPr/>
      </dsp:nvSpPr>
      <dsp:spPr>
        <a:xfrm rot="5400000">
          <a:off x="3997824" y="-3430638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Software Design and Development (40%)</a:t>
          </a:r>
        </a:p>
      </dsp:txBody>
      <dsp:txXfrm rot="-5400000">
        <a:off x="565164" y="27640"/>
        <a:ext cx="7364497" cy="473559"/>
      </dsp:txXfrm>
    </dsp:sp>
    <dsp:sp modelId="{AAD30B60-88C6-4919-B6DD-9F480459E84E}">
      <dsp:nvSpPr>
        <dsp:cNvPr id="0" name=""/>
        <dsp:cNvSpPr/>
      </dsp:nvSpPr>
      <dsp:spPr>
        <a:xfrm rot="5400000">
          <a:off x="-121106" y="831111"/>
          <a:ext cx="807377" cy="56516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DDD</a:t>
          </a:r>
        </a:p>
      </dsp:txBody>
      <dsp:txXfrm rot="-5400000">
        <a:off x="1" y="992586"/>
        <a:ext cx="565164" cy="242213"/>
      </dsp:txXfrm>
    </dsp:sp>
    <dsp:sp modelId="{0DFDFC6D-8604-4378-B6A3-6A6720006C95}">
      <dsp:nvSpPr>
        <dsp:cNvPr id="0" name=""/>
        <dsp:cNvSpPr/>
      </dsp:nvSpPr>
      <dsp:spPr>
        <a:xfrm rot="5400000">
          <a:off x="3997824" y="-2722655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Database Design and Development (25%)</a:t>
          </a:r>
        </a:p>
      </dsp:txBody>
      <dsp:txXfrm rot="-5400000">
        <a:off x="565164" y="735623"/>
        <a:ext cx="7364497" cy="473559"/>
      </dsp:txXfrm>
    </dsp:sp>
    <dsp:sp modelId="{3451A250-69C4-4911-A975-CCB8D5F6053B}">
      <dsp:nvSpPr>
        <dsp:cNvPr id="0" name=""/>
        <dsp:cNvSpPr/>
      </dsp:nvSpPr>
      <dsp:spPr>
        <a:xfrm rot="5400000">
          <a:off x="-121106" y="1539095"/>
          <a:ext cx="807377" cy="56516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WDD</a:t>
          </a:r>
        </a:p>
      </dsp:txBody>
      <dsp:txXfrm rot="-5400000">
        <a:off x="1" y="1700570"/>
        <a:ext cx="565164" cy="242213"/>
      </dsp:txXfrm>
    </dsp:sp>
    <dsp:sp modelId="{56AFEC8A-7D45-4965-A718-64DE087BA59E}">
      <dsp:nvSpPr>
        <dsp:cNvPr id="0" name=""/>
        <dsp:cNvSpPr/>
      </dsp:nvSpPr>
      <dsp:spPr>
        <a:xfrm rot="5400000">
          <a:off x="3997824" y="-2014671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Web Design and Development (25%)</a:t>
          </a:r>
        </a:p>
      </dsp:txBody>
      <dsp:txXfrm rot="-5400000">
        <a:off x="565164" y="1443607"/>
        <a:ext cx="7364497" cy="473559"/>
      </dsp:txXfrm>
    </dsp:sp>
    <dsp:sp modelId="{17253025-0BE3-46B4-B2C8-BFD879D75B26}">
      <dsp:nvSpPr>
        <dsp:cNvPr id="0" name=""/>
        <dsp:cNvSpPr/>
      </dsp:nvSpPr>
      <dsp:spPr>
        <a:xfrm rot="5400000">
          <a:off x="-121106" y="2247078"/>
          <a:ext cx="807377" cy="565164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500" kern="1200" dirty="0"/>
        </a:p>
      </dsp:txBody>
      <dsp:txXfrm rot="-5400000">
        <a:off x="1" y="2408553"/>
        <a:ext cx="565164" cy="242213"/>
      </dsp:txXfrm>
    </dsp:sp>
    <dsp:sp modelId="{B2D4CD90-7709-4B59-AC85-D09667CFC12B}">
      <dsp:nvSpPr>
        <dsp:cNvPr id="0" name=""/>
        <dsp:cNvSpPr/>
      </dsp:nvSpPr>
      <dsp:spPr>
        <a:xfrm rot="5400000">
          <a:off x="3997824" y="-1306688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b="1" kern="1200" dirty="0"/>
            <a:t>Assignment</a:t>
          </a:r>
        </a:p>
      </dsp:txBody>
      <dsp:txXfrm rot="-5400000">
        <a:off x="565164" y="2151590"/>
        <a:ext cx="7364497" cy="473559"/>
      </dsp:txXfrm>
    </dsp:sp>
    <dsp:sp modelId="{056CCBB6-5CE0-4348-89C6-99FB2D3AB62B}">
      <dsp:nvSpPr>
        <dsp:cNvPr id="0" name=""/>
        <dsp:cNvSpPr/>
      </dsp:nvSpPr>
      <dsp:spPr>
        <a:xfrm rot="5400000">
          <a:off x="-121106" y="2955062"/>
          <a:ext cx="807377" cy="56516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C/Sys</a:t>
          </a:r>
        </a:p>
      </dsp:txBody>
      <dsp:txXfrm rot="-5400000">
        <a:off x="1" y="3116537"/>
        <a:ext cx="565164" cy="242213"/>
      </dsp:txXfrm>
    </dsp:sp>
    <dsp:sp modelId="{90709722-0E94-45E4-BEDD-48CB660682DD}">
      <dsp:nvSpPr>
        <dsp:cNvPr id="0" name=""/>
        <dsp:cNvSpPr/>
      </dsp:nvSpPr>
      <dsp:spPr>
        <a:xfrm rot="5400000">
          <a:off x="3997824" y="-598704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Computer Systems (10%)</a:t>
          </a:r>
        </a:p>
      </dsp:txBody>
      <dsp:txXfrm rot="-5400000">
        <a:off x="565164" y="2859574"/>
        <a:ext cx="7364497" cy="473559"/>
      </dsp:txXfrm>
    </dsp:sp>
    <dsp:sp modelId="{EB2E52AE-8FCF-47D0-B499-CFCFAF1883A9}">
      <dsp:nvSpPr>
        <dsp:cNvPr id="0" name=""/>
        <dsp:cNvSpPr/>
      </dsp:nvSpPr>
      <dsp:spPr>
        <a:xfrm rot="5400000">
          <a:off x="-121106" y="3663045"/>
          <a:ext cx="807377" cy="565164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500" kern="1200" dirty="0"/>
        </a:p>
      </dsp:txBody>
      <dsp:txXfrm rot="-5400000">
        <a:off x="1" y="3824520"/>
        <a:ext cx="565164" cy="242213"/>
      </dsp:txXfrm>
    </dsp:sp>
    <dsp:sp modelId="{C92F1771-01AA-4FF3-B7EC-0229DB7A592C}">
      <dsp:nvSpPr>
        <dsp:cNvPr id="0" name=""/>
        <dsp:cNvSpPr/>
      </dsp:nvSpPr>
      <dsp:spPr>
        <a:xfrm rot="5400000">
          <a:off x="3997824" y="109278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b="1" kern="1200" dirty="0"/>
            <a:t>Exam</a:t>
          </a:r>
        </a:p>
      </dsp:txBody>
      <dsp:txXfrm rot="-5400000">
        <a:off x="565164" y="3567556"/>
        <a:ext cx="7364497" cy="47355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690" y="146350"/>
          <a:ext cx="964603" cy="6752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SDD</a:t>
          </a:r>
        </a:p>
      </dsp:txBody>
      <dsp:txXfrm rot="-5400000">
        <a:off x="1" y="339270"/>
        <a:ext cx="675222" cy="289381"/>
      </dsp:txXfrm>
    </dsp:sp>
    <dsp:sp modelId="{19C32B8D-512E-49A1-A0E6-109384C61E4D}">
      <dsp:nvSpPr>
        <dsp:cNvPr id="0" name=""/>
        <dsp:cNvSpPr/>
      </dsp:nvSpPr>
      <dsp:spPr>
        <a:xfrm rot="5400000">
          <a:off x="4077955" y="-3401073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5223" y="32266"/>
        <a:ext cx="7401850" cy="565778"/>
      </dsp:txXfrm>
    </dsp:sp>
    <dsp:sp modelId="{AAD30B60-88C6-4919-B6DD-9F480459E84E}">
      <dsp:nvSpPr>
        <dsp:cNvPr id="0" name=""/>
        <dsp:cNvSpPr/>
      </dsp:nvSpPr>
      <dsp:spPr>
        <a:xfrm rot="5400000">
          <a:off x="-144690" y="992203"/>
          <a:ext cx="964603" cy="6752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DDD</a:t>
          </a:r>
        </a:p>
      </dsp:txBody>
      <dsp:txXfrm rot="-5400000">
        <a:off x="1" y="1185123"/>
        <a:ext cx="675222" cy="289381"/>
      </dsp:txXfrm>
    </dsp:sp>
    <dsp:sp modelId="{0DFDFC6D-8604-4378-B6A3-6A6720006C95}">
      <dsp:nvSpPr>
        <dsp:cNvPr id="0" name=""/>
        <dsp:cNvSpPr/>
      </dsp:nvSpPr>
      <dsp:spPr>
        <a:xfrm rot="5400000">
          <a:off x="4077955" y="-2555219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5223" y="878120"/>
        <a:ext cx="7401850" cy="565778"/>
      </dsp:txXfrm>
    </dsp:sp>
    <dsp:sp modelId="{17253025-0BE3-46B4-B2C8-BFD879D75B26}">
      <dsp:nvSpPr>
        <dsp:cNvPr id="0" name=""/>
        <dsp:cNvSpPr/>
      </dsp:nvSpPr>
      <dsp:spPr>
        <a:xfrm rot="5400000">
          <a:off x="-144690" y="1838057"/>
          <a:ext cx="964603" cy="67522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900" kern="1200"/>
        </a:p>
      </dsp:txBody>
      <dsp:txXfrm rot="-5400000">
        <a:off x="1" y="2030977"/>
        <a:ext cx="675222" cy="289381"/>
      </dsp:txXfrm>
    </dsp:sp>
    <dsp:sp modelId="{B2D4CD90-7709-4B59-AC85-D09667CFC12B}">
      <dsp:nvSpPr>
        <dsp:cNvPr id="0" name=""/>
        <dsp:cNvSpPr/>
      </dsp:nvSpPr>
      <dsp:spPr>
        <a:xfrm rot="5400000">
          <a:off x="4077955" y="-1709365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/>
            <a:t>Assignment</a:t>
          </a:r>
        </a:p>
      </dsp:txBody>
      <dsp:txXfrm rot="-5400000">
        <a:off x="675223" y="1723974"/>
        <a:ext cx="7401850" cy="565778"/>
      </dsp:txXfrm>
    </dsp:sp>
    <dsp:sp modelId="{056CCBB6-5CE0-4348-89C6-99FB2D3AB62B}">
      <dsp:nvSpPr>
        <dsp:cNvPr id="0" name=""/>
        <dsp:cNvSpPr/>
      </dsp:nvSpPr>
      <dsp:spPr>
        <a:xfrm rot="5400000">
          <a:off x="-144690" y="2683911"/>
          <a:ext cx="964603" cy="6752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C/Sys</a:t>
          </a:r>
        </a:p>
      </dsp:txBody>
      <dsp:txXfrm rot="-5400000">
        <a:off x="1" y="2876831"/>
        <a:ext cx="675222" cy="289381"/>
      </dsp:txXfrm>
    </dsp:sp>
    <dsp:sp modelId="{90709722-0E94-45E4-BEDD-48CB660682DD}">
      <dsp:nvSpPr>
        <dsp:cNvPr id="0" name=""/>
        <dsp:cNvSpPr/>
      </dsp:nvSpPr>
      <dsp:spPr>
        <a:xfrm rot="5400000">
          <a:off x="4077955" y="-863511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5223" y="2569828"/>
        <a:ext cx="7401850" cy="565778"/>
      </dsp:txXfrm>
    </dsp:sp>
    <dsp:sp modelId="{EB2E52AE-8FCF-47D0-B499-CFCFAF1883A9}">
      <dsp:nvSpPr>
        <dsp:cNvPr id="0" name=""/>
        <dsp:cNvSpPr/>
      </dsp:nvSpPr>
      <dsp:spPr>
        <a:xfrm rot="5400000">
          <a:off x="-144690" y="3529765"/>
          <a:ext cx="964603" cy="67522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900" kern="1200"/>
        </a:p>
      </dsp:txBody>
      <dsp:txXfrm rot="-5400000">
        <a:off x="1" y="3722685"/>
        <a:ext cx="675222" cy="289381"/>
      </dsp:txXfrm>
    </dsp:sp>
    <dsp:sp modelId="{C92F1771-01AA-4FF3-B7EC-0229DB7A592C}">
      <dsp:nvSpPr>
        <dsp:cNvPr id="0" name=""/>
        <dsp:cNvSpPr/>
      </dsp:nvSpPr>
      <dsp:spPr>
        <a:xfrm rot="5400000">
          <a:off x="4077955" y="-17657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/>
            <a:t>Exam</a:t>
          </a:r>
        </a:p>
      </dsp:txBody>
      <dsp:txXfrm rot="-5400000">
        <a:off x="675223" y="3415682"/>
        <a:ext cx="7401850" cy="565778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88E48D3-F35B-4834-AAEA-75047E433A9B}">
      <dsp:nvSpPr>
        <dsp:cNvPr id="0" name=""/>
        <dsp:cNvSpPr/>
      </dsp:nvSpPr>
      <dsp:spPr>
        <a:xfrm>
          <a:off x="366642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Test</a:t>
          </a:r>
        </a:p>
      </dsp:txBody>
      <dsp:txXfrm>
        <a:off x="3666428" y="31794"/>
        <a:ext cx="1075692" cy="1075692"/>
      </dsp:txXfrm>
    </dsp:sp>
    <dsp:sp modelId="{81D98F37-62D4-411E-B078-2BD9760E7E91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1104663"/>
            <a:gd name="adj4" fmla="val 12635597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E0F4B62-BE56-4A5A-A363-BB52474AE6E1}">
      <dsp:nvSpPr>
        <dsp:cNvPr id="0" name=""/>
        <dsp:cNvSpPr/>
      </dsp:nvSpPr>
      <dsp:spPr>
        <a:xfrm>
          <a:off x="3015314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Evaluate</a:t>
          </a:r>
        </a:p>
      </dsp:txBody>
      <dsp:txXfrm>
        <a:off x="3015314" y="2035718"/>
        <a:ext cx="1075692" cy="1075692"/>
      </dsp:txXfrm>
    </dsp:sp>
    <dsp:sp modelId="{BE1FE457-B8F9-46BA-BC03-DB26BC4F41D4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6783131"/>
            <a:gd name="adj4" fmla="val 8548561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1E292C5-2FD8-41F2-95BE-C6E54AB76903}">
      <dsp:nvSpPr>
        <dsp:cNvPr id="0" name=""/>
        <dsp:cNvSpPr/>
      </dsp:nvSpPr>
      <dsp:spPr>
        <a:xfrm>
          <a:off x="4719953" y="3274210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Analysis</a:t>
          </a:r>
        </a:p>
      </dsp:txBody>
      <dsp:txXfrm>
        <a:off x="4719953" y="3274210"/>
        <a:ext cx="1075692" cy="1075692"/>
      </dsp:txXfrm>
    </dsp:sp>
    <dsp:sp modelId="{6CE8F274-EDEC-4803-AB06-5890FCAAEB76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586838"/>
            <a:gd name="adj4" fmla="val 4352268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B72574-5C87-4E03-84A7-019984D43F8C}">
      <dsp:nvSpPr>
        <dsp:cNvPr id="0" name=""/>
        <dsp:cNvSpPr/>
      </dsp:nvSpPr>
      <dsp:spPr>
        <a:xfrm>
          <a:off x="6424592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Design</a:t>
          </a:r>
        </a:p>
      </dsp:txBody>
      <dsp:txXfrm>
        <a:off x="6424592" y="2035718"/>
        <a:ext cx="1075692" cy="1075692"/>
      </dsp:txXfrm>
    </dsp:sp>
    <dsp:sp modelId="{36315BE6-C08C-4427-91CC-2D7D2CEBA37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0099802"/>
            <a:gd name="adj4" fmla="val 30735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227B38F-4EEF-4214-BDC0-2A7F35EE956C}">
      <dsp:nvSpPr>
        <dsp:cNvPr id="0" name=""/>
        <dsp:cNvSpPr/>
      </dsp:nvSpPr>
      <dsp:spPr>
        <a:xfrm>
          <a:off x="577347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Implement</a:t>
          </a:r>
        </a:p>
      </dsp:txBody>
      <dsp:txXfrm>
        <a:off x="5773478" y="31794"/>
        <a:ext cx="1075692" cy="1075692"/>
      </dsp:txXfrm>
    </dsp:sp>
    <dsp:sp modelId="{FD53522B-F308-4BD2-8228-A0D26D60054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5532149"/>
            <a:gd name="adj4" fmla="val 17203250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88E48D3-F35B-4834-AAEA-75047E433A9B}">
      <dsp:nvSpPr>
        <dsp:cNvPr id="0" name=""/>
        <dsp:cNvSpPr/>
      </dsp:nvSpPr>
      <dsp:spPr>
        <a:xfrm>
          <a:off x="366642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3666428" y="31794"/>
        <a:ext cx="1075692" cy="1075692"/>
      </dsp:txXfrm>
    </dsp:sp>
    <dsp:sp modelId="{81D98F37-62D4-411E-B078-2BD9760E7E91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1104663"/>
            <a:gd name="adj4" fmla="val 12635597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E0F4B62-BE56-4A5A-A363-BB52474AE6E1}">
      <dsp:nvSpPr>
        <dsp:cNvPr id="0" name=""/>
        <dsp:cNvSpPr/>
      </dsp:nvSpPr>
      <dsp:spPr>
        <a:xfrm>
          <a:off x="3015314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3015314" y="2035718"/>
        <a:ext cx="1075692" cy="1075692"/>
      </dsp:txXfrm>
    </dsp:sp>
    <dsp:sp modelId="{BE1FE457-B8F9-46BA-BC03-DB26BC4F41D4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6783131"/>
            <a:gd name="adj4" fmla="val 8548561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1E292C5-2FD8-41F2-95BE-C6E54AB76903}">
      <dsp:nvSpPr>
        <dsp:cNvPr id="0" name=""/>
        <dsp:cNvSpPr/>
      </dsp:nvSpPr>
      <dsp:spPr>
        <a:xfrm>
          <a:off x="4719953" y="3274210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4719953" y="3274210"/>
        <a:ext cx="1075692" cy="1075692"/>
      </dsp:txXfrm>
    </dsp:sp>
    <dsp:sp modelId="{6CE8F274-EDEC-4803-AB06-5890FCAAEB76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586838"/>
            <a:gd name="adj4" fmla="val 4352268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B72574-5C87-4E03-84A7-019984D43F8C}">
      <dsp:nvSpPr>
        <dsp:cNvPr id="0" name=""/>
        <dsp:cNvSpPr/>
      </dsp:nvSpPr>
      <dsp:spPr>
        <a:xfrm>
          <a:off x="6424592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6424592" y="2035718"/>
        <a:ext cx="1075692" cy="1075692"/>
      </dsp:txXfrm>
    </dsp:sp>
    <dsp:sp modelId="{36315BE6-C08C-4427-91CC-2D7D2CEBA37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0099802"/>
            <a:gd name="adj4" fmla="val 30735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227B38F-4EEF-4214-BDC0-2A7F35EE956C}">
      <dsp:nvSpPr>
        <dsp:cNvPr id="0" name=""/>
        <dsp:cNvSpPr/>
      </dsp:nvSpPr>
      <dsp:spPr>
        <a:xfrm>
          <a:off x="577347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5773478" y="31794"/>
        <a:ext cx="1075692" cy="1075692"/>
      </dsp:txXfrm>
    </dsp:sp>
    <dsp:sp modelId="{FD53522B-F308-4BD2-8228-A0D26D60054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5532149"/>
            <a:gd name="adj4" fmla="val 17203250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ycle1">
  <dgm:title val=""/>
  <dgm:desc val=""/>
  <dgm:catLst>
    <dgm:cat type="cycle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alg type="cycle">
          <dgm:param type="stAng" val="0"/>
          <dgm:param type="spanAng" val="360"/>
        </dgm:alg>
      </dgm:if>
      <dgm:else name="Name2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hoose name="Name3">
      <dgm:if name="Name4" func="var" arg="dir" op="equ" val="norm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if>
      <dgm:else name="Name5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 fact="-1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else>
    </dgm:choose>
    <dgm:ruleLst>
      <dgm:rule type="diam" val="INF" fact="NaN" max="NaN"/>
    </dgm:ruleLst>
    <dgm:forEach name="nodesForEach" axis="ch" ptType="node">
      <dgm:choose name="Name6">
        <dgm:if name="Name7" axis="par ch" ptType="doc node" func="cnt" op="gt" val="1">
          <dgm:layoutNode name="dummy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</dgm:if>
        <dgm:else name="Name8"/>
      </dgm:choose>
      <dgm:layoutNode name="node" styleLbl="revTx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Name11" axis="followSib" ptType="sibTrans" hideLastTrans="0" cnt="1">
            <dgm:layoutNode name="sibTrans" styleLbl="node1">
              <dgm:alg type="conn"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begPad"/>
                <dgm:constr type="endPad"/>
              </dgm:constrLst>
              <dgm:ruleLst/>
            </dgm:layoutNode>
          </dgm:forEach>
        </dgm:if>
        <dgm:else name="Name12"/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cycle1">
  <dgm:title val=""/>
  <dgm:desc val=""/>
  <dgm:catLst>
    <dgm:cat type="cycle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alg type="cycle">
          <dgm:param type="stAng" val="0"/>
          <dgm:param type="spanAng" val="360"/>
        </dgm:alg>
      </dgm:if>
      <dgm:else name="Name2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hoose name="Name3">
      <dgm:if name="Name4" func="var" arg="dir" op="equ" val="norm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if>
      <dgm:else name="Name5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 fact="-1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else>
    </dgm:choose>
    <dgm:ruleLst>
      <dgm:rule type="diam" val="INF" fact="NaN" max="NaN"/>
    </dgm:ruleLst>
    <dgm:forEach name="nodesForEach" axis="ch" ptType="node">
      <dgm:choose name="Name6">
        <dgm:if name="Name7" axis="par ch" ptType="doc node" func="cnt" op="gt" val="1">
          <dgm:layoutNode name="dummy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</dgm:if>
        <dgm:else name="Name8"/>
      </dgm:choose>
      <dgm:layoutNode name="node" styleLbl="revTx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Name11" axis="followSib" ptType="sibTrans" hideLastTrans="0" cnt="1">
            <dgm:layoutNode name="sibTrans" styleLbl="node1">
              <dgm:alg type="conn"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begPad"/>
                <dgm:constr type="endPad"/>
              </dgm:constrLst>
              <dgm:ruleLst/>
            </dgm:layoutNode>
          </dgm:forEach>
        </dgm:if>
        <dgm:else name="Name12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889938" cy="498056"/>
          </a:xfrm>
          <a:prstGeom prst="rect">
            <a:avLst/>
          </a:prstGeom>
        </p:spPr>
        <p:txBody>
          <a:bodyPr vert="horz" lIns="94826" tIns="47413" rIns="94826" bIns="47413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4826" tIns="47413" rIns="94826" bIns="47413" rtlCol="0"/>
          <a:lstStyle>
            <a:lvl1pPr algn="r">
              <a:defRPr sz="1200"/>
            </a:lvl1pPr>
          </a:lstStyle>
          <a:p>
            <a:fld id="{0E35528A-819C-4AD3-BDC3-2CDCE7BEAF53}" type="datetimeFigureOut">
              <a:rPr lang="en-GB" smtClean="0"/>
              <a:t>20/08/2026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57188" y="1241425"/>
            <a:ext cx="59547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826" tIns="47413" rIns="94826" bIns="47413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4"/>
            <a:ext cx="5335270" cy="3908614"/>
          </a:xfrm>
          <a:prstGeom prst="rect">
            <a:avLst/>
          </a:prstGeom>
        </p:spPr>
        <p:txBody>
          <a:bodyPr vert="horz" lIns="94826" tIns="47413" rIns="94826" bIns="47413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585"/>
            <a:ext cx="2889938" cy="498055"/>
          </a:xfrm>
          <a:prstGeom prst="rect">
            <a:avLst/>
          </a:prstGeom>
        </p:spPr>
        <p:txBody>
          <a:bodyPr vert="horz" lIns="94826" tIns="47413" rIns="94826" bIns="47413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5"/>
            <a:ext cx="2889938" cy="498055"/>
          </a:xfrm>
          <a:prstGeom prst="rect">
            <a:avLst/>
          </a:prstGeom>
        </p:spPr>
        <p:txBody>
          <a:bodyPr vert="horz" lIns="94826" tIns="47413" rIns="94826" bIns="47413" rtlCol="0" anchor="b"/>
          <a:lstStyle>
            <a:lvl1pPr algn="r">
              <a:defRPr sz="1200"/>
            </a:lvl1pPr>
          </a:lstStyle>
          <a:p>
            <a:fld id="{B71FE5B5-A979-4370-A255-218EAB36A5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5202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9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0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1.xml"/><Relationship Id="rId1" Type="http://schemas.openxmlformats.org/officeDocument/2006/relationships/notesMaster" Target="../notesMasters/notesMaster1.xml"/></Relationships>
</file>

<file path=ppt/notesSlides/_rels/notesSlide1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65555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/>
              <a:t>SDD: 0-5, 0-5, 15, 0-5, 0-5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020125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718051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143030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699775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256177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756527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012282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980871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372726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115135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Example</a:t>
            </a:r>
            <a:r>
              <a:rPr lang="en-GB" baseline="0" dirty="0"/>
              <a:t>: </a:t>
            </a:r>
            <a:r>
              <a:rPr lang="en-GB" baseline="0" dirty="0" err="1"/>
              <a:t>len</a:t>
            </a:r>
            <a:r>
              <a:rPr lang="en-GB" baseline="0" dirty="0"/>
              <a:t>("Hello") </a:t>
            </a:r>
            <a:r>
              <a:rPr lang="en-GB" baseline="0" dirty="0">
                <a:sym typeface="Wingdings" panose="05000000000000000000" pitchFamily="2" charset="2"/>
              </a:rPr>
              <a:t> 5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114081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263756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105418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Actual parameter passed to the formal parameter.</a:t>
            </a:r>
          </a:p>
          <a:p>
            <a:r>
              <a:rPr lang="en-GB" dirty="0"/>
              <a:t>Actual parameter can be a variable – value passed.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4912894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576267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372689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049691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Variable names are very poor – just for example!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865796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842103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Variable names are very poor – just for example!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591295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5562542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617020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defRPr/>
            </a:pPr>
            <a:r>
              <a:rPr lang="en-GB" dirty="0">
                <a:cs typeface="Calibri"/>
              </a:rPr>
              <a:t>Global variables can be changed in subprograms – not recommended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962996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https://peps.python.org/pep-0257/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2311963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6447980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4F6961-CBDC-349F-8177-E828C42BDD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4FA7D9-B566-1BA2-DD31-C4679F6248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CB703D-50D0-28D7-2D0F-0AB537E854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https://peps.python.org/pep-0257/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F32712-9E7D-EBD5-AB6E-31208231EB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241516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393F6C-EDCB-9FCD-3B90-4F651534F3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27698B-1250-7B5F-7FEA-F456F3DA1B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F73DD1-3DD5-5DDB-A36F-5316940CC5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502937-43DC-3AD4-9A8E-BEF2C51ACA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82738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Info only - Not part of Higher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062971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E9A5C8-6DE9-7ECB-AB2A-48EC0F5626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6553A2-DC80-85FF-ACE7-AD2FB65812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0897B4-7A43-BFD3-1D6D-F64954A69D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686F66-5C6B-DD5A-08F8-B3023DE8F5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1120859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Tuple - Not part of Higher</a:t>
            </a:r>
          </a:p>
          <a:p>
            <a:r>
              <a:rPr lang="en-GB"/>
              <a:t>https://dictionary.cambridge.org/pronunciation/english/tuple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37050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6577138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Like cutting up words with scissors.  Sometimes like gluing back together in a different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589563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423798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191185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779379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602523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https://whiteboard.fi/</a:t>
            </a:r>
          </a:p>
          <a:p>
            <a:r>
              <a:rPr lang="en-GB" dirty="0"/>
              <a:t>Output: Hell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879973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Hell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851819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Hell</a:t>
            </a:r>
          </a:p>
          <a:p>
            <a:r>
              <a:rPr lang="en-GB" dirty="0"/>
              <a:t>Start value defaults to 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032326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6543386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lo wo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740255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1489822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https://whiteboard.fi/</a:t>
            </a:r>
          </a:p>
          <a:p>
            <a:r>
              <a:rPr lang="en-GB" dirty="0"/>
              <a:t>Output: world</a:t>
            </a:r>
          </a:p>
          <a:p>
            <a:r>
              <a:rPr lang="en-GB" dirty="0"/>
              <a:t>Good for excluding start characters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1690268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world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8907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5050383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38637900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world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Good for including end characters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964465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5714208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functions: https://docs.python.org/3/library/functions.html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080405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783366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7254204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18752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0848195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0995700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7864173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13 % 5 = 2 r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2136303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Practice with records after records are have been taught (last)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4301648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3EB7E1-C4EF-7716-AE9C-0EBA1141F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8F812E-5C1C-05E6-C712-3C5F1EFC26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3B8A9F-0E6C-8DEF-C931-E89291768E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8436A3-D9BD-5422-6046-52AE17B6089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439868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06F2D-66E2-8F2B-11BC-AAC5C18EAF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0AFE61-5AC5-F4D3-F8BC-DDBF01FA0E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F8A2A8-913D-1508-70CA-F073A49C7E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1B8B77-974A-CD6C-27DD-49A38A704F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4779137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026B3E-54ED-D7DA-F2C0-4EBD142A4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89AA1E-2079-35A7-531A-ECEB34981A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0635DA-4F08-86D3-B7E9-22CA14D518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45D2CE-290D-8C0F-25DA-39FC4729446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8552026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5434328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E3E78A-AF3D-4E7E-6F91-D6FB8FC46D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80AFFD-07CC-2A32-FE96-2F383294C2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703CC3-609D-9BE9-59E4-D08B6543B4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02698C-EDCE-919F-55EC-7539A329300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1103756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0174255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506418-7486-CE3B-2833-ABD1629C0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42104D-783D-0048-B875-2250D77865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4856A6-7E21-E507-6B37-B70A7AA30C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B35B2D-49CC-01FA-8274-06910FC173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9309189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266182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Display position of min / max:</a:t>
            </a:r>
          </a:p>
          <a:p>
            <a:pPr defTabSz="875264">
              <a:defRPr/>
            </a:pPr>
            <a:r>
              <a:rPr lang="en-GB" baseline="0" dirty="0"/>
              <a:t>  2.5  position = 0  # initialise variable</a:t>
            </a:r>
          </a:p>
          <a:p>
            <a:pPr defTabSz="875264">
              <a:defRPr/>
            </a:pPr>
            <a:r>
              <a:rPr lang="en-GB" baseline="0" dirty="0">
                <a:latin typeface="Consolas" panose="020B0609020204030204" pitchFamily="49" charset="0"/>
              </a:rPr>
              <a:t>  6.5  position = index  # update variable</a:t>
            </a:r>
          </a:p>
          <a:p>
            <a:pPr defTabSz="875264">
              <a:defRPr/>
            </a:pPr>
            <a:r>
              <a:rPr lang="en-GB" baseline="0" dirty="0">
                <a:latin typeface="Consolas" panose="020B0609020204030204" pitchFamily="49" charset="0"/>
              </a:rPr>
              <a:t>  8.5  print(position)  # display variable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8281879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3769466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FC2C1D-75EE-144B-9B45-5A692D74AB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D0C62F-4F5C-7CAE-096A-D6A5631BEA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5B1C8A-4CE2-4CEB-CCD6-4C87A69199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E01DC6-E166-2786-D57B-4A8118AEEE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3797057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6812973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F2C504-7E48-81DE-347D-8102E9D0B2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1A5D2A-364C-E70E-31DA-B4CFE07F15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FCF282-939D-2FE5-43F6-9FB7663397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0E2EEB-6073-D697-9580-1C4C966C37E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54194906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Text</a:t>
            </a:r>
            <a:r>
              <a:rPr lang="en-GB" baseline="0" dirty="0"/>
              <a:t> (txt) and Comma Separated Values (csv)</a:t>
            </a:r>
          </a:p>
          <a:p>
            <a:endParaRPr lang="en-GB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Practice with records after records are have been taught (last)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1626026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Everything read to, or written from, a file is a string.  It will need to be cast to the required data type</a:t>
            </a:r>
            <a:r>
              <a:rPr lang="en-GB" baseline="0" dirty="0"/>
              <a:t> if different.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785201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2118183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Text</a:t>
            </a:r>
            <a:r>
              <a:rPr lang="en-GB" baseline="0" dirty="0"/>
              <a:t> (txt) and Comma Separated Values (csv)</a:t>
            </a:r>
          </a:p>
          <a:p>
            <a:endParaRPr lang="en-GB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Practice with records after records are have been taught (last)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2949433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7568478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4809143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7447919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854174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Only strings can be written to a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9766130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Only strings can be written to a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68907374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Only strings can be written to a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516252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Only strings can be written to a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1111967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Comma Separated Values (csv)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6630010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Comma Separated Values (csv)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9004774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https://mrfriendcs.github.io/h-cs/sdd/H-SDD-Walking/index2.html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9566993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5822790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7259505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71164792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646559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Lines 5, 6, and 8 could be a single line – done this way due to 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3396038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https://mrfriendcs.github.io/h-cs/sdd/H-SDD-Parallel/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6243875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Text</a:t>
            </a:r>
            <a:r>
              <a:rPr lang="en-GB" baseline="0" dirty="0"/>
              <a:t> (txt) and Comma Separated Values (csv)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496918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read mode</a:t>
            </a:r>
          </a:p>
          <a:p>
            <a:pPr defTabSz="875264">
              <a:defRPr/>
            </a:pPr>
            <a:r>
              <a:rPr lang="en-GB" dirty="0"/>
              <a:t>3</a:t>
            </a:r>
            <a:r>
              <a:rPr lang="en-GB" baseline="0" dirty="0"/>
              <a:t> reads the contents of the file and assigns to the variable</a:t>
            </a:r>
          </a:p>
          <a:p>
            <a:pPr defTabSz="875264">
              <a:defRPr/>
            </a:pPr>
            <a:r>
              <a:rPr lang="en-GB" baseline="0" dirty="0"/>
              <a:t>7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892094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609522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5 reads the next line of the file and assigns to the variable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9436153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5 reads the next line of the file and assigns to the variable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2317832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Method – a function associated with an object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6094708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5124329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5709196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7154209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6 reads the next line of the file, strips any leading or trailing whitespace, and assigns to the array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97825826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8DBB34-4253-14DF-EFCF-FDCB605B9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36E261-289E-56BD-EAB5-F2CC5B800D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D43456-2161-D1DA-A3BC-4E2F1C295F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E96FAC-7395-8021-477B-8BD3D395B8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3843682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3879073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221022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3494999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9647630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0270A-015B-B979-3456-8A125EEB5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68CA15-E4F6-5AAA-E9ED-A9EE50403C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48154A-3BA9-5530-4283-78836F8972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6 reads the next line of the file, strips any leading or trailing whitespace, and assigns to the array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A268C1-3CBD-CDEF-F1D0-FC7F22779C7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6588728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B58FE5-74EE-E035-E2FB-CD7D876688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3E5034-760B-2302-34CD-A41B4A03FA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AD7EAE-CA3D-7441-1C7F-54FEE28391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84BE5C-A87A-C812-2302-2BD189ED9D2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3041164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Unknown lines in file.  Loops until all lines are read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3713649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Unknown lines in file.  Loops until all lines are read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03934376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sz="1200" baseline="0" dirty="0"/>
              <a:t>['UK', 'London', '66.8\n']</a:t>
            </a:r>
          </a:p>
          <a:p>
            <a:pPr defTabSz="875264">
              <a:defRPr/>
            </a:pPr>
            <a:r>
              <a:rPr lang="en-GB" sz="1200" baseline="0" dirty="0"/>
              <a:t>['France', 'Paris', '67.4\n']</a:t>
            </a:r>
          </a:p>
          <a:p>
            <a:pPr defTabSz="875264">
              <a:defRPr/>
            </a:pPr>
            <a:r>
              <a:rPr lang="en-GB" sz="1200" baseline="0" dirty="0"/>
              <a:t>['Germany', 'Berlin', '83.2\n']</a:t>
            </a:r>
          </a:p>
          <a:p>
            <a:pPr defTabSz="875264">
              <a:defRPr/>
            </a:pPr>
            <a:r>
              <a:rPr lang="en-GB" sz="1200" baseline="0" dirty="0"/>
              <a:t>['Norway', Oslo', '5.4\n']</a:t>
            </a:r>
          </a:p>
          <a:p>
            <a:pPr defTabSz="875264">
              <a:defRPr/>
            </a:pPr>
            <a:r>
              <a:rPr lang="en-GB" sz="1200" baseline="0" dirty="0"/>
              <a:t>['Spain', 'Madrid', '46.8\n']</a:t>
            </a:r>
          </a:p>
          <a:p>
            <a:pPr defTabSz="875264">
              <a:defRPr/>
            </a:pPr>
            <a:r>
              <a:rPr lang="en-GB" sz="1200" baseline="0" dirty="0"/>
              <a:t>['Italy', 'Rome', '60.5\n']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688432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258606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76391960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How many arrays?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234488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How many records?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0023298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9755458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Python uses a special type of class for implementing records</a:t>
            </a:r>
          </a:p>
          <a:p>
            <a:pPr defTabSz="875264">
              <a:defRPr/>
            </a:pPr>
            <a:r>
              <a:rPr lang="en-GB" baseline="0" dirty="0"/>
              <a:t>Class name has a capital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2193020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5701344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9889637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3109377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2756087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37614752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15445608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6963795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8795475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1220619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1907030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1285532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364290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218860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>
                <a:solidFill>
                  <a:srgbClr val="7030A0"/>
                </a:solidFill>
              </a:rPr>
              <a:t>Documentation stage not shown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3080587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B11D1E-1DC0-7C22-E527-672F9FE10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BC165A-39FB-C043-2E6D-B7679527E1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F094A4-2CDE-6A15-44C6-3DAF609787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82DB12-427D-759E-6826-128E270F24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382840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>
                <a:solidFill>
                  <a:srgbClr val="7030A0"/>
                </a:solidFill>
              </a:rPr>
              <a:t>Documentation stage not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0068908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28196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615785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682397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9279782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4997683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3089057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1105690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3196DE-7824-2BC1-897D-3AA15A30D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567B91-99DC-9C0A-B0EC-C7224AC439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46BD6E-8A3E-9098-47A7-2E6E255EC8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DFA82E-0D00-05B9-F207-4C012BDAF7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276998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3196DE-7824-2BC1-897D-3AA15A30D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567B91-99DC-9C0A-B0EC-C7224AC439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46BD6E-8A3E-9098-47A7-2E6E255EC8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DFA82E-0D00-05B9-F207-4C012BDAF7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7793777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5D493-CBE5-534F-D66F-4E4D07DB1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A994B9-EDD9-17C8-16AB-4C9088BA73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0FC039-676A-46DA-4CB7-08CDB174D2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2F907-2B3A-5939-9A71-3BAEF47CDF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6527408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5D493-CBE5-534F-D66F-4E4D07DB1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A994B9-EDD9-17C8-16AB-4C9088BA73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0FC039-676A-46DA-4CB7-08CDB174D2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2F907-2B3A-5939-9A71-3BAEF47CDF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5704843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7EA48-056E-2518-1C44-ECB50B493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A26BE2-D3F4-0E57-7D3B-2B84C0079E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22226B-D8B5-695A-5513-233A6DBFB0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AE5A98-138A-B3C5-0840-76B051EBCF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5456897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7EA48-056E-2518-1C44-ECB50B493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A26BE2-D3F4-0E57-7D3B-2B84C0079E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22226B-D8B5-695A-5513-233A6DBFB0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AE5A98-138A-B3C5-0840-76B051EBCF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71463066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5BE47-FC7A-A938-9CFC-6CAF448CB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2C5A89-00D8-F406-9891-C3F909EACF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4B29E6-FB23-0451-7FED-BECA4B6B6F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14B796-9229-50F4-62C1-7EA60490A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033900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5BE47-FC7A-A938-9CFC-6CAF448CB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2C5A89-00D8-F406-9891-C3F909EACF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4B29E6-FB23-0451-7FED-BECA4B6B6F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14B796-9229-50F4-62C1-7EA60490A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997134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2158526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6821860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99437012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1279958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C4C99-DE16-CB70-4AA4-B0D96A2B8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40E470-38E5-358D-B411-3F754AE05A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C556A2-0822-1563-89F1-30EE8A675C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8601CC-61E3-FB13-8A3D-5FEC4E1CEC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5035975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C4C99-DE16-CB70-4AA4-B0D96A2B8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40E470-38E5-358D-B411-3F754AE05A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C556A2-0822-1563-89F1-30EE8A675C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8601CC-61E3-FB13-8A3D-5FEC4E1CEC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15432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60564-5510-4968-B83C-E0988A9D5B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3D860D-1211-4E26-A35E-A80BC376E9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3C5969-3F05-4100-9F8A-DB9A82EB4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20/08/2026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79FB1B-2516-429F-B867-4823287B8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1741A-33DE-4C5E-8C9F-B4AD75DA4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32019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F5E7B-67B3-496A-822C-C32976D91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FEDAD-10D4-47B6-8F35-0155F7D63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20D4F-7E43-4DFE-B626-E846C85BC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20/08/2026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EDBDD-527D-4909-8BEF-723EEB350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05016-CD99-4792-B5CE-4FC2732AB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8972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2FA82-2BA5-4E38-B83A-773E80096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8DA602-023E-4AF2-8A02-5ED3BE4E1C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97AF83-9AAB-4395-A1CD-8B1810E80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20/08/2026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F4F5F-ED11-4FF4-8082-EF13CCF8D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17B83B-7338-4290-BCDC-071F1F558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456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238D4-5905-4C6E-BCBB-B94073114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C15E6-8B9A-4199-90FC-6E93032700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E19C19-84FB-4E02-8D3E-A145EF70F6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0729DE-CB61-4172-B1A0-5F570A694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20/08/2026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18137-140C-4C10-9A2D-A8BEA88DA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788274-F0A0-4D87-9901-05DB5CB1C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492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80B87-D3F8-4BAA-8DE3-3836317BC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8ADC46-22A7-453D-BB94-D1CA48C5A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035B5B-116B-4974-BF81-F7294090D1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D89685-D393-44B4-B943-5A951A472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529B97-30F9-4234-A140-11E2C1505C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FD1C8F-089B-4A81-946C-8404750F9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20/08/2026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EE9EF7-FF78-45D1-965B-99664AD00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41DFC4-4931-4DBE-A0A7-A1E0A15DC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0642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67CCB-CA9F-4F77-978B-946CBCC20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2E69A-AA02-4CC0-9FE5-3C50B8F4E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20/08/2026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4A0F08-87A5-4B96-B446-1337E28A9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9B3645-39BF-4DC7-A6DC-E10EB4E4D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4634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36AF93-0450-4C93-8AED-561C8D0B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20/08/2026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336096-32F7-4552-856B-0F42E86F0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2CEA9-085F-4023-8477-F0F082AED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0016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F9064-4077-4B58-8BD0-E8642C906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67D8E-F32F-4041-9FDE-C12CBB5278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61CF05-D7DF-470D-8951-656268BBBA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EF19F6-CB71-4073-820E-814F73164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20/08/2026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89668D-5D63-440F-B937-227682F00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4DC044-699A-457B-A741-69E8543CE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636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8CDCB-7EE6-4D7B-9EC9-999829823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8A68D7-4A60-4176-AEF9-C7224992D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DADDFE-E588-428C-9ACE-BF6D4DC2BA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8DAD98-EFA3-40FD-B220-0CEFA3B04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20/08/2026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3492CB-8784-44CD-8BE4-F038F0DA8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6B88F3-B6B9-4DE8-80B4-B31DCC6FF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6704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B7571-E3AA-47DA-8A99-A8577E9EA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6407A-F3C5-4467-999F-12834F3D5E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BC1D0D-C52B-4D14-AEAB-FF6484676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20/08/2026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558F66-3EB8-48B5-B410-20C1141D6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85733-F1B0-47F6-B3EA-C32A59118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481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E78E59-2798-47E7-97DF-12EB43D4DB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23F44B-7DC4-4852-9AAB-98C84D6912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AEF75-C039-4933-808F-7735F4020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20/08/2026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7011B2-1EEF-4630-AB8B-1FC4D8E1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B43AA0-545D-40FB-A090-776833BF5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7995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934EA5-96D5-44F8-8B2E-EB636C3A9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096C3A-1C2D-4B6E-9BA6-958361A919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5E72CA-E085-451A-A6D7-D31116C422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BB66F6-7471-47DA-8EED-C7BCCA53B015}" type="datetimeFigureOut">
              <a:rPr lang="en-GB" smtClean="0"/>
              <a:t>20/08/2026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3CA142-8F89-49C4-92C2-0106F55414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0D0BA0-3B07-4BE4-ACEC-E0EC87569D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2412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themeOverride" Target="../theme/themeOverride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5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5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6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6.xml"/></Relationships>
</file>

<file path=ppt/slides/_rels/slide12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3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3.xml"/></Relationships>
</file>

<file path=ppt/slides/_rels/slide12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4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4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6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6.xml"/></Relationships>
</file>

<file path=ppt/slides/_rels/slide13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9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5.xml"/></Relationships>
</file>

<file path=ppt/slides/_rels/slide13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0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6.xml"/></Relationships>
</file>

<file path=ppt/slides/_rels/slide13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1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7.xml"/></Relationships>
</file>

<file path=ppt/slides/_rels/slide13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2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8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6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6.xml"/></Relationships>
</file>

<file path=ppt/slides/_rels/slide161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16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2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2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2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2.xml"/></Relationships>
</file>

<file path=ppt/slides/_rels/slide1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2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2.xm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2.xml"/></Relationships>
</file>

<file path=ppt/slides/_rels/slide1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2.xml"/></Relationships>
</file>

<file path=ppt/slides/_rels/slide2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2.xml"/></Relationships>
</file>

<file path=ppt/slides/_rels/slide2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6.xml"/><Relationship Id="rId1" Type="http://schemas.openxmlformats.org/officeDocument/2006/relationships/slideLayout" Target="../slideLayouts/slideLayout2.xml"/></Relationships>
</file>

<file path=ppt/slides/_rels/slide2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Higher Computing Science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093306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Plan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72336371"/>
              </p:ext>
            </p:extLst>
          </p:nvPr>
        </p:nvGraphicFramePr>
        <p:xfrm>
          <a:off x="2118360" y="1825625"/>
          <a:ext cx="79552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030988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Sub>
          <a:bldDgm bld="one"/>
        </p:bldSub>
      </p:bldGraphic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Plan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4" name="Straight Arrow Connector 3"/>
          <p:cNvCxnSpPr/>
          <p:nvPr/>
        </p:nvCxnSpPr>
        <p:spPr>
          <a:xfrm>
            <a:off x="762000" y="2080260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 flipH="1">
            <a:off x="10393680" y="2080260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86206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5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00886-4568-405D-A477-82C7E4CA4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0ECB73-0608-4B44-882B-9BBB8EADD3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Assignment – 33%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837FB6-A567-497F-93B1-2DEE87ED18D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indent="0"/>
            <a:r>
              <a:rPr lang="en-GB" dirty="0"/>
              <a:t>SDD		67%</a:t>
            </a:r>
          </a:p>
          <a:p>
            <a:pPr indent="0"/>
            <a:r>
              <a:rPr lang="en-GB" dirty="0"/>
              <a:t>DDD		33%</a:t>
            </a:r>
          </a:p>
          <a:p>
            <a:pPr indent="0"/>
            <a:endParaRPr lang="en-GB" dirty="0"/>
          </a:p>
          <a:p>
            <a:pPr indent="0">
              <a:buNone/>
            </a:pPr>
            <a:endParaRPr lang="en-GB" dirty="0"/>
          </a:p>
          <a:p>
            <a:pPr indent="0"/>
            <a:r>
              <a:rPr lang="en-GB" b="1" dirty="0"/>
              <a:t>Marks		40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B492CD-F51E-4517-A552-72BB03A9D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Question Paper – 67%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EA51F6-ECFD-4D1F-BF54-C5C44552D6D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/>
            <a:r>
              <a:rPr lang="en-GB" dirty="0"/>
              <a:t>SDD		54%</a:t>
            </a:r>
          </a:p>
          <a:p>
            <a:pPr indent="0"/>
            <a:r>
              <a:rPr lang="en-GB" dirty="0"/>
              <a:t>DDD		33%</a:t>
            </a:r>
          </a:p>
          <a:p>
            <a:pPr indent="0"/>
            <a:r>
              <a:rPr lang="en-GB" dirty="0"/>
              <a:t>Comp Sys		13%</a:t>
            </a:r>
          </a:p>
          <a:p>
            <a:pPr marL="0" indent="0">
              <a:buNone/>
            </a:pPr>
            <a:endParaRPr lang="en-GB" dirty="0"/>
          </a:p>
          <a:p>
            <a:pPr indent="0"/>
            <a:r>
              <a:rPr lang="en-GB" b="1" dirty="0"/>
              <a:t>Marks		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53485" y="589727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252904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6" grpId="0" uiExpand="1" build="p"/>
      <p:bldP spid="7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547A0-88C7-29D0-1307-5BCED1457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F40F9-12DF-5CC1-6444-96F6A8C9E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83AB-2C48-8ADE-7508-2790A834FF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Assignment – 40 Marks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021F32-B7C8-2B86-861F-529D12CF9E8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indent="0">
              <a:tabLst>
                <a:tab pos="3771900" algn="ctr"/>
              </a:tabLst>
            </a:pPr>
            <a:r>
              <a:rPr lang="en-GB" dirty="0"/>
              <a:t>Analysis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Design	2 – 7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Implementation	22 – 24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Testing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Computer Systems	0</a:t>
            </a:r>
            <a:endParaRPr lang="en-GB" b="1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1CD7EDA-AF5A-4C0C-1B99-BFA4129AB6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Question Paper – 80 Marks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E44D69-802E-5AE9-8D1D-6F50E7C5F50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>
              <a:tabLst>
                <a:tab pos="3771900" algn="ctr"/>
              </a:tabLst>
            </a:pPr>
            <a:r>
              <a:rPr lang="en-GB" dirty="0"/>
              <a:t>Analysis	0 – 5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Design	20 – 40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Implementation	16 – 34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Testing	5 – 10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Computer Systems	0 – 5</a:t>
            </a:r>
            <a:endParaRPr lang="en-GB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76D600-6369-CA43-BB03-20F2D3E7B2F0}"/>
              </a:ext>
            </a:extLst>
          </p:cNvPr>
          <p:cNvSpPr txBox="1"/>
          <p:nvPr/>
        </p:nvSpPr>
        <p:spPr>
          <a:xfrm>
            <a:off x="3682010" y="6200487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6782072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SDD Implementation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Higher (Python)</a:t>
            </a:r>
          </a:p>
        </p:txBody>
      </p:sp>
    </p:spTree>
    <p:extLst>
      <p:ext uri="{BB962C8B-B14F-4D97-AF65-F5344CB8AC3E}">
        <p14:creationId xmlns:p14="http://schemas.microsoft.com/office/powerpoint/2010/main" val="13973750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procedures</a:t>
            </a:r>
          </a:p>
          <a:p>
            <a:r>
              <a:rPr lang="en-GB" dirty="0"/>
              <a:t>Describe, exemplify and implement functions</a:t>
            </a:r>
          </a:p>
        </p:txBody>
      </p:sp>
    </p:spTree>
    <p:extLst>
      <p:ext uri="{BB962C8B-B14F-4D97-AF65-F5344CB8AC3E}">
        <p14:creationId xmlns:p14="http://schemas.microsoft.com/office/powerpoint/2010/main" val="8142791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N5 Functions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184910" y="3324485"/>
            <a:ext cx="26665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"Hello!"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260126" y="3324484"/>
            <a:ext cx="52164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872491" y="5141936"/>
            <a:ext cx="296795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3.1415, 2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024775" y="499231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round()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1177630" y="1615171"/>
            <a:ext cx="9888147" cy="525715"/>
            <a:chOff x="1327156" y="1075916"/>
            <a:chExt cx="9888147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1327156" y="1075916"/>
              <a:ext cx="9888147" cy="523220"/>
              <a:chOff x="1327156" y="965388"/>
              <a:chExt cx="9888147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1327156" y="965388"/>
                <a:ext cx="2308068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187423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A4585091-739A-4D3F-99EE-3F1D384F15D3}"/>
              </a:ext>
            </a:extLst>
          </p:cNvPr>
          <p:cNvSpPr txBox="1"/>
          <p:nvPr/>
        </p:nvSpPr>
        <p:spPr>
          <a:xfrm flipH="1">
            <a:off x="274319" y="2185226"/>
            <a:ext cx="419481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(Zero, or more parameters)</a:t>
            </a: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4021770" y="317615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len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9384B7F1-BA4B-4730-F724-7D085D57DAB9}"/>
              </a:ext>
            </a:extLst>
          </p:cNvPr>
          <p:cNvSpPr txBox="1"/>
          <p:nvPr/>
        </p:nvSpPr>
        <p:spPr>
          <a:xfrm>
            <a:off x="9260126" y="5141936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0086B3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2924B22-3C77-4BE2-AEDF-DF4BE55E968F}"/>
              </a:ext>
            </a:extLst>
          </p:cNvPr>
          <p:cNvSpPr txBox="1"/>
          <p:nvPr/>
        </p:nvSpPr>
        <p:spPr>
          <a:xfrm flipH="1">
            <a:off x="9322845" y="2185226"/>
            <a:ext cx="16116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(A value)</a:t>
            </a:r>
          </a:p>
        </p:txBody>
      </p:sp>
    </p:spTree>
    <p:extLst>
      <p:ext uri="{BB962C8B-B14F-4D97-AF65-F5344CB8AC3E}">
        <p14:creationId xmlns:p14="http://schemas.microsoft.com/office/powerpoint/2010/main" val="3792360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8" grpId="0"/>
      <p:bldP spid="39" grpId="0"/>
      <p:bldP spid="4" grpId="0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N5 Functions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184910" y="3324485"/>
            <a:ext cx="26665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"Hello!"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872491" y="5141936"/>
            <a:ext cx="296795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3.1415, 2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024775" y="499231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round()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1177630" y="1615171"/>
            <a:ext cx="9888147" cy="525715"/>
            <a:chOff x="1327156" y="1075916"/>
            <a:chExt cx="9888147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1327156" y="1075916"/>
              <a:ext cx="9888147" cy="523220"/>
              <a:chOff x="1327156" y="965388"/>
              <a:chExt cx="9888147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1327156" y="965388"/>
                <a:ext cx="2308068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187423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4021770" y="317615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len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807856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7DC16-F1B9-4340-9B06-9E0C1F6CC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Flow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6D0ED8-12E8-4A03-951F-56F049561A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554243"/>
            <a:ext cx="2375852" cy="484521"/>
          </a:xfrm>
        </p:spPr>
        <p:txBody>
          <a:bodyPr/>
          <a:lstStyle/>
          <a:p>
            <a:r>
              <a:rPr lang="en-GB" dirty="0"/>
              <a:t>Program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991E58-FF32-462E-BAF2-B6A574EE76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6612" y="3125773"/>
            <a:ext cx="6643853" cy="33131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length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pi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3.1415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BD0FE6-89C0-491F-8A31-CBB202E90E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8206298" y="1554243"/>
            <a:ext cx="2138485" cy="484521"/>
          </a:xfrm>
        </p:spPr>
        <p:txBody>
          <a:bodyPr/>
          <a:lstStyle/>
          <a:p>
            <a:r>
              <a:rPr lang="en-GB" dirty="0"/>
              <a:t>Sub-program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5621651-20C0-40E2-8E50-E2BC893F8B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8209475" y="2165684"/>
            <a:ext cx="3145912" cy="42351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</a:t>
            </a:r>
            <a:r>
              <a:rPr lang="en-GB" dirty="0"/>
              <a:t>: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endParaRPr lang="en-GB" dirty="0"/>
          </a:p>
          <a:p>
            <a:pPr marL="457200" lvl="1" indent="0">
              <a:buNone/>
            </a:pPr>
            <a:r>
              <a:rPr lang="en-GB" sz="2800" dirty="0"/>
              <a:t>IN: </a:t>
            </a:r>
            <a:r>
              <a:rPr lang="en-US" altLang="en-US" sz="28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endParaRPr lang="en-GB" sz="2800" dirty="0"/>
          </a:p>
          <a:p>
            <a:pPr marL="457200" lvl="1" indent="0">
              <a:buNone/>
            </a:pPr>
            <a:r>
              <a:rPr lang="en-GB" sz="2800" dirty="0"/>
              <a:t>OUT: 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</a:p>
          <a:p>
            <a:pPr marL="457200" lvl="1" indent="0">
              <a:buNone/>
            </a:pPr>
            <a:endParaRPr lang="en-US" altLang="en-US" sz="28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function: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endParaRPr lang="en-US" altLang="en-US" dirty="0">
              <a:solidFill>
                <a:srgbClr val="7030A0"/>
              </a:solidFill>
            </a:endParaRPr>
          </a:p>
          <a:p>
            <a:pPr marL="457200" lvl="1" indent="0">
              <a:buNone/>
            </a:pPr>
            <a:r>
              <a:rPr lang="en-GB" sz="2800" dirty="0"/>
              <a:t>IN: 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3.1415 </a:t>
            </a:r>
            <a:r>
              <a:rPr lang="en-US" sz="2800" dirty="0">
                <a:solidFill>
                  <a:srgbClr val="7030A0"/>
                </a:solidFill>
                <a:latin typeface="Consolas" panose="020B0609020204030204" pitchFamily="49" charset="0"/>
              </a:rPr>
              <a:t>&amp;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 2</a:t>
            </a:r>
            <a:endParaRPr lang="en-GB" sz="2800" dirty="0"/>
          </a:p>
          <a:p>
            <a:pPr marL="457200" lvl="1" indent="0">
              <a:buNone/>
            </a:pPr>
            <a:r>
              <a:rPr lang="en-GB" sz="2800" dirty="0"/>
              <a:t>OUT: 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endParaRPr lang="en-GB" sz="280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52C6EB4-D9F4-40E5-BF0D-986D882CF283}"/>
              </a:ext>
            </a:extLst>
          </p:cNvPr>
          <p:cNvCxnSpPr>
            <a:cxnSpLocks/>
          </p:cNvCxnSpPr>
          <p:nvPr/>
        </p:nvCxnSpPr>
        <p:spPr>
          <a:xfrm flipV="1">
            <a:off x="6096000" y="2876543"/>
            <a:ext cx="2538845" cy="463352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AD1AF2C-C734-4487-960D-E3302B849975}"/>
              </a:ext>
            </a:extLst>
          </p:cNvPr>
          <p:cNvCxnSpPr>
            <a:cxnSpLocks/>
          </p:cNvCxnSpPr>
          <p:nvPr/>
        </p:nvCxnSpPr>
        <p:spPr>
          <a:xfrm flipV="1">
            <a:off x="6096000" y="3350250"/>
            <a:ext cx="2489730" cy="123599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prstDash val="dash"/>
            <a:headEnd type="triangle" w="lg" len="lg"/>
            <a:tailEnd type="non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463EB01-473F-40E2-9B0C-7DFD6390BBBC}"/>
              </a:ext>
            </a:extLst>
          </p:cNvPr>
          <p:cNvCxnSpPr>
            <a:cxnSpLocks/>
          </p:cNvCxnSpPr>
          <p:nvPr/>
        </p:nvCxnSpPr>
        <p:spPr>
          <a:xfrm>
            <a:off x="6830766" y="4560858"/>
            <a:ext cx="1754964" cy="148302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4482037-A748-4DED-AA60-D7F19F6FED59}"/>
              </a:ext>
            </a:extLst>
          </p:cNvPr>
          <p:cNvCxnSpPr>
            <a:cxnSpLocks/>
          </p:cNvCxnSpPr>
          <p:nvPr/>
        </p:nvCxnSpPr>
        <p:spPr>
          <a:xfrm>
            <a:off x="6830766" y="4709160"/>
            <a:ext cx="1754964" cy="433900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prstDash val="dash"/>
            <a:headEnd type="triangle" w="lg" len="lg"/>
            <a:tailEnd type="non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7" name="Rectangle 4">
            <a:extLst>
              <a:ext uri="{FF2B5EF4-FFF2-40B4-BE49-F238E27FC236}">
                <a16:creationId xmlns:a16="http://schemas.microsoft.com/office/drawing/2014/main" id="{A30AA5B8-5C42-4E00-AEDC-0B03421A8B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39328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75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10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2500"/>
                            </p:stCondLst>
                            <p:childTnLst>
                              <p:par>
                                <p:cTn id="5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3000"/>
                            </p:stCondLst>
                            <p:childTnLst>
                              <p:par>
                                <p:cTn id="5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1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7DC16-F1B9-4340-9B06-9E0C1F6CC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Flow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6D0ED8-12E8-4A03-951F-56F049561A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554243"/>
            <a:ext cx="2375852" cy="484521"/>
          </a:xfrm>
        </p:spPr>
        <p:txBody>
          <a:bodyPr/>
          <a:lstStyle/>
          <a:p>
            <a:r>
              <a:rPr lang="en-GB" dirty="0"/>
              <a:t>Program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991E58-FF32-462E-BAF2-B6A574EE76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6612" y="3125773"/>
            <a:ext cx="6643853" cy="33131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length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pi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3.1415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BD0FE6-89C0-491F-8A31-CBB202E90E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8206298" y="1554243"/>
            <a:ext cx="2138485" cy="484521"/>
          </a:xfrm>
        </p:spPr>
        <p:txBody>
          <a:bodyPr/>
          <a:lstStyle/>
          <a:p>
            <a:r>
              <a:rPr lang="en-GB" dirty="0"/>
              <a:t>Sub-program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5621651-20C0-40E2-8E50-E2BC893F8B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8209475" y="2165684"/>
            <a:ext cx="3145912" cy="42351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</a:t>
            </a:r>
            <a:r>
              <a:rPr lang="en-GB" dirty="0"/>
              <a:t>: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endParaRPr lang="en-GB" dirty="0"/>
          </a:p>
          <a:p>
            <a:pPr marL="457200" lvl="1" indent="0">
              <a:buNone/>
            </a:pPr>
            <a:endParaRPr lang="en-GB" sz="2800" dirty="0"/>
          </a:p>
          <a:p>
            <a:pPr marL="457200" lvl="1" indent="0">
              <a:buNone/>
            </a:pPr>
            <a:endParaRPr lang="en-GB" altLang="en-US" sz="28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457200" lvl="1" indent="0">
              <a:buNone/>
            </a:pPr>
            <a:endParaRPr lang="en-US" altLang="en-US" sz="28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function: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endParaRPr lang="en-US" altLang="en-US" dirty="0">
              <a:solidFill>
                <a:srgbClr val="7030A0"/>
              </a:solidFill>
            </a:endParaRPr>
          </a:p>
        </p:txBody>
      </p:sp>
      <p:sp>
        <p:nvSpPr>
          <p:cNvPr id="57" name="Rectangle 4">
            <a:extLst>
              <a:ext uri="{FF2B5EF4-FFF2-40B4-BE49-F238E27FC236}">
                <a16:creationId xmlns:a16="http://schemas.microsoft.com/office/drawing/2014/main" id="{A30AA5B8-5C42-4E00-AEDC-0B03421A8B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41927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Sub-programs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57312" y="2490095"/>
            <a:ext cx="2448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14356" y="2490094"/>
            <a:ext cx="23749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sz="4400" dirty="0">
              <a:solidFill>
                <a:srgbClr val="0086B3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946295" y="4307546"/>
            <a:ext cx="244837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79005" y="415792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Reverse &amp; display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65661" y="1615171"/>
            <a:ext cx="11254885" cy="525715"/>
            <a:chOff x="792377" y="1075916"/>
            <a:chExt cx="11254885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792377" y="1075916"/>
              <a:ext cx="11254885" cy="523220"/>
              <a:chOff x="792377" y="965388"/>
              <a:chExt cx="11254885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792377" y="965388"/>
                <a:ext cx="314002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main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2706190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main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A4585091-739A-4D3F-99EE-3F1D384F15D3}"/>
              </a:ext>
            </a:extLst>
          </p:cNvPr>
          <p:cNvSpPr txBox="1"/>
          <p:nvPr/>
        </p:nvSpPr>
        <p:spPr>
          <a:xfrm flipH="1">
            <a:off x="502918" y="5874533"/>
            <a:ext cx="39776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Zero, or more parameters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F3AC664-F820-45D5-9630-647A32E2EFAD}"/>
              </a:ext>
            </a:extLst>
          </p:cNvPr>
          <p:cNvSpPr txBox="1"/>
          <p:nvPr/>
        </p:nvSpPr>
        <p:spPr>
          <a:xfrm flipH="1">
            <a:off x="7528734" y="5152839"/>
            <a:ext cx="46632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Procedure: Returns nothing</a:t>
            </a:r>
          </a:p>
        </p:txBody>
      </p:sp>
      <p:sp>
        <p:nvSpPr>
          <p:cNvPr id="41" name="Multiplication Sign 40">
            <a:extLst>
              <a:ext uri="{FF2B5EF4-FFF2-40B4-BE49-F238E27FC236}">
                <a16:creationId xmlns:a16="http://schemas.microsoft.com/office/drawing/2014/main" id="{92457C26-605A-4186-A7CE-AF78E99BD2ED}"/>
              </a:ext>
            </a:extLst>
          </p:cNvPr>
          <p:cNvSpPr/>
          <p:nvPr/>
        </p:nvSpPr>
        <p:spPr>
          <a:xfrm>
            <a:off x="7389223" y="4243006"/>
            <a:ext cx="914400" cy="914400"/>
          </a:xfrm>
          <a:prstGeom prst="mathMultiply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3576000" y="234176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Count characters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81B535F1-05AC-409D-9805-4AB62261E3BC}"/>
              </a:ext>
            </a:extLst>
          </p:cNvPr>
          <p:cNvSpPr txBox="1"/>
          <p:nvPr/>
        </p:nvSpPr>
        <p:spPr>
          <a:xfrm flipH="1">
            <a:off x="7528735" y="3255852"/>
            <a:ext cx="46632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Function: Returns a value</a:t>
            </a:r>
          </a:p>
        </p:txBody>
      </p:sp>
    </p:spTree>
    <p:extLst>
      <p:ext uri="{BB962C8B-B14F-4D97-AF65-F5344CB8AC3E}">
        <p14:creationId xmlns:p14="http://schemas.microsoft.com/office/powerpoint/2010/main" val="2157204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2000"/>
                                        <p:tgtEl>
                                          <p:spTgt spid="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8" grpId="0"/>
      <p:bldP spid="39" grpId="0"/>
      <p:bldP spid="40" grpId="0" build="p"/>
      <p:bldP spid="41" grpId="0" animBg="1"/>
      <p:bldP spid="22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Subprogram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57312" y="2490095"/>
            <a:ext cx="2448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946295" y="4307546"/>
            <a:ext cx="244837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79005" y="415792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Reverse &amp; display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65661" y="1615171"/>
            <a:ext cx="11254885" cy="525715"/>
            <a:chOff x="792377" y="1075916"/>
            <a:chExt cx="11254885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792377" y="1075916"/>
              <a:ext cx="11254885" cy="523220"/>
              <a:chOff x="792377" y="965388"/>
              <a:chExt cx="11254885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792377" y="965388"/>
                <a:ext cx="314002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main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2706190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main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3576000" y="234176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Count characters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223576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N5 Functions – Parameters</a:t>
            </a: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2195019" y="2328033"/>
            <a:ext cx="2160000" cy="2686560"/>
            <a:chOff x="5556738" y="1690688"/>
            <a:chExt cx="2160000" cy="268656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len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>
              <a:cxnSpLocks/>
              <a:stCxn id="12" idx="0"/>
            </p:cNvCxnSpPr>
            <p:nvPr/>
          </p:nvCxnSpPr>
          <p:spPr>
            <a:xfrm flipV="1">
              <a:off x="5933470" y="2770687"/>
              <a:ext cx="0" cy="662938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>
              <a:cxnSpLocks/>
              <a:endCxn id="14" idx="0"/>
            </p:cNvCxnSpPr>
            <p:nvPr/>
          </p:nvCxnSpPr>
          <p:spPr>
            <a:xfrm>
              <a:off x="7400320" y="2758987"/>
              <a:ext cx="0" cy="161826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D89C5284-4A04-51B8-70F1-7DD16CBE7A6B}"/>
              </a:ext>
            </a:extLst>
          </p:cNvPr>
          <p:cNvSpPr txBox="1"/>
          <p:nvPr/>
        </p:nvSpPr>
        <p:spPr>
          <a:xfrm>
            <a:off x="1747840" y="4070970"/>
            <a:ext cx="164782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object</a:t>
            </a:r>
            <a:endParaRPr lang="en-GB" dirty="0">
              <a:solidFill>
                <a:srgbClr val="18369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231066-41BD-96CE-1176-EBAAF6F2285A}"/>
              </a:ext>
            </a:extLst>
          </p:cNvPr>
          <p:cNvSpPr txBox="1"/>
          <p:nvPr/>
        </p:nvSpPr>
        <p:spPr>
          <a:xfrm>
            <a:off x="3214690" y="5014593"/>
            <a:ext cx="164782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length</a:t>
            </a:r>
            <a:endParaRPr lang="en-GB" dirty="0">
              <a:solidFill>
                <a:srgbClr val="0086B3"/>
              </a:solidFill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00095B71-5A97-CEF8-6F91-9A8EFE2876D7}"/>
              </a:ext>
            </a:extLst>
          </p:cNvPr>
          <p:cNvGrpSpPr/>
          <p:nvPr/>
        </p:nvGrpSpPr>
        <p:grpSpPr>
          <a:xfrm>
            <a:off x="7776668" y="2328033"/>
            <a:ext cx="2160000" cy="2686560"/>
            <a:chOff x="5556738" y="1690688"/>
            <a:chExt cx="2160000" cy="2686560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73DC1CE-A52A-1330-5488-1B087AB1A2EE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round()</a:t>
              </a:r>
              <a:endParaRPr lang="en-GB" sz="2800" dirty="0"/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2E68201B-8412-C750-1BC8-AA332AE89286}"/>
                </a:ext>
              </a:extLst>
            </p:cNvPr>
            <p:cNvCxnSpPr>
              <a:cxnSpLocks/>
              <a:stCxn id="27" idx="0"/>
            </p:cNvCxnSpPr>
            <p:nvPr/>
          </p:nvCxnSpPr>
          <p:spPr>
            <a:xfrm flipV="1">
              <a:off x="5925585" y="2770687"/>
              <a:ext cx="0" cy="662938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3240454E-223E-2AEE-7D1E-94574A0C1F73}"/>
                </a:ext>
              </a:extLst>
            </p:cNvPr>
            <p:cNvCxnSpPr>
              <a:cxnSpLocks/>
              <a:endCxn id="33" idx="0"/>
            </p:cNvCxnSpPr>
            <p:nvPr/>
          </p:nvCxnSpPr>
          <p:spPr>
            <a:xfrm>
              <a:off x="7400320" y="2758987"/>
              <a:ext cx="0" cy="161826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C85571FF-485E-8619-A541-A27851FA0889}"/>
              </a:ext>
            </a:extLst>
          </p:cNvPr>
          <p:cNvSpPr txBox="1"/>
          <p:nvPr/>
        </p:nvSpPr>
        <p:spPr>
          <a:xfrm>
            <a:off x="7206828" y="4070970"/>
            <a:ext cx="1877373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number,</a:t>
            </a:r>
          </a:p>
          <a:p>
            <a:pPr algn="ctr"/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digits</a:t>
            </a:r>
            <a:endParaRPr lang="en-GB" dirty="0">
              <a:solidFill>
                <a:srgbClr val="183691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A314F5F-9175-2351-371D-0500BE6C2BB1}"/>
              </a:ext>
            </a:extLst>
          </p:cNvPr>
          <p:cNvSpPr txBox="1"/>
          <p:nvPr/>
        </p:nvSpPr>
        <p:spPr>
          <a:xfrm>
            <a:off x="8796339" y="5014593"/>
            <a:ext cx="164782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number</a:t>
            </a:r>
            <a:endParaRPr lang="en-GB" dirty="0">
              <a:solidFill>
                <a:srgbClr val="0086B3"/>
              </a:solidFill>
            </a:endParaRPr>
          </a:p>
        </p:txBody>
      </p:sp>
      <p:sp>
        <p:nvSpPr>
          <p:cNvPr id="50" name="Callout: Bent Line with No Border 7">
            <a:extLst>
              <a:ext uri="{FF2B5EF4-FFF2-40B4-BE49-F238E27FC236}">
                <a16:creationId xmlns:a16="http://schemas.microsoft.com/office/drawing/2014/main" id="{81CA37F2-6E2D-A1DC-901E-25458A024119}"/>
              </a:ext>
            </a:extLst>
          </p:cNvPr>
          <p:cNvSpPr/>
          <p:nvPr/>
        </p:nvSpPr>
        <p:spPr>
          <a:xfrm flipH="1">
            <a:off x="2761756" y="5880485"/>
            <a:ext cx="2916089" cy="404813"/>
          </a:xfrm>
          <a:prstGeom prst="callout2">
            <a:avLst>
              <a:gd name="adj1" fmla="val 49221"/>
              <a:gd name="adj2" fmla="val 100237"/>
              <a:gd name="adj3" fmla="val 49808"/>
              <a:gd name="adj4" fmla="val 106493"/>
              <a:gd name="adj5" fmla="val -305547"/>
              <a:gd name="adj6" fmla="val 1062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Actual parameter</a:t>
            </a:r>
          </a:p>
        </p:txBody>
      </p:sp>
      <p:sp>
        <p:nvSpPr>
          <p:cNvPr id="52" name="Callout: Bent Line with No Border 7">
            <a:extLst>
              <a:ext uri="{FF2B5EF4-FFF2-40B4-BE49-F238E27FC236}">
                <a16:creationId xmlns:a16="http://schemas.microsoft.com/office/drawing/2014/main" id="{219D1B4B-79CB-A1EC-BF66-8C53B909368F}"/>
              </a:ext>
            </a:extLst>
          </p:cNvPr>
          <p:cNvSpPr/>
          <p:nvPr/>
        </p:nvSpPr>
        <p:spPr>
          <a:xfrm flipH="1">
            <a:off x="6662737" y="5811125"/>
            <a:ext cx="2438396" cy="404813"/>
          </a:xfrm>
          <a:prstGeom prst="callout2">
            <a:avLst>
              <a:gd name="adj1" fmla="val 51574"/>
              <a:gd name="adj2" fmla="val -40"/>
              <a:gd name="adj3" fmla="val 52161"/>
              <a:gd name="adj4" fmla="val -21439"/>
              <a:gd name="adj5" fmla="val -55195"/>
              <a:gd name="adj6" fmla="val -2141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Returned value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5FCD484-14F6-12E9-ED87-A59CEA989847}"/>
              </a:ext>
            </a:extLst>
          </p:cNvPr>
          <p:cNvSpPr txBox="1"/>
          <p:nvPr/>
        </p:nvSpPr>
        <p:spPr>
          <a:xfrm>
            <a:off x="10163175" y="0"/>
            <a:ext cx="2028825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object:</a:t>
            </a:r>
          </a:p>
          <a:p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  String</a:t>
            </a:r>
          </a:p>
          <a:p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  Array</a:t>
            </a:r>
            <a:endParaRPr lang="en-GB" dirty="0">
              <a:solidFill>
                <a:srgbClr val="18369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90478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2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" grpId="0" animBg="1"/>
      <p:bldP spid="52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Procedure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Procedures do not return a value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664035" y="2926717"/>
            <a:ext cx="6863929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answer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2B744526-5130-4CB8-AA7B-89D68714A5DC}"/>
              </a:ext>
            </a:extLst>
          </p:cNvPr>
          <p:cNvSpPr/>
          <p:nvPr/>
        </p:nvSpPr>
        <p:spPr>
          <a:xfrm>
            <a:off x="1261233" y="2192270"/>
            <a:ext cx="1574538" cy="862642"/>
          </a:xfrm>
          <a:prstGeom prst="callout2">
            <a:avLst>
              <a:gd name="adj1" fmla="val 48750"/>
              <a:gd name="adj2" fmla="val 104056"/>
              <a:gd name="adj3" fmla="val 48313"/>
              <a:gd name="adj4" fmla="val 134636"/>
              <a:gd name="adj5" fmla="val 95818"/>
              <a:gd name="adj6" fmla="val 13474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Keyword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7515722" y="6076019"/>
            <a:ext cx="2426393" cy="416856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20250"/>
              <a:gd name="adj6" fmla="val -4272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Procedure call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6000683" y="2390140"/>
            <a:ext cx="2728236" cy="401640"/>
          </a:xfrm>
          <a:prstGeom prst="callout2">
            <a:avLst>
              <a:gd name="adj1" fmla="val 49438"/>
              <a:gd name="adj2" fmla="val -6442"/>
              <a:gd name="adj3" fmla="val 48724"/>
              <a:gd name="adj4" fmla="val -35846"/>
              <a:gd name="adj5" fmla="val 163839"/>
              <a:gd name="adj6" fmla="val -3569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Procedure name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192389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25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25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3" grpId="0" animBg="1"/>
      <p:bldP spid="14" grpId="0" animBg="1"/>
      <p:bldP spid="1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Procedure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664035" y="2926717"/>
            <a:ext cx="6863929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answer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491304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Functions return a value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949577"/>
            <a:ext cx="71905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2B744526-5130-4CB8-AA7B-89D68714A5DC}"/>
              </a:ext>
            </a:extLst>
          </p:cNvPr>
          <p:cNvSpPr/>
          <p:nvPr/>
        </p:nvSpPr>
        <p:spPr>
          <a:xfrm>
            <a:off x="1058916" y="2215131"/>
            <a:ext cx="1610217" cy="862642"/>
          </a:xfrm>
          <a:prstGeom prst="callout2">
            <a:avLst>
              <a:gd name="adj1" fmla="val 48750"/>
              <a:gd name="adj2" fmla="val 104056"/>
              <a:gd name="adj3" fmla="val 48313"/>
              <a:gd name="adj4" fmla="val 134636"/>
              <a:gd name="adj5" fmla="val 95818"/>
              <a:gd name="adj6" fmla="val 13474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Keyword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8805013" y="5057420"/>
            <a:ext cx="2426393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148772"/>
              <a:gd name="adj6" fmla="val -314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Function call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5500364" y="2402728"/>
            <a:ext cx="2417508" cy="505431"/>
          </a:xfrm>
          <a:prstGeom prst="callout2">
            <a:avLst>
              <a:gd name="adj1" fmla="val 50209"/>
              <a:gd name="adj2" fmla="val -31"/>
              <a:gd name="adj3" fmla="val 51080"/>
              <a:gd name="adj4" fmla="val -35944"/>
              <a:gd name="adj5" fmla="val 135057"/>
              <a:gd name="adj6" fmla="val -3569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Function name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98396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3" grpId="0" animBg="1"/>
      <p:bldP spid="14" grpId="0" animBg="1"/>
      <p:bldP spid="15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949577"/>
            <a:ext cx="71905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352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parameter passing </a:t>
            </a:r>
            <a:r>
              <a:rPr lang="en-GB" sz="2000" dirty="0"/>
              <a:t>(formal and actual)</a:t>
            </a:r>
          </a:p>
          <a:p>
            <a:r>
              <a:rPr lang="en-GB" dirty="0"/>
              <a:t>Describe, and exemplify the scope of local and global variables</a:t>
            </a:r>
          </a:p>
        </p:txBody>
      </p:sp>
    </p:spTree>
    <p:extLst>
      <p:ext uri="{BB962C8B-B14F-4D97-AF65-F5344CB8AC3E}">
        <p14:creationId xmlns:p14="http://schemas.microsoft.com/office/powerpoint/2010/main" val="18787483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Parameter Passing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171896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8343974" y="6114682"/>
            <a:ext cx="3143176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72976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Actual parameter(s)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7229690" y="1463745"/>
            <a:ext cx="3228760" cy="505431"/>
          </a:xfrm>
          <a:prstGeom prst="callout2">
            <a:avLst>
              <a:gd name="adj1" fmla="val 49438"/>
              <a:gd name="adj2" fmla="val -6442"/>
              <a:gd name="adj3" fmla="val 50138"/>
              <a:gd name="adj4" fmla="val -20619"/>
              <a:gd name="adj5" fmla="val 212601"/>
              <a:gd name="adj6" fmla="val -205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Formal parameter(s)</a:t>
            </a:r>
            <a:endParaRPr lang="en-GB" sz="2800" dirty="0">
              <a:solidFill>
                <a:srgbClr val="7030A0"/>
              </a:solidFill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272D29F5-849E-458B-A209-C0F25404477E}"/>
              </a:ext>
            </a:extLst>
          </p:cNvPr>
          <p:cNvSpPr/>
          <p:nvPr/>
        </p:nvSpPr>
        <p:spPr>
          <a:xfrm>
            <a:off x="8096658" y="2206761"/>
            <a:ext cx="2796780" cy="2973423"/>
          </a:xfrm>
          <a:custGeom>
            <a:avLst/>
            <a:gdLst>
              <a:gd name="connsiteX0" fmla="*/ 375138 w 3837364"/>
              <a:gd name="connsiteY0" fmla="*/ 2450038 h 2450038"/>
              <a:gd name="connsiteX1" fmla="*/ 3212123 w 3837364"/>
              <a:gd name="connsiteY1" fmla="*/ 1879514 h 2450038"/>
              <a:gd name="connsiteX2" fmla="*/ 3688861 w 3837364"/>
              <a:gd name="connsiteY2" fmla="*/ 816622 h 2450038"/>
              <a:gd name="connsiteX3" fmla="*/ 1211384 w 3837364"/>
              <a:gd name="connsiteY3" fmla="*/ 42899 h 2450038"/>
              <a:gd name="connsiteX4" fmla="*/ 0 w 3837364"/>
              <a:gd name="connsiteY4" fmla="*/ 167945 h 2450038"/>
              <a:gd name="connsiteX0" fmla="*/ 375138 w 3813094"/>
              <a:gd name="connsiteY0" fmla="*/ 2395033 h 2395033"/>
              <a:gd name="connsiteX1" fmla="*/ 3212123 w 3813094"/>
              <a:gd name="connsiteY1" fmla="*/ 1824509 h 2395033"/>
              <a:gd name="connsiteX2" fmla="*/ 3688861 w 3813094"/>
              <a:gd name="connsiteY2" fmla="*/ 761617 h 2395033"/>
              <a:gd name="connsiteX3" fmla="*/ 1541066 w 3813094"/>
              <a:gd name="connsiteY3" fmla="*/ 62539 h 2395033"/>
              <a:gd name="connsiteX4" fmla="*/ 0 w 3813094"/>
              <a:gd name="connsiteY4" fmla="*/ 112940 h 2395033"/>
              <a:gd name="connsiteX0" fmla="*/ 375138 w 3789325"/>
              <a:gd name="connsiteY0" fmla="*/ 2358161 h 2358161"/>
              <a:gd name="connsiteX1" fmla="*/ 3212123 w 3789325"/>
              <a:gd name="connsiteY1" fmla="*/ 1787637 h 2358161"/>
              <a:gd name="connsiteX2" fmla="*/ 3688861 w 3789325"/>
              <a:gd name="connsiteY2" fmla="*/ 724745 h 2358161"/>
              <a:gd name="connsiteX3" fmla="*/ 1864527 w 3789325"/>
              <a:gd name="connsiteY3" fmla="*/ 94091 h 2358161"/>
              <a:gd name="connsiteX4" fmla="*/ 0 w 3789325"/>
              <a:gd name="connsiteY4" fmla="*/ 76068 h 2358161"/>
              <a:gd name="connsiteX0" fmla="*/ 375138 w 3778377"/>
              <a:gd name="connsiteY0" fmla="*/ 2344321 h 2344321"/>
              <a:gd name="connsiteX1" fmla="*/ 3212123 w 3778377"/>
              <a:gd name="connsiteY1" fmla="*/ 1773797 h 2344321"/>
              <a:gd name="connsiteX2" fmla="*/ 3688861 w 3778377"/>
              <a:gd name="connsiteY2" fmla="*/ 710905 h 2344321"/>
              <a:gd name="connsiteX3" fmla="*/ 2013817 w 3778377"/>
              <a:gd name="connsiteY3" fmla="*/ 117573 h 2344321"/>
              <a:gd name="connsiteX4" fmla="*/ 0 w 3778377"/>
              <a:gd name="connsiteY4" fmla="*/ 62228 h 2344321"/>
              <a:gd name="connsiteX0" fmla="*/ 375138 w 3706999"/>
              <a:gd name="connsiteY0" fmla="*/ 2344321 h 2344321"/>
              <a:gd name="connsiteX1" fmla="*/ 2745593 w 3706999"/>
              <a:gd name="connsiteY1" fmla="*/ 1935528 h 2344321"/>
              <a:gd name="connsiteX2" fmla="*/ 3688861 w 3706999"/>
              <a:gd name="connsiteY2" fmla="*/ 710905 h 2344321"/>
              <a:gd name="connsiteX3" fmla="*/ 2013817 w 3706999"/>
              <a:gd name="connsiteY3" fmla="*/ 117573 h 2344321"/>
              <a:gd name="connsiteX4" fmla="*/ 0 w 3706999"/>
              <a:gd name="connsiteY4" fmla="*/ 62228 h 2344321"/>
              <a:gd name="connsiteX0" fmla="*/ 375138 w 3689161"/>
              <a:gd name="connsiteY0" fmla="*/ 2344321 h 2344321"/>
              <a:gd name="connsiteX1" fmla="*/ 2135993 w 3689161"/>
              <a:gd name="connsiteY1" fmla="*/ 2072377 h 2344321"/>
              <a:gd name="connsiteX2" fmla="*/ 3688861 w 3689161"/>
              <a:gd name="connsiteY2" fmla="*/ 710905 h 2344321"/>
              <a:gd name="connsiteX3" fmla="*/ 2013817 w 3689161"/>
              <a:gd name="connsiteY3" fmla="*/ 117573 h 2344321"/>
              <a:gd name="connsiteX4" fmla="*/ 0 w 3689161"/>
              <a:gd name="connsiteY4" fmla="*/ 62228 h 2344321"/>
              <a:gd name="connsiteX0" fmla="*/ 375138 w 3720255"/>
              <a:gd name="connsiteY0" fmla="*/ 2344321 h 2344321"/>
              <a:gd name="connsiteX1" fmla="*/ 2135993 w 3720255"/>
              <a:gd name="connsiteY1" fmla="*/ 2072377 h 2344321"/>
              <a:gd name="connsiteX2" fmla="*/ 3719963 w 3720255"/>
              <a:gd name="connsiteY2" fmla="*/ 984603 h 2344321"/>
              <a:gd name="connsiteX3" fmla="*/ 2013817 w 3720255"/>
              <a:gd name="connsiteY3" fmla="*/ 117573 h 2344321"/>
              <a:gd name="connsiteX4" fmla="*/ 0 w 3720255"/>
              <a:gd name="connsiteY4" fmla="*/ 62228 h 2344321"/>
              <a:gd name="connsiteX0" fmla="*/ 375138 w 3757570"/>
              <a:gd name="connsiteY0" fmla="*/ 2344321 h 2344321"/>
              <a:gd name="connsiteX1" fmla="*/ 2135993 w 3757570"/>
              <a:gd name="connsiteY1" fmla="*/ 2072377 h 2344321"/>
              <a:gd name="connsiteX2" fmla="*/ 3757286 w 3757570"/>
              <a:gd name="connsiteY2" fmla="*/ 1133893 h 2344321"/>
              <a:gd name="connsiteX3" fmla="*/ 2013817 w 3757570"/>
              <a:gd name="connsiteY3" fmla="*/ 117573 h 2344321"/>
              <a:gd name="connsiteX4" fmla="*/ 0 w 3757570"/>
              <a:gd name="connsiteY4" fmla="*/ 62228 h 2344321"/>
              <a:gd name="connsiteX0" fmla="*/ 375138 w 3782447"/>
              <a:gd name="connsiteY0" fmla="*/ 2344321 h 2344321"/>
              <a:gd name="connsiteX1" fmla="*/ 2135993 w 3782447"/>
              <a:gd name="connsiteY1" fmla="*/ 2072377 h 2344321"/>
              <a:gd name="connsiteX2" fmla="*/ 3782168 w 3782447"/>
              <a:gd name="connsiteY2" fmla="*/ 897518 h 2344321"/>
              <a:gd name="connsiteX3" fmla="*/ 2013817 w 3782447"/>
              <a:gd name="connsiteY3" fmla="*/ 117573 h 2344321"/>
              <a:gd name="connsiteX4" fmla="*/ 0 w 3782447"/>
              <a:gd name="connsiteY4" fmla="*/ 62228 h 2344321"/>
              <a:gd name="connsiteX0" fmla="*/ 375138 w 3552350"/>
              <a:gd name="connsiteY0" fmla="*/ 2344321 h 2344321"/>
              <a:gd name="connsiteX1" fmla="*/ 2135993 w 3552350"/>
              <a:gd name="connsiteY1" fmla="*/ 2072377 h 2344321"/>
              <a:gd name="connsiteX2" fmla="*/ 3552013 w 3552350"/>
              <a:gd name="connsiteY2" fmla="*/ 916179 h 2344321"/>
              <a:gd name="connsiteX3" fmla="*/ 2013817 w 3552350"/>
              <a:gd name="connsiteY3" fmla="*/ 117573 h 2344321"/>
              <a:gd name="connsiteX4" fmla="*/ 0 w 3552350"/>
              <a:gd name="connsiteY4" fmla="*/ 62228 h 2344321"/>
              <a:gd name="connsiteX0" fmla="*/ 375138 w 3553704"/>
              <a:gd name="connsiteY0" fmla="*/ 2344321 h 2344321"/>
              <a:gd name="connsiteX1" fmla="*/ 2272842 w 3553704"/>
              <a:gd name="connsiteY1" fmla="*/ 2022613 h 2344321"/>
              <a:gd name="connsiteX2" fmla="*/ 3552013 w 3553704"/>
              <a:gd name="connsiteY2" fmla="*/ 916179 h 2344321"/>
              <a:gd name="connsiteX3" fmla="*/ 2013817 w 3553704"/>
              <a:gd name="connsiteY3" fmla="*/ 117573 h 2344321"/>
              <a:gd name="connsiteX4" fmla="*/ 0 w 3553704"/>
              <a:gd name="connsiteY4" fmla="*/ 62228 h 2344321"/>
              <a:gd name="connsiteX0" fmla="*/ 375138 w 3553717"/>
              <a:gd name="connsiteY0" fmla="*/ 2344321 h 2344321"/>
              <a:gd name="connsiteX1" fmla="*/ 2272842 w 3553717"/>
              <a:gd name="connsiteY1" fmla="*/ 2022613 h 2344321"/>
              <a:gd name="connsiteX2" fmla="*/ 3552013 w 3553717"/>
              <a:gd name="connsiteY2" fmla="*/ 916179 h 2344321"/>
              <a:gd name="connsiteX3" fmla="*/ 2013817 w 3553717"/>
              <a:gd name="connsiteY3" fmla="*/ 117573 h 2344321"/>
              <a:gd name="connsiteX4" fmla="*/ 0 w 3553717"/>
              <a:gd name="connsiteY4" fmla="*/ 62228 h 2344321"/>
              <a:gd name="connsiteX0" fmla="*/ 375138 w 3590965"/>
              <a:gd name="connsiteY0" fmla="*/ 2344321 h 2344321"/>
              <a:gd name="connsiteX1" fmla="*/ 2272842 w 3590965"/>
              <a:gd name="connsiteY1" fmla="*/ 2022613 h 2344321"/>
              <a:gd name="connsiteX2" fmla="*/ 3589335 w 3590965"/>
              <a:gd name="connsiteY2" fmla="*/ 1015705 h 2344321"/>
              <a:gd name="connsiteX3" fmla="*/ 2013817 w 3590965"/>
              <a:gd name="connsiteY3" fmla="*/ 117573 h 2344321"/>
              <a:gd name="connsiteX4" fmla="*/ 0 w 3590965"/>
              <a:gd name="connsiteY4" fmla="*/ 62228 h 2344321"/>
              <a:gd name="connsiteX0" fmla="*/ 375138 w 3589608"/>
              <a:gd name="connsiteY0" fmla="*/ 2344321 h 2344321"/>
              <a:gd name="connsiteX1" fmla="*/ 2272842 w 3589608"/>
              <a:gd name="connsiteY1" fmla="*/ 2022613 h 2344321"/>
              <a:gd name="connsiteX2" fmla="*/ 3589335 w 3589608"/>
              <a:gd name="connsiteY2" fmla="*/ 1015705 h 2344321"/>
              <a:gd name="connsiteX3" fmla="*/ 2013817 w 3589608"/>
              <a:gd name="connsiteY3" fmla="*/ 117573 h 2344321"/>
              <a:gd name="connsiteX4" fmla="*/ 0 w 3589608"/>
              <a:gd name="connsiteY4" fmla="*/ 62228 h 2344321"/>
              <a:gd name="connsiteX0" fmla="*/ 375138 w 3591237"/>
              <a:gd name="connsiteY0" fmla="*/ 2344321 h 2344321"/>
              <a:gd name="connsiteX1" fmla="*/ 2291503 w 3591237"/>
              <a:gd name="connsiteY1" fmla="*/ 2028833 h 2344321"/>
              <a:gd name="connsiteX2" fmla="*/ 3589335 w 3591237"/>
              <a:gd name="connsiteY2" fmla="*/ 1015705 h 2344321"/>
              <a:gd name="connsiteX3" fmla="*/ 2013817 w 3591237"/>
              <a:gd name="connsiteY3" fmla="*/ 117573 h 2344321"/>
              <a:gd name="connsiteX4" fmla="*/ 0 w 3591237"/>
              <a:gd name="connsiteY4" fmla="*/ 62228 h 2344321"/>
              <a:gd name="connsiteX0" fmla="*/ 375138 w 3590424"/>
              <a:gd name="connsiteY0" fmla="*/ 2344321 h 2344321"/>
              <a:gd name="connsiteX1" fmla="*/ 2229299 w 3590424"/>
              <a:gd name="connsiteY1" fmla="*/ 2078596 h 2344321"/>
              <a:gd name="connsiteX2" fmla="*/ 3589335 w 3590424"/>
              <a:gd name="connsiteY2" fmla="*/ 1015705 h 2344321"/>
              <a:gd name="connsiteX3" fmla="*/ 2013817 w 3590424"/>
              <a:gd name="connsiteY3" fmla="*/ 117573 h 2344321"/>
              <a:gd name="connsiteX4" fmla="*/ 0 w 3590424"/>
              <a:gd name="connsiteY4" fmla="*/ 62228 h 2344321"/>
              <a:gd name="connsiteX0" fmla="*/ 375138 w 3590532"/>
              <a:gd name="connsiteY0" fmla="*/ 2344321 h 2344321"/>
              <a:gd name="connsiteX1" fmla="*/ 2229299 w 3590532"/>
              <a:gd name="connsiteY1" fmla="*/ 2078596 h 2344321"/>
              <a:gd name="connsiteX2" fmla="*/ 3589335 w 3590532"/>
              <a:gd name="connsiteY2" fmla="*/ 1015705 h 2344321"/>
              <a:gd name="connsiteX3" fmla="*/ 2013817 w 3590532"/>
              <a:gd name="connsiteY3" fmla="*/ 117573 h 2344321"/>
              <a:gd name="connsiteX4" fmla="*/ 0 w 3590532"/>
              <a:gd name="connsiteY4" fmla="*/ 62228 h 2344321"/>
              <a:gd name="connsiteX0" fmla="*/ 375138 w 3602852"/>
              <a:gd name="connsiteY0" fmla="*/ 2344321 h 2344321"/>
              <a:gd name="connsiteX1" fmla="*/ 2229299 w 3602852"/>
              <a:gd name="connsiteY1" fmla="*/ 2078596 h 2344321"/>
              <a:gd name="connsiteX2" fmla="*/ 3601776 w 3602852"/>
              <a:gd name="connsiteY2" fmla="*/ 1121452 h 2344321"/>
              <a:gd name="connsiteX3" fmla="*/ 2013817 w 3602852"/>
              <a:gd name="connsiteY3" fmla="*/ 117573 h 2344321"/>
              <a:gd name="connsiteX4" fmla="*/ 0 w 3602852"/>
              <a:gd name="connsiteY4" fmla="*/ 62228 h 2344321"/>
              <a:gd name="connsiteX0" fmla="*/ 375138 w 3601920"/>
              <a:gd name="connsiteY0" fmla="*/ 2344321 h 2344321"/>
              <a:gd name="connsiteX1" fmla="*/ 2229299 w 3601920"/>
              <a:gd name="connsiteY1" fmla="*/ 2078596 h 2344321"/>
              <a:gd name="connsiteX2" fmla="*/ 3601776 w 3601920"/>
              <a:gd name="connsiteY2" fmla="*/ 1121452 h 2344321"/>
              <a:gd name="connsiteX3" fmla="*/ 2013817 w 3601920"/>
              <a:gd name="connsiteY3" fmla="*/ 117573 h 2344321"/>
              <a:gd name="connsiteX4" fmla="*/ 0 w 3601920"/>
              <a:gd name="connsiteY4" fmla="*/ 62228 h 2344321"/>
              <a:gd name="connsiteX0" fmla="*/ 375138 w 3601920"/>
              <a:gd name="connsiteY0" fmla="*/ 2344321 h 2344321"/>
              <a:gd name="connsiteX1" fmla="*/ 2229299 w 3601920"/>
              <a:gd name="connsiteY1" fmla="*/ 2078596 h 2344321"/>
              <a:gd name="connsiteX2" fmla="*/ 3601776 w 3601920"/>
              <a:gd name="connsiteY2" fmla="*/ 1121452 h 2344321"/>
              <a:gd name="connsiteX3" fmla="*/ 2013817 w 3601920"/>
              <a:gd name="connsiteY3" fmla="*/ 117573 h 2344321"/>
              <a:gd name="connsiteX4" fmla="*/ 0 w 3601920"/>
              <a:gd name="connsiteY4" fmla="*/ 62228 h 2344321"/>
              <a:gd name="connsiteX0" fmla="*/ 375138 w 3601920"/>
              <a:gd name="connsiteY0" fmla="*/ 2344321 h 2344321"/>
              <a:gd name="connsiteX1" fmla="*/ 2229299 w 3601920"/>
              <a:gd name="connsiteY1" fmla="*/ 2078596 h 2344321"/>
              <a:gd name="connsiteX2" fmla="*/ 3601776 w 3601920"/>
              <a:gd name="connsiteY2" fmla="*/ 1121452 h 2344321"/>
              <a:gd name="connsiteX3" fmla="*/ 2013817 w 3601920"/>
              <a:gd name="connsiteY3" fmla="*/ 117573 h 2344321"/>
              <a:gd name="connsiteX4" fmla="*/ 0 w 3601920"/>
              <a:gd name="connsiteY4" fmla="*/ 62228 h 2344321"/>
              <a:gd name="connsiteX0" fmla="*/ 375138 w 3674428"/>
              <a:gd name="connsiteY0" fmla="*/ 2344321 h 2344321"/>
              <a:gd name="connsiteX1" fmla="*/ 2229299 w 3674428"/>
              <a:gd name="connsiteY1" fmla="*/ 2078596 h 2344321"/>
              <a:gd name="connsiteX2" fmla="*/ 3287252 w 3674428"/>
              <a:gd name="connsiteY2" fmla="*/ 1564537 h 2344321"/>
              <a:gd name="connsiteX3" fmla="*/ 3601776 w 3674428"/>
              <a:gd name="connsiteY3" fmla="*/ 1121452 h 2344321"/>
              <a:gd name="connsiteX4" fmla="*/ 2013817 w 3674428"/>
              <a:gd name="connsiteY4" fmla="*/ 117573 h 2344321"/>
              <a:gd name="connsiteX5" fmla="*/ 0 w 3674428"/>
              <a:gd name="connsiteY5" fmla="*/ 62228 h 2344321"/>
              <a:gd name="connsiteX0" fmla="*/ 375138 w 3784109"/>
              <a:gd name="connsiteY0" fmla="*/ 2344321 h 2344321"/>
              <a:gd name="connsiteX1" fmla="*/ 2229299 w 3784109"/>
              <a:gd name="connsiteY1" fmla="*/ 2078596 h 2344321"/>
              <a:gd name="connsiteX2" fmla="*/ 3287252 w 3784109"/>
              <a:gd name="connsiteY2" fmla="*/ 1564537 h 2344321"/>
              <a:gd name="connsiteX3" fmla="*/ 3726184 w 3784109"/>
              <a:gd name="connsiteY3" fmla="*/ 785550 h 2344321"/>
              <a:gd name="connsiteX4" fmla="*/ 2013817 w 3784109"/>
              <a:gd name="connsiteY4" fmla="*/ 117573 h 2344321"/>
              <a:gd name="connsiteX5" fmla="*/ 0 w 3784109"/>
              <a:gd name="connsiteY5" fmla="*/ 62228 h 2344321"/>
              <a:gd name="connsiteX0" fmla="*/ 375138 w 3869369"/>
              <a:gd name="connsiteY0" fmla="*/ 2344321 h 2344321"/>
              <a:gd name="connsiteX1" fmla="*/ 2229299 w 3869369"/>
              <a:gd name="connsiteY1" fmla="*/ 2078596 h 2344321"/>
              <a:gd name="connsiteX2" fmla="*/ 3616934 w 3869369"/>
              <a:gd name="connsiteY2" fmla="*/ 1701385 h 2344321"/>
              <a:gd name="connsiteX3" fmla="*/ 3726184 w 3869369"/>
              <a:gd name="connsiteY3" fmla="*/ 785550 h 2344321"/>
              <a:gd name="connsiteX4" fmla="*/ 2013817 w 3869369"/>
              <a:gd name="connsiteY4" fmla="*/ 117573 h 2344321"/>
              <a:gd name="connsiteX5" fmla="*/ 0 w 3869369"/>
              <a:gd name="connsiteY5" fmla="*/ 62228 h 2344321"/>
              <a:gd name="connsiteX0" fmla="*/ 375138 w 3837224"/>
              <a:gd name="connsiteY0" fmla="*/ 2344321 h 2344321"/>
              <a:gd name="connsiteX1" fmla="*/ 2229299 w 3837224"/>
              <a:gd name="connsiteY1" fmla="*/ 2078596 h 2344321"/>
              <a:gd name="connsiteX2" fmla="*/ 3616934 w 3837224"/>
              <a:gd name="connsiteY2" fmla="*/ 1701385 h 2344321"/>
              <a:gd name="connsiteX3" fmla="*/ 3676420 w 3837224"/>
              <a:gd name="connsiteY3" fmla="*/ 729566 h 2344321"/>
              <a:gd name="connsiteX4" fmla="*/ 2013817 w 3837224"/>
              <a:gd name="connsiteY4" fmla="*/ 117573 h 2344321"/>
              <a:gd name="connsiteX5" fmla="*/ 0 w 3837224"/>
              <a:gd name="connsiteY5" fmla="*/ 62228 h 2344321"/>
              <a:gd name="connsiteX0" fmla="*/ 375138 w 3826237"/>
              <a:gd name="connsiteY0" fmla="*/ 2344321 h 2344321"/>
              <a:gd name="connsiteX1" fmla="*/ 2229299 w 3826237"/>
              <a:gd name="connsiteY1" fmla="*/ 2078596 h 2344321"/>
              <a:gd name="connsiteX2" fmla="*/ 3592052 w 3826237"/>
              <a:gd name="connsiteY2" fmla="*/ 1744928 h 2344321"/>
              <a:gd name="connsiteX3" fmla="*/ 3676420 w 3826237"/>
              <a:gd name="connsiteY3" fmla="*/ 729566 h 2344321"/>
              <a:gd name="connsiteX4" fmla="*/ 2013817 w 3826237"/>
              <a:gd name="connsiteY4" fmla="*/ 117573 h 2344321"/>
              <a:gd name="connsiteX5" fmla="*/ 0 w 3826237"/>
              <a:gd name="connsiteY5" fmla="*/ 62228 h 2344321"/>
              <a:gd name="connsiteX0" fmla="*/ 381359 w 3832458"/>
              <a:gd name="connsiteY0" fmla="*/ 2317336 h 2317336"/>
              <a:gd name="connsiteX1" fmla="*/ 2235520 w 3832458"/>
              <a:gd name="connsiteY1" fmla="*/ 2051611 h 2317336"/>
              <a:gd name="connsiteX2" fmla="*/ 3598273 w 3832458"/>
              <a:gd name="connsiteY2" fmla="*/ 1717943 h 2317336"/>
              <a:gd name="connsiteX3" fmla="*/ 3682641 w 3832458"/>
              <a:gd name="connsiteY3" fmla="*/ 702581 h 2317336"/>
              <a:gd name="connsiteX4" fmla="*/ 2020038 w 3832458"/>
              <a:gd name="connsiteY4" fmla="*/ 90588 h 2317336"/>
              <a:gd name="connsiteX5" fmla="*/ 0 w 3832458"/>
              <a:gd name="connsiteY5" fmla="*/ 78786 h 2317336"/>
              <a:gd name="connsiteX0" fmla="*/ 381359 w 3832458"/>
              <a:gd name="connsiteY0" fmla="*/ 2317336 h 2317336"/>
              <a:gd name="connsiteX1" fmla="*/ 2042687 w 3832458"/>
              <a:gd name="connsiteY1" fmla="*/ 2082713 h 2317336"/>
              <a:gd name="connsiteX2" fmla="*/ 3598273 w 3832458"/>
              <a:gd name="connsiteY2" fmla="*/ 1717943 h 2317336"/>
              <a:gd name="connsiteX3" fmla="*/ 3682641 w 3832458"/>
              <a:gd name="connsiteY3" fmla="*/ 702581 h 2317336"/>
              <a:gd name="connsiteX4" fmla="*/ 2020038 w 3832458"/>
              <a:gd name="connsiteY4" fmla="*/ 90588 h 2317336"/>
              <a:gd name="connsiteX5" fmla="*/ 0 w 3832458"/>
              <a:gd name="connsiteY5" fmla="*/ 78786 h 2317336"/>
              <a:gd name="connsiteX0" fmla="*/ 381359 w 3835136"/>
              <a:gd name="connsiteY0" fmla="*/ 2317336 h 2317336"/>
              <a:gd name="connsiteX1" fmla="*/ 2042687 w 3835136"/>
              <a:gd name="connsiteY1" fmla="*/ 2082713 h 2317336"/>
              <a:gd name="connsiteX2" fmla="*/ 3604493 w 3835136"/>
              <a:gd name="connsiteY2" fmla="*/ 1724163 h 2317336"/>
              <a:gd name="connsiteX3" fmla="*/ 3682641 w 3835136"/>
              <a:gd name="connsiteY3" fmla="*/ 702581 h 2317336"/>
              <a:gd name="connsiteX4" fmla="*/ 2020038 w 3835136"/>
              <a:gd name="connsiteY4" fmla="*/ 90588 h 2317336"/>
              <a:gd name="connsiteX5" fmla="*/ 0 w 3835136"/>
              <a:gd name="connsiteY5" fmla="*/ 78786 h 2317336"/>
              <a:gd name="connsiteX0" fmla="*/ 381359 w 3824520"/>
              <a:gd name="connsiteY0" fmla="*/ 2317336 h 2317336"/>
              <a:gd name="connsiteX1" fmla="*/ 2042687 w 3824520"/>
              <a:gd name="connsiteY1" fmla="*/ 2082713 h 2317336"/>
              <a:gd name="connsiteX2" fmla="*/ 3604493 w 3824520"/>
              <a:gd name="connsiteY2" fmla="*/ 1724163 h 2317336"/>
              <a:gd name="connsiteX3" fmla="*/ 3682641 w 3824520"/>
              <a:gd name="connsiteY3" fmla="*/ 702581 h 2317336"/>
              <a:gd name="connsiteX4" fmla="*/ 2020038 w 3824520"/>
              <a:gd name="connsiteY4" fmla="*/ 90588 h 2317336"/>
              <a:gd name="connsiteX5" fmla="*/ 0 w 3824520"/>
              <a:gd name="connsiteY5" fmla="*/ 78786 h 2317336"/>
              <a:gd name="connsiteX0" fmla="*/ 381359 w 3819091"/>
              <a:gd name="connsiteY0" fmla="*/ 2317336 h 2317336"/>
              <a:gd name="connsiteX1" fmla="*/ 2042687 w 3819091"/>
              <a:gd name="connsiteY1" fmla="*/ 2082713 h 2317336"/>
              <a:gd name="connsiteX2" fmla="*/ 3604493 w 3819091"/>
              <a:gd name="connsiteY2" fmla="*/ 1724163 h 2317336"/>
              <a:gd name="connsiteX3" fmla="*/ 3682641 w 3819091"/>
              <a:gd name="connsiteY3" fmla="*/ 702581 h 2317336"/>
              <a:gd name="connsiteX4" fmla="*/ 2020038 w 3819091"/>
              <a:gd name="connsiteY4" fmla="*/ 90588 h 2317336"/>
              <a:gd name="connsiteX5" fmla="*/ 0 w 3819091"/>
              <a:gd name="connsiteY5" fmla="*/ 78786 h 2317336"/>
              <a:gd name="connsiteX0" fmla="*/ 381359 w 3819091"/>
              <a:gd name="connsiteY0" fmla="*/ 2317336 h 2317336"/>
              <a:gd name="connsiteX1" fmla="*/ 2042687 w 3819091"/>
              <a:gd name="connsiteY1" fmla="*/ 2082713 h 2317336"/>
              <a:gd name="connsiteX2" fmla="*/ 3604493 w 3819091"/>
              <a:gd name="connsiteY2" fmla="*/ 1724163 h 2317336"/>
              <a:gd name="connsiteX3" fmla="*/ 3682641 w 3819091"/>
              <a:gd name="connsiteY3" fmla="*/ 702581 h 2317336"/>
              <a:gd name="connsiteX4" fmla="*/ 2020038 w 3819091"/>
              <a:gd name="connsiteY4" fmla="*/ 90588 h 2317336"/>
              <a:gd name="connsiteX5" fmla="*/ 0 w 3819091"/>
              <a:gd name="connsiteY5" fmla="*/ 78786 h 2317336"/>
              <a:gd name="connsiteX0" fmla="*/ 381359 w 3837393"/>
              <a:gd name="connsiteY0" fmla="*/ 2317336 h 2317336"/>
              <a:gd name="connsiteX1" fmla="*/ 2042687 w 3837393"/>
              <a:gd name="connsiteY1" fmla="*/ 2082713 h 2317336"/>
              <a:gd name="connsiteX2" fmla="*/ 3604493 w 3837393"/>
              <a:gd name="connsiteY2" fmla="*/ 1724163 h 2317336"/>
              <a:gd name="connsiteX3" fmla="*/ 3682641 w 3837393"/>
              <a:gd name="connsiteY3" fmla="*/ 702581 h 2317336"/>
              <a:gd name="connsiteX4" fmla="*/ 2020038 w 3837393"/>
              <a:gd name="connsiteY4" fmla="*/ 90588 h 2317336"/>
              <a:gd name="connsiteX5" fmla="*/ 0 w 3837393"/>
              <a:gd name="connsiteY5" fmla="*/ 78786 h 2317336"/>
              <a:gd name="connsiteX0" fmla="*/ 381359 w 3837393"/>
              <a:gd name="connsiteY0" fmla="*/ 2317336 h 2317336"/>
              <a:gd name="connsiteX1" fmla="*/ 2042687 w 3837393"/>
              <a:gd name="connsiteY1" fmla="*/ 2082713 h 2317336"/>
              <a:gd name="connsiteX2" fmla="*/ 3604493 w 3837393"/>
              <a:gd name="connsiteY2" fmla="*/ 1724163 h 2317336"/>
              <a:gd name="connsiteX3" fmla="*/ 3682641 w 3837393"/>
              <a:gd name="connsiteY3" fmla="*/ 702581 h 2317336"/>
              <a:gd name="connsiteX4" fmla="*/ 2020038 w 3837393"/>
              <a:gd name="connsiteY4" fmla="*/ 90588 h 2317336"/>
              <a:gd name="connsiteX5" fmla="*/ 0 w 3837393"/>
              <a:gd name="connsiteY5" fmla="*/ 78786 h 2317336"/>
              <a:gd name="connsiteX0" fmla="*/ 381359 w 3837393"/>
              <a:gd name="connsiteY0" fmla="*/ 2317336 h 2317336"/>
              <a:gd name="connsiteX1" fmla="*/ 2042687 w 3837393"/>
              <a:gd name="connsiteY1" fmla="*/ 2113815 h 2317336"/>
              <a:gd name="connsiteX2" fmla="*/ 3604493 w 3837393"/>
              <a:gd name="connsiteY2" fmla="*/ 1724163 h 2317336"/>
              <a:gd name="connsiteX3" fmla="*/ 3682641 w 3837393"/>
              <a:gd name="connsiteY3" fmla="*/ 702581 h 2317336"/>
              <a:gd name="connsiteX4" fmla="*/ 2020038 w 3837393"/>
              <a:gd name="connsiteY4" fmla="*/ 90588 h 2317336"/>
              <a:gd name="connsiteX5" fmla="*/ 0 w 3837393"/>
              <a:gd name="connsiteY5" fmla="*/ 78786 h 2317336"/>
              <a:gd name="connsiteX0" fmla="*/ 381359 w 3907890"/>
              <a:gd name="connsiteY0" fmla="*/ 2317336 h 2317336"/>
              <a:gd name="connsiteX1" fmla="*/ 2042687 w 3907890"/>
              <a:gd name="connsiteY1" fmla="*/ 2113815 h 2317336"/>
              <a:gd name="connsiteX2" fmla="*/ 3728153 w 3907890"/>
              <a:gd name="connsiteY2" fmla="*/ 1686841 h 2317336"/>
              <a:gd name="connsiteX3" fmla="*/ 3682641 w 3907890"/>
              <a:gd name="connsiteY3" fmla="*/ 702581 h 2317336"/>
              <a:gd name="connsiteX4" fmla="*/ 2020038 w 3907890"/>
              <a:gd name="connsiteY4" fmla="*/ 90588 h 2317336"/>
              <a:gd name="connsiteX5" fmla="*/ 0 w 3907890"/>
              <a:gd name="connsiteY5" fmla="*/ 78786 h 2317336"/>
              <a:gd name="connsiteX0" fmla="*/ 381359 w 3780030"/>
              <a:gd name="connsiteY0" fmla="*/ 2317336 h 2317336"/>
              <a:gd name="connsiteX1" fmla="*/ 2042687 w 3780030"/>
              <a:gd name="connsiteY1" fmla="*/ 2113815 h 2317336"/>
              <a:gd name="connsiteX2" fmla="*/ 3431125 w 3780030"/>
              <a:gd name="connsiteY2" fmla="*/ 1665070 h 2317336"/>
              <a:gd name="connsiteX3" fmla="*/ 3682641 w 3780030"/>
              <a:gd name="connsiteY3" fmla="*/ 702581 h 2317336"/>
              <a:gd name="connsiteX4" fmla="*/ 2020038 w 3780030"/>
              <a:gd name="connsiteY4" fmla="*/ 90588 h 2317336"/>
              <a:gd name="connsiteX5" fmla="*/ 0 w 3780030"/>
              <a:gd name="connsiteY5" fmla="*/ 78786 h 2317336"/>
              <a:gd name="connsiteX0" fmla="*/ 381359 w 3625751"/>
              <a:gd name="connsiteY0" fmla="*/ 2317336 h 2317336"/>
              <a:gd name="connsiteX1" fmla="*/ 2042687 w 3625751"/>
              <a:gd name="connsiteY1" fmla="*/ 2113815 h 2317336"/>
              <a:gd name="connsiteX2" fmla="*/ 3431125 w 3625751"/>
              <a:gd name="connsiteY2" fmla="*/ 1665070 h 2317336"/>
              <a:gd name="connsiteX3" fmla="*/ 3453506 w 3625751"/>
              <a:gd name="connsiteY3" fmla="*/ 651781 h 2317336"/>
              <a:gd name="connsiteX4" fmla="*/ 2020038 w 3625751"/>
              <a:gd name="connsiteY4" fmla="*/ 90588 h 2317336"/>
              <a:gd name="connsiteX5" fmla="*/ 0 w 3625751"/>
              <a:gd name="connsiteY5" fmla="*/ 78786 h 2317336"/>
              <a:gd name="connsiteX0" fmla="*/ 381359 w 3625751"/>
              <a:gd name="connsiteY0" fmla="*/ 2317336 h 2317336"/>
              <a:gd name="connsiteX1" fmla="*/ 2042687 w 3625751"/>
              <a:gd name="connsiteY1" fmla="*/ 2113815 h 2317336"/>
              <a:gd name="connsiteX2" fmla="*/ 3431125 w 3625751"/>
              <a:gd name="connsiteY2" fmla="*/ 1665070 h 2317336"/>
              <a:gd name="connsiteX3" fmla="*/ 3453506 w 3625751"/>
              <a:gd name="connsiteY3" fmla="*/ 651781 h 2317336"/>
              <a:gd name="connsiteX4" fmla="*/ 2020038 w 3625751"/>
              <a:gd name="connsiteY4" fmla="*/ 90588 h 2317336"/>
              <a:gd name="connsiteX5" fmla="*/ 0 w 3625751"/>
              <a:gd name="connsiteY5" fmla="*/ 78786 h 2317336"/>
              <a:gd name="connsiteX0" fmla="*/ 381359 w 3625751"/>
              <a:gd name="connsiteY0" fmla="*/ 2317336 h 2317336"/>
              <a:gd name="connsiteX1" fmla="*/ 2034200 w 3625751"/>
              <a:gd name="connsiteY1" fmla="*/ 2026729 h 2317336"/>
              <a:gd name="connsiteX2" fmla="*/ 3431125 w 3625751"/>
              <a:gd name="connsiteY2" fmla="*/ 1665070 h 2317336"/>
              <a:gd name="connsiteX3" fmla="*/ 3453506 w 3625751"/>
              <a:gd name="connsiteY3" fmla="*/ 651781 h 2317336"/>
              <a:gd name="connsiteX4" fmla="*/ 2020038 w 3625751"/>
              <a:gd name="connsiteY4" fmla="*/ 90588 h 2317336"/>
              <a:gd name="connsiteX5" fmla="*/ 0 w 3625751"/>
              <a:gd name="connsiteY5" fmla="*/ 78786 h 2317336"/>
              <a:gd name="connsiteX0" fmla="*/ 381359 w 3603850"/>
              <a:gd name="connsiteY0" fmla="*/ 2317336 h 2317336"/>
              <a:gd name="connsiteX1" fmla="*/ 2034200 w 3603850"/>
              <a:gd name="connsiteY1" fmla="*/ 2026729 h 2317336"/>
              <a:gd name="connsiteX2" fmla="*/ 3388692 w 3603850"/>
              <a:gd name="connsiteY2" fmla="*/ 1512670 h 2317336"/>
              <a:gd name="connsiteX3" fmla="*/ 3453506 w 3603850"/>
              <a:gd name="connsiteY3" fmla="*/ 651781 h 2317336"/>
              <a:gd name="connsiteX4" fmla="*/ 2020038 w 3603850"/>
              <a:gd name="connsiteY4" fmla="*/ 90588 h 2317336"/>
              <a:gd name="connsiteX5" fmla="*/ 0 w 3603850"/>
              <a:gd name="connsiteY5" fmla="*/ 78786 h 2317336"/>
              <a:gd name="connsiteX0" fmla="*/ 381359 w 3603851"/>
              <a:gd name="connsiteY0" fmla="*/ 2317336 h 2317336"/>
              <a:gd name="connsiteX1" fmla="*/ 1013260 w 3603851"/>
              <a:gd name="connsiteY1" fmla="*/ 2213502 h 2317336"/>
              <a:gd name="connsiteX2" fmla="*/ 2034200 w 3603851"/>
              <a:gd name="connsiteY2" fmla="*/ 2026729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1097 w 3603851"/>
              <a:gd name="connsiteY1" fmla="*/ 2003045 h 2317336"/>
              <a:gd name="connsiteX2" fmla="*/ 2034200 w 3603851"/>
              <a:gd name="connsiteY2" fmla="*/ 2026729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1097 w 3603851"/>
              <a:gd name="connsiteY1" fmla="*/ 2003045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0"/>
              <a:gd name="connsiteY0" fmla="*/ 2317336 h 2317336"/>
              <a:gd name="connsiteX1" fmla="*/ 809583 w 3603850"/>
              <a:gd name="connsiteY1" fmla="*/ 2032073 h 2317336"/>
              <a:gd name="connsiteX2" fmla="*/ 2017226 w 3603850"/>
              <a:gd name="connsiteY2" fmla="*/ 1932386 h 2317336"/>
              <a:gd name="connsiteX3" fmla="*/ 3388692 w 3603850"/>
              <a:gd name="connsiteY3" fmla="*/ 1512670 h 2317336"/>
              <a:gd name="connsiteX4" fmla="*/ 3453506 w 3603850"/>
              <a:gd name="connsiteY4" fmla="*/ 651781 h 2317336"/>
              <a:gd name="connsiteX5" fmla="*/ 2020038 w 3603850"/>
              <a:gd name="connsiteY5" fmla="*/ 90588 h 2317336"/>
              <a:gd name="connsiteX6" fmla="*/ 0 w 3603850"/>
              <a:gd name="connsiteY6" fmla="*/ 78786 h 2317336"/>
              <a:gd name="connsiteX0" fmla="*/ 381359 w 3603850"/>
              <a:gd name="connsiteY0" fmla="*/ 2331812 h 2331812"/>
              <a:gd name="connsiteX1" fmla="*/ 809583 w 3603850"/>
              <a:gd name="connsiteY1" fmla="*/ 2046549 h 2331812"/>
              <a:gd name="connsiteX2" fmla="*/ 2017226 w 3603850"/>
              <a:gd name="connsiteY2" fmla="*/ 1946862 h 2331812"/>
              <a:gd name="connsiteX3" fmla="*/ 3388692 w 3603850"/>
              <a:gd name="connsiteY3" fmla="*/ 1527146 h 2331812"/>
              <a:gd name="connsiteX4" fmla="*/ 3453506 w 3603850"/>
              <a:gd name="connsiteY4" fmla="*/ 666257 h 2331812"/>
              <a:gd name="connsiteX5" fmla="*/ 2020038 w 3603850"/>
              <a:gd name="connsiteY5" fmla="*/ 105064 h 2331812"/>
              <a:gd name="connsiteX6" fmla="*/ 631367 w 3603850"/>
              <a:gd name="connsiteY6" fmla="*/ 35 h 2331812"/>
              <a:gd name="connsiteX7" fmla="*/ 0 w 3603850"/>
              <a:gd name="connsiteY7" fmla="*/ 93262 h 2331812"/>
              <a:gd name="connsiteX0" fmla="*/ 381359 w 3603850"/>
              <a:gd name="connsiteY0" fmla="*/ 2447906 h 2447906"/>
              <a:gd name="connsiteX1" fmla="*/ 809583 w 3603850"/>
              <a:gd name="connsiteY1" fmla="*/ 2162643 h 2447906"/>
              <a:gd name="connsiteX2" fmla="*/ 2017226 w 3603850"/>
              <a:gd name="connsiteY2" fmla="*/ 2062956 h 2447906"/>
              <a:gd name="connsiteX3" fmla="*/ 3388692 w 3603850"/>
              <a:gd name="connsiteY3" fmla="*/ 1643240 h 2447906"/>
              <a:gd name="connsiteX4" fmla="*/ 3453506 w 3603850"/>
              <a:gd name="connsiteY4" fmla="*/ 782351 h 2447906"/>
              <a:gd name="connsiteX5" fmla="*/ 2020038 w 3603850"/>
              <a:gd name="connsiteY5" fmla="*/ 221158 h 2447906"/>
              <a:gd name="connsiteX6" fmla="*/ 673800 w 3603850"/>
              <a:gd name="connsiteY6" fmla="*/ 14 h 2447906"/>
              <a:gd name="connsiteX7" fmla="*/ 0 w 3603850"/>
              <a:gd name="connsiteY7" fmla="*/ 209356 h 2447906"/>
              <a:gd name="connsiteX0" fmla="*/ 160709 w 3383200"/>
              <a:gd name="connsiteY0" fmla="*/ 2447907 h 2447907"/>
              <a:gd name="connsiteX1" fmla="*/ 588933 w 3383200"/>
              <a:gd name="connsiteY1" fmla="*/ 2162644 h 2447907"/>
              <a:gd name="connsiteX2" fmla="*/ 1796576 w 3383200"/>
              <a:gd name="connsiteY2" fmla="*/ 2062957 h 2447907"/>
              <a:gd name="connsiteX3" fmla="*/ 3168042 w 3383200"/>
              <a:gd name="connsiteY3" fmla="*/ 1643241 h 2447907"/>
              <a:gd name="connsiteX4" fmla="*/ 3232856 w 3383200"/>
              <a:gd name="connsiteY4" fmla="*/ 782352 h 2447907"/>
              <a:gd name="connsiteX5" fmla="*/ 1799388 w 3383200"/>
              <a:gd name="connsiteY5" fmla="*/ 221159 h 2447907"/>
              <a:gd name="connsiteX6" fmla="*/ 453150 w 3383200"/>
              <a:gd name="connsiteY6" fmla="*/ 15 h 2447907"/>
              <a:gd name="connsiteX7" fmla="*/ 0 w 3383200"/>
              <a:gd name="connsiteY7" fmla="*/ 202100 h 2447907"/>
              <a:gd name="connsiteX0" fmla="*/ 160709 w 3383200"/>
              <a:gd name="connsiteY0" fmla="*/ 2491447 h 2491447"/>
              <a:gd name="connsiteX1" fmla="*/ 588933 w 3383200"/>
              <a:gd name="connsiteY1" fmla="*/ 2206184 h 2491447"/>
              <a:gd name="connsiteX2" fmla="*/ 1796576 w 3383200"/>
              <a:gd name="connsiteY2" fmla="*/ 2106497 h 2491447"/>
              <a:gd name="connsiteX3" fmla="*/ 3168042 w 3383200"/>
              <a:gd name="connsiteY3" fmla="*/ 1686781 h 2491447"/>
              <a:gd name="connsiteX4" fmla="*/ 3232856 w 3383200"/>
              <a:gd name="connsiteY4" fmla="*/ 825892 h 2491447"/>
              <a:gd name="connsiteX5" fmla="*/ 1799388 w 3383200"/>
              <a:gd name="connsiteY5" fmla="*/ 264699 h 2491447"/>
              <a:gd name="connsiteX6" fmla="*/ 597420 w 3383200"/>
              <a:gd name="connsiteY6" fmla="*/ 12 h 2491447"/>
              <a:gd name="connsiteX7" fmla="*/ 0 w 3383200"/>
              <a:gd name="connsiteY7" fmla="*/ 245640 h 2491447"/>
              <a:gd name="connsiteX0" fmla="*/ 50384 w 3272875"/>
              <a:gd name="connsiteY0" fmla="*/ 2491446 h 2491446"/>
              <a:gd name="connsiteX1" fmla="*/ 478608 w 3272875"/>
              <a:gd name="connsiteY1" fmla="*/ 2206183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0557"/>
              <a:gd name="connsiteY0" fmla="*/ 2491446 h 2491446"/>
              <a:gd name="connsiteX1" fmla="*/ 334336 w 3270557"/>
              <a:gd name="connsiteY1" fmla="*/ 2198926 h 2491446"/>
              <a:gd name="connsiteX2" fmla="*/ 1686251 w 3270557"/>
              <a:gd name="connsiteY2" fmla="*/ 2106496 h 2491446"/>
              <a:gd name="connsiteX3" fmla="*/ 3057717 w 3270557"/>
              <a:gd name="connsiteY3" fmla="*/ 1686780 h 2491446"/>
              <a:gd name="connsiteX4" fmla="*/ 3122531 w 3270557"/>
              <a:gd name="connsiteY4" fmla="*/ 825891 h 2491446"/>
              <a:gd name="connsiteX5" fmla="*/ 1723008 w 3270557"/>
              <a:gd name="connsiteY5" fmla="*/ 235669 h 2491446"/>
              <a:gd name="connsiteX6" fmla="*/ 487095 w 3270557"/>
              <a:gd name="connsiteY6" fmla="*/ 11 h 2491446"/>
              <a:gd name="connsiteX7" fmla="*/ 0 w 3270557"/>
              <a:gd name="connsiteY7" fmla="*/ 289182 h 24914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270557" h="2491446">
                <a:moveTo>
                  <a:pt x="50384" y="2491446"/>
                </a:moveTo>
                <a:cubicBezTo>
                  <a:pt x="193125" y="2396358"/>
                  <a:pt x="-46028" y="2337557"/>
                  <a:pt x="334336" y="2198926"/>
                </a:cubicBezTo>
                <a:cubicBezTo>
                  <a:pt x="898351" y="2128719"/>
                  <a:pt x="1232354" y="2191854"/>
                  <a:pt x="1686251" y="2106496"/>
                </a:cubicBezTo>
                <a:cubicBezTo>
                  <a:pt x="2140148" y="2021138"/>
                  <a:pt x="2629918" y="1970713"/>
                  <a:pt x="3057717" y="1686780"/>
                </a:cubicBezTo>
                <a:cubicBezTo>
                  <a:pt x="3311344" y="1440171"/>
                  <a:pt x="3344983" y="1067743"/>
                  <a:pt x="3122531" y="825891"/>
                </a:cubicBezTo>
                <a:cubicBezTo>
                  <a:pt x="2900080" y="584039"/>
                  <a:pt x="2193364" y="346706"/>
                  <a:pt x="1723008" y="235669"/>
                </a:cubicBezTo>
                <a:cubicBezTo>
                  <a:pt x="1252652" y="124632"/>
                  <a:pt x="823768" y="1978"/>
                  <a:pt x="487095" y="11"/>
                </a:cubicBezTo>
                <a:cubicBezTo>
                  <a:pt x="150422" y="-1956"/>
                  <a:pt x="105228" y="273644"/>
                  <a:pt x="0" y="289182"/>
                </a:cubicBezTo>
              </a:path>
            </a:pathLst>
          </a:custGeom>
          <a:noFill/>
          <a:ln w="5715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046524B-83D6-88AD-D6B0-A21C4B2A3FB4}"/>
              </a:ext>
            </a:extLst>
          </p:cNvPr>
          <p:cNvSpPr txBox="1"/>
          <p:nvPr/>
        </p:nvSpPr>
        <p:spPr>
          <a:xfrm>
            <a:off x="10290837" y="4407583"/>
            <a:ext cx="1205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Passed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B1266723-8E56-1FE5-EA4F-33334BBB5D49}"/>
              </a:ext>
            </a:extLst>
          </p:cNvPr>
          <p:cNvSpPr/>
          <p:nvPr/>
        </p:nvSpPr>
        <p:spPr>
          <a:xfrm flipH="1">
            <a:off x="1718961" y="6107545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72976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call</a:t>
            </a:r>
          </a:p>
        </p:txBody>
      </p:sp>
    </p:spTree>
    <p:extLst>
      <p:ext uri="{BB962C8B-B14F-4D97-AF65-F5344CB8AC3E}">
        <p14:creationId xmlns:p14="http://schemas.microsoft.com/office/powerpoint/2010/main" val="8227555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7" grpId="0" animBg="1"/>
      <p:bldP spid="3" grpId="0"/>
      <p:bldP spid="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Parameter Passing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171896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5051122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Positional Parameters (Order Matters)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48" y="2139633"/>
            <a:ext cx="7190500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  <a:endParaRPr lang="en-US" altLang="en-US" sz="48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CE53807C-0EE1-242A-430E-565F7F51A109}"/>
              </a:ext>
            </a:extLst>
          </p:cNvPr>
          <p:cNvSpPr txBox="1"/>
          <p:nvPr/>
        </p:nvSpPr>
        <p:spPr>
          <a:xfrm>
            <a:off x="2191824" y="6143337"/>
            <a:ext cx="78083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Actual parameters passed in order</a:t>
            </a:r>
          </a:p>
        </p:txBody>
      </p:sp>
    </p:spTree>
    <p:extLst>
      <p:ext uri="{BB962C8B-B14F-4D97-AF65-F5344CB8AC3E}">
        <p14:creationId xmlns:p14="http://schemas.microsoft.com/office/powerpoint/2010/main" val="14011085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52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9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Positional Parameters (Order Matters)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48" y="2139633"/>
            <a:ext cx="7190500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  <a:endParaRPr lang="en-US" altLang="en-US" sz="48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969638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Global and Local Variables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5737934" y="4347325"/>
            <a:ext cx="2785421" cy="463905"/>
          </a:xfrm>
          <a:prstGeom prst="callout2">
            <a:avLst>
              <a:gd name="adj1" fmla="val 49585"/>
              <a:gd name="adj2" fmla="val -2678"/>
              <a:gd name="adj3" fmla="val 50658"/>
              <a:gd name="adj4" fmla="val -27747"/>
              <a:gd name="adj5" fmla="val 94567"/>
              <a:gd name="adj6" fmla="val -4022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Global variable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7504010" y="1993702"/>
            <a:ext cx="2854077" cy="505431"/>
          </a:xfrm>
          <a:prstGeom prst="callout2">
            <a:avLst>
              <a:gd name="adj1" fmla="val 49438"/>
              <a:gd name="adj2" fmla="val -6442"/>
              <a:gd name="adj3" fmla="val 50138"/>
              <a:gd name="adj4" fmla="val -20619"/>
              <a:gd name="adj5" fmla="val 110837"/>
              <a:gd name="adj6" fmla="val -318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Local variable</a:t>
            </a:r>
            <a:endParaRPr lang="en-GB" sz="2800" dirty="0">
              <a:solidFill>
                <a:srgbClr val="7030A0"/>
              </a:solidFill>
            </a:endParaRP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64F822D9-BF36-4E02-A90B-2890AD4DE57B}"/>
              </a:ext>
            </a:extLst>
          </p:cNvPr>
          <p:cNvSpPr/>
          <p:nvPr/>
        </p:nvSpPr>
        <p:spPr>
          <a:xfrm>
            <a:off x="5737933" y="5873927"/>
            <a:ext cx="2785421" cy="463905"/>
          </a:xfrm>
          <a:prstGeom prst="callout2">
            <a:avLst>
              <a:gd name="adj1" fmla="val 49585"/>
              <a:gd name="adj2" fmla="val -2678"/>
              <a:gd name="adj3" fmla="val 52301"/>
              <a:gd name="adj4" fmla="val -28203"/>
              <a:gd name="adj5" fmla="val -18771"/>
              <a:gd name="adj6" fmla="val -3858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Global variable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E0381D51-F992-464F-BC3E-AEED0A3A459F}"/>
              </a:ext>
            </a:extLst>
          </p:cNvPr>
          <p:cNvSpPr/>
          <p:nvPr/>
        </p:nvSpPr>
        <p:spPr>
          <a:xfrm flipH="1">
            <a:off x="125729" y="3429000"/>
            <a:ext cx="2349467" cy="505431"/>
          </a:xfrm>
          <a:prstGeom prst="callout2">
            <a:avLst>
              <a:gd name="adj1" fmla="val 49438"/>
              <a:gd name="adj2" fmla="val -6442"/>
              <a:gd name="adj3" fmla="val 47877"/>
              <a:gd name="adj4" fmla="val -31322"/>
              <a:gd name="adj5" fmla="val 11333"/>
              <a:gd name="adj6" fmla="val -5690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Local variable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3289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9" grpId="0" animBg="1"/>
      <p:bldP spid="10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Global and Local Variables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</p:spTree>
    <p:extLst>
      <p:ext uri="{BB962C8B-B14F-4D97-AF65-F5344CB8AC3E}">
        <p14:creationId xmlns:p14="http://schemas.microsoft.com/office/powerpoint/2010/main" val="326339252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  <p:sp>
        <p:nvSpPr>
          <p:cNvPr id="13" name="Right Brace 12">
            <a:extLst>
              <a:ext uri="{FF2B5EF4-FFF2-40B4-BE49-F238E27FC236}">
                <a16:creationId xmlns:a16="http://schemas.microsoft.com/office/drawing/2014/main" id="{4EC898D5-A860-4456-9BB0-AF1597733438}"/>
              </a:ext>
            </a:extLst>
          </p:cNvPr>
          <p:cNvSpPr/>
          <p:nvPr/>
        </p:nvSpPr>
        <p:spPr>
          <a:xfrm>
            <a:off x="10206346" y="2393695"/>
            <a:ext cx="720121" cy="3667402"/>
          </a:xfrm>
          <a:prstGeom prst="rightBrace">
            <a:avLst>
              <a:gd name="adj1" fmla="val 0"/>
              <a:gd name="adj2" fmla="val 50000"/>
            </a:avLst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ight Brace 15">
            <a:extLst>
              <a:ext uri="{FF2B5EF4-FFF2-40B4-BE49-F238E27FC236}">
                <a16:creationId xmlns:a16="http://schemas.microsoft.com/office/drawing/2014/main" id="{75B97E84-D314-4DF4-AD03-F205FE5A17D3}"/>
              </a:ext>
            </a:extLst>
          </p:cNvPr>
          <p:cNvSpPr/>
          <p:nvPr/>
        </p:nvSpPr>
        <p:spPr>
          <a:xfrm>
            <a:off x="9202986" y="2644777"/>
            <a:ext cx="360257" cy="1712300"/>
          </a:xfrm>
          <a:prstGeom prst="rightBrace">
            <a:avLst>
              <a:gd name="adj1" fmla="val 5448"/>
              <a:gd name="adj2" fmla="val 50000"/>
            </a:avLst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28CF5F6-9251-4A3B-9E63-3ECA5A0D8FE4}"/>
              </a:ext>
            </a:extLst>
          </p:cNvPr>
          <p:cNvSpPr txBox="1"/>
          <p:nvPr/>
        </p:nvSpPr>
        <p:spPr>
          <a:xfrm rot="16200000">
            <a:off x="9053680" y="3239317"/>
            <a:ext cx="191045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Local </a:t>
            </a:r>
            <a:r>
              <a:rPr lang="en-GB" sz="2800" b="1" dirty="0">
                <a:solidFill>
                  <a:srgbClr val="7030A0"/>
                </a:solidFill>
              </a:rPr>
              <a:t>Scope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45D1C12-1DFA-49F8-8DAE-9B77E9EC1DBA}"/>
              </a:ext>
            </a:extLst>
          </p:cNvPr>
          <p:cNvSpPr txBox="1"/>
          <p:nvPr/>
        </p:nvSpPr>
        <p:spPr>
          <a:xfrm rot="16200000">
            <a:off x="10325832" y="3965785"/>
            <a:ext cx="211936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00B050"/>
                </a:solidFill>
              </a:rPr>
              <a:t>Global </a:t>
            </a:r>
            <a:r>
              <a:rPr lang="en-GB" sz="2800" b="1" dirty="0">
                <a:solidFill>
                  <a:srgbClr val="7030A0"/>
                </a:solidFill>
              </a:rPr>
              <a:t>Scope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982A04F-7091-4266-84FC-B7D2631DFD55}"/>
              </a:ext>
            </a:extLst>
          </p:cNvPr>
          <p:cNvSpPr txBox="1"/>
          <p:nvPr/>
        </p:nvSpPr>
        <p:spPr>
          <a:xfrm>
            <a:off x="7008343" y="800493"/>
            <a:ext cx="391812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Local</a:t>
            </a:r>
            <a:r>
              <a:rPr lang="en-GB" sz="2800" b="1" dirty="0">
                <a:solidFill>
                  <a:srgbClr val="7030A0"/>
                </a:solidFill>
              </a:rPr>
              <a:t> – sub-program only</a:t>
            </a:r>
          </a:p>
          <a:p>
            <a:r>
              <a:rPr lang="en-GB" sz="2800" b="1" dirty="0">
                <a:solidFill>
                  <a:srgbClr val="00B050"/>
                </a:solidFill>
              </a:rPr>
              <a:t>Global</a:t>
            </a:r>
            <a:r>
              <a:rPr lang="en-GB" sz="2800" b="1" dirty="0">
                <a:solidFill>
                  <a:srgbClr val="7030A0"/>
                </a:solidFill>
              </a:rPr>
              <a:t> – whole program</a:t>
            </a: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2A7B0D47-D30C-44DA-8309-5F8442B2DC71}"/>
              </a:ext>
            </a:extLst>
          </p:cNvPr>
          <p:cNvSpPr txBox="1"/>
          <p:nvPr/>
        </p:nvSpPr>
        <p:spPr>
          <a:xfrm>
            <a:off x="2277012" y="6057523"/>
            <a:ext cx="76379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Scope: where variable name is understood</a:t>
            </a:r>
          </a:p>
        </p:txBody>
      </p:sp>
    </p:spTree>
    <p:extLst>
      <p:ext uri="{BB962C8B-B14F-4D97-AF65-F5344CB8AC3E}">
        <p14:creationId xmlns:p14="http://schemas.microsoft.com/office/powerpoint/2010/main" val="18848452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6" grpId="0" animBg="1"/>
      <p:bldP spid="17" grpId="0"/>
      <p:bldP spid="18" grpId="0"/>
      <p:bldP spid="3" grpId="0" build="p"/>
      <p:bldP spid="9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</p:spTree>
    <p:extLst>
      <p:ext uri="{BB962C8B-B14F-4D97-AF65-F5344CB8AC3E}">
        <p14:creationId xmlns:p14="http://schemas.microsoft.com/office/powerpoint/2010/main" val="364456208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2AD00-0680-B393-BAB5-F56D5D7CB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 –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AAE6C9-2718-BF30-0BF1-4F0C1E41E0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value =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42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"Subprogram: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value =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3.14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7 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8 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69996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2AD00-0680-B393-BAB5-F56D5D7CB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 – Example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AAE6C9-2718-BF30-0BF1-4F0C1E41E0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/>
              </a:rPr>
              <a:t>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/>
              </a:rPr>
              <a:t>    </a:t>
            </a:r>
            <a:r>
              <a:rPr lang="en-US" altLang="en-US" sz="3200" dirty="0">
                <a:solidFill>
                  <a:srgbClr val="0086B3"/>
                </a:solidFill>
                <a:latin typeface="Consolas"/>
              </a:rPr>
              <a:t>global</a:t>
            </a:r>
            <a:r>
              <a:rPr lang="en-US" altLang="en-US" sz="3200" dirty="0">
                <a:solidFill>
                  <a:srgbClr val="000000"/>
                </a:solidFill>
                <a:latin typeface="Consolas"/>
              </a:rPr>
              <a:t> value</a:t>
            </a:r>
            <a:endParaRPr lang="en-US" altLang="en-US" sz="3200" dirty="0">
              <a:solidFill>
                <a:srgbClr val="0086B3"/>
              </a:solidFill>
              <a:latin typeface="Consolas"/>
            </a:endParaRPr>
          </a:p>
          <a:p>
            <a:pPr marL="0" inden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/>
              </a:rPr>
              <a:t>    </a:t>
            </a:r>
            <a:r>
              <a:rPr lang="en-US" sz="3200" dirty="0">
                <a:solidFill>
                  <a:srgbClr val="000000"/>
                </a:solidFill>
                <a:latin typeface="Consolas"/>
              </a:rPr>
              <a:t>value = </a:t>
            </a:r>
            <a:r>
              <a:rPr lang="en-US" sz="3200" dirty="0">
                <a:solidFill>
                  <a:srgbClr val="0086B3"/>
                </a:solidFill>
                <a:latin typeface="Consolas"/>
              </a:rPr>
              <a:t>42</a:t>
            </a:r>
            <a:endParaRPr lang="en-US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value =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3.14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7 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8 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0063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Scope</a:t>
            </a:r>
            <a:r>
              <a:rPr lang="en-GB" dirty="0">
                <a:solidFill>
                  <a:srgbClr val="0070C0"/>
                </a:solidFill>
              </a:rPr>
              <a:t> </a:t>
            </a:r>
            <a:r>
              <a:rPr lang="en-GB" dirty="0"/>
              <a:t>of a Variable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F3411DB-FC5C-40F5-B0C3-41B11D988C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sz="3600" dirty="0">
                <a:solidFill>
                  <a:srgbClr val="00B050"/>
                </a:solidFill>
              </a:rPr>
              <a:t>Local</a:t>
            </a:r>
            <a:endParaRPr lang="en-GB" sz="3200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sz="2800" dirty="0"/>
              <a:t>A local variable </a:t>
            </a:r>
            <a:r>
              <a:rPr lang="en-GB" sz="2800" b="1" dirty="0"/>
              <a:t>only</a:t>
            </a:r>
            <a:r>
              <a:rPr lang="en-GB" sz="2800" dirty="0"/>
              <a:t> exists within the subprogram that declared it.</a:t>
            </a:r>
          </a:p>
          <a:p>
            <a:pPr marL="0" indent="0">
              <a:buNone/>
            </a:pPr>
            <a:endParaRPr lang="en-GB" sz="2800" dirty="0"/>
          </a:p>
          <a:p>
            <a:r>
              <a:rPr lang="en-GB" sz="2800" dirty="0"/>
              <a:t>It can only be changed within that subprogram and will not be recognised by any other.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1B6B67C-9443-4F56-972D-37852E905B0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sz="3600" dirty="0">
                <a:solidFill>
                  <a:srgbClr val="0070C0"/>
                </a:solidFill>
              </a:rPr>
              <a:t>Global</a:t>
            </a:r>
            <a:endParaRPr lang="en-GB" dirty="0"/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A0647B3A-CF48-4BC1-A2B2-C646E2C6646F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GB" dirty="0">
                <a:solidFill>
                  <a:prstClr val="black"/>
                </a:solidFill>
              </a:rPr>
              <a:t>A global variable can be used by all subprograms within the program. </a:t>
            </a:r>
          </a:p>
          <a:p>
            <a:pPr marL="0" indent="0">
              <a:buNone/>
            </a:pPr>
            <a:endParaRPr lang="en-GB" dirty="0">
              <a:solidFill>
                <a:prstClr val="black"/>
              </a:solidFill>
            </a:endParaRPr>
          </a:p>
          <a:p>
            <a:r>
              <a:rPr lang="en-GB" dirty="0">
                <a:solidFill>
                  <a:prstClr val="black"/>
                </a:solidFill>
              </a:rPr>
              <a:t>It can be changed by any subprogram within the program. (Not recommended!) 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4" name="Content Placeholder 2"/>
          <p:cNvSpPr txBox="1">
            <a:spLocks/>
          </p:cNvSpPr>
          <p:nvPr/>
        </p:nvSpPr>
        <p:spPr>
          <a:xfrm>
            <a:off x="6312024" y="1848497"/>
            <a:ext cx="3610744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4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325308" y="987883"/>
            <a:ext cx="1584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u="sng" dirty="0">
                <a:solidFill>
                  <a:srgbClr val="0070C0"/>
                </a:solidFill>
                <a:latin typeface="Calibri"/>
              </a:rPr>
              <a:t> </a:t>
            </a:r>
            <a:endParaRPr lang="en-GB" b="1" u="sng" dirty="0">
              <a:solidFill>
                <a:srgbClr val="0070C0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063552" y="5733257"/>
            <a:ext cx="849694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solidFill>
                  <a:prstClr val="black"/>
                </a:solidFill>
                <a:latin typeface="Calibri"/>
              </a:rPr>
              <a:t>In terms of </a:t>
            </a:r>
            <a:r>
              <a:rPr lang="en-GB" sz="2400" b="1" dirty="0">
                <a:solidFill>
                  <a:prstClr val="black"/>
                </a:solidFill>
                <a:latin typeface="Calibri"/>
              </a:rPr>
              <a:t>efficiency</a:t>
            </a:r>
            <a:r>
              <a:rPr lang="en-GB" sz="2400" dirty="0">
                <a:solidFill>
                  <a:prstClr val="black"/>
                </a:solidFill>
                <a:latin typeface="Calibri"/>
              </a:rPr>
              <a:t> of code it is recommended</a:t>
            </a:r>
          </a:p>
          <a:p>
            <a:pPr algn="ctr"/>
            <a:r>
              <a:rPr lang="en-GB" sz="2400" dirty="0">
                <a:solidFill>
                  <a:prstClr val="black"/>
                </a:solidFill>
                <a:latin typeface="Calibri"/>
              </a:rPr>
              <a:t>to use </a:t>
            </a:r>
            <a:r>
              <a:rPr lang="en-GB" sz="2400" b="1" dirty="0">
                <a:solidFill>
                  <a:prstClr val="black"/>
                </a:solidFill>
                <a:latin typeface="Calibri"/>
              </a:rPr>
              <a:t>local</a:t>
            </a:r>
            <a:r>
              <a:rPr lang="en-GB" sz="2400" dirty="0">
                <a:solidFill>
                  <a:prstClr val="black"/>
                </a:solidFill>
                <a:latin typeface="Calibri"/>
              </a:rPr>
              <a:t> variables where possible. </a:t>
            </a:r>
          </a:p>
        </p:txBody>
      </p:sp>
    </p:spTree>
    <p:extLst>
      <p:ext uri="{BB962C8B-B14F-4D97-AF65-F5344CB8AC3E}">
        <p14:creationId xmlns:p14="http://schemas.microsoft.com/office/powerpoint/2010/main" val="42074504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4000" b="1" dirty="0">
                <a:latin typeface="+mn-lt"/>
                <a:cs typeface="Arial" charset="0"/>
              </a:rPr>
              <a:t>Benefits of Sub-programs</a:t>
            </a:r>
            <a:endParaRPr lang="en-GB" sz="4000" dirty="0">
              <a:latin typeface="+mn-lt"/>
            </a:endParaRP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7719E29-BF4E-48F1-95E1-BEA6812C1B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Main section of code </a:t>
            </a:r>
            <a:r>
              <a:rPr lang="en-GB" sz="3600" b="1" dirty="0">
                <a:cs typeface="Arial" charset="0"/>
              </a:rPr>
              <a:t>simpler</a:t>
            </a:r>
            <a:r>
              <a:rPr lang="en-GB" sz="3600" dirty="0">
                <a:cs typeface="Arial" charset="0"/>
              </a:rPr>
              <a:t> and more </a:t>
            </a:r>
            <a:r>
              <a:rPr lang="en-GB" sz="3600" b="1" dirty="0">
                <a:cs typeface="Arial" charset="0"/>
              </a:rPr>
              <a:t>readable</a:t>
            </a:r>
            <a:endParaRPr lang="en-GB" sz="3600" dirty="0">
              <a:cs typeface="Arial" charset="0"/>
            </a:endParaRPr>
          </a:p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Can be </a:t>
            </a:r>
            <a:r>
              <a:rPr lang="en-GB" sz="3600" b="1" dirty="0">
                <a:cs typeface="Arial" charset="0"/>
              </a:rPr>
              <a:t>called several times</a:t>
            </a:r>
            <a:r>
              <a:rPr lang="en-GB" sz="3600" dirty="0">
                <a:cs typeface="Arial" charset="0"/>
              </a:rPr>
              <a:t> in a program</a:t>
            </a:r>
          </a:p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Can be saved separately to </a:t>
            </a:r>
            <a:r>
              <a:rPr lang="en-GB" sz="3600" b="1" dirty="0">
                <a:cs typeface="Arial" charset="0"/>
              </a:rPr>
              <a:t>aid modularity</a:t>
            </a:r>
            <a:endParaRPr lang="en-GB" sz="3600" dirty="0">
              <a:cs typeface="Arial" charset="0"/>
            </a:endParaRPr>
          </a:p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Can be saved separately </a:t>
            </a:r>
            <a:r>
              <a:rPr lang="en-GB" sz="3600" b="1" dirty="0">
                <a:cs typeface="Arial" charset="0"/>
              </a:rPr>
              <a:t>for re-use in other programs</a:t>
            </a:r>
            <a:endParaRPr lang="en-GB" sz="3600" dirty="0"/>
          </a:p>
        </p:txBody>
      </p:sp>
    </p:spTree>
    <p:extLst>
      <p:ext uri="{BB962C8B-B14F-4D97-AF65-F5344CB8AC3E}">
        <p14:creationId xmlns:p14="http://schemas.microsoft.com/office/powerpoint/2010/main" val="41385700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Docstrings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838200" y="2274838"/>
            <a:ext cx="9300943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"""Raise a base to a power</a:t>
            </a:r>
            <a:r>
              <a:rPr lang="en-GB" sz="3600" dirty="0">
                <a:solidFill>
                  <a:srgbClr val="183691"/>
                </a:solidFill>
                <a:latin typeface="Consolas" panose="020B0609020204030204" pitchFamily="49" charset="0"/>
              </a:rPr>
              <a:t>.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CE53807C-0EE1-242A-430E-565F7F51A109}"/>
              </a:ext>
            </a:extLst>
          </p:cNvPr>
          <p:cNvSpPr txBox="1"/>
          <p:nvPr/>
        </p:nvSpPr>
        <p:spPr>
          <a:xfrm>
            <a:off x="2191824" y="5908100"/>
            <a:ext cx="78083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Type </a:t>
            </a:r>
            <a:r>
              <a:rPr lang="en-GB" sz="3200" b="1" dirty="0">
                <a:latin typeface="Consolas" panose="020B0609020204030204" pitchFamily="49" charset="0"/>
              </a:rPr>
              <a:t>help(exp)</a:t>
            </a:r>
            <a:r>
              <a:rPr lang="en-GB" sz="3200" b="1" dirty="0">
                <a:solidFill>
                  <a:srgbClr val="7030A0"/>
                </a:solidFill>
              </a:rPr>
              <a:t> in console / shell to view </a:t>
            </a:r>
          </a:p>
        </p:txBody>
      </p:sp>
      <p:sp>
        <p:nvSpPr>
          <p:cNvPr id="3" name="Callout: Bent Line with No Border 2">
            <a:extLst>
              <a:ext uri="{FF2B5EF4-FFF2-40B4-BE49-F238E27FC236}">
                <a16:creationId xmlns:a16="http://schemas.microsoft.com/office/drawing/2014/main" id="{0E9DF95E-E94E-519C-BC97-FD68043A93A6}"/>
              </a:ext>
            </a:extLst>
          </p:cNvPr>
          <p:cNvSpPr/>
          <p:nvPr/>
        </p:nvSpPr>
        <p:spPr>
          <a:xfrm>
            <a:off x="9702918" y="1847725"/>
            <a:ext cx="1650882" cy="505431"/>
          </a:xfrm>
          <a:prstGeom prst="callout2">
            <a:avLst>
              <a:gd name="adj1" fmla="val 49948"/>
              <a:gd name="adj2" fmla="val -152"/>
              <a:gd name="adj3" fmla="val 50766"/>
              <a:gd name="adj4" fmla="val -35048"/>
              <a:gd name="adj5" fmla="val 196036"/>
              <a:gd name="adj6" fmla="val -589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Docstring</a:t>
            </a:r>
            <a:endParaRPr lang="en-GB" sz="2800" dirty="0">
              <a:solidFill>
                <a:srgbClr val="7030A0"/>
              </a:solidFill>
            </a:endParaRPr>
          </a:p>
        </p:txBody>
      </p:sp>
      <p:sp>
        <p:nvSpPr>
          <p:cNvPr id="4" name="Callout: Bent Line with No Border 2">
            <a:extLst>
              <a:ext uri="{FF2B5EF4-FFF2-40B4-BE49-F238E27FC236}">
                <a16:creationId xmlns:a16="http://schemas.microsoft.com/office/drawing/2014/main" id="{FE8AB782-1C09-1F87-DFCF-ACA0D0F12B4B}"/>
              </a:ext>
            </a:extLst>
          </p:cNvPr>
          <p:cNvSpPr/>
          <p:nvPr/>
        </p:nvSpPr>
        <p:spPr>
          <a:xfrm>
            <a:off x="10163436" y="4077731"/>
            <a:ext cx="1279264" cy="505431"/>
          </a:xfrm>
          <a:prstGeom prst="callout2">
            <a:avLst>
              <a:gd name="adj1" fmla="val 49948"/>
              <a:gd name="adj2" fmla="val -152"/>
              <a:gd name="adj3" fmla="val 49877"/>
              <a:gd name="adj4" fmla="val -9293"/>
              <a:gd name="adj5" fmla="val -172314"/>
              <a:gd name="adj6" fmla="val -4244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Triple "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5766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9" grpId="0"/>
      <p:bldP spid="3" grpId="0" animBg="1"/>
      <p:bldP spid="4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Docstrings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838200" y="2274838"/>
            <a:ext cx="9300943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"""Raise a base to a power</a:t>
            </a:r>
            <a:r>
              <a:rPr lang="en-GB" sz="3600" dirty="0">
                <a:solidFill>
                  <a:srgbClr val="183691"/>
                </a:solidFill>
                <a:latin typeface="Consolas" panose="020B0609020204030204" pitchFamily="49" charset="0"/>
              </a:rPr>
              <a:t>.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</p:txBody>
      </p:sp>
    </p:spTree>
    <p:extLst>
      <p:ext uri="{BB962C8B-B14F-4D97-AF65-F5344CB8AC3E}">
        <p14:creationId xmlns:p14="http://schemas.microsoft.com/office/powerpoint/2010/main" val="24561404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E25836-514B-B5D5-F16B-7291B0D66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BAE369-1D9E-D5DD-C32C-F4BA12F900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Docstrings - Multiline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7AE5C30-DD9E-6A59-4D4E-D5F2862767D5}"/>
              </a:ext>
            </a:extLst>
          </p:cNvPr>
          <p:cNvSpPr txBox="1"/>
          <p:nvPr/>
        </p:nvSpPr>
        <p:spPr>
          <a:xfrm>
            <a:off x="352426" y="2274838"/>
            <a:ext cx="1122045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areaOfTri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height):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GB" sz="3600" dirty="0">
                <a:solidFill>
                  <a:srgbClr val="183691"/>
                </a:solidFill>
                <a:latin typeface="Consolas" panose="020B0609020204030204" pitchFamily="49" charset="0"/>
              </a:rPr>
              <a:t>"Calculate the area of a triangle.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   base   -- the measurement across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   height -- the measurement up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46EF930E-E89D-3665-7E38-F8CCE36F1868}"/>
              </a:ext>
            </a:extLst>
          </p:cNvPr>
          <p:cNvSpPr txBox="1"/>
          <p:nvPr/>
        </p:nvSpPr>
        <p:spPr>
          <a:xfrm>
            <a:off x="1581689" y="5908100"/>
            <a:ext cx="90286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Type </a:t>
            </a:r>
            <a:r>
              <a:rPr lang="en-GB" sz="3200" b="1" dirty="0">
                <a:latin typeface="Consolas" panose="020B0609020204030204" pitchFamily="49" charset="0"/>
              </a:rPr>
              <a:t>help(</a:t>
            </a:r>
            <a:r>
              <a:rPr lang="en-GB" sz="3200" b="1" dirty="0" err="1">
                <a:latin typeface="Consolas" panose="020B0609020204030204" pitchFamily="49" charset="0"/>
              </a:rPr>
              <a:t>areaOfTri</a:t>
            </a:r>
            <a:r>
              <a:rPr lang="en-GB" sz="3200" b="1" dirty="0">
                <a:latin typeface="Consolas" panose="020B0609020204030204" pitchFamily="49" charset="0"/>
              </a:rPr>
              <a:t>)</a:t>
            </a:r>
            <a:r>
              <a:rPr lang="en-GB" sz="3200" b="1" dirty="0">
                <a:solidFill>
                  <a:srgbClr val="7030A0"/>
                </a:solidFill>
              </a:rPr>
              <a:t> in console / shell to view </a:t>
            </a:r>
          </a:p>
        </p:txBody>
      </p:sp>
      <p:sp>
        <p:nvSpPr>
          <p:cNvPr id="3" name="Callout: Bent Line with No Border 2">
            <a:extLst>
              <a:ext uri="{FF2B5EF4-FFF2-40B4-BE49-F238E27FC236}">
                <a16:creationId xmlns:a16="http://schemas.microsoft.com/office/drawing/2014/main" id="{257D759C-897A-47A7-F507-12879F474107}"/>
              </a:ext>
            </a:extLst>
          </p:cNvPr>
          <p:cNvSpPr/>
          <p:nvPr/>
        </p:nvSpPr>
        <p:spPr>
          <a:xfrm>
            <a:off x="3653579" y="5185727"/>
            <a:ext cx="2727686" cy="505431"/>
          </a:xfrm>
          <a:prstGeom prst="callout2">
            <a:avLst>
              <a:gd name="adj1" fmla="val 49948"/>
              <a:gd name="adj2" fmla="val -152"/>
              <a:gd name="adj3" fmla="val 49877"/>
              <a:gd name="adj4" fmla="val -9293"/>
              <a:gd name="adj5" fmla="val 8601"/>
              <a:gd name="adj6" fmla="val -3242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On separate line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37695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9" grpId="0"/>
      <p:bldP spid="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B6ED35A-C4F6-06A4-00BC-4AD0A4891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4CE9F7-8B22-2C9D-B9FD-1587B82CB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Docstrings - Multiline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061683F-9967-821B-F4E4-20D59D6CF14E}"/>
              </a:ext>
            </a:extLst>
          </p:cNvPr>
          <p:cNvSpPr txBox="1"/>
          <p:nvPr/>
        </p:nvSpPr>
        <p:spPr>
          <a:xfrm>
            <a:off x="352426" y="2274838"/>
            <a:ext cx="1122045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areaOfTri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height):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GB" sz="3600" dirty="0">
                <a:solidFill>
                  <a:srgbClr val="183691"/>
                </a:solidFill>
                <a:latin typeface="Consolas" panose="020B0609020204030204" pitchFamily="49" charset="0"/>
              </a:rPr>
              <a:t>"Calculate the area of a triangle.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   base   -- the measurement across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   height -- the measurement up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CC5B2E84-8DFA-8961-D30D-101D28411607}"/>
              </a:ext>
            </a:extLst>
          </p:cNvPr>
          <p:cNvSpPr txBox="1"/>
          <p:nvPr/>
        </p:nvSpPr>
        <p:spPr>
          <a:xfrm>
            <a:off x="2191824" y="5908100"/>
            <a:ext cx="78083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Type </a:t>
            </a:r>
            <a:r>
              <a:rPr lang="en-GB" sz="3200" b="1" dirty="0">
                <a:latin typeface="Consolas" panose="020B0609020204030204" pitchFamily="49" charset="0"/>
              </a:rPr>
              <a:t>help(exp)</a:t>
            </a:r>
            <a:r>
              <a:rPr lang="en-GB" sz="3200" b="1" dirty="0">
                <a:solidFill>
                  <a:srgbClr val="7030A0"/>
                </a:solidFill>
              </a:rPr>
              <a:t> in console / shell to view </a:t>
            </a:r>
          </a:p>
        </p:txBody>
      </p:sp>
    </p:spTree>
    <p:extLst>
      <p:ext uri="{BB962C8B-B14F-4D97-AF65-F5344CB8AC3E}">
        <p14:creationId xmlns:p14="http://schemas.microsoft.com/office/powerpoint/2010/main" val="409146761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8703367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(num1: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     num2: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 -&gt;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result = num1 - num2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result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9" name="Note">
            <a:extLst>
              <a:ext uri="{FF2B5EF4-FFF2-40B4-BE49-F238E27FC236}">
                <a16:creationId xmlns:a16="http://schemas.microsoft.com/office/drawing/2014/main" id="{4B3FA018-ADC6-ED88-1676-50E7DD2ED7D8}"/>
              </a:ext>
            </a:extLst>
          </p:cNvPr>
          <p:cNvSpPr txBox="1"/>
          <p:nvPr/>
        </p:nvSpPr>
        <p:spPr>
          <a:xfrm>
            <a:off x="3096159" y="5908100"/>
            <a:ext cx="59996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Actual parameters passed in order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7536217B-CB3B-A512-2037-FF6D8B85D2F5}"/>
              </a:ext>
            </a:extLst>
          </p:cNvPr>
          <p:cNvSpPr/>
          <p:nvPr/>
        </p:nvSpPr>
        <p:spPr>
          <a:xfrm flipH="1">
            <a:off x="3750788" y="1350330"/>
            <a:ext cx="1686834" cy="463905"/>
          </a:xfrm>
          <a:prstGeom prst="callout2">
            <a:avLst>
              <a:gd name="adj1" fmla="val 49841"/>
              <a:gd name="adj2" fmla="val -133"/>
              <a:gd name="adj3" fmla="val 49837"/>
              <a:gd name="adj4" fmla="val -19996"/>
              <a:gd name="adj5" fmla="val 129016"/>
              <a:gd name="adj6" fmla="val -2794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Data type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37EE882D-DDF7-C77F-64BE-B457C07590EA}"/>
              </a:ext>
            </a:extLst>
          </p:cNvPr>
          <p:cNvSpPr/>
          <p:nvPr/>
        </p:nvSpPr>
        <p:spPr>
          <a:xfrm>
            <a:off x="9457792" y="3120924"/>
            <a:ext cx="1608195" cy="866775"/>
          </a:xfrm>
          <a:prstGeom prst="callout2">
            <a:avLst>
              <a:gd name="adj1" fmla="val 50047"/>
              <a:gd name="adj2" fmla="val -131"/>
              <a:gd name="adj3" fmla="val 49837"/>
              <a:gd name="adj4" fmla="val -19996"/>
              <a:gd name="adj5" fmla="val -25899"/>
              <a:gd name="adj6" fmla="val -540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Return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data type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565D8-44FB-BE1C-9CC0-E77B4AC0F490}"/>
              </a:ext>
            </a:extLst>
          </p:cNvPr>
          <p:cNvSpPr txBox="1"/>
          <p:nvPr/>
        </p:nvSpPr>
        <p:spPr>
          <a:xfrm>
            <a:off x="7385091" y="593537"/>
            <a:ext cx="4410028" cy="1077218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3200" b="1" dirty="0">
                <a:solidFill>
                  <a:srgbClr val="7030A0"/>
                </a:solidFill>
              </a:rPr>
              <a:t>Code in (</a:t>
            </a:r>
            <a:r>
              <a:rPr lang="pt-BR" sz="3200" b="1" i="1" dirty="0">
                <a:solidFill>
                  <a:srgbClr val="7030A0"/>
                </a:solidFill>
              </a:rPr>
              <a:t>brackets</a:t>
            </a:r>
            <a:r>
              <a:rPr lang="pt-BR" sz="3200" b="1" dirty="0">
                <a:solidFill>
                  <a:srgbClr val="7030A0"/>
                </a:solidFill>
              </a:rPr>
              <a:t>) can be split over multiple lines</a:t>
            </a:r>
            <a:endParaRPr lang="pt-BR" sz="32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710781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01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9" grpId="0"/>
      <p:bldP spid="8" grpId="0" animBg="1"/>
      <p:bldP spid="10" grpId="0" animBg="1"/>
      <p:bldP spid="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79CB8B6-129C-192F-E41E-54EE682C0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3847A0-4195-2FEB-C9F8-78695EA964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2CB7BE2-58C6-B239-DC00-9879991981E9}"/>
              </a:ext>
            </a:extLst>
          </p:cNvPr>
          <p:cNvSpPr txBox="1"/>
          <p:nvPr/>
        </p:nvSpPr>
        <p:spPr>
          <a:xfrm>
            <a:off x="1744314" y="1814235"/>
            <a:ext cx="8703367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(num1: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     num2: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 -&gt;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result = num1 - num2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result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734865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 – Multiple Return Values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9022746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myFunc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 -&gt;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tuple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myFunc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37EE882D-DDF7-C77F-64BE-B457C07590EA}"/>
              </a:ext>
            </a:extLst>
          </p:cNvPr>
          <p:cNvSpPr/>
          <p:nvPr/>
        </p:nvSpPr>
        <p:spPr>
          <a:xfrm>
            <a:off x="7704345" y="2611037"/>
            <a:ext cx="3428481" cy="566503"/>
          </a:xfrm>
          <a:prstGeom prst="callout2">
            <a:avLst>
              <a:gd name="adj1" fmla="val 50047"/>
              <a:gd name="adj2" fmla="val -131"/>
              <a:gd name="adj3" fmla="val 49837"/>
              <a:gd name="adj4" fmla="val -11847"/>
              <a:gd name="adj5" fmla="val -40296"/>
              <a:gd name="adj6" fmla="val -179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Return data structure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C947E42-B85F-43EA-9809-1408F1740C1D}"/>
              </a:ext>
            </a:extLst>
          </p:cNvPr>
          <p:cNvSpPr/>
          <p:nvPr/>
        </p:nvSpPr>
        <p:spPr>
          <a:xfrm>
            <a:off x="6892290" y="1536565"/>
            <a:ext cx="4668103" cy="2673434"/>
          </a:xfrm>
          <a:custGeom>
            <a:avLst/>
            <a:gdLst>
              <a:gd name="connsiteX0" fmla="*/ 2617470 w 4668103"/>
              <a:gd name="connsiteY0" fmla="*/ 406535 h 2673434"/>
              <a:gd name="connsiteX1" fmla="*/ 3051810 w 4668103"/>
              <a:gd name="connsiteY1" fmla="*/ 97925 h 2673434"/>
              <a:gd name="connsiteX2" fmla="*/ 3817620 w 4668103"/>
              <a:gd name="connsiteY2" fmla="*/ 6485 h 2673434"/>
              <a:gd name="connsiteX3" fmla="*/ 4229100 w 4668103"/>
              <a:gd name="connsiteY3" fmla="*/ 246515 h 2673434"/>
              <a:gd name="connsiteX4" fmla="*/ 4560570 w 4668103"/>
              <a:gd name="connsiteY4" fmla="*/ 829445 h 2673434"/>
              <a:gd name="connsiteX5" fmla="*/ 4629150 w 4668103"/>
              <a:gd name="connsiteY5" fmla="*/ 1720985 h 2673434"/>
              <a:gd name="connsiteX6" fmla="*/ 4000500 w 4668103"/>
              <a:gd name="connsiteY6" fmla="*/ 2383925 h 2673434"/>
              <a:gd name="connsiteX7" fmla="*/ 3166110 w 4668103"/>
              <a:gd name="connsiteY7" fmla="*/ 2612525 h 2673434"/>
              <a:gd name="connsiteX8" fmla="*/ 1954530 w 4668103"/>
              <a:gd name="connsiteY8" fmla="*/ 2669675 h 2673434"/>
              <a:gd name="connsiteX9" fmla="*/ 914400 w 4668103"/>
              <a:gd name="connsiteY9" fmla="*/ 2532515 h 2673434"/>
              <a:gd name="connsiteX10" fmla="*/ 331470 w 4668103"/>
              <a:gd name="connsiteY10" fmla="*/ 2223905 h 2673434"/>
              <a:gd name="connsiteX11" fmla="*/ 0 w 4668103"/>
              <a:gd name="connsiteY11" fmla="*/ 1926725 h 2673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4668103" h="2673434">
                <a:moveTo>
                  <a:pt x="2617470" y="406535"/>
                </a:moveTo>
                <a:cubicBezTo>
                  <a:pt x="2734627" y="285567"/>
                  <a:pt x="2851785" y="164600"/>
                  <a:pt x="3051810" y="97925"/>
                </a:cubicBezTo>
                <a:cubicBezTo>
                  <a:pt x="3251835" y="31250"/>
                  <a:pt x="3621405" y="-18280"/>
                  <a:pt x="3817620" y="6485"/>
                </a:cubicBezTo>
                <a:cubicBezTo>
                  <a:pt x="4013835" y="31250"/>
                  <a:pt x="4105275" y="109355"/>
                  <a:pt x="4229100" y="246515"/>
                </a:cubicBezTo>
                <a:cubicBezTo>
                  <a:pt x="4352925" y="383675"/>
                  <a:pt x="4493895" y="583700"/>
                  <a:pt x="4560570" y="829445"/>
                </a:cubicBezTo>
                <a:cubicBezTo>
                  <a:pt x="4627245" y="1075190"/>
                  <a:pt x="4722495" y="1461905"/>
                  <a:pt x="4629150" y="1720985"/>
                </a:cubicBezTo>
                <a:cubicBezTo>
                  <a:pt x="4535805" y="1980065"/>
                  <a:pt x="4244340" y="2235335"/>
                  <a:pt x="4000500" y="2383925"/>
                </a:cubicBezTo>
                <a:cubicBezTo>
                  <a:pt x="3756660" y="2532515"/>
                  <a:pt x="3507105" y="2564900"/>
                  <a:pt x="3166110" y="2612525"/>
                </a:cubicBezTo>
                <a:cubicBezTo>
                  <a:pt x="2825115" y="2660150"/>
                  <a:pt x="2329815" y="2683010"/>
                  <a:pt x="1954530" y="2669675"/>
                </a:cubicBezTo>
                <a:cubicBezTo>
                  <a:pt x="1579245" y="2656340"/>
                  <a:pt x="1184910" y="2606810"/>
                  <a:pt x="914400" y="2532515"/>
                </a:cubicBezTo>
                <a:cubicBezTo>
                  <a:pt x="643890" y="2458220"/>
                  <a:pt x="483870" y="2324870"/>
                  <a:pt x="331470" y="2223905"/>
                </a:cubicBezTo>
                <a:cubicBezTo>
                  <a:pt x="179070" y="2122940"/>
                  <a:pt x="89535" y="2024832"/>
                  <a:pt x="0" y="1926725"/>
                </a:cubicBezTo>
              </a:path>
            </a:pathLst>
          </a:cu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2800" b="1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645080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6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10" grpId="0" animBg="1"/>
      <p:bldP spid="4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 – Multiple Return Values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9022746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myFunc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 -&gt;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tuple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myFunc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</p:txBody>
      </p:sp>
    </p:spTree>
    <p:extLst>
      <p:ext uri="{BB962C8B-B14F-4D97-AF65-F5344CB8AC3E}">
        <p14:creationId xmlns:p14="http://schemas.microsoft.com/office/powerpoint/2010/main" val="291282541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Create and use substrings</a:t>
            </a:r>
          </a:p>
        </p:txBody>
      </p:sp>
    </p:spTree>
    <p:extLst>
      <p:ext uri="{BB962C8B-B14F-4D97-AF65-F5344CB8AC3E}">
        <p14:creationId xmlns:p14="http://schemas.microsoft.com/office/powerpoint/2010/main" val="353137514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812" y="2659559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as an Array</a:t>
            </a:r>
          </a:p>
        </p:txBody>
      </p: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907320" y="380357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0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5218593" y="4276648"/>
            <a:ext cx="914400" cy="612648"/>
          </a:xfrm>
          <a:prstGeom prst="callout1">
            <a:avLst>
              <a:gd name="adj1" fmla="val -4882"/>
              <a:gd name="adj2" fmla="val 50834"/>
              <a:gd name="adj3" fmla="val -154731"/>
              <a:gd name="adj4" fmla="val 51154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1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5520155" y="380357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2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5838700" y="4276648"/>
            <a:ext cx="914400" cy="612648"/>
          </a:xfrm>
          <a:prstGeom prst="callout1">
            <a:avLst>
              <a:gd name="adj1" fmla="val -4882"/>
              <a:gd name="adj2" fmla="val 50834"/>
              <a:gd name="adj3" fmla="val -154362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3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7990449" y="380357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10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909075" y="402636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Index value:</a:t>
            </a:r>
          </a:p>
        </p:txBody>
      </p:sp>
      <p:sp>
        <p:nvSpPr>
          <p:cNvPr id="14" name="An array is">
            <a:extLst>
              <a:ext uri="{FF2B5EF4-FFF2-40B4-BE49-F238E27FC236}">
                <a16:creationId xmlns:a16="http://schemas.microsoft.com/office/drawing/2014/main" id="{BE9EBAD2-B6BA-4ACA-93C0-E172AEB63A0E}"/>
              </a:ext>
            </a:extLst>
          </p:cNvPr>
          <p:cNvSpPr txBox="1"/>
          <p:nvPr/>
        </p:nvSpPr>
        <p:spPr>
          <a:xfrm>
            <a:off x="3431014" y="5444556"/>
            <a:ext cx="532997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Think: An </a:t>
            </a:r>
            <a:r>
              <a:rPr lang="en-GB" sz="3200" b="1" i="1" dirty="0">
                <a:solidFill>
                  <a:srgbClr val="7030A0"/>
                </a:solidFill>
              </a:rPr>
              <a:t>array</a:t>
            </a:r>
            <a:r>
              <a:rPr lang="en-GB" sz="3200" b="1" dirty="0">
                <a:solidFill>
                  <a:srgbClr val="7030A0"/>
                </a:solidFill>
              </a:rPr>
              <a:t> of characters</a:t>
            </a:r>
          </a:p>
        </p:txBody>
      </p:sp>
    </p:spTree>
    <p:extLst>
      <p:ext uri="{BB962C8B-B14F-4D97-AF65-F5344CB8AC3E}">
        <p14:creationId xmlns:p14="http://schemas.microsoft.com/office/powerpoint/2010/main" val="3742260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500"/>
                            </p:stCondLst>
                            <p:childTnLst>
                              <p:par>
                                <p:cTn id="33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14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812" y="2659559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as an Array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909075" y="402636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</p:spTree>
    <p:extLst>
      <p:ext uri="{BB962C8B-B14F-4D97-AF65-F5344CB8AC3E}">
        <p14:creationId xmlns:p14="http://schemas.microsoft.com/office/powerpoint/2010/main" val="139309693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a Character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3354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b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5646312A-E3B2-4F22-B910-312355F92D6F}"/>
              </a:ext>
            </a:extLst>
          </p:cNvPr>
          <p:cNvSpPr/>
          <p:nvPr/>
        </p:nvSpPr>
        <p:spPr>
          <a:xfrm>
            <a:off x="7206654" y="4859294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24388864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a Character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3354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b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6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569862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Multiple Characters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02EDABEA-F160-4918-98F6-FA9D8938A541}"/>
              </a:ext>
            </a:extLst>
          </p:cNvPr>
          <p:cNvSpPr/>
          <p:nvPr/>
        </p:nvSpPr>
        <p:spPr>
          <a:xfrm>
            <a:off x="7832296" y="4732106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BA5F4D72-4401-430D-88EA-B709CAFF3DB8}"/>
              </a:ext>
            </a:extLst>
          </p:cNvPr>
          <p:cNvSpPr/>
          <p:nvPr/>
        </p:nvSpPr>
        <p:spPr>
          <a:xfrm>
            <a:off x="4515844" y="4732106"/>
            <a:ext cx="1820928" cy="862642"/>
          </a:xfrm>
          <a:prstGeom prst="callout2">
            <a:avLst>
              <a:gd name="adj1" fmla="val 52750"/>
              <a:gd name="adj2" fmla="val 100251"/>
              <a:gd name="adj3" fmla="val 52750"/>
              <a:gd name="adj4" fmla="val 123318"/>
              <a:gd name="adj5" fmla="val -7560"/>
              <a:gd name="adj6" fmla="val 12320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3" name="An array is">
            <a:extLst>
              <a:ext uri="{FF2B5EF4-FFF2-40B4-BE49-F238E27FC236}">
                <a16:creationId xmlns:a16="http://schemas.microsoft.com/office/drawing/2014/main" id="{B7BB33C6-A613-EE2A-C9BD-B6F67DB8F502}"/>
              </a:ext>
            </a:extLst>
          </p:cNvPr>
          <p:cNvSpPr txBox="1"/>
          <p:nvPr/>
        </p:nvSpPr>
        <p:spPr>
          <a:xfrm>
            <a:off x="2968338" y="5785715"/>
            <a:ext cx="62553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Stop – Start = Number of characters </a:t>
            </a:r>
          </a:p>
        </p:txBody>
      </p:sp>
    </p:spTree>
    <p:extLst>
      <p:ext uri="{BB962C8B-B14F-4D97-AF65-F5344CB8AC3E}">
        <p14:creationId xmlns:p14="http://schemas.microsoft.com/office/powerpoint/2010/main" val="19629291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  <p:bldP spid="5" grpId="0" animBg="1"/>
      <p:bldP spid="3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Multiple Characters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23283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Left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Callout: Bent Line with No Border 7">
            <a:extLst>
              <a:ext uri="{FF2B5EF4-FFF2-40B4-BE49-F238E27FC236}">
                <a16:creationId xmlns:a16="http://schemas.microsoft.com/office/drawing/2014/main" id="{1F8C218C-5664-7811-6EA1-9711998690C6}"/>
              </a:ext>
            </a:extLst>
          </p:cNvPr>
          <p:cNvSpPr/>
          <p:nvPr/>
        </p:nvSpPr>
        <p:spPr>
          <a:xfrm>
            <a:off x="4473804" y="4826697"/>
            <a:ext cx="1820928" cy="862642"/>
          </a:xfrm>
          <a:prstGeom prst="callout2">
            <a:avLst>
              <a:gd name="adj1" fmla="val 52750"/>
              <a:gd name="adj2" fmla="val 100251"/>
              <a:gd name="adj3" fmla="val 52750"/>
              <a:gd name="adj4" fmla="val 123318"/>
              <a:gd name="adj5" fmla="val -7560"/>
              <a:gd name="adj6" fmla="val 12320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 omitted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7CCC04E2-551F-44D1-9FB9-AFC861A9CF17}"/>
              </a:ext>
            </a:extLst>
          </p:cNvPr>
          <p:cNvSpPr txBox="1"/>
          <p:nvPr/>
        </p:nvSpPr>
        <p:spPr>
          <a:xfrm>
            <a:off x="4473804" y="6026347"/>
            <a:ext cx="32399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Start value = 0</a:t>
            </a:r>
          </a:p>
        </p:txBody>
      </p:sp>
    </p:spTree>
    <p:extLst>
      <p:ext uri="{BB962C8B-B14F-4D97-AF65-F5344CB8AC3E}">
        <p14:creationId xmlns:p14="http://schemas.microsoft.com/office/powerpoint/2010/main" val="7656431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build="p"/>
      <p:bldP spid="3" grpId="0" animBg="1"/>
      <p:bldP spid="5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Left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650523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Mid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8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An array is">
            <a:extLst>
              <a:ext uri="{FF2B5EF4-FFF2-40B4-BE49-F238E27FC236}">
                <a16:creationId xmlns:a16="http://schemas.microsoft.com/office/drawing/2014/main" id="{B5332CB2-0AF3-D45E-A0B6-F136520B1798}"/>
              </a:ext>
            </a:extLst>
          </p:cNvPr>
          <p:cNvSpPr txBox="1"/>
          <p:nvPr/>
        </p:nvSpPr>
        <p:spPr>
          <a:xfrm>
            <a:off x="2999510" y="5785716"/>
            <a:ext cx="61929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Stop – Start = Number of characters </a:t>
            </a:r>
          </a:p>
        </p:txBody>
      </p:sp>
    </p:spTree>
    <p:extLst>
      <p:ext uri="{BB962C8B-B14F-4D97-AF65-F5344CB8AC3E}">
        <p14:creationId xmlns:p14="http://schemas.microsoft.com/office/powerpoint/2010/main" val="12368950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3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Mid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8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05940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8853050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F5EA0BAF-6885-1CB2-C616-4713FEE5C432}"/>
              </a:ext>
            </a:extLst>
          </p:cNvPr>
          <p:cNvSpPr/>
          <p:nvPr/>
        </p:nvSpPr>
        <p:spPr>
          <a:xfrm>
            <a:off x="7802263" y="5640899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Stop value omitted</a:t>
            </a:r>
          </a:p>
        </p:txBody>
      </p:sp>
    </p:spTree>
    <p:extLst>
      <p:ext uri="{BB962C8B-B14F-4D97-AF65-F5344CB8AC3E}">
        <p14:creationId xmlns:p14="http://schemas.microsoft.com/office/powerpoint/2010/main" val="15146971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49" y="2367171"/>
            <a:ext cx="8853051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0507956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09981" y="3016251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Negative Index</a:t>
            </a:r>
          </a:p>
        </p:txBody>
      </p: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857665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-11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7004087" y="4633340"/>
            <a:ext cx="914400" cy="612648"/>
          </a:xfrm>
          <a:prstGeom prst="callout1">
            <a:avLst>
              <a:gd name="adj1" fmla="val -4882"/>
              <a:gd name="adj2" fmla="val 50834"/>
              <a:gd name="adj3" fmla="val -154731"/>
              <a:gd name="adj4" fmla="val 51154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-4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7305649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-3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7624194" y="4633340"/>
            <a:ext cx="914400" cy="612648"/>
          </a:xfrm>
          <a:prstGeom prst="callout1">
            <a:avLst>
              <a:gd name="adj1" fmla="val -4882"/>
              <a:gd name="adj2" fmla="val 50834"/>
              <a:gd name="adj3" fmla="val -154362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-2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7937618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856244" y="4397327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2BC01F-B1A3-2A8E-1EAE-890EFE71558A}"/>
              </a:ext>
            </a:extLst>
          </p:cNvPr>
          <p:cNvGrpSpPr/>
          <p:nvPr/>
        </p:nvGrpSpPr>
        <p:grpSpPr>
          <a:xfrm>
            <a:off x="4857317" y="1626364"/>
            <a:ext cx="4005149" cy="1085723"/>
            <a:chOff x="4857317" y="1626364"/>
            <a:chExt cx="4005149" cy="1085723"/>
          </a:xfrm>
        </p:grpSpPr>
        <p:sp>
          <p:nvSpPr>
            <p:cNvPr id="3" name="Callout: Line with No Border 2">
              <a:extLst>
                <a:ext uri="{FF2B5EF4-FFF2-40B4-BE49-F238E27FC236}">
                  <a16:creationId xmlns:a16="http://schemas.microsoft.com/office/drawing/2014/main" id="{307465B1-152E-0F81-2BC0-C5F27DF56CDD}"/>
                </a:ext>
              </a:extLst>
            </p:cNvPr>
            <p:cNvSpPr/>
            <p:nvPr/>
          </p:nvSpPr>
          <p:spPr>
            <a:xfrm>
              <a:off x="4857317" y="1626364"/>
              <a:ext cx="914400" cy="612648"/>
            </a:xfrm>
            <a:prstGeom prst="callout1">
              <a:avLst>
                <a:gd name="adj1" fmla="val 98744"/>
                <a:gd name="adj2" fmla="val 50314"/>
                <a:gd name="adj3" fmla="val 241530"/>
                <a:gd name="adj4" fmla="val 51157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0</a:t>
              </a:r>
            </a:p>
          </p:txBody>
        </p:sp>
        <p:sp>
          <p:nvSpPr>
            <p:cNvPr id="4" name="Callout: Line with No Border 3">
              <a:extLst>
                <a:ext uri="{FF2B5EF4-FFF2-40B4-BE49-F238E27FC236}">
                  <a16:creationId xmlns:a16="http://schemas.microsoft.com/office/drawing/2014/main" id="{0C36F6AE-AB80-CB5C-25FD-779205ECF3DC}"/>
                </a:ext>
              </a:extLst>
            </p:cNvPr>
            <p:cNvSpPr/>
            <p:nvPr/>
          </p:nvSpPr>
          <p:spPr>
            <a:xfrm>
              <a:off x="5168590" y="2099439"/>
              <a:ext cx="914400" cy="612648"/>
            </a:xfrm>
            <a:prstGeom prst="callout1">
              <a:avLst>
                <a:gd name="adj1" fmla="val 99036"/>
                <a:gd name="adj2" fmla="val 49803"/>
                <a:gd name="adj3" fmla="val 163451"/>
                <a:gd name="adj4" fmla="val 50123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1</a:t>
              </a:r>
            </a:p>
          </p:txBody>
        </p:sp>
        <p:sp>
          <p:nvSpPr>
            <p:cNvPr id="5" name="Callout: Line with No Border 4">
              <a:extLst>
                <a:ext uri="{FF2B5EF4-FFF2-40B4-BE49-F238E27FC236}">
                  <a16:creationId xmlns:a16="http://schemas.microsoft.com/office/drawing/2014/main" id="{1802C24D-B8CF-DDDB-D923-A821AD407B3D}"/>
                </a:ext>
              </a:extLst>
            </p:cNvPr>
            <p:cNvSpPr/>
            <p:nvPr/>
          </p:nvSpPr>
          <p:spPr>
            <a:xfrm>
              <a:off x="5470152" y="1626364"/>
              <a:ext cx="914400" cy="612648"/>
            </a:xfrm>
            <a:prstGeom prst="callout1">
              <a:avLst>
                <a:gd name="adj1" fmla="val 100170"/>
                <a:gd name="adj2" fmla="val 49564"/>
                <a:gd name="adj3" fmla="val 239491"/>
                <a:gd name="adj4" fmla="val 5091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2</a:t>
              </a:r>
            </a:p>
          </p:txBody>
        </p:sp>
        <p:sp>
          <p:nvSpPr>
            <p:cNvPr id="6" name="Callout: Line with No Border 5">
              <a:extLst>
                <a:ext uri="{FF2B5EF4-FFF2-40B4-BE49-F238E27FC236}">
                  <a16:creationId xmlns:a16="http://schemas.microsoft.com/office/drawing/2014/main" id="{96297845-D689-A9AA-7AC9-96C7C938F56C}"/>
                </a:ext>
              </a:extLst>
            </p:cNvPr>
            <p:cNvSpPr/>
            <p:nvPr/>
          </p:nvSpPr>
          <p:spPr>
            <a:xfrm>
              <a:off x="5788697" y="2099439"/>
              <a:ext cx="914400" cy="612648"/>
            </a:xfrm>
            <a:prstGeom prst="callout1">
              <a:avLst>
                <a:gd name="adj1" fmla="val 99553"/>
                <a:gd name="adj2" fmla="val 50345"/>
                <a:gd name="adj3" fmla="val 161860"/>
                <a:gd name="adj4" fmla="val 5116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3</a:t>
              </a:r>
            </a:p>
          </p:txBody>
        </p:sp>
        <p:sp>
          <p:nvSpPr>
            <p:cNvPr id="7" name="Callout: Line with No Border 6">
              <a:extLst>
                <a:ext uri="{FF2B5EF4-FFF2-40B4-BE49-F238E27FC236}">
                  <a16:creationId xmlns:a16="http://schemas.microsoft.com/office/drawing/2014/main" id="{0CD56995-1BA2-1959-A950-AB1311A7AC58}"/>
                </a:ext>
              </a:extLst>
            </p:cNvPr>
            <p:cNvSpPr/>
            <p:nvPr/>
          </p:nvSpPr>
          <p:spPr>
            <a:xfrm>
              <a:off x="7948066" y="1626364"/>
              <a:ext cx="914400" cy="612648"/>
            </a:xfrm>
            <a:prstGeom prst="callout1">
              <a:avLst>
                <a:gd name="adj1" fmla="val 99718"/>
                <a:gd name="adj2" fmla="val 49792"/>
                <a:gd name="adj3" fmla="val 241306"/>
                <a:gd name="adj4" fmla="val 50094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10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12543DB-D10A-B87F-44FC-0ABFEDDD5C64}"/>
              </a:ext>
            </a:extLst>
          </p:cNvPr>
          <p:cNvSpPr txBox="1"/>
          <p:nvPr/>
        </p:nvSpPr>
        <p:spPr>
          <a:xfrm>
            <a:off x="2866692" y="1849153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</p:spTree>
    <p:extLst>
      <p:ext uri="{BB962C8B-B14F-4D97-AF65-F5344CB8AC3E}">
        <p14:creationId xmlns:p14="http://schemas.microsoft.com/office/powerpoint/2010/main" val="4787373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500"/>
                            </p:stCondLst>
                            <p:childTnLst>
                              <p:par>
                                <p:cTn id="43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8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09981" y="3016251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Negative Index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856244" y="4397327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2BC01F-B1A3-2A8E-1EAE-890EFE71558A}"/>
              </a:ext>
            </a:extLst>
          </p:cNvPr>
          <p:cNvGrpSpPr/>
          <p:nvPr/>
        </p:nvGrpSpPr>
        <p:grpSpPr>
          <a:xfrm>
            <a:off x="4857317" y="1626364"/>
            <a:ext cx="4005149" cy="1085723"/>
            <a:chOff x="4857317" y="1626364"/>
            <a:chExt cx="4005149" cy="1085723"/>
          </a:xfrm>
        </p:grpSpPr>
        <p:sp>
          <p:nvSpPr>
            <p:cNvPr id="3" name="Callout: Line with No Border 2">
              <a:extLst>
                <a:ext uri="{FF2B5EF4-FFF2-40B4-BE49-F238E27FC236}">
                  <a16:creationId xmlns:a16="http://schemas.microsoft.com/office/drawing/2014/main" id="{307465B1-152E-0F81-2BC0-C5F27DF56CDD}"/>
                </a:ext>
              </a:extLst>
            </p:cNvPr>
            <p:cNvSpPr/>
            <p:nvPr/>
          </p:nvSpPr>
          <p:spPr>
            <a:xfrm>
              <a:off x="4857317" y="1626364"/>
              <a:ext cx="914400" cy="612648"/>
            </a:xfrm>
            <a:prstGeom prst="callout1">
              <a:avLst>
                <a:gd name="adj1" fmla="val 98744"/>
                <a:gd name="adj2" fmla="val 50314"/>
                <a:gd name="adj3" fmla="val 241530"/>
                <a:gd name="adj4" fmla="val 51157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0</a:t>
              </a:r>
            </a:p>
          </p:txBody>
        </p:sp>
        <p:sp>
          <p:nvSpPr>
            <p:cNvPr id="4" name="Callout: Line with No Border 3">
              <a:extLst>
                <a:ext uri="{FF2B5EF4-FFF2-40B4-BE49-F238E27FC236}">
                  <a16:creationId xmlns:a16="http://schemas.microsoft.com/office/drawing/2014/main" id="{0C36F6AE-AB80-CB5C-25FD-779205ECF3DC}"/>
                </a:ext>
              </a:extLst>
            </p:cNvPr>
            <p:cNvSpPr/>
            <p:nvPr/>
          </p:nvSpPr>
          <p:spPr>
            <a:xfrm>
              <a:off x="5168590" y="2099439"/>
              <a:ext cx="914400" cy="612648"/>
            </a:xfrm>
            <a:prstGeom prst="callout1">
              <a:avLst>
                <a:gd name="adj1" fmla="val 99036"/>
                <a:gd name="adj2" fmla="val 49803"/>
                <a:gd name="adj3" fmla="val 163451"/>
                <a:gd name="adj4" fmla="val 50123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5" name="Callout: Line with No Border 4">
              <a:extLst>
                <a:ext uri="{FF2B5EF4-FFF2-40B4-BE49-F238E27FC236}">
                  <a16:creationId xmlns:a16="http://schemas.microsoft.com/office/drawing/2014/main" id="{1802C24D-B8CF-DDDB-D923-A821AD407B3D}"/>
                </a:ext>
              </a:extLst>
            </p:cNvPr>
            <p:cNvSpPr/>
            <p:nvPr/>
          </p:nvSpPr>
          <p:spPr>
            <a:xfrm>
              <a:off x="5470152" y="1626364"/>
              <a:ext cx="914400" cy="612648"/>
            </a:xfrm>
            <a:prstGeom prst="callout1">
              <a:avLst>
                <a:gd name="adj1" fmla="val 100170"/>
                <a:gd name="adj2" fmla="val 49564"/>
                <a:gd name="adj3" fmla="val 239491"/>
                <a:gd name="adj4" fmla="val 5091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6" name="Callout: Line with No Border 5">
              <a:extLst>
                <a:ext uri="{FF2B5EF4-FFF2-40B4-BE49-F238E27FC236}">
                  <a16:creationId xmlns:a16="http://schemas.microsoft.com/office/drawing/2014/main" id="{96297845-D689-A9AA-7AC9-96C7C938F56C}"/>
                </a:ext>
              </a:extLst>
            </p:cNvPr>
            <p:cNvSpPr/>
            <p:nvPr/>
          </p:nvSpPr>
          <p:spPr>
            <a:xfrm>
              <a:off x="5788697" y="2099439"/>
              <a:ext cx="914400" cy="612648"/>
            </a:xfrm>
            <a:prstGeom prst="callout1">
              <a:avLst>
                <a:gd name="adj1" fmla="val 99553"/>
                <a:gd name="adj2" fmla="val 50345"/>
                <a:gd name="adj3" fmla="val 161860"/>
                <a:gd name="adj4" fmla="val 5116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7" name="Callout: Line with No Border 6">
              <a:extLst>
                <a:ext uri="{FF2B5EF4-FFF2-40B4-BE49-F238E27FC236}">
                  <a16:creationId xmlns:a16="http://schemas.microsoft.com/office/drawing/2014/main" id="{0CD56995-1BA2-1959-A950-AB1311A7AC58}"/>
                </a:ext>
              </a:extLst>
            </p:cNvPr>
            <p:cNvSpPr/>
            <p:nvPr/>
          </p:nvSpPr>
          <p:spPr>
            <a:xfrm>
              <a:off x="7948066" y="1626364"/>
              <a:ext cx="914400" cy="612648"/>
            </a:xfrm>
            <a:prstGeom prst="callout1">
              <a:avLst>
                <a:gd name="adj1" fmla="val 99718"/>
                <a:gd name="adj2" fmla="val 49792"/>
                <a:gd name="adj3" fmla="val 241306"/>
                <a:gd name="adj4" fmla="val 50094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10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12543DB-D10A-B87F-44FC-0ABFEDDD5C64}"/>
              </a:ext>
            </a:extLst>
          </p:cNvPr>
          <p:cNvSpPr txBox="1"/>
          <p:nvPr/>
        </p:nvSpPr>
        <p:spPr>
          <a:xfrm>
            <a:off x="2866692" y="1849153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  <p:sp>
        <p:nvSpPr>
          <p:cNvPr id="12" name="Callout: Line with No Border 11">
            <a:extLst>
              <a:ext uri="{FF2B5EF4-FFF2-40B4-BE49-F238E27FC236}">
                <a16:creationId xmlns:a16="http://schemas.microsoft.com/office/drawing/2014/main" id="{52226A47-3D24-4E25-819A-AA7547E560DC}"/>
              </a:ext>
            </a:extLst>
          </p:cNvPr>
          <p:cNvSpPr/>
          <p:nvPr/>
        </p:nvSpPr>
        <p:spPr>
          <a:xfrm>
            <a:off x="4857665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>
              <a:solidFill>
                <a:srgbClr val="7030A0"/>
              </a:solidFill>
            </a:endParaRPr>
          </a:p>
        </p:txBody>
      </p:sp>
      <p:sp>
        <p:nvSpPr>
          <p:cNvPr id="13" name="Callout: Line with No Border 12">
            <a:extLst>
              <a:ext uri="{FF2B5EF4-FFF2-40B4-BE49-F238E27FC236}">
                <a16:creationId xmlns:a16="http://schemas.microsoft.com/office/drawing/2014/main" id="{D6C14A21-8AF8-40C2-A655-1B06E3DF300E}"/>
              </a:ext>
            </a:extLst>
          </p:cNvPr>
          <p:cNvSpPr/>
          <p:nvPr/>
        </p:nvSpPr>
        <p:spPr>
          <a:xfrm>
            <a:off x="7004087" y="4633340"/>
            <a:ext cx="914400" cy="612648"/>
          </a:xfrm>
          <a:prstGeom prst="callout1">
            <a:avLst>
              <a:gd name="adj1" fmla="val -4882"/>
              <a:gd name="adj2" fmla="val 50834"/>
              <a:gd name="adj3" fmla="val -154731"/>
              <a:gd name="adj4" fmla="val 51154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>
              <a:solidFill>
                <a:srgbClr val="7030A0"/>
              </a:solidFill>
            </a:endParaRPr>
          </a:p>
        </p:txBody>
      </p:sp>
      <p:sp>
        <p:nvSpPr>
          <p:cNvPr id="14" name="Callout: Line with No Border 13">
            <a:extLst>
              <a:ext uri="{FF2B5EF4-FFF2-40B4-BE49-F238E27FC236}">
                <a16:creationId xmlns:a16="http://schemas.microsoft.com/office/drawing/2014/main" id="{68F0D888-968A-4CDD-AB03-F02C133DC338}"/>
              </a:ext>
            </a:extLst>
          </p:cNvPr>
          <p:cNvSpPr/>
          <p:nvPr/>
        </p:nvSpPr>
        <p:spPr>
          <a:xfrm>
            <a:off x="7305649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>
              <a:solidFill>
                <a:srgbClr val="7030A0"/>
              </a:solidFill>
            </a:endParaRPr>
          </a:p>
        </p:txBody>
      </p:sp>
      <p:sp>
        <p:nvSpPr>
          <p:cNvPr id="15" name="Callout: Line with No Border 14">
            <a:extLst>
              <a:ext uri="{FF2B5EF4-FFF2-40B4-BE49-F238E27FC236}">
                <a16:creationId xmlns:a16="http://schemas.microsoft.com/office/drawing/2014/main" id="{33EBF56C-BCE4-403C-ADEF-EAFFE4EC2F5E}"/>
              </a:ext>
            </a:extLst>
          </p:cNvPr>
          <p:cNvSpPr/>
          <p:nvPr/>
        </p:nvSpPr>
        <p:spPr>
          <a:xfrm>
            <a:off x="7624194" y="4633340"/>
            <a:ext cx="914400" cy="612648"/>
          </a:xfrm>
          <a:prstGeom prst="callout1">
            <a:avLst>
              <a:gd name="adj1" fmla="val -4882"/>
              <a:gd name="adj2" fmla="val 50834"/>
              <a:gd name="adj3" fmla="val -154362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>
              <a:solidFill>
                <a:srgbClr val="7030A0"/>
              </a:solidFill>
            </a:endParaRPr>
          </a:p>
        </p:txBody>
      </p:sp>
      <p:sp>
        <p:nvSpPr>
          <p:cNvPr id="16" name="Callout: Line with No Border 15">
            <a:extLst>
              <a:ext uri="{FF2B5EF4-FFF2-40B4-BE49-F238E27FC236}">
                <a16:creationId xmlns:a16="http://schemas.microsoft.com/office/drawing/2014/main" id="{B24ECF08-A6D9-4497-8F69-07CE5BB8041F}"/>
              </a:ext>
            </a:extLst>
          </p:cNvPr>
          <p:cNvSpPr/>
          <p:nvPr/>
        </p:nvSpPr>
        <p:spPr>
          <a:xfrm>
            <a:off x="7937618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230568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 – Negative Index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9146420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 </a:t>
            </a: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F5EA0BAF-6885-1CB2-C616-4713FEE5C432}"/>
              </a:ext>
            </a:extLst>
          </p:cNvPr>
          <p:cNvSpPr/>
          <p:nvPr/>
        </p:nvSpPr>
        <p:spPr>
          <a:xfrm>
            <a:off x="8103053" y="5605539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Stop value omitted</a:t>
            </a:r>
          </a:p>
        </p:txBody>
      </p:sp>
    </p:spTree>
    <p:extLst>
      <p:ext uri="{BB962C8B-B14F-4D97-AF65-F5344CB8AC3E}">
        <p14:creationId xmlns:p14="http://schemas.microsoft.com/office/powerpoint/2010/main" val="25170250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 – Negative Index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9134990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 </a:t>
            </a: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620501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Convert from character to ASCII</a:t>
            </a:r>
          </a:p>
          <a:p>
            <a:r>
              <a:rPr lang="en-GB" dirty="0"/>
              <a:t>Convert from ASCII to character</a:t>
            </a:r>
          </a:p>
          <a:p>
            <a:r>
              <a:rPr lang="en-GB" dirty="0"/>
              <a:t>Convert floating-point numbers to integers</a:t>
            </a:r>
          </a:p>
          <a:p>
            <a:r>
              <a:rPr lang="en-GB" dirty="0"/>
              <a:t>Describe, exemplify and implement modulus</a:t>
            </a:r>
          </a:p>
        </p:txBody>
      </p:sp>
    </p:spTree>
    <p:extLst>
      <p:ext uri="{BB962C8B-B14F-4D97-AF65-F5344CB8AC3E}">
        <p14:creationId xmlns:p14="http://schemas.microsoft.com/office/powerpoint/2010/main" val="198304127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249592" y="1972139"/>
            <a:ext cx="1151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"C"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7" y="2008714"/>
            <a:ext cx="80348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67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249591" y="3334278"/>
            <a:ext cx="1151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"c"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ord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80348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2200458" y="4659841"/>
            <a:ext cx="120078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"£"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ord</a:t>
              </a:r>
              <a:r>
                <a:rPr lang="en-GB" sz="3200" b="1" dirty="0"/>
                <a:t>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118163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163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Character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Convert to ASCII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226135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44837215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ord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872238" y="5416317"/>
            <a:ext cx="644753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a character to ASCII value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720474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80363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7227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ord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797670" y="5416317"/>
            <a:ext cx="6596679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43149773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ASCII value of a character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449788" y="4844242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Character</a:t>
            </a:r>
          </a:p>
        </p:txBody>
      </p:sp>
      <p:sp>
        <p:nvSpPr>
          <p:cNvPr id="6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869853" y="2503146"/>
            <a:ext cx="2567463" cy="862642"/>
          </a:xfrm>
          <a:prstGeom prst="callout2">
            <a:avLst>
              <a:gd name="adj1" fmla="val 56389"/>
              <a:gd name="adj2" fmla="val 99235"/>
              <a:gd name="adj3" fmla="val 56617"/>
              <a:gd name="adj4" fmla="val 113862"/>
              <a:gd name="adj5" fmla="val 148805"/>
              <a:gd name="adj6" fmla="val 1137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 err="1">
                <a:solidFill>
                  <a:srgbClr val="7030A0"/>
                </a:solidFill>
              </a:rPr>
              <a:t>ord</a:t>
            </a:r>
            <a:r>
              <a:rPr lang="en-GB" sz="2800" b="1" dirty="0">
                <a:solidFill>
                  <a:srgbClr val="7030A0"/>
                </a:solidFill>
              </a:rPr>
              <a:t>( ) function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0713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65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595360" y="5222856"/>
            <a:ext cx="330523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Character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</p:spTree>
    <p:extLst>
      <p:ext uri="{BB962C8B-B14F-4D97-AF65-F5344CB8AC3E}">
        <p14:creationId xmlns:p14="http://schemas.microsoft.com/office/powerpoint/2010/main" val="562853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 animBg="1"/>
      <p:bldP spid="7" grpId="0" animBg="1"/>
      <p:bldP spid="8" grpId="0"/>
      <p:bldP spid="9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ASCII value of a character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396675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578608" y="1972139"/>
            <a:ext cx="8226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67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118163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"C"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578607" y="3334278"/>
            <a:ext cx="8226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chr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118163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"c"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2200458" y="4659841"/>
            <a:ext cx="120078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163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chr</a:t>
              </a:r>
              <a:r>
                <a:rPr lang="en-GB" sz="3200" b="1" dirty="0"/>
                <a:t>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118163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"£"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Integer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Character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ASCII to character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069570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167" y="5911406"/>
            <a:ext cx="22944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404256083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chr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(65)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618963" y="5416317"/>
            <a:ext cx="695408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an ASCII value to a character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537594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605364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4543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chr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(65)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18749" y="5416317"/>
            <a:ext cx="715452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65935621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character for an ASCII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latin typeface="Consolas" panose="020B0609020204030204" pitchFamily="49" charset="0"/>
              </a:rPr>
              <a:t>97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434548" y="4844242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6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1022253" y="2503146"/>
            <a:ext cx="2567463" cy="862642"/>
          </a:xfrm>
          <a:prstGeom prst="callout2">
            <a:avLst>
              <a:gd name="adj1" fmla="val 56389"/>
              <a:gd name="adj2" fmla="val 99235"/>
              <a:gd name="adj3" fmla="val 56617"/>
              <a:gd name="adj4" fmla="val 113862"/>
              <a:gd name="adj5" fmla="val 148805"/>
              <a:gd name="adj6" fmla="val 1137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 err="1">
                <a:solidFill>
                  <a:srgbClr val="7030A0"/>
                </a:solidFill>
              </a:rPr>
              <a:t>chr</a:t>
            </a:r>
            <a:r>
              <a:rPr lang="en-GB" sz="2800" b="1" dirty="0">
                <a:solidFill>
                  <a:srgbClr val="7030A0"/>
                </a:solidFill>
              </a:rPr>
              <a:t>( ) function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1502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"a"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580120" y="5222856"/>
            <a:ext cx="33204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Integer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Character</a:t>
            </a:r>
          </a:p>
        </p:txBody>
      </p:sp>
    </p:spTree>
    <p:extLst>
      <p:ext uri="{BB962C8B-B14F-4D97-AF65-F5344CB8AC3E}">
        <p14:creationId xmlns:p14="http://schemas.microsoft.com/office/powerpoint/2010/main" val="12621590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 animBg="1"/>
      <p:bldP spid="7" grpId="0" animBg="1"/>
      <p:bldP spid="8" grpId="0"/>
      <p:bldP spid="9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character for an ASCII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latin typeface="Consolas" panose="020B0609020204030204" pitchFamily="49" charset="0"/>
              </a:rPr>
              <a:t>97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132882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Cast Real to Integer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942094" y="2008715"/>
            <a:ext cx="145914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99.9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9192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200457" y="3334278"/>
            <a:ext cx="12007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5.5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5356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241240" y="4659841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-1.059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91929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-1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3212431" y="5911406"/>
            <a:ext cx="18131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Real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integer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515013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Cast Real to Integer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  <a:noFill/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3224462" y="5911406"/>
            <a:ext cx="18011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39378659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(3.14)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877990" y="5416317"/>
            <a:ext cx="4436022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Casts real to integer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88506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128202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43372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(3.14)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913353" y="5416317"/>
            <a:ext cx="436529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567249620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Floating-point to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an integer part of a floating-point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 err="1">
                <a:latin typeface="Consolas" panose="020B0609020204030204" pitchFamily="49" charset="0"/>
              </a:rPr>
              <a:t>int</a:t>
            </a:r>
            <a:r>
              <a:rPr lang="en-GB" sz="4400" dirty="0">
                <a:latin typeface="Consolas" panose="020B0609020204030204" pitchFamily="49" charset="0"/>
              </a:rPr>
              <a:t>(6·7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449788" y="4844242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Floating-point</a:t>
            </a:r>
          </a:p>
        </p:txBody>
      </p:sp>
      <p:sp>
        <p:nvSpPr>
          <p:cNvPr id="6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869853" y="2503146"/>
            <a:ext cx="2567463" cy="862642"/>
          </a:xfrm>
          <a:prstGeom prst="callout2">
            <a:avLst>
              <a:gd name="adj1" fmla="val 56389"/>
              <a:gd name="adj2" fmla="val 99235"/>
              <a:gd name="adj3" fmla="val 56617"/>
              <a:gd name="adj4" fmla="val 113862"/>
              <a:gd name="adj5" fmla="val 148805"/>
              <a:gd name="adj6" fmla="val 1137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 err="1">
                <a:solidFill>
                  <a:srgbClr val="7030A0"/>
                </a:solidFill>
              </a:rPr>
              <a:t>int</a:t>
            </a:r>
            <a:r>
              <a:rPr lang="en-GB" sz="2800" b="1" dirty="0">
                <a:solidFill>
                  <a:srgbClr val="7030A0"/>
                </a:solidFill>
              </a:rPr>
              <a:t>( ) function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1502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6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610600" y="5222856"/>
            <a:ext cx="328999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Floating-point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</p:spTree>
    <p:extLst>
      <p:ext uri="{BB962C8B-B14F-4D97-AF65-F5344CB8AC3E}">
        <p14:creationId xmlns:p14="http://schemas.microsoft.com/office/powerpoint/2010/main" val="31460017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 animBg="1"/>
      <p:bldP spid="7" grpId="0" animBg="1"/>
      <p:bldP spid="8" grpId="0"/>
      <p:bldP spid="9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Floating-point to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an integer part of a floating-point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 err="1">
                <a:latin typeface="Consolas" panose="020B0609020204030204" pitchFamily="49" charset="0"/>
              </a:rPr>
              <a:t>int</a:t>
            </a:r>
            <a:r>
              <a:rPr lang="en-GB" sz="4400" dirty="0">
                <a:latin typeface="Consolas" panose="020B0609020204030204" pitchFamily="49" charset="0"/>
              </a:rPr>
              <a:t>(6·7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52658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42610" y="4132699"/>
            <a:ext cx="2935504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Modulus operator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myMod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604789" y="5416317"/>
            <a:ext cx="6982424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Returns the remainder from a division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641826A-CF9C-4989-9083-EC24C85EE8A9}"/>
              </a:ext>
            </a:extLst>
          </p:cNvPr>
          <p:cNvSpPr txBox="1"/>
          <p:nvPr/>
        </p:nvSpPr>
        <p:spPr>
          <a:xfrm>
            <a:off x="8530389" y="1299889"/>
            <a:ext cx="3290820" cy="707886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4000" b="1" dirty="0">
                <a:solidFill>
                  <a:srgbClr val="7030A0"/>
                </a:solidFill>
              </a:rPr>
              <a:t>13 </a:t>
            </a:r>
            <a:r>
              <a:rPr lang="pt-BR" sz="4000" b="1" dirty="0"/>
              <a:t>÷</a:t>
            </a:r>
            <a:r>
              <a:rPr lang="pt-BR" sz="4000" b="1" dirty="0">
                <a:solidFill>
                  <a:srgbClr val="7030A0"/>
                </a:solidFill>
              </a:rPr>
              <a:t> 5 </a:t>
            </a:r>
            <a:r>
              <a:rPr lang="pt-BR" sz="4000" b="1" dirty="0"/>
              <a:t>=</a:t>
            </a:r>
            <a:r>
              <a:rPr lang="pt-BR" sz="4000" b="1" dirty="0">
                <a:solidFill>
                  <a:srgbClr val="7030A0"/>
                </a:solidFill>
              </a:rPr>
              <a:t> 2 </a:t>
            </a:r>
            <a:r>
              <a:rPr lang="pt-BR" sz="4000" b="1" dirty="0"/>
              <a:t>r</a:t>
            </a:r>
            <a:r>
              <a:rPr lang="pt-BR" sz="4000" b="1" dirty="0">
                <a:solidFill>
                  <a:srgbClr val="7030A0"/>
                </a:solidFill>
              </a:rPr>
              <a:t> </a:t>
            </a:r>
            <a:r>
              <a:rPr lang="pt-BR" sz="4000" b="1" dirty="0">
                <a:solidFill>
                  <a:srgbClr val="FF0000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635506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7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myMod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658214" y="5416317"/>
            <a:ext cx="6875600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269368532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remainder from a division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1425744" y="4837267"/>
            <a:ext cx="3077861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16606"/>
              <a:gd name="adj5" fmla="val -43235"/>
              <a:gd name="adj6" fmla="val -167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Modulus operator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1502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610600" y="5222856"/>
            <a:ext cx="328999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Division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Remainder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D2FAC96-ADE0-49FC-8BC7-2897523BFB17}"/>
              </a:ext>
            </a:extLst>
          </p:cNvPr>
          <p:cNvGrpSpPr/>
          <p:nvPr/>
        </p:nvGrpSpPr>
        <p:grpSpPr>
          <a:xfrm>
            <a:off x="3800015" y="2609428"/>
            <a:ext cx="2226716" cy="1356803"/>
            <a:chOff x="4725129" y="2391718"/>
            <a:chExt cx="2704005" cy="135680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74E6CA34-AFCC-4A86-BBEC-2B2266223B3E}"/>
                </a:ext>
              </a:extLst>
            </p:cNvPr>
            <p:cNvSpPr/>
            <p:nvPr/>
          </p:nvSpPr>
          <p:spPr>
            <a:xfrm rot="16200000">
              <a:off x="5735392" y="2054779"/>
              <a:ext cx="683479" cy="270400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4618CFB-57D2-41B1-9F43-23A20D0F30F2}"/>
                </a:ext>
              </a:extLst>
            </p:cNvPr>
            <p:cNvSpPr txBox="1"/>
            <p:nvPr/>
          </p:nvSpPr>
          <p:spPr>
            <a:xfrm>
              <a:off x="5391153" y="2391718"/>
              <a:ext cx="166668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Division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518612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7" grpId="0" animBg="1"/>
      <p:bldP spid="8" grpId="0"/>
      <p:bldP spid="9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remainder from a division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7776525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standard algorithms:</a:t>
            </a:r>
          </a:p>
          <a:p>
            <a:pPr lvl="1"/>
            <a:r>
              <a:rPr lang="en-GB" sz="2800" dirty="0"/>
              <a:t>linear search</a:t>
            </a:r>
          </a:p>
          <a:p>
            <a:pPr lvl="1"/>
            <a:r>
              <a:rPr lang="en-GB" sz="2800" dirty="0"/>
              <a:t>find minimum and maximum</a:t>
            </a:r>
          </a:p>
          <a:p>
            <a:pPr lvl="1"/>
            <a:r>
              <a:rPr lang="en-GB" sz="2800" dirty="0"/>
              <a:t>count occurrences</a:t>
            </a:r>
          </a:p>
        </p:txBody>
      </p:sp>
    </p:spTree>
    <p:extLst>
      <p:ext uri="{BB962C8B-B14F-4D97-AF65-F5344CB8AC3E}">
        <p14:creationId xmlns:p14="http://schemas.microsoft.com/office/powerpoint/2010/main" val="3861154840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220027-F85B-37BC-5382-1AACF0BB52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4E8E7B3-BE90-845C-9F30-F42285851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algorithm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BF8AD8-1ED3-DB18-D1D4-4FACDA1D90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Set found to False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Loop for all values or until found is 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If current value matches the search value, then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	Set found to 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End if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End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36E8A1-643E-A13C-B3DF-8586F549C29D}"/>
              </a:ext>
            </a:extLst>
          </p:cNvPr>
          <p:cNvSpPr txBox="1"/>
          <p:nvPr/>
        </p:nvSpPr>
        <p:spPr>
          <a:xfrm>
            <a:off x="4429760" y="5908100"/>
            <a:ext cx="69240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07827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9127B2-A813-4432-2A7A-ED9E48AFC4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16BE1A8-C3CA-21F4-675E-654448CF8B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(1/3)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4C349F-ACCF-C4D0-04C5-E162BCEF5B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False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4 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endParaRPr lang="en-US" altLang="en-US" sz="32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A749B7F-A9B4-4804-B8AF-4220974312E9}"/>
              </a:ext>
            </a:extLst>
          </p:cNvPr>
          <p:cNvSpPr/>
          <p:nvPr/>
        </p:nvSpPr>
        <p:spPr>
          <a:xfrm>
            <a:off x="4678268" y="2414528"/>
            <a:ext cx="1417732" cy="485083"/>
          </a:xfrm>
          <a:prstGeom prst="callout2">
            <a:avLst>
              <a:gd name="adj1" fmla="val 50566"/>
              <a:gd name="adj2" fmla="val 514"/>
              <a:gd name="adj3" fmla="val 52597"/>
              <a:gd name="adj4" fmla="val -114983"/>
              <a:gd name="adj5" fmla="val 106524"/>
              <a:gd name="adj6" fmla="val -1350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Flag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EE51F00C-B8E1-5F0A-04E5-4AE9AA4A9DAC}"/>
              </a:ext>
            </a:extLst>
          </p:cNvPr>
          <p:cNvSpPr/>
          <p:nvPr/>
        </p:nvSpPr>
        <p:spPr>
          <a:xfrm>
            <a:off x="5433918" y="4400896"/>
            <a:ext cx="3132232" cy="485083"/>
          </a:xfrm>
          <a:prstGeom prst="callout2">
            <a:avLst>
              <a:gd name="adj1" fmla="val 50076"/>
              <a:gd name="adj2" fmla="val -93"/>
              <a:gd name="adj3" fmla="val 50797"/>
              <a:gd name="adj4" fmla="val -16690"/>
              <a:gd name="adj5" fmla="val -23072"/>
              <a:gd name="adj6" fmla="val -251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 to search for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4C3D931-F43B-1614-EE8A-48F5B9554C83}"/>
              </a:ext>
            </a:extLst>
          </p:cNvPr>
          <p:cNvSpPr/>
          <p:nvPr/>
        </p:nvSpPr>
        <p:spPr>
          <a:xfrm>
            <a:off x="7675468" y="1340542"/>
            <a:ext cx="3132232" cy="485083"/>
          </a:xfrm>
          <a:prstGeom prst="callout2">
            <a:avLst>
              <a:gd name="adj1" fmla="val 49585"/>
              <a:gd name="adj2" fmla="val -18"/>
              <a:gd name="adj3" fmla="val 49325"/>
              <a:gd name="adj4" fmla="val -16994"/>
              <a:gd name="adj5" fmla="val 118306"/>
              <a:gd name="adj6" fmla="val -289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Values to search</a:t>
            </a:r>
          </a:p>
        </p:txBody>
      </p:sp>
    </p:spTree>
    <p:extLst>
      <p:ext uri="{BB962C8B-B14F-4D97-AF65-F5344CB8AC3E}">
        <p14:creationId xmlns:p14="http://schemas.microsoft.com/office/powerpoint/2010/main" val="195889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animBg="1"/>
      <p:bldP spid="2" grpId="0" uiExpand="1" animBg="1"/>
      <p:bldP spid="6" grpId="0" uiExpand="1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ABB985B-A7D8-EF29-8A2C-8535F1922E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A5518F5-3477-04BD-09BD-7A7BA54F4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(1/3)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5DF20D-F6AF-B8DA-FC53-05268ADD08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False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4 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endParaRPr lang="en-US" altLang="en-US" sz="32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1464558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Linear search (2/3)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while not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&lt;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10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13       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index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15429D9-585C-F5EB-7A50-4D2D05F4022F}"/>
              </a:ext>
            </a:extLst>
          </p:cNvPr>
          <p:cNvSpPr txBox="1"/>
          <p:nvPr/>
        </p:nvSpPr>
        <p:spPr>
          <a:xfrm>
            <a:off x="7410450" y="3903405"/>
            <a:ext cx="4495801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Will stop looping if search value found, or at end of array</a:t>
            </a:r>
          </a:p>
        </p:txBody>
      </p:sp>
    </p:spTree>
    <p:extLst>
      <p:ext uri="{BB962C8B-B14F-4D97-AF65-F5344CB8AC3E}">
        <p14:creationId xmlns:p14="http://schemas.microsoft.com/office/powerpoint/2010/main" val="38448141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7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2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ACD1614-11BF-B3B8-7AED-F70F610DD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FA614BA-45F0-E2A2-650E-83B717FB7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Linear search (2/3)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B208C93-4CF9-9DED-C70A-6AA98A22C4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while not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&lt;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10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13       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index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4133765171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(3/3)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 ==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True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 at index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"Not found"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ACE1A51E-3F82-3AD1-8CB2-6C79475581CF}"/>
              </a:ext>
            </a:extLst>
          </p:cNvPr>
          <p:cNvSpPr/>
          <p:nvPr/>
        </p:nvSpPr>
        <p:spPr>
          <a:xfrm>
            <a:off x="4506818" y="1448146"/>
            <a:ext cx="1417732" cy="485083"/>
          </a:xfrm>
          <a:prstGeom prst="callout2">
            <a:avLst>
              <a:gd name="adj1" fmla="val 50076"/>
              <a:gd name="adj2" fmla="val -327"/>
              <a:gd name="adj3" fmla="val 50470"/>
              <a:gd name="adj4" fmla="val -47910"/>
              <a:gd name="adj5" fmla="val 103906"/>
              <a:gd name="adj6" fmla="val -767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Boolean</a:t>
            </a:r>
          </a:p>
        </p:txBody>
      </p:sp>
    </p:spTree>
    <p:extLst>
      <p:ext uri="{BB962C8B-B14F-4D97-AF65-F5344CB8AC3E}">
        <p14:creationId xmlns:p14="http://schemas.microsoft.com/office/powerpoint/2010/main" val="1374977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uiExpand="1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A70EE4B-C31B-22FE-E505-893DA47E6B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EFA71C8-B946-287A-F634-36557ADCDF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(3/3)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DF5874-FBC6-4C19-3BB2-89089A8393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True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 at index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"Not found"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8297475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Find maximum algorithm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Store first value as the maximum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Loop for all remaining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If current value is bigger than maximum, then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	Store current value as maximum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End if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End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506FC4-1315-A160-3087-BDB7683CC0CC}"/>
              </a:ext>
            </a:extLst>
          </p:cNvPr>
          <p:cNvSpPr txBox="1"/>
          <p:nvPr/>
        </p:nvSpPr>
        <p:spPr>
          <a:xfrm>
            <a:off x="6238240" y="5908100"/>
            <a:ext cx="511556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1.63</a:t>
            </a:r>
            <a:r>
              <a:rPr lang="en-US" altLang="en-US" sz="3200" dirty="0">
                <a:latin typeface="Consolas" panose="020B0609020204030204" pitchFamily="49" charset="0"/>
              </a:rPr>
              <a:t>,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 1.78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1.89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1658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Find minimum / maximum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heights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1.63</a:t>
            </a:r>
            <a:r>
              <a:rPr lang="en-US" altLang="en-US" sz="3200" dirty="0">
                <a:latin typeface="Consolas" panose="020B0609020204030204" pitchFamily="49" charset="0"/>
              </a:rPr>
              <a:t>,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 1.78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1.89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minimum = heights[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(heights)):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heights[index] &lt; minimum: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minimum = heights[index]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"Minimum: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(minimum))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7958E7E9-47BD-4932-9A33-7D87103BF3AA}"/>
              </a:ext>
            </a:extLst>
          </p:cNvPr>
          <p:cNvSpPr/>
          <p:nvPr/>
        </p:nvSpPr>
        <p:spPr>
          <a:xfrm>
            <a:off x="6962573" y="2433411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52677"/>
              <a:gd name="adj6" fmla="val -409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First value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208F4821-DCA7-4182-B540-6A5D897B39F4}"/>
              </a:ext>
            </a:extLst>
          </p:cNvPr>
          <p:cNvSpPr/>
          <p:nvPr/>
        </p:nvSpPr>
        <p:spPr>
          <a:xfrm>
            <a:off x="7642047" y="3057385"/>
            <a:ext cx="2785421" cy="463905"/>
          </a:xfrm>
          <a:prstGeom prst="callout2">
            <a:avLst>
              <a:gd name="adj1" fmla="val 49585"/>
              <a:gd name="adj2" fmla="val -2678"/>
              <a:gd name="adj3" fmla="val 54122"/>
              <a:gd name="adj4" fmla="val -50921"/>
              <a:gd name="adj5" fmla="val 113965"/>
              <a:gd name="adj6" fmla="val -611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Second value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FB8C24A-DF22-D8B4-79C3-2F928A19557F}"/>
              </a:ext>
            </a:extLst>
          </p:cNvPr>
          <p:cNvSpPr txBox="1"/>
          <p:nvPr/>
        </p:nvSpPr>
        <p:spPr>
          <a:xfrm>
            <a:off x="7449294" y="297656"/>
            <a:ext cx="4597400" cy="1323439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Loops from second value to end of array</a:t>
            </a:r>
          </a:p>
        </p:txBody>
      </p:sp>
    </p:spTree>
    <p:extLst>
      <p:ext uri="{BB962C8B-B14F-4D97-AF65-F5344CB8AC3E}">
        <p14:creationId xmlns:p14="http://schemas.microsoft.com/office/powerpoint/2010/main" val="21186860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8" grpId="0" uiExpand="1" animBg="1"/>
      <p:bldP spid="9" grpId="0" uiExpand="1" animBg="1"/>
      <p:bldP spid="2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Find minimum / maximum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heights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1.63</a:t>
            </a:r>
            <a:r>
              <a:rPr lang="en-US" altLang="en-US" sz="3200" dirty="0">
                <a:latin typeface="Consolas" panose="020B0609020204030204" pitchFamily="49" charset="0"/>
              </a:rPr>
              <a:t>,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 1.78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1.89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minimum = heights[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(heights)):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heights[index] &lt; minimum: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minimum = heights[index]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"Minimum: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(minimum))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0962590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0C64EE-D30C-D6E7-24E9-C3B1A0E84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FD871AC-C30E-3013-CE64-FB1D562723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Count occurrences algorithm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2F2364-A116-F269-DF48-E06833A23C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Set count to zero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Loop for all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If current value matches the search value, then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	Add one to count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End if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End loop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9A73B82-8BD6-2D0F-FE7A-ABC7F68CC664}"/>
              </a:ext>
            </a:extLst>
          </p:cNvPr>
          <p:cNvSpPr txBox="1"/>
          <p:nvPr/>
        </p:nvSpPr>
        <p:spPr>
          <a:xfrm>
            <a:off x="4429760" y="5908100"/>
            <a:ext cx="69240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64616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Count occurrences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count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(names)):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count = count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(count))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1A73B94B-BFD1-E87B-7AA0-7CDB29557638}"/>
              </a:ext>
            </a:extLst>
          </p:cNvPr>
          <p:cNvSpPr/>
          <p:nvPr/>
        </p:nvSpPr>
        <p:spPr>
          <a:xfrm>
            <a:off x="7694518" y="5359746"/>
            <a:ext cx="1798732" cy="485083"/>
          </a:xfrm>
          <a:prstGeom prst="callout2">
            <a:avLst>
              <a:gd name="adj1" fmla="val 50076"/>
              <a:gd name="adj2" fmla="val -93"/>
              <a:gd name="adj3" fmla="val 50797"/>
              <a:gd name="adj4" fmla="val -26928"/>
              <a:gd name="adj5" fmla="val -21763"/>
              <a:gd name="adj6" fmla="val -424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Increment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472711-2FC8-1452-F693-5A2DCBC06AC0}"/>
              </a:ext>
            </a:extLst>
          </p:cNvPr>
          <p:cNvSpPr txBox="1"/>
          <p:nvPr/>
        </p:nvSpPr>
        <p:spPr>
          <a:xfrm>
            <a:off x="8318500" y="230188"/>
            <a:ext cx="3505944" cy="1323439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Loops for every value in array</a:t>
            </a:r>
          </a:p>
        </p:txBody>
      </p:sp>
    </p:spTree>
    <p:extLst>
      <p:ext uri="{BB962C8B-B14F-4D97-AF65-F5344CB8AC3E}">
        <p14:creationId xmlns:p14="http://schemas.microsoft.com/office/powerpoint/2010/main" val="34193631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2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uiExpand="1" animBg="1"/>
      <p:bldP spid="5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D934003-4A56-A6F9-C28E-BBD959A710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E5502E-D683-68F3-7097-4F4D32E15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Count occurrences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91C02B-DB34-E7B0-B4E5-4793982C34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count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(names)):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count = count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(count))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2055710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file handling using:</a:t>
            </a:r>
          </a:p>
          <a:p>
            <a:pPr lvl="1"/>
            <a:r>
              <a:rPr lang="en-GB" sz="2800" dirty="0"/>
              <a:t>open / create</a:t>
            </a:r>
          </a:p>
          <a:p>
            <a:pPr lvl="1"/>
            <a:r>
              <a:rPr lang="en-GB" sz="2800" dirty="0"/>
              <a:t>read / write</a:t>
            </a:r>
          </a:p>
          <a:p>
            <a:pPr lvl="1"/>
            <a:r>
              <a:rPr lang="en-GB" sz="2800" dirty="0"/>
              <a:t>close</a:t>
            </a:r>
          </a:p>
        </p:txBody>
      </p:sp>
    </p:spTree>
    <p:extLst>
      <p:ext uri="{BB962C8B-B14F-4D97-AF65-F5344CB8AC3E}">
        <p14:creationId xmlns:p14="http://schemas.microsoft.com/office/powerpoint/2010/main" val="2570885542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File handling - overview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Write to a file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dirty="0"/>
              <a:t>Open / create a file</a:t>
            </a:r>
          </a:p>
          <a:p>
            <a:r>
              <a:rPr lang="en-GB" dirty="0"/>
              <a:t>Write the data to the file</a:t>
            </a:r>
          </a:p>
          <a:p>
            <a:r>
              <a:rPr lang="en-GB" dirty="0"/>
              <a:t>Close the connection to the file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Read from a file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GB" dirty="0"/>
              <a:t>Open a connection to a file</a:t>
            </a:r>
          </a:p>
          <a:p>
            <a:r>
              <a:rPr lang="en-GB" dirty="0"/>
              <a:t>Read the data from the file</a:t>
            </a:r>
          </a:p>
          <a:p>
            <a:r>
              <a:rPr lang="en-GB" dirty="0"/>
              <a:t>Close the connection to the file</a:t>
            </a:r>
          </a:p>
          <a:p>
            <a:endParaRPr lang="en-GB" dirty="0"/>
          </a:p>
        </p:txBody>
      </p:sp>
      <p:sp>
        <p:nvSpPr>
          <p:cNvPr id="12" name="TextBox 11"/>
          <p:cNvSpPr txBox="1"/>
          <p:nvPr/>
        </p:nvSpPr>
        <p:spPr>
          <a:xfrm>
            <a:off x="2952231" y="5055325"/>
            <a:ext cx="628753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/>
              <a:t>NB</a:t>
            </a:r>
            <a:r>
              <a:rPr lang="en-GB" sz="2800" dirty="0"/>
              <a:t> everything  (read / written) is a string</a:t>
            </a:r>
          </a:p>
          <a:p>
            <a:pPr algn="ctr"/>
            <a:r>
              <a:rPr lang="en-GB" sz="2800" dirty="0"/>
              <a:t>(just like the keyboard)</a:t>
            </a:r>
          </a:p>
        </p:txBody>
      </p:sp>
    </p:spTree>
    <p:extLst>
      <p:ext uri="{BB962C8B-B14F-4D97-AF65-F5344CB8AC3E}">
        <p14:creationId xmlns:p14="http://schemas.microsoft.com/office/powerpoint/2010/main" val="14562277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/>
      <p:bldP spid="9" grpId="0" build="p"/>
      <p:bldP spid="10" grpId="0" build="p"/>
      <p:bldP spid="11" grpId="0" build="p"/>
      <p:bldP spid="12" grpId="0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File handling - overview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Write to a file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dirty="0"/>
              <a:t>                               a file</a:t>
            </a:r>
          </a:p>
          <a:p>
            <a:r>
              <a:rPr lang="en-GB" dirty="0"/>
              <a:t>             the data to the file</a:t>
            </a:r>
          </a:p>
          <a:p>
            <a:r>
              <a:rPr lang="en-GB" dirty="0"/>
              <a:t>             the connection to the file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Read from a file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GB" dirty="0"/>
              <a:t>             a connection to a file</a:t>
            </a:r>
          </a:p>
          <a:p>
            <a:r>
              <a:rPr lang="en-GB" dirty="0"/>
              <a:t>             the data from the file</a:t>
            </a:r>
          </a:p>
          <a:p>
            <a:r>
              <a:rPr lang="en-GB" dirty="0"/>
              <a:t>             the connection to the 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83427" y="5055325"/>
            <a:ext cx="702514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/>
              <a:t>NB</a:t>
            </a:r>
            <a:r>
              <a:rPr lang="en-GB" sz="2800" dirty="0"/>
              <a:t> everything  (                               ) is a string</a:t>
            </a:r>
          </a:p>
        </p:txBody>
      </p:sp>
    </p:spTree>
    <p:extLst>
      <p:ext uri="{BB962C8B-B14F-4D97-AF65-F5344CB8AC3E}">
        <p14:creationId xmlns:p14="http://schemas.microsoft.com/office/powerpoint/2010/main" val="3815233802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file handling using:</a:t>
            </a:r>
          </a:p>
          <a:p>
            <a:pPr lvl="1"/>
            <a:r>
              <a:rPr lang="en-GB" sz="2800" dirty="0"/>
              <a:t>create</a:t>
            </a:r>
          </a:p>
          <a:p>
            <a:pPr lvl="1"/>
            <a:r>
              <a:rPr lang="en-GB" sz="2800" dirty="0"/>
              <a:t>write</a:t>
            </a:r>
          </a:p>
          <a:p>
            <a:pPr lvl="1"/>
            <a:r>
              <a:rPr lang="en-GB" sz="2800" dirty="0"/>
              <a:t>close</a:t>
            </a:r>
          </a:p>
        </p:txBody>
      </p:sp>
    </p:spTree>
    <p:extLst>
      <p:ext uri="{BB962C8B-B14F-4D97-AF65-F5344CB8AC3E}">
        <p14:creationId xmlns:p14="http://schemas.microsoft.com/office/powerpoint/2010/main" val="3799793334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"example1.csv"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(1)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481342" y="5074026"/>
            <a:ext cx="4471868" cy="431321"/>
          </a:xfrm>
          <a:prstGeom prst="callout2">
            <a:avLst>
              <a:gd name="adj1" fmla="val 50541"/>
              <a:gd name="adj2" fmla="val -92"/>
              <a:gd name="adj3" fmla="val 49989"/>
              <a:gd name="adj4" fmla="val -13346"/>
              <a:gd name="adj5" fmla="val -63395"/>
              <a:gd name="adj6" fmla="val -1945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Close &amp; finish writing to file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9026346" y="2478840"/>
            <a:ext cx="1967554" cy="829844"/>
          </a:xfrm>
          <a:prstGeom prst="callout2">
            <a:avLst>
              <a:gd name="adj1" fmla="val 49990"/>
              <a:gd name="adj2" fmla="val -67"/>
              <a:gd name="adj3" fmla="val 49989"/>
              <a:gd name="adj4" fmla="val -28877"/>
              <a:gd name="adj5" fmla="val -22470"/>
              <a:gd name="adj6" fmla="val -4909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Write mode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(Create)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39883517-6FF7-4EB0-9AB0-592F52CF09BC}"/>
              </a:ext>
            </a:extLst>
          </p:cNvPr>
          <p:cNvSpPr/>
          <p:nvPr/>
        </p:nvSpPr>
        <p:spPr>
          <a:xfrm>
            <a:off x="7081435" y="860844"/>
            <a:ext cx="3620432" cy="829844"/>
          </a:xfrm>
          <a:prstGeom prst="callout2">
            <a:avLst>
              <a:gd name="adj1" fmla="val 49990"/>
              <a:gd name="adj2" fmla="val -67"/>
              <a:gd name="adj3" fmla="val 49989"/>
              <a:gd name="adj4" fmla="val -18275"/>
              <a:gd name="adj5" fmla="val 135332"/>
              <a:gd name="adj6" fmla="val -301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File name &amp; type (</a:t>
            </a:r>
            <a:r>
              <a:rPr lang="en-GB" sz="2800" b="1" dirty="0">
                <a:solidFill>
                  <a:srgbClr val="FF0000"/>
                </a:solidFill>
              </a:rPr>
              <a:t>csv</a:t>
            </a:r>
            <a:r>
              <a:rPr lang="en-GB" sz="2800" b="1" dirty="0">
                <a:solidFill>
                  <a:srgbClr val="7030A0"/>
                </a:solidFill>
              </a:rPr>
              <a:t>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46B1460-4B6F-4EDC-0A27-D3CCFE497E3B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11320774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  <p:bldP spid="2" grpId="0" uiExpand="1" build="p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"example1.csv"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(1)</a:t>
            </a:r>
          </a:p>
        </p:txBody>
      </p:sp>
    </p:spTree>
    <p:extLst>
      <p:ext uri="{BB962C8B-B14F-4D97-AF65-F5344CB8AC3E}">
        <p14:creationId xmlns:p14="http://schemas.microsoft.com/office/powerpoint/2010/main" val="2483932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"example2.csv"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(2)</a:t>
            </a:r>
          </a:p>
        </p:txBody>
      </p:sp>
      <p:sp>
        <p:nvSpPr>
          <p:cNvPr id="9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113073" y="4001294"/>
            <a:ext cx="1967554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32508"/>
              <a:gd name="adj5" fmla="val -21767"/>
              <a:gd name="adj6" fmla="val -583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New line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1FE8654A-7AA3-4CFE-8E43-920214FDBA0E}"/>
              </a:ext>
            </a:extLst>
          </p:cNvPr>
          <p:cNvSpPr txBox="1"/>
          <p:nvPr/>
        </p:nvSpPr>
        <p:spPr>
          <a:xfrm>
            <a:off x="4566783" y="5908100"/>
            <a:ext cx="305843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  <a:latin typeface="Consolas" panose="020B0609020204030204" pitchFamily="49" charset="0"/>
              </a:rPr>
              <a:t>\n </a:t>
            </a:r>
            <a:r>
              <a:rPr lang="en-GB" sz="3200" b="1" dirty="0">
                <a:solidFill>
                  <a:srgbClr val="7030A0"/>
                </a:solidFill>
              </a:rPr>
              <a:t>= New line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3F99AB6-0230-47B0-BA58-ED6EDC8E53B3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2577301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2000"/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20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9" grpId="0" animBg="1"/>
      <p:bldP spid="5" grpId="0"/>
      <p:bldP spid="6" grpId="0" uiExpand="1" build="p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"example2.csv"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(2)</a:t>
            </a:r>
          </a:p>
        </p:txBody>
      </p:sp>
    </p:spTree>
    <p:extLst>
      <p:ext uri="{BB962C8B-B14F-4D97-AF65-F5344CB8AC3E}">
        <p14:creationId xmlns:p14="http://schemas.microsoft.com/office/powerpoint/2010/main" val="3075985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"example3.csv"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Writing: Array (1)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E3A2C0-E5AC-437E-8CD0-46D83078EBB9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1719870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"example3.csv"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Writing: Array (1)</a:t>
            </a:r>
          </a:p>
        </p:txBody>
      </p:sp>
    </p:spTree>
    <p:extLst>
      <p:ext uri="{BB962C8B-B14F-4D97-AF65-F5344CB8AC3E}">
        <p14:creationId xmlns:p14="http://schemas.microsoft.com/office/powerpoint/2010/main" val="2581650874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"example4.csv"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Writing: Array (2)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E3A2C0-E5AC-437E-8CD0-46D83078EBB9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3959732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"example4.csv"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Writing: Array (2)</a:t>
            </a:r>
          </a:p>
        </p:txBody>
      </p:sp>
    </p:spTree>
    <p:extLst>
      <p:ext uri="{BB962C8B-B14F-4D97-AF65-F5344CB8AC3E}">
        <p14:creationId xmlns:p14="http://schemas.microsoft.com/office/powerpoint/2010/main" val="1177968660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"example4.csv"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(4)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6EDF525-8233-4863-80FA-1DD393D57035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710849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5280" y="1825624"/>
            <a:ext cx="1162812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"example6.csv"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text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"\n"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(6)</a:t>
            </a:r>
          </a:p>
        </p:txBody>
      </p:sp>
    </p:spTree>
    <p:extLst>
      <p:ext uri="{BB962C8B-B14F-4D97-AF65-F5344CB8AC3E}">
        <p14:creationId xmlns:p14="http://schemas.microsoft.com/office/powerpoint/2010/main" val="38355803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7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72544-B514-4802-B453-B1E479937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Walking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E4E232-B738-444D-A12B-4CDB17B00A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https://mrfriendcs.github.io/h-cs/sdd/H-SDD-Walking/</a:t>
            </a:r>
          </a:p>
        </p:txBody>
      </p:sp>
    </p:spTree>
    <p:extLst>
      <p:ext uri="{BB962C8B-B14F-4D97-AF65-F5344CB8AC3E}">
        <p14:creationId xmlns:p14="http://schemas.microsoft.com/office/powerpoint/2010/main" val="2517065374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parallel 1D arrays</a:t>
            </a:r>
          </a:p>
        </p:txBody>
      </p:sp>
    </p:spTree>
    <p:extLst>
      <p:ext uri="{BB962C8B-B14F-4D97-AF65-F5344CB8AC3E}">
        <p14:creationId xmlns:p14="http://schemas.microsoft.com/office/powerpoint/2010/main" val="3097969357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 – Table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1231294"/>
              </p:ext>
            </p:extLst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  <p:cxnSp>
        <p:nvCxnSpPr>
          <p:cNvPr id="6" name="Straight Arrow Connector 5"/>
          <p:cNvCxnSpPr/>
          <p:nvPr/>
        </p:nvCxnSpPr>
        <p:spPr>
          <a:xfrm flipH="1">
            <a:off x="2237014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 flipH="1">
            <a:off x="41202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 flipH="1">
            <a:off x="69015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936709" y="3298249"/>
            <a:ext cx="4036554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Parallel Arrays</a:t>
            </a:r>
          </a:p>
          <a:p>
            <a:endParaRPr lang="en-GB" sz="2800" dirty="0">
              <a:solidFill>
                <a:srgbClr val="7030A0"/>
              </a:solidFill>
            </a:endParaRPr>
          </a:p>
          <a:p>
            <a:r>
              <a:rPr lang="en-GB" sz="2800" dirty="0">
                <a:solidFill>
                  <a:srgbClr val="7030A0"/>
                </a:solidFill>
              </a:rPr>
              <a:t>Same number of elements</a:t>
            </a:r>
          </a:p>
          <a:p>
            <a:r>
              <a:rPr lang="en-GB" sz="2800" dirty="0">
                <a:solidFill>
                  <a:srgbClr val="7030A0"/>
                </a:solidFill>
              </a:rPr>
              <a:t>Data is related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77BF64-05A1-4714-A93C-E7E6D9BBDA17}"/>
              </a:ext>
            </a:extLst>
          </p:cNvPr>
          <p:cNvSpPr txBox="1"/>
          <p:nvPr/>
        </p:nvSpPr>
        <p:spPr>
          <a:xfrm>
            <a:off x="3467588" y="6075361"/>
            <a:ext cx="52568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Array: </a:t>
            </a:r>
            <a:r>
              <a:rPr lang="en-GB" sz="2800" dirty="0">
                <a:solidFill>
                  <a:srgbClr val="7030A0"/>
                </a:solidFill>
              </a:rPr>
              <a:t>all elements same data type</a:t>
            </a:r>
          </a:p>
        </p:txBody>
      </p:sp>
    </p:spTree>
    <p:extLst>
      <p:ext uri="{BB962C8B-B14F-4D97-AF65-F5344CB8AC3E}">
        <p14:creationId xmlns:p14="http://schemas.microsoft.com/office/powerpoint/2010/main" val="3709884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 – Table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3580204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Comma Separated Values (csv)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dirty="0"/>
              <a:t>Sam, 5, 1.23</a:t>
            </a:r>
          </a:p>
          <a:p>
            <a:pPr marL="0" indent="0">
              <a:buNone/>
            </a:pPr>
            <a:r>
              <a:rPr lang="en-GB" sz="4800" dirty="0"/>
              <a:t>Beth, 13, 1.65</a:t>
            </a:r>
          </a:p>
          <a:p>
            <a:pPr marL="0" indent="0">
              <a:buNone/>
            </a:pPr>
            <a:r>
              <a:rPr lang="en-GB" sz="4800" dirty="0"/>
              <a:t>Ivy, 9, 1.42</a:t>
            </a:r>
          </a:p>
          <a:p>
            <a:pPr marL="0" indent="0">
              <a:buNone/>
            </a:pPr>
            <a:r>
              <a:rPr lang="en-GB" sz="4800" dirty="0"/>
              <a:t>Pete, 12, 1.53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20786" y="2736502"/>
            <a:ext cx="4036554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Parallel Arrays</a:t>
            </a:r>
          </a:p>
          <a:p>
            <a:endParaRPr lang="en-GB" sz="2800" dirty="0">
              <a:solidFill>
                <a:srgbClr val="7030A0"/>
              </a:solidFill>
            </a:endParaRPr>
          </a:p>
          <a:p>
            <a:r>
              <a:rPr lang="en-GB" sz="2800" dirty="0">
                <a:solidFill>
                  <a:srgbClr val="7030A0"/>
                </a:solidFill>
              </a:rPr>
              <a:t>Same number of elements</a:t>
            </a:r>
          </a:p>
          <a:p>
            <a:r>
              <a:rPr lang="en-GB" sz="2800" dirty="0">
                <a:solidFill>
                  <a:srgbClr val="7030A0"/>
                </a:solidFill>
              </a:rPr>
              <a:t>Data is related</a:t>
            </a:r>
          </a:p>
        </p:txBody>
      </p:sp>
      <p:cxnSp>
        <p:nvCxnSpPr>
          <p:cNvPr id="5" name="Straight Arrow Connector 4"/>
          <p:cNvCxnSpPr/>
          <p:nvPr/>
        </p:nvCxnSpPr>
        <p:spPr>
          <a:xfrm flipH="1">
            <a:off x="1383574" y="2261400"/>
            <a:ext cx="0" cy="234000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Freeform 10"/>
          <p:cNvSpPr/>
          <p:nvPr/>
        </p:nvSpPr>
        <p:spPr>
          <a:xfrm>
            <a:off x="3235721" y="2261400"/>
            <a:ext cx="731468" cy="2340000"/>
          </a:xfrm>
          <a:custGeom>
            <a:avLst/>
            <a:gdLst>
              <a:gd name="connsiteX0" fmla="*/ 384174 w 731468"/>
              <a:gd name="connsiteY0" fmla="*/ 0 h 2331720"/>
              <a:gd name="connsiteX1" fmla="*/ 719454 w 731468"/>
              <a:gd name="connsiteY1" fmla="*/ 929640 h 2331720"/>
              <a:gd name="connsiteX2" fmla="*/ 3174 w 731468"/>
              <a:gd name="connsiteY2" fmla="*/ 1584960 h 2331720"/>
              <a:gd name="connsiteX3" fmla="*/ 506094 w 731468"/>
              <a:gd name="connsiteY3" fmla="*/ 2331720 h 23317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31468" h="2331720">
                <a:moveTo>
                  <a:pt x="384174" y="0"/>
                </a:moveTo>
                <a:cubicBezTo>
                  <a:pt x="583564" y="332740"/>
                  <a:pt x="782954" y="665480"/>
                  <a:pt x="719454" y="929640"/>
                </a:cubicBezTo>
                <a:cubicBezTo>
                  <a:pt x="655954" y="1193800"/>
                  <a:pt x="38734" y="1351280"/>
                  <a:pt x="3174" y="1584960"/>
                </a:cubicBezTo>
                <a:cubicBezTo>
                  <a:pt x="-32386" y="1818640"/>
                  <a:pt x="236854" y="2075180"/>
                  <a:pt x="506094" y="2331720"/>
                </a:cubicBezTo>
              </a:path>
            </a:pathLst>
          </a:custGeom>
          <a:noFill/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A62AB78-4731-491C-A725-B8876DBFBBAF}"/>
              </a:ext>
            </a:extLst>
          </p:cNvPr>
          <p:cNvSpPr txBox="1"/>
          <p:nvPr/>
        </p:nvSpPr>
        <p:spPr>
          <a:xfrm>
            <a:off x="2833087" y="6089518"/>
            <a:ext cx="652582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csv: </a:t>
            </a:r>
            <a:r>
              <a:rPr lang="en-GB" sz="2800" dirty="0">
                <a:solidFill>
                  <a:srgbClr val="7030A0"/>
                </a:solidFill>
              </a:rPr>
              <a:t>a text file with a different file extension</a:t>
            </a:r>
          </a:p>
        </p:txBody>
      </p:sp>
    </p:spTree>
    <p:extLst>
      <p:ext uri="{BB962C8B-B14F-4D97-AF65-F5344CB8AC3E}">
        <p14:creationId xmlns:p14="http://schemas.microsoft.com/office/powerpoint/2010/main" val="28025561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1" grpId="0" animBg="1"/>
      <p:bldP spid="7" grpId="0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Comma Separated Values (csv)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dirty="0"/>
              <a:t>Sam, 5, 1.23</a:t>
            </a:r>
          </a:p>
          <a:p>
            <a:pPr marL="0" indent="0">
              <a:buNone/>
            </a:pPr>
            <a:r>
              <a:rPr lang="en-GB" sz="4800" dirty="0"/>
              <a:t>Beth, 13, 1.65</a:t>
            </a:r>
          </a:p>
          <a:p>
            <a:pPr marL="0" indent="0">
              <a:buNone/>
            </a:pPr>
            <a:r>
              <a:rPr lang="en-GB" sz="4800" dirty="0"/>
              <a:t>Ivy, 9, 1.42</a:t>
            </a:r>
          </a:p>
          <a:p>
            <a:pPr marL="0" indent="0">
              <a:buNone/>
            </a:pPr>
            <a:r>
              <a:rPr lang="en-GB" sz="4800" dirty="0"/>
              <a:t>Pete, 12, 1.53</a:t>
            </a:r>
          </a:p>
        </p:txBody>
      </p:sp>
    </p:spTree>
    <p:extLst>
      <p:ext uri="{BB962C8B-B14F-4D97-AF65-F5344CB8AC3E}">
        <p14:creationId xmlns:p14="http://schemas.microsoft.com/office/powerpoint/2010/main" val="1197381379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heights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1.23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"Pete"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750836" y="5592188"/>
            <a:ext cx="869032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Parallel arrays have the same number of elements</a:t>
            </a:r>
          </a:p>
        </p:txBody>
      </p:sp>
      <p:sp>
        <p:nvSpPr>
          <p:cNvPr id="5" name="Multiply 4"/>
          <p:cNvSpPr/>
          <p:nvPr/>
        </p:nvSpPr>
        <p:spPr>
          <a:xfrm>
            <a:off x="9721164" y="2389456"/>
            <a:ext cx="1440000" cy="1440000"/>
          </a:xfrm>
          <a:prstGeom prst="mathMultiply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8642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text = names[index] +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 is 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text = text +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3600" dirty="0"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Traverse Parallel Arrays</a:t>
            </a:r>
          </a:p>
        </p:txBody>
      </p:sp>
    </p:spTree>
    <p:extLst>
      <p:ext uri="{BB962C8B-B14F-4D97-AF65-F5344CB8AC3E}">
        <p14:creationId xmlns:p14="http://schemas.microsoft.com/office/powerpoint/2010/main" val="2001493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72544-B514-4802-B453-B1E479937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Practise Data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E4E232-B738-444D-A12B-4CDB17B00A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https://mrfriendcs.github.io/h-cs/sdd/H-SDD-Parallel/</a:t>
            </a:r>
          </a:p>
        </p:txBody>
      </p:sp>
    </p:spTree>
    <p:extLst>
      <p:ext uri="{BB962C8B-B14F-4D97-AF65-F5344CB8AC3E}">
        <p14:creationId xmlns:p14="http://schemas.microsoft.com/office/powerpoint/2010/main" val="2069178594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72544-B514-4802-B453-B1E479937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Countries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E4E232-B738-444D-A12B-4CDB17B00A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https://mrfriendcs.github.io/h-cs/sdd/H-SDD-Countries/</a:t>
            </a:r>
          </a:p>
        </p:txBody>
      </p:sp>
    </p:spTree>
    <p:extLst>
      <p:ext uri="{BB962C8B-B14F-4D97-AF65-F5344CB8AC3E}">
        <p14:creationId xmlns:p14="http://schemas.microsoft.com/office/powerpoint/2010/main" val="2117933979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file handling using:</a:t>
            </a:r>
          </a:p>
          <a:p>
            <a:pPr lvl="1"/>
            <a:r>
              <a:rPr lang="en-GB" sz="3200" dirty="0"/>
              <a:t>open</a:t>
            </a:r>
          </a:p>
          <a:p>
            <a:pPr lvl="1"/>
            <a:r>
              <a:rPr lang="en-GB" sz="3200" dirty="0"/>
              <a:t>read</a:t>
            </a:r>
          </a:p>
          <a:p>
            <a:pPr lvl="1"/>
            <a:r>
              <a:rPr lang="en-GB" sz="3200" dirty="0"/>
              <a:t>close</a:t>
            </a:r>
          </a:p>
        </p:txBody>
      </p:sp>
    </p:spTree>
    <p:extLst>
      <p:ext uri="{BB962C8B-B14F-4D97-AF65-F5344CB8AC3E}">
        <p14:creationId xmlns:p14="http://schemas.microsoft.com/office/powerpoint/2010/main" val="3580692410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Everything at once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6776396" y="2539801"/>
            <a:ext cx="1619892" cy="862642"/>
          </a:xfrm>
          <a:prstGeom prst="callout2">
            <a:avLst>
              <a:gd name="adj1" fmla="val 50542"/>
              <a:gd name="adj2" fmla="val -481"/>
              <a:gd name="adj3" fmla="val 50541"/>
              <a:gd name="adj4" fmla="val -31332"/>
              <a:gd name="adj5" fmla="val -23460"/>
              <a:gd name="adj6" fmla="val -5946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File name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6214752" y="3876881"/>
            <a:ext cx="2444685" cy="479475"/>
          </a:xfrm>
          <a:prstGeom prst="callout2">
            <a:avLst>
              <a:gd name="adj1" fmla="val 50542"/>
              <a:gd name="adj2" fmla="val 223"/>
              <a:gd name="adj3" fmla="val 50173"/>
              <a:gd name="adj4" fmla="val -22637"/>
              <a:gd name="adj5" fmla="val -38981"/>
              <a:gd name="adj6" fmla="val -318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 entire file</a:t>
            </a:r>
          </a:p>
        </p:txBody>
      </p:sp>
      <p:sp>
        <p:nvSpPr>
          <p:cNvPr id="2" name="Callout: Bent Line with No Border 7">
            <a:extLst>
              <a:ext uri="{FF2B5EF4-FFF2-40B4-BE49-F238E27FC236}">
                <a16:creationId xmlns:a16="http://schemas.microsoft.com/office/drawing/2014/main" id="{01E4F0FA-641B-7BBB-4A91-53AF18F36B37}"/>
              </a:ext>
            </a:extLst>
          </p:cNvPr>
          <p:cNvSpPr/>
          <p:nvPr/>
        </p:nvSpPr>
        <p:spPr>
          <a:xfrm>
            <a:off x="10078677" y="2566358"/>
            <a:ext cx="1919929" cy="862642"/>
          </a:xfrm>
          <a:prstGeom prst="callout2">
            <a:avLst>
              <a:gd name="adj1" fmla="val 49806"/>
              <a:gd name="adj2" fmla="val 337"/>
              <a:gd name="adj3" fmla="val 49805"/>
              <a:gd name="adj4" fmla="val -25502"/>
              <a:gd name="adj5" fmla="val -21767"/>
              <a:gd name="adj6" fmla="val -486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 mode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DD7CFB5D-8D75-BBA7-21D4-45F85FBF6B79}"/>
              </a:ext>
            </a:extLst>
          </p:cNvPr>
          <p:cNvSpPr/>
          <p:nvPr/>
        </p:nvSpPr>
        <p:spPr>
          <a:xfrm>
            <a:off x="4704202" y="6311900"/>
            <a:ext cx="2444685" cy="479475"/>
          </a:xfrm>
          <a:prstGeom prst="callout2">
            <a:avLst>
              <a:gd name="adj1" fmla="val 50542"/>
              <a:gd name="adj2" fmla="val 223"/>
              <a:gd name="adj3" fmla="val 50173"/>
              <a:gd name="adj4" fmla="val -22637"/>
              <a:gd name="adj5" fmla="val -41395"/>
              <a:gd name="adj6" fmla="val -318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Close file</a:t>
            </a:r>
          </a:p>
        </p:txBody>
      </p:sp>
    </p:spTree>
    <p:extLst>
      <p:ext uri="{BB962C8B-B14F-4D97-AF65-F5344CB8AC3E}">
        <p14:creationId xmlns:p14="http://schemas.microsoft.com/office/powerpoint/2010/main" val="38027016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2" grpId="0" animBg="1"/>
      <p:bldP spid="7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Everything at once</a:t>
            </a:r>
          </a:p>
        </p:txBody>
      </p:sp>
    </p:spTree>
    <p:extLst>
      <p:ext uri="{BB962C8B-B14F-4D97-AF65-F5344CB8AC3E}">
        <p14:creationId xmlns:p14="http://schemas.microsoft.com/office/powerpoint/2010/main" val="3075148250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(line)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One line at a time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8329802" y="4789036"/>
            <a:ext cx="2905767" cy="862642"/>
          </a:xfrm>
          <a:prstGeom prst="callout2">
            <a:avLst>
              <a:gd name="adj1" fmla="val 49806"/>
              <a:gd name="adj2" fmla="val -169"/>
              <a:gd name="adj3" fmla="val 49436"/>
              <a:gd name="adj4" fmla="val -15471"/>
              <a:gd name="adj5" fmla="val -22871"/>
              <a:gd name="adj6" fmla="val -308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Reads a single line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C2EA3EC2-0EA3-52F8-BE2F-82AE8846A15B}"/>
              </a:ext>
            </a:extLst>
          </p:cNvPr>
          <p:cNvSpPr/>
          <p:nvPr/>
        </p:nvSpPr>
        <p:spPr>
          <a:xfrm>
            <a:off x="7598801" y="3393801"/>
            <a:ext cx="3754999" cy="862642"/>
          </a:xfrm>
          <a:prstGeom prst="callout2">
            <a:avLst>
              <a:gd name="adj1" fmla="val 49806"/>
              <a:gd name="adj2" fmla="val -169"/>
              <a:gd name="adj3" fmla="val 49436"/>
              <a:gd name="adj4" fmla="val -15471"/>
              <a:gd name="adj5" fmla="val 13265"/>
              <a:gd name="adj6" fmla="val -2029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Number of rows to read</a:t>
            </a:r>
          </a:p>
        </p:txBody>
      </p:sp>
    </p:spTree>
    <p:extLst>
      <p:ext uri="{BB962C8B-B14F-4D97-AF65-F5344CB8AC3E}">
        <p14:creationId xmlns:p14="http://schemas.microsoft.com/office/powerpoint/2010/main" val="14267758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(line)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One line at a time</a:t>
            </a:r>
          </a:p>
        </p:txBody>
      </p:sp>
    </p:spTree>
    <p:extLst>
      <p:ext uri="{BB962C8B-B14F-4D97-AF65-F5344CB8AC3E}">
        <p14:creationId xmlns:p14="http://schemas.microsoft.com/office/powerpoint/2010/main" val="1692260887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    Hello   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'Hello'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 – Strip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361883" y="3810513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-69164"/>
              <a:gd name="adj6" fmla="val -400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Method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259674" y="4819065"/>
            <a:ext cx="5618108" cy="829844"/>
          </a:xfrm>
          <a:prstGeom prst="callout2">
            <a:avLst>
              <a:gd name="adj1" fmla="val 49990"/>
              <a:gd name="adj2" fmla="val -67"/>
              <a:gd name="adj3" fmla="val 50876"/>
              <a:gd name="adj4" fmla="val -13227"/>
              <a:gd name="adj5" fmla="val -5106"/>
              <a:gd name="adj6" fmla="val -1699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Leading and trailing whitespace and non-printing characters removed 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839BE1AD-091F-48F2-B203-ACCF688B1848}"/>
              </a:ext>
            </a:extLst>
          </p:cNvPr>
          <p:cNvSpPr/>
          <p:nvPr/>
        </p:nvSpPr>
        <p:spPr>
          <a:xfrm>
            <a:off x="6512951" y="2171088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212608"/>
              <a:gd name="adj6" fmla="val -994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18949838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    Hello   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'Hello'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 – Strip</a:t>
            </a:r>
          </a:p>
        </p:txBody>
      </p:sp>
    </p:spTree>
    <p:extLst>
      <p:ext uri="{BB962C8B-B14F-4D97-AF65-F5344CB8AC3E}">
        <p14:creationId xmlns:p14="http://schemas.microsoft.com/office/powerpoint/2010/main" val="4043431165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STRING.strip</a:t>
            </a:r>
            <a:r>
              <a:rPr lang="en-GB" dirty="0"/>
              <a:t>()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54628" y="2003312"/>
            <a:ext cx="31795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  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151808" y="1998323"/>
            <a:ext cx="249887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108368" y="3323887"/>
            <a:ext cx="27258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   123"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810708" y="3174263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strip()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141419" y="3334277"/>
            <a:ext cx="250926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"123"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838200" y="4659841"/>
            <a:ext cx="2995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 Bye  </a:t>
            </a: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810708" y="4499826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strip()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151806" y="4649449"/>
            <a:ext cx="249887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"Bye"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1058723" y="5899994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8127023" y="5899994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280961" y="1379286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Strip values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121143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STRING.strip</a:t>
            </a:r>
            <a:r>
              <a:rPr lang="en-GB" dirty="0"/>
              <a:t>()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810708" y="3174263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810708" y="4499826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1150626" y="5899994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8127023" y="5899994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280961" y="1379286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93701465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Storing data for later (1)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 = [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4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countries)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  countries[index] = 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40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7795338" y="5105996"/>
            <a:ext cx="1903471" cy="862642"/>
          </a:xfrm>
          <a:prstGeom prst="callout2">
            <a:avLst>
              <a:gd name="adj1" fmla="val 49854"/>
              <a:gd name="adj2" fmla="val 100428"/>
              <a:gd name="adj3" fmla="val 50016"/>
              <a:gd name="adj4" fmla="val 120470"/>
              <a:gd name="adj5" fmla="val -11133"/>
              <a:gd name="adj6" fmla="val 12794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Removes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whitespace</a:t>
            </a:r>
          </a:p>
        </p:txBody>
      </p:sp>
    </p:spTree>
    <p:extLst>
      <p:ext uri="{BB962C8B-B14F-4D97-AF65-F5344CB8AC3E}">
        <p14:creationId xmlns:p14="http://schemas.microsoft.com/office/powerpoint/2010/main" val="26721427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51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1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EA71A9-46AA-E8B0-550C-15560E5609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7CAA0AB-71B4-2551-B2BC-2E8359775A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Storing data for later (1)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5BEABD4-FA7B-4812-9FFD-2B43F59335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 = [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4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countries)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  countries[index] = 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72590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 err="1">
                <a:solidFill>
                  <a:srgbClr val="183691"/>
                </a:solidFill>
                <a:latin typeface="Consolas" panose="020B0609020204030204" pitchFamily="49" charset="0"/>
              </a:rPr>
              <a:t>Ant,Bat,Cat"</a:t>
            </a:r>
            <a:r>
              <a:rPr lang="en-US" altLang="en-US" sz="40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['Ant', 'Bat', 'Cat']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Methods – Split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104491" y="2379807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146478"/>
              <a:gd name="adj6" fmla="val -463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Method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657502" y="4931032"/>
            <a:ext cx="2500425" cy="623788"/>
          </a:xfrm>
          <a:prstGeom prst="callout2">
            <a:avLst>
              <a:gd name="adj1" fmla="val 49990"/>
              <a:gd name="adj2" fmla="val -67"/>
              <a:gd name="adj3" fmla="val 50738"/>
              <a:gd name="adj4" fmla="val -17924"/>
              <a:gd name="adj5" fmla="val -22704"/>
              <a:gd name="adj6" fmla="val -277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Array of strings</a:t>
            </a:r>
          </a:p>
        </p:txBody>
      </p:sp>
      <p:sp>
        <p:nvSpPr>
          <p:cNvPr id="2" name="Callout: Bent Line with No Border 7">
            <a:extLst>
              <a:ext uri="{FF2B5EF4-FFF2-40B4-BE49-F238E27FC236}">
                <a16:creationId xmlns:a16="http://schemas.microsoft.com/office/drawing/2014/main" id="{0EFAC910-A8C7-33C9-36B7-2120EE1CDF72}"/>
              </a:ext>
            </a:extLst>
          </p:cNvPr>
          <p:cNvSpPr/>
          <p:nvPr/>
        </p:nvSpPr>
        <p:spPr>
          <a:xfrm>
            <a:off x="7952971" y="3690061"/>
            <a:ext cx="2500425" cy="623788"/>
          </a:xfrm>
          <a:prstGeom prst="callout2">
            <a:avLst>
              <a:gd name="adj1" fmla="val 49990"/>
              <a:gd name="adj2" fmla="val -67"/>
              <a:gd name="adj3" fmla="val 50738"/>
              <a:gd name="adj4" fmla="val -17924"/>
              <a:gd name="adj5" fmla="val -22704"/>
              <a:gd name="adj6" fmla="val -277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Where to split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3448DFDA-C240-45D3-A110-E175FA4E5745}"/>
              </a:ext>
            </a:extLst>
          </p:cNvPr>
          <p:cNvSpPr/>
          <p:nvPr/>
        </p:nvSpPr>
        <p:spPr>
          <a:xfrm>
            <a:off x="6548900" y="1783619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290431"/>
              <a:gd name="adj6" fmla="val -12057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3829790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2" grpId="0" animBg="1"/>
      <p:bldP spid="7" grpId="0" animBg="1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 err="1">
                <a:solidFill>
                  <a:srgbClr val="183691"/>
                </a:solidFill>
                <a:latin typeface="Consolas" panose="020B0609020204030204" pitchFamily="49" charset="0"/>
              </a:rPr>
              <a:t>Ant,Bat,Cat"</a:t>
            </a:r>
            <a:r>
              <a:rPr lang="en-US" altLang="en-US" sz="40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['Ant', 'Bat', 'Cat']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Methods – Split</a:t>
            </a:r>
          </a:p>
        </p:txBody>
      </p:sp>
    </p:spTree>
    <p:extLst>
      <p:ext uri="{BB962C8B-B14F-4D97-AF65-F5344CB8AC3E}">
        <p14:creationId xmlns:p14="http://schemas.microsoft.com/office/powerpoint/2010/main" val="745160305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STRING.split</a:t>
            </a:r>
            <a:r>
              <a:rPr lang="en-GB" dirty="0"/>
              <a:t>(",")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76306" y="2013703"/>
            <a:ext cx="237946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</a:t>
            </a:r>
            <a:r>
              <a:rPr lang="en-GB" sz="4400" dirty="0" err="1">
                <a:solidFill>
                  <a:srgbClr val="7030A0"/>
                </a:solidFill>
                <a:latin typeface="Consolas" panose="020B0609020204030204" pitchFamily="49" charset="0"/>
              </a:rPr>
              <a:t>A,B,C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7573385" y="2008714"/>
            <a:ext cx="41891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["</a:t>
            </a:r>
            <a:r>
              <a:rPr lang="en-GB" sz="4400" dirty="0" err="1">
                <a:solidFill>
                  <a:srgbClr val="7030A0"/>
                </a:solidFill>
                <a:latin typeface="Consolas" panose="020B0609020204030204" pitchFamily="49" charset="0"/>
              </a:rPr>
              <a:t>A","B","C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"]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876306" y="3334278"/>
            <a:ext cx="237946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"1,2,3"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232285" y="3184654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split()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7562996" y="3344668"/>
            <a:ext cx="41891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["1","2","3"]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259777" y="4670232"/>
            <a:ext cx="2995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0.9,9.4</a:t>
            </a: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232285" y="4510217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split()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7573383" y="4659840"/>
            <a:ext cx="41891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["0.9","9.4"]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76306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69" y="5911406"/>
            <a:ext cx="38682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 Array of strings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1702538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Split values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821350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STRING.split</a:t>
            </a:r>
            <a:r>
              <a:rPr lang="en-GB" dirty="0"/>
              <a:t>(",")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232285" y="3184654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232285" y="4510217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noFill/>
            <a:ln w="38100">
              <a:solidFill>
                <a:schemeClr val="accent1"/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noFill/>
            <a:ln w="38100">
              <a:solidFill>
                <a:schemeClr val="accent1"/>
              </a:solidFill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1702538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043302402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D429D9D-B17C-D7EE-9BCC-229EB4D76A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17C408B-7D9A-D040-05F7-2D6CC30D43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Storing data for later (2)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E14897-4D3E-7E96-8CA3-33BF97F4A5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 = [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6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capitals)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data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(",")</a:t>
            </a: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capitals[index] = data[1].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7">
            <a:extLst>
              <a:ext uri="{FF2B5EF4-FFF2-40B4-BE49-F238E27FC236}">
                <a16:creationId xmlns:a16="http://schemas.microsoft.com/office/drawing/2014/main" id="{3C1CED58-7D33-14B9-215F-9BF9E29D8D2F}"/>
              </a:ext>
            </a:extLst>
          </p:cNvPr>
          <p:cNvSpPr/>
          <p:nvPr/>
        </p:nvSpPr>
        <p:spPr>
          <a:xfrm>
            <a:off x="10472669" y="5265420"/>
            <a:ext cx="1384052" cy="1282700"/>
          </a:xfrm>
          <a:prstGeom prst="callout2">
            <a:avLst>
              <a:gd name="adj1" fmla="val 473"/>
              <a:gd name="adj2" fmla="val -593"/>
              <a:gd name="adj3" fmla="val -44083"/>
              <a:gd name="adj4" fmla="val -311"/>
              <a:gd name="adj5" fmla="val -54802"/>
              <a:gd name="adj6" fmla="val -2230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Create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array of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strings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193012EF-BB2A-BBC4-FC37-7DF74E6982FF}"/>
              </a:ext>
            </a:extLst>
          </p:cNvPr>
          <p:cNvSpPr/>
          <p:nvPr/>
        </p:nvSpPr>
        <p:spPr>
          <a:xfrm>
            <a:off x="10521309" y="2705504"/>
            <a:ext cx="1493213" cy="1252134"/>
          </a:xfrm>
          <a:prstGeom prst="callout2">
            <a:avLst>
              <a:gd name="adj1" fmla="val 100686"/>
              <a:gd name="adj2" fmla="val 407"/>
              <a:gd name="adj3" fmla="val 115328"/>
              <a:gd name="adj4" fmla="val 248"/>
              <a:gd name="adj5" fmla="val 124219"/>
              <a:gd name="adj6" fmla="val -2352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Split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at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commas</a:t>
            </a:r>
          </a:p>
        </p:txBody>
      </p:sp>
    </p:spTree>
    <p:extLst>
      <p:ext uri="{BB962C8B-B14F-4D97-AF65-F5344CB8AC3E}">
        <p14:creationId xmlns:p14="http://schemas.microsoft.com/office/powerpoint/2010/main" val="63387895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5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5" grpId="0" animBg="1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A83387-5AE9-CBA0-98AF-B8C63BDA8B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01A076-38E4-A3FE-208E-4383634981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Storing data for later (2)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D5FBB2-B33A-9334-5E60-E0F6A8E486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 = [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6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capitals)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data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(",")</a:t>
            </a: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capitals[index] = data[1].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8722927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Unknown file length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line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8753935" y="5314321"/>
            <a:ext cx="3080074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25086"/>
              <a:gd name="adj5" fmla="val -21767"/>
              <a:gd name="adj6" fmla="val -4057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Reads next line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5986377" y="2869471"/>
            <a:ext cx="3080074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40425"/>
              <a:gd name="adj5" fmla="val 80700"/>
              <a:gd name="adj6" fmla="val -4870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True, if line read</a:t>
            </a:r>
          </a:p>
        </p:txBody>
      </p:sp>
    </p:spTree>
    <p:extLst>
      <p:ext uri="{BB962C8B-B14F-4D97-AF65-F5344CB8AC3E}">
        <p14:creationId xmlns:p14="http://schemas.microsoft.com/office/powerpoint/2010/main" val="45894727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Unknown file length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line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985365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63143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data =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(data)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2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 parallel arrays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C9C1C709-4D47-F58B-E061-28DF9D479173}"/>
              </a:ext>
            </a:extLst>
          </p:cNvPr>
          <p:cNvSpPr/>
          <p:nvPr/>
        </p:nvSpPr>
        <p:spPr>
          <a:xfrm>
            <a:off x="7287508" y="4763709"/>
            <a:ext cx="3517775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25086"/>
              <a:gd name="adj5" fmla="val -16188"/>
              <a:gd name="adj6" fmla="val -344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Create array of strings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FFCF916D-B844-E035-FB33-215F6E9169BF}"/>
              </a:ext>
            </a:extLst>
          </p:cNvPr>
          <p:cNvSpPr/>
          <p:nvPr/>
        </p:nvSpPr>
        <p:spPr>
          <a:xfrm>
            <a:off x="7738739" y="3244553"/>
            <a:ext cx="2635574" cy="862642"/>
          </a:xfrm>
          <a:prstGeom prst="callout2">
            <a:avLst>
              <a:gd name="adj1" fmla="val 51278"/>
              <a:gd name="adj2" fmla="val -295"/>
              <a:gd name="adj3" fmla="val 52495"/>
              <a:gd name="adj4" fmla="val -42571"/>
              <a:gd name="adj5" fmla="val 99573"/>
              <a:gd name="adj6" fmla="val -424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Split at commas</a:t>
            </a:r>
          </a:p>
        </p:txBody>
      </p:sp>
    </p:spTree>
    <p:extLst>
      <p:ext uri="{BB962C8B-B14F-4D97-AF65-F5344CB8AC3E}">
        <p14:creationId xmlns:p14="http://schemas.microsoft.com/office/powerpoint/2010/main" val="1117637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7" grpId="0" animBg="1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data =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(data)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 parallel arrays</a:t>
            </a:r>
          </a:p>
        </p:txBody>
      </p:sp>
    </p:spTree>
    <p:extLst>
      <p:ext uri="{BB962C8B-B14F-4D97-AF65-F5344CB8AC3E}">
        <p14:creationId xmlns:p14="http://schemas.microsoft.com/office/powerpoint/2010/main" val="2489710584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records</a:t>
            </a:r>
          </a:p>
          <a:p>
            <a:r>
              <a:rPr lang="en-GB" sz="2800" dirty="0"/>
              <a:t>Describe, exemplify and implement arrays of records </a:t>
            </a:r>
          </a:p>
        </p:txBody>
      </p:sp>
    </p:spTree>
    <p:extLst>
      <p:ext uri="{BB962C8B-B14F-4D97-AF65-F5344CB8AC3E}">
        <p14:creationId xmlns:p14="http://schemas.microsoft.com/office/powerpoint/2010/main" val="4284783190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 - Revision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  <p:cxnSp>
        <p:nvCxnSpPr>
          <p:cNvPr id="6" name="Straight Arrow Connector 5"/>
          <p:cNvCxnSpPr/>
          <p:nvPr/>
        </p:nvCxnSpPr>
        <p:spPr>
          <a:xfrm flipH="1">
            <a:off x="2237014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 flipH="1">
            <a:off x="41202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 flipH="1">
            <a:off x="69015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137455" y="3298249"/>
            <a:ext cx="3487173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Parallel Arrays</a:t>
            </a:r>
          </a:p>
          <a:p>
            <a:endParaRPr lang="en-GB" dirty="0">
              <a:solidFill>
                <a:srgbClr val="7030A0"/>
              </a:solidFill>
            </a:endParaRPr>
          </a:p>
          <a:p>
            <a:r>
              <a:rPr lang="en-GB" sz="2400" dirty="0">
                <a:solidFill>
                  <a:srgbClr val="7030A0"/>
                </a:solidFill>
              </a:rPr>
              <a:t>Same number of elements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77BF64-05A1-4714-A93C-E7E6D9BBDA17}"/>
              </a:ext>
            </a:extLst>
          </p:cNvPr>
          <p:cNvSpPr txBox="1"/>
          <p:nvPr/>
        </p:nvSpPr>
        <p:spPr>
          <a:xfrm>
            <a:off x="3758597" y="6075361"/>
            <a:ext cx="46748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Array: </a:t>
            </a:r>
            <a:r>
              <a:rPr lang="en-GB" sz="2400" dirty="0">
                <a:solidFill>
                  <a:srgbClr val="7030A0"/>
                </a:solidFill>
              </a:rPr>
              <a:t>all elements same data type</a:t>
            </a:r>
          </a:p>
        </p:txBody>
      </p:sp>
    </p:spTree>
    <p:extLst>
      <p:ext uri="{BB962C8B-B14F-4D97-AF65-F5344CB8AC3E}">
        <p14:creationId xmlns:p14="http://schemas.microsoft.com/office/powerpoint/2010/main" val="9064953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22" presetClass="entr" presetSubtype="1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Records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  <p:cxnSp>
        <p:nvCxnSpPr>
          <p:cNvPr id="6" name="Straight Arrow Connector 5"/>
          <p:cNvCxnSpPr>
            <a:cxnSpLocks/>
          </p:cNvCxnSpPr>
          <p:nvPr/>
        </p:nvCxnSpPr>
        <p:spPr>
          <a:xfrm>
            <a:off x="1353285" y="3353413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>
            <a:cxnSpLocks/>
          </p:cNvCxnSpPr>
          <p:nvPr/>
        </p:nvCxnSpPr>
        <p:spPr>
          <a:xfrm>
            <a:off x="1353285" y="4217772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>
            <a:cxnSpLocks/>
          </p:cNvCxnSpPr>
          <p:nvPr/>
        </p:nvCxnSpPr>
        <p:spPr>
          <a:xfrm>
            <a:off x="1353285" y="5000365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137455" y="3298249"/>
            <a:ext cx="2835263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Record</a:t>
            </a:r>
          </a:p>
          <a:p>
            <a:endParaRPr lang="en-GB" dirty="0">
              <a:solidFill>
                <a:srgbClr val="7030A0"/>
              </a:solidFill>
            </a:endParaRPr>
          </a:p>
          <a:p>
            <a:r>
              <a:rPr lang="en-GB" sz="2400" dirty="0">
                <a:solidFill>
                  <a:srgbClr val="7030A0"/>
                </a:solidFill>
              </a:rPr>
              <a:t>Related items of data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77BF64-05A1-4714-A93C-E7E6D9BBDA17}"/>
              </a:ext>
            </a:extLst>
          </p:cNvPr>
          <p:cNvSpPr txBox="1"/>
          <p:nvPr/>
        </p:nvSpPr>
        <p:spPr>
          <a:xfrm>
            <a:off x="2667978" y="6070111"/>
            <a:ext cx="685604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Array of Records: </a:t>
            </a:r>
            <a:r>
              <a:rPr lang="en-GB" sz="2400" dirty="0">
                <a:solidFill>
                  <a:srgbClr val="7030A0"/>
                </a:solidFill>
              </a:rPr>
              <a:t>used to hold more than 1 record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F33892E-A36E-47F8-A248-A37215353470}"/>
              </a:ext>
            </a:extLst>
          </p:cNvPr>
          <p:cNvCxnSpPr>
            <a:cxnSpLocks/>
          </p:cNvCxnSpPr>
          <p:nvPr/>
        </p:nvCxnSpPr>
        <p:spPr>
          <a:xfrm>
            <a:off x="1353285" y="5870402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71649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Records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65045065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4340"/>
            <a:ext cx="1051560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from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dataclasses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import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@dataclass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class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Pupil: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r>
              <a:rPr lang="en-GB" sz="3200" dirty="0">
                <a:solidFill>
                  <a:srgbClr val="183691"/>
                </a:solidFill>
                <a:latin typeface="Consolas" panose="020B0609020204030204" pitchFamily="49" charset="0"/>
              </a:rPr>
              <a:t>A record to represent a pupil.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name: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age: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height: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0.0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Define a record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C4ED02BE-AD7E-412A-A83A-702DE77E5156}"/>
              </a:ext>
            </a:extLst>
          </p:cNvPr>
          <p:cNvSpPr/>
          <p:nvPr/>
        </p:nvSpPr>
        <p:spPr>
          <a:xfrm>
            <a:off x="342901" y="6136438"/>
            <a:ext cx="1863636" cy="463905"/>
          </a:xfrm>
          <a:prstGeom prst="callout2">
            <a:avLst>
              <a:gd name="adj1" fmla="val 51124"/>
              <a:gd name="adj2" fmla="val 100316"/>
              <a:gd name="adj3" fmla="val 52918"/>
              <a:gd name="adj4" fmla="val 122868"/>
              <a:gd name="adj5" fmla="val 12503"/>
              <a:gd name="adj6" fmla="val 13536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field name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142215BD-0F6F-40B3-9355-2CADF4251B4D}"/>
              </a:ext>
            </a:extLst>
          </p:cNvPr>
          <p:cNvSpPr/>
          <p:nvPr/>
        </p:nvSpPr>
        <p:spPr>
          <a:xfrm>
            <a:off x="6139320" y="6136439"/>
            <a:ext cx="1651385" cy="463905"/>
          </a:xfrm>
          <a:prstGeom prst="callout2">
            <a:avLst>
              <a:gd name="adj1" fmla="val 50612"/>
              <a:gd name="adj2" fmla="val -27"/>
              <a:gd name="adj3" fmla="val 49323"/>
              <a:gd name="adj4" fmla="val -30248"/>
              <a:gd name="adj5" fmla="val -3955"/>
              <a:gd name="adj6" fmla="val -554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datatype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72950DBA-CBBD-4D67-AFB5-C4B28864A134}"/>
              </a:ext>
            </a:extLst>
          </p:cNvPr>
          <p:cNvSpPr/>
          <p:nvPr/>
        </p:nvSpPr>
        <p:spPr>
          <a:xfrm>
            <a:off x="5002253" y="2475402"/>
            <a:ext cx="3145912" cy="404813"/>
          </a:xfrm>
          <a:prstGeom prst="callout2">
            <a:avLst>
              <a:gd name="adj1" fmla="val 52750"/>
              <a:gd name="adj2" fmla="val -2245"/>
              <a:gd name="adj3" fmla="val 53926"/>
              <a:gd name="adj4" fmla="val -21684"/>
              <a:gd name="adj5" fmla="val 138893"/>
              <a:gd name="adj6" fmla="val -417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decorator - Python</a:t>
            </a:r>
          </a:p>
        </p:txBody>
      </p:sp>
      <p:sp>
        <p:nvSpPr>
          <p:cNvPr id="8" name="Callout: Line with No Border 7">
            <a:extLst>
              <a:ext uri="{FF2B5EF4-FFF2-40B4-BE49-F238E27FC236}">
                <a16:creationId xmlns:a16="http://schemas.microsoft.com/office/drawing/2014/main" id="{E133D613-C835-4E92-9C28-72C1031D7A31}"/>
              </a:ext>
            </a:extLst>
          </p:cNvPr>
          <p:cNvSpPr/>
          <p:nvPr/>
        </p:nvSpPr>
        <p:spPr>
          <a:xfrm>
            <a:off x="9199886" y="861409"/>
            <a:ext cx="2051050" cy="612648"/>
          </a:xfrm>
          <a:prstGeom prst="callout1">
            <a:avLst>
              <a:gd name="adj1" fmla="val 52371"/>
              <a:gd name="adj2" fmla="val -245"/>
              <a:gd name="adj3" fmla="val 106059"/>
              <a:gd name="adj4" fmla="val -7828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import code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1811B7CE-1D17-1179-994F-0605D4762274}"/>
              </a:ext>
            </a:extLst>
          </p:cNvPr>
          <p:cNvSpPr/>
          <p:nvPr/>
        </p:nvSpPr>
        <p:spPr>
          <a:xfrm>
            <a:off x="7663319" y="5303012"/>
            <a:ext cx="2133823" cy="463905"/>
          </a:xfrm>
          <a:prstGeom prst="callout2">
            <a:avLst>
              <a:gd name="adj1" fmla="val 50612"/>
              <a:gd name="adj2" fmla="val -27"/>
              <a:gd name="adj3" fmla="val 50350"/>
              <a:gd name="adj4" fmla="val -22173"/>
              <a:gd name="adj5" fmla="val 111519"/>
              <a:gd name="adj6" fmla="val -5178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default value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0C286765-4C98-85D7-5366-7BB3B4C18559}"/>
              </a:ext>
            </a:extLst>
          </p:cNvPr>
          <p:cNvSpPr/>
          <p:nvPr/>
        </p:nvSpPr>
        <p:spPr>
          <a:xfrm>
            <a:off x="9958845" y="4574339"/>
            <a:ext cx="1651385" cy="463905"/>
          </a:xfrm>
          <a:prstGeom prst="callout2">
            <a:avLst>
              <a:gd name="adj1" fmla="val 50612"/>
              <a:gd name="adj2" fmla="val -27"/>
              <a:gd name="adj3" fmla="val 49323"/>
              <a:gd name="adj4" fmla="val -30248"/>
              <a:gd name="adj5" fmla="val -12168"/>
              <a:gd name="adj6" fmla="val -4681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docstring</a:t>
            </a:r>
          </a:p>
        </p:txBody>
      </p:sp>
      <p:sp>
        <p:nvSpPr>
          <p:cNvPr id="12" name="Callout: Bent Line with No Border 11">
            <a:extLst>
              <a:ext uri="{FF2B5EF4-FFF2-40B4-BE49-F238E27FC236}">
                <a16:creationId xmlns:a16="http://schemas.microsoft.com/office/drawing/2014/main" id="{382E824D-7C3E-1FB6-59A7-317202192D15}"/>
              </a:ext>
            </a:extLst>
          </p:cNvPr>
          <p:cNvSpPr/>
          <p:nvPr/>
        </p:nvSpPr>
        <p:spPr>
          <a:xfrm>
            <a:off x="4918324" y="3169664"/>
            <a:ext cx="3313770" cy="463905"/>
          </a:xfrm>
          <a:prstGeom prst="callout2">
            <a:avLst>
              <a:gd name="adj1" fmla="val 50612"/>
              <a:gd name="adj2" fmla="val -27"/>
              <a:gd name="adj3" fmla="val 50350"/>
              <a:gd name="adj4" fmla="val -22173"/>
              <a:gd name="adj5" fmla="val 81253"/>
              <a:gd name="adj6" fmla="val -3302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name of record type</a:t>
            </a:r>
          </a:p>
        </p:txBody>
      </p:sp>
    </p:spTree>
    <p:extLst>
      <p:ext uri="{BB962C8B-B14F-4D97-AF65-F5344CB8AC3E}">
        <p14:creationId xmlns:p14="http://schemas.microsoft.com/office/powerpoint/2010/main" val="12192910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25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2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2500"/>
                            </p:stCondLst>
                            <p:childTnLst>
                              <p:par>
                                <p:cTn id="5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  <p:bldP spid="8" grpId="0" animBg="1"/>
      <p:bldP spid="2" grpId="0" animBg="1"/>
      <p:bldP spid="11" grpId="0" animBg="1"/>
      <p:bldP spid="12" grpId="0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4340"/>
            <a:ext cx="1051560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from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dataclasses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import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@dataclass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class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Pupil: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r>
              <a:rPr lang="en-GB" sz="3200" dirty="0">
                <a:solidFill>
                  <a:srgbClr val="183691"/>
                </a:solidFill>
                <a:latin typeface="Consolas" panose="020B0609020204030204" pitchFamily="49" charset="0"/>
              </a:rPr>
              <a:t>A record to represent a pupil.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name: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age: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height: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0.0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Define a record</a:t>
            </a:r>
          </a:p>
        </p:txBody>
      </p:sp>
    </p:spTree>
    <p:extLst>
      <p:ext uri="{BB962C8B-B14F-4D97-AF65-F5344CB8AC3E}">
        <p14:creationId xmlns:p14="http://schemas.microsoft.com/office/powerpoint/2010/main" val="758771808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0225"/>
            <a:ext cx="10515600" cy="4283076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student1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(student1.age)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default values</a:t>
            </a: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4B6FE4C8-4F40-4F6B-B5DB-95E52815A6DB}"/>
              </a:ext>
            </a:extLst>
          </p:cNvPr>
          <p:cNvSpPr/>
          <p:nvPr/>
        </p:nvSpPr>
        <p:spPr>
          <a:xfrm>
            <a:off x="2700322" y="2426122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35952"/>
              <a:gd name="adj6" fmla="val -2509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name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3722D76D-4B2B-4731-B9D8-21D6BAF98E92}"/>
              </a:ext>
            </a:extLst>
          </p:cNvPr>
          <p:cNvSpPr/>
          <p:nvPr/>
        </p:nvSpPr>
        <p:spPr>
          <a:xfrm>
            <a:off x="6460201" y="5450364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38347"/>
              <a:gd name="adj6" fmla="val -314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ED36199A-57C9-4A7A-BBC0-F42B62736EAC}"/>
              </a:ext>
            </a:extLst>
          </p:cNvPr>
          <p:cNvSpPr/>
          <p:nvPr/>
        </p:nvSpPr>
        <p:spPr>
          <a:xfrm>
            <a:off x="5869927" y="2650245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83770"/>
              <a:gd name="adj6" fmla="val -358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type</a:t>
            </a:r>
          </a:p>
        </p:txBody>
      </p:sp>
      <p:sp>
        <p:nvSpPr>
          <p:cNvPr id="16" name="Callout: Bent Line with No Border 15">
            <a:extLst>
              <a:ext uri="{FF2B5EF4-FFF2-40B4-BE49-F238E27FC236}">
                <a16:creationId xmlns:a16="http://schemas.microsoft.com/office/drawing/2014/main" id="{FE1433C9-49A0-44F8-BAF4-4E37D416EDFF}"/>
              </a:ext>
            </a:extLst>
          </p:cNvPr>
          <p:cNvSpPr/>
          <p:nvPr/>
        </p:nvSpPr>
        <p:spPr>
          <a:xfrm>
            <a:off x="7176411" y="1268851"/>
            <a:ext cx="2344632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37399"/>
              <a:gd name="adj5" fmla="val 130895"/>
              <a:gd name="adj6" fmla="val -6725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default values</a:t>
            </a:r>
          </a:p>
        </p:txBody>
      </p:sp>
    </p:spTree>
    <p:extLst>
      <p:ext uri="{BB962C8B-B14F-4D97-AF65-F5344CB8AC3E}">
        <p14:creationId xmlns:p14="http://schemas.microsoft.com/office/powerpoint/2010/main" val="206058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3" grpId="0" animBg="1"/>
      <p:bldP spid="14" grpId="0" uiExpand="1" animBg="1"/>
      <p:bldP spid="15" grpId="0" animBg="1"/>
      <p:bldP spid="16" grpId="0" animBg="1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0225"/>
            <a:ext cx="10515600" cy="4283076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student1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(student1.age)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default values</a:t>
            </a:r>
          </a:p>
        </p:txBody>
      </p:sp>
    </p:spTree>
    <p:extLst>
      <p:ext uri="{BB962C8B-B14F-4D97-AF65-F5344CB8AC3E}">
        <p14:creationId xmlns:p14="http://schemas.microsoft.com/office/powerpoint/2010/main" val="2748937002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student2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1.23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(student2.height)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specific values</a:t>
            </a: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4B6FE4C8-4F40-4F6B-B5DB-95E52815A6DB}"/>
              </a:ext>
            </a:extLst>
          </p:cNvPr>
          <p:cNvSpPr/>
          <p:nvPr/>
        </p:nvSpPr>
        <p:spPr>
          <a:xfrm>
            <a:off x="2678288" y="2426301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35952"/>
              <a:gd name="adj6" fmla="val -2509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name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3722D76D-4B2B-4731-B9D8-21D6BAF98E92}"/>
              </a:ext>
            </a:extLst>
          </p:cNvPr>
          <p:cNvSpPr/>
          <p:nvPr/>
        </p:nvSpPr>
        <p:spPr>
          <a:xfrm>
            <a:off x="6975422" y="5550282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57346"/>
              <a:gd name="adj6" fmla="val -306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ED36199A-57C9-4A7A-BBC0-F42B62736EAC}"/>
              </a:ext>
            </a:extLst>
          </p:cNvPr>
          <p:cNvSpPr/>
          <p:nvPr/>
        </p:nvSpPr>
        <p:spPr>
          <a:xfrm>
            <a:off x="5911086" y="2798211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105143"/>
              <a:gd name="adj6" fmla="val -3628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type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A92F59C-90FE-D2E8-75E2-5FA414EE51A2}"/>
              </a:ext>
            </a:extLst>
          </p:cNvPr>
          <p:cNvGrpSpPr/>
          <p:nvPr/>
        </p:nvGrpSpPr>
        <p:grpSpPr>
          <a:xfrm>
            <a:off x="5601848" y="2343923"/>
            <a:ext cx="4445122" cy="686240"/>
            <a:chOff x="5231130" y="2343922"/>
            <a:chExt cx="4445122" cy="686240"/>
          </a:xfrm>
        </p:grpSpPr>
        <p:sp>
          <p:nvSpPr>
            <p:cNvPr id="16" name="Callout: Bent Line with No Border 15">
              <a:extLst>
                <a:ext uri="{FF2B5EF4-FFF2-40B4-BE49-F238E27FC236}">
                  <a16:creationId xmlns:a16="http://schemas.microsoft.com/office/drawing/2014/main" id="{FE1433C9-49A0-44F8-BAF4-4E37D416EDFF}"/>
                </a:ext>
              </a:extLst>
            </p:cNvPr>
            <p:cNvSpPr/>
            <p:nvPr/>
          </p:nvSpPr>
          <p:spPr>
            <a:xfrm>
              <a:off x="8418847" y="2566257"/>
              <a:ext cx="1257405" cy="463905"/>
            </a:xfrm>
            <a:prstGeom prst="callout2">
              <a:avLst>
                <a:gd name="adj1" fmla="val 49585"/>
                <a:gd name="adj2" fmla="val -658"/>
                <a:gd name="adj3" fmla="val 50932"/>
                <a:gd name="adj4" fmla="val -41611"/>
                <a:gd name="adj5" fmla="val -33316"/>
                <a:gd name="adj6" fmla="val -64277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values</a:t>
              </a:r>
            </a:p>
          </p:txBody>
        </p: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5B28E02D-93F2-3F67-BDC6-6F59F4E49182}"/>
                </a:ext>
              </a:extLst>
            </p:cNvPr>
            <p:cNvCxnSpPr>
              <a:cxnSpLocks/>
            </p:cNvCxnSpPr>
            <p:nvPr/>
          </p:nvCxnSpPr>
          <p:spPr>
            <a:xfrm>
              <a:off x="5231130" y="2343922"/>
              <a:ext cx="3017520" cy="0"/>
            </a:xfrm>
            <a:prstGeom prst="line">
              <a:avLst/>
            </a:prstGeom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135337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2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030"/>
                            </p:stCondLst>
                            <p:childTnLst>
                              <p:par>
                                <p:cTn id="4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3" grpId="0" animBg="1"/>
      <p:bldP spid="14" grpId="0" uiExpand="1" animBg="1"/>
      <p:bldP spid="15" grpId="0" animBg="1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student2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1.23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(student2.height)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specific values</a:t>
            </a:r>
          </a:p>
        </p:txBody>
      </p:sp>
    </p:spTree>
    <p:extLst>
      <p:ext uri="{BB962C8B-B14F-4D97-AF65-F5344CB8AC3E}">
        <p14:creationId xmlns:p14="http://schemas.microsoft.com/office/powerpoint/2010/main" val="2550659541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88535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student1.name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"Mel"</a:t>
            </a:r>
            <a:endParaRPr 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student1.height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1.47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Modify a record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3722D76D-4B2B-4731-B9D8-21D6BAF98E92}"/>
              </a:ext>
            </a:extLst>
          </p:cNvPr>
          <p:cNvSpPr/>
          <p:nvPr/>
        </p:nvSpPr>
        <p:spPr>
          <a:xfrm>
            <a:off x="6396679" y="2276831"/>
            <a:ext cx="990600" cy="463905"/>
          </a:xfrm>
          <a:prstGeom prst="callout2">
            <a:avLst>
              <a:gd name="adj1" fmla="val 49585"/>
              <a:gd name="adj2" fmla="val 143"/>
              <a:gd name="adj3" fmla="val 49837"/>
              <a:gd name="adj4" fmla="val -58665"/>
              <a:gd name="adj5" fmla="val 155079"/>
              <a:gd name="adj6" fmla="val -18451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A7EA0E43-E02C-9B4C-1036-BEF470080271}"/>
              </a:ext>
            </a:extLst>
          </p:cNvPr>
          <p:cNvSpPr/>
          <p:nvPr/>
        </p:nvSpPr>
        <p:spPr>
          <a:xfrm>
            <a:off x="6891979" y="3422930"/>
            <a:ext cx="1116641" cy="463905"/>
          </a:xfrm>
          <a:prstGeom prst="callout2">
            <a:avLst>
              <a:gd name="adj1" fmla="val 49585"/>
              <a:gd name="adj2" fmla="val 143"/>
              <a:gd name="adj3" fmla="val 48194"/>
              <a:gd name="adj4" fmla="val -37739"/>
              <a:gd name="adj5" fmla="val -29422"/>
              <a:gd name="adj6" fmla="val -7035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12A04143-BB03-AA3E-856E-A455EFEE3FE4}"/>
              </a:ext>
            </a:extLst>
          </p:cNvPr>
          <p:cNvSpPr/>
          <p:nvPr/>
        </p:nvSpPr>
        <p:spPr>
          <a:xfrm>
            <a:off x="3608170" y="2235230"/>
            <a:ext cx="1161537" cy="463905"/>
          </a:xfrm>
          <a:prstGeom prst="callout2">
            <a:avLst>
              <a:gd name="adj1" fmla="val 49585"/>
              <a:gd name="adj2" fmla="val 143"/>
              <a:gd name="adj3" fmla="val 52500"/>
              <a:gd name="adj4" fmla="val -41202"/>
              <a:gd name="adj5" fmla="val 157743"/>
              <a:gd name="adj6" fmla="val -9220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</a:t>
            </a:r>
          </a:p>
        </p:txBody>
      </p:sp>
    </p:spTree>
    <p:extLst>
      <p:ext uri="{BB962C8B-B14F-4D97-AF65-F5344CB8AC3E}">
        <p14:creationId xmlns:p14="http://schemas.microsoft.com/office/powerpoint/2010/main" val="6266751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4" grpId="0" uiExpand="1" animBg="1"/>
      <p:bldP spid="2" grpId="0" uiExpand="1" animBg="1"/>
      <p:bldP spid="5" grpId="0" uiExpand="1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88535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student1.name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"Mel"</a:t>
            </a:r>
            <a:endParaRPr 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student1.height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1.47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Modify a record</a:t>
            </a:r>
          </a:p>
        </p:txBody>
      </p:sp>
    </p:spTree>
    <p:extLst>
      <p:ext uri="{BB962C8B-B14F-4D97-AF65-F5344CB8AC3E}">
        <p14:creationId xmlns:p14="http://schemas.microsoft.com/office/powerpoint/2010/main" val="2724449491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student3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students = [student1, student2, student3]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].name)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records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C9E68474-6857-4EA0-95E3-9F1EEDCC2EC9}"/>
              </a:ext>
            </a:extLst>
          </p:cNvPr>
          <p:cNvSpPr/>
          <p:nvPr/>
        </p:nvSpPr>
        <p:spPr>
          <a:xfrm>
            <a:off x="6653150" y="6150253"/>
            <a:ext cx="946785" cy="463905"/>
          </a:xfrm>
          <a:prstGeom prst="callout2">
            <a:avLst>
              <a:gd name="adj1" fmla="val 49585"/>
              <a:gd name="adj2" fmla="val -285"/>
              <a:gd name="adj3" fmla="val 51891"/>
              <a:gd name="adj4" fmla="val -53866"/>
              <a:gd name="adj5" fmla="val -58715"/>
              <a:gd name="adj6" fmla="val -836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2C195ACB-5188-EDB0-9E44-CBD5D80EB338}"/>
              </a:ext>
            </a:extLst>
          </p:cNvPr>
          <p:cNvSpPr/>
          <p:nvPr/>
        </p:nvSpPr>
        <p:spPr>
          <a:xfrm>
            <a:off x="5815966" y="4668164"/>
            <a:ext cx="1166726" cy="463905"/>
          </a:xfrm>
          <a:prstGeom prst="callout2">
            <a:avLst>
              <a:gd name="adj1" fmla="val 49585"/>
              <a:gd name="adj2" fmla="val -285"/>
              <a:gd name="adj3" fmla="val 51206"/>
              <a:gd name="adj4" fmla="val -55591"/>
              <a:gd name="adj5" fmla="val 158271"/>
              <a:gd name="adj6" fmla="val -7452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F3CC013-8FE9-C0CA-8AC8-6D174F8AE526}"/>
              </a:ext>
            </a:extLst>
          </p:cNvPr>
          <p:cNvSpPr/>
          <p:nvPr/>
        </p:nvSpPr>
        <p:spPr>
          <a:xfrm>
            <a:off x="3719831" y="6150253"/>
            <a:ext cx="1242060" cy="463905"/>
          </a:xfrm>
          <a:prstGeom prst="callout2">
            <a:avLst>
              <a:gd name="adj1" fmla="val 49585"/>
              <a:gd name="adj2" fmla="val -285"/>
              <a:gd name="adj3" fmla="val 49837"/>
              <a:gd name="adj4" fmla="val -31499"/>
              <a:gd name="adj5" fmla="val -62821"/>
              <a:gd name="adj6" fmla="val -482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array</a:t>
            </a:r>
          </a:p>
        </p:txBody>
      </p:sp>
    </p:spTree>
    <p:extLst>
      <p:ext uri="{BB962C8B-B14F-4D97-AF65-F5344CB8AC3E}">
        <p14:creationId xmlns:p14="http://schemas.microsoft.com/office/powerpoint/2010/main" val="41051504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animBg="1"/>
      <p:bldP spid="2" grpId="0" uiExpand="1" animBg="1"/>
      <p:bldP spid="6" grpId="0" uiExpand="1" animBg="1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student3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students = [student1, student2, student3]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].name)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records</a:t>
            </a:r>
          </a:p>
        </p:txBody>
      </p:sp>
    </p:spTree>
    <p:extLst>
      <p:ext uri="{BB962C8B-B14F-4D97-AF65-F5344CB8AC3E}">
        <p14:creationId xmlns:p14="http://schemas.microsoft.com/office/powerpoint/2010/main" val="2404841556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276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pupils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1000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)]</a:t>
            </a:r>
            <a:endParaRPr lang="en-GB" sz="320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empty records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C16819B7-F732-406F-82A3-A8ACB9F1F119}"/>
              </a:ext>
            </a:extLst>
          </p:cNvPr>
          <p:cNvSpPr/>
          <p:nvPr/>
        </p:nvSpPr>
        <p:spPr>
          <a:xfrm>
            <a:off x="6559191" y="2965095"/>
            <a:ext cx="2344632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37399"/>
              <a:gd name="adj5" fmla="val -129254"/>
              <a:gd name="adj6" fmla="val -5692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default values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75D4475-70EC-71C2-5BC2-80CAC7A39D1D}"/>
              </a:ext>
            </a:extLst>
          </p:cNvPr>
          <p:cNvSpPr txBox="1"/>
          <p:nvPr/>
        </p:nvSpPr>
        <p:spPr>
          <a:xfrm>
            <a:off x="3788220" y="5908100"/>
            <a:ext cx="461555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Data will be read from file</a:t>
            </a:r>
          </a:p>
        </p:txBody>
      </p:sp>
    </p:spTree>
    <p:extLst>
      <p:ext uri="{BB962C8B-B14F-4D97-AF65-F5344CB8AC3E}">
        <p14:creationId xmlns:p14="http://schemas.microsoft.com/office/powerpoint/2010/main" val="6242944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276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pupils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1000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)]</a:t>
            </a:r>
            <a:endParaRPr lang="en-GB" sz="320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records with default values</a:t>
            </a:r>
          </a:p>
        </p:txBody>
      </p:sp>
    </p:spTree>
    <p:extLst>
      <p:ext uri="{BB962C8B-B14F-4D97-AF65-F5344CB8AC3E}">
        <p14:creationId xmlns:p14="http://schemas.microsoft.com/office/powerpoint/2010/main" val="3593729528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Array of records – Reading from file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(pupils)):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 line =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data = 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pupils[index].name = 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pupils[index].height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311701" y="3496395"/>
            <a:ext cx="3080074" cy="523220"/>
          </a:xfrm>
          <a:prstGeom prst="callout2">
            <a:avLst>
              <a:gd name="adj1" fmla="val 50266"/>
              <a:gd name="adj2" fmla="val 125"/>
              <a:gd name="adj3" fmla="val 51645"/>
              <a:gd name="adj4" fmla="val -24545"/>
              <a:gd name="adj5" fmla="val 145715"/>
              <a:gd name="adj6" fmla="val -535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Assign to field</a:t>
            </a:r>
          </a:p>
        </p:txBody>
      </p:sp>
    </p:spTree>
    <p:extLst>
      <p:ext uri="{BB962C8B-B14F-4D97-AF65-F5344CB8AC3E}">
        <p14:creationId xmlns:p14="http://schemas.microsoft.com/office/powerpoint/2010/main" val="203029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25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Array of records – Reading from file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(pupils)):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 line =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data = 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pupils[index].name = 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pupils[index].height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</p:txBody>
      </p:sp>
    </p:spTree>
    <p:extLst>
      <p:ext uri="{BB962C8B-B14F-4D97-AF65-F5344CB8AC3E}">
        <p14:creationId xmlns:p14="http://schemas.microsoft.com/office/powerpoint/2010/main" val="1369337990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methodologies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73138878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 and compare the development methodologies:</a:t>
            </a:r>
          </a:p>
          <a:p>
            <a:pPr lvl="1"/>
            <a:r>
              <a:rPr lang="en-GB" sz="2800" dirty="0"/>
              <a:t>iterative development process</a:t>
            </a:r>
          </a:p>
          <a:p>
            <a:pPr lvl="1"/>
            <a:r>
              <a:rPr lang="en-GB" sz="2800" dirty="0"/>
              <a:t>agile methodologies</a:t>
            </a:r>
          </a:p>
        </p:txBody>
      </p:sp>
    </p:spTree>
    <p:extLst>
      <p:ext uri="{BB962C8B-B14F-4D97-AF65-F5344CB8AC3E}">
        <p14:creationId xmlns:p14="http://schemas.microsoft.com/office/powerpoint/2010/main" val="1233716877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99FB69-D53A-6660-FB68-8218DCEB3F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Iterative - Waterfall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0ED4ECF-7BD1-7EB0-200D-B6DB443C0AE4}"/>
              </a:ext>
            </a:extLst>
          </p:cNvPr>
          <p:cNvSpPr/>
          <p:nvPr/>
        </p:nvSpPr>
        <p:spPr>
          <a:xfrm>
            <a:off x="1156252" y="1690688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Analysis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5AF1F5D-C679-62DA-6770-60F5265FCE10}"/>
              </a:ext>
            </a:extLst>
          </p:cNvPr>
          <p:cNvSpPr/>
          <p:nvPr/>
        </p:nvSpPr>
        <p:spPr>
          <a:xfrm>
            <a:off x="3136252" y="2590688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Design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89BA54C-62E0-F38E-27A3-030CD27329B2}"/>
              </a:ext>
            </a:extLst>
          </p:cNvPr>
          <p:cNvSpPr/>
          <p:nvPr/>
        </p:nvSpPr>
        <p:spPr>
          <a:xfrm>
            <a:off x="5116252" y="3490701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Implement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3809A755-FE5D-4D89-9AB3-6469D2C8B0C8}"/>
              </a:ext>
            </a:extLst>
          </p:cNvPr>
          <p:cNvSpPr/>
          <p:nvPr/>
        </p:nvSpPr>
        <p:spPr>
          <a:xfrm>
            <a:off x="7096252" y="4390701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Test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788E7D8E-C0E0-CBBF-9115-CDC123025BF6}"/>
              </a:ext>
            </a:extLst>
          </p:cNvPr>
          <p:cNvSpPr/>
          <p:nvPr/>
        </p:nvSpPr>
        <p:spPr>
          <a:xfrm>
            <a:off x="9076252" y="5290701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Evaluate</a:t>
            </a:r>
          </a:p>
        </p:txBody>
      </p:sp>
      <p:sp>
        <p:nvSpPr>
          <p:cNvPr id="18" name="Arrow: Bent-Up 17">
            <a:extLst>
              <a:ext uri="{FF2B5EF4-FFF2-40B4-BE49-F238E27FC236}">
                <a16:creationId xmlns:a16="http://schemas.microsoft.com/office/drawing/2014/main" id="{2428E936-1A3C-6DCD-757C-0540AB273042}"/>
              </a:ext>
            </a:extLst>
          </p:cNvPr>
          <p:cNvSpPr/>
          <p:nvPr/>
        </p:nvSpPr>
        <p:spPr>
          <a:xfrm flipV="1">
            <a:off x="3136252" y="2230675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Arrow: Bent-Up 18">
            <a:extLst>
              <a:ext uri="{FF2B5EF4-FFF2-40B4-BE49-F238E27FC236}">
                <a16:creationId xmlns:a16="http://schemas.microsoft.com/office/drawing/2014/main" id="{8285A10A-A73B-461C-796E-F5953146F748}"/>
              </a:ext>
            </a:extLst>
          </p:cNvPr>
          <p:cNvSpPr/>
          <p:nvPr/>
        </p:nvSpPr>
        <p:spPr>
          <a:xfrm flipV="1">
            <a:off x="5116252" y="3130688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Arrow: Bent-Up 19">
            <a:extLst>
              <a:ext uri="{FF2B5EF4-FFF2-40B4-BE49-F238E27FC236}">
                <a16:creationId xmlns:a16="http://schemas.microsoft.com/office/drawing/2014/main" id="{A5D5CD53-132B-7606-5636-C06D403170C5}"/>
              </a:ext>
            </a:extLst>
          </p:cNvPr>
          <p:cNvSpPr/>
          <p:nvPr/>
        </p:nvSpPr>
        <p:spPr>
          <a:xfrm flipV="1">
            <a:off x="7096252" y="4030701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Arrow: Bent-Up 20">
            <a:extLst>
              <a:ext uri="{FF2B5EF4-FFF2-40B4-BE49-F238E27FC236}">
                <a16:creationId xmlns:a16="http://schemas.microsoft.com/office/drawing/2014/main" id="{9AB81E07-75CF-D56C-8C8C-C26C6B27877A}"/>
              </a:ext>
            </a:extLst>
          </p:cNvPr>
          <p:cNvSpPr/>
          <p:nvPr/>
        </p:nvSpPr>
        <p:spPr>
          <a:xfrm flipV="1">
            <a:off x="9078156" y="4930701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Arrow: Bent-Up 21">
            <a:extLst>
              <a:ext uri="{FF2B5EF4-FFF2-40B4-BE49-F238E27FC236}">
                <a16:creationId xmlns:a16="http://schemas.microsoft.com/office/drawing/2014/main" id="{3E7C17EF-E89B-24EA-A124-FE4533E085AD}"/>
              </a:ext>
            </a:extLst>
          </p:cNvPr>
          <p:cNvSpPr/>
          <p:nvPr/>
        </p:nvSpPr>
        <p:spPr>
          <a:xfrm rot="5400000" flipH="1" flipV="1">
            <a:off x="3660832" y="1334037"/>
            <a:ext cx="732058" cy="1781218"/>
          </a:xfrm>
          <a:prstGeom prst="bentUpArrow">
            <a:avLst>
              <a:gd name="adj1" fmla="val 3447"/>
              <a:gd name="adj2" fmla="val 7962"/>
              <a:gd name="adj3" fmla="val 16075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Arrow: Bent-Up 22">
            <a:extLst>
              <a:ext uri="{FF2B5EF4-FFF2-40B4-BE49-F238E27FC236}">
                <a16:creationId xmlns:a16="http://schemas.microsoft.com/office/drawing/2014/main" id="{887DEF9B-D923-71E4-2C97-5735C3C1D8CF}"/>
              </a:ext>
            </a:extLst>
          </p:cNvPr>
          <p:cNvSpPr/>
          <p:nvPr/>
        </p:nvSpPr>
        <p:spPr>
          <a:xfrm rot="5400000" flipH="1" flipV="1">
            <a:off x="5640832" y="2234050"/>
            <a:ext cx="732058" cy="1781218"/>
          </a:xfrm>
          <a:prstGeom prst="bentUpArrow">
            <a:avLst>
              <a:gd name="adj1" fmla="val 3447"/>
              <a:gd name="adj2" fmla="val 8251"/>
              <a:gd name="adj3" fmla="val 14918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Arrow: Bent-Up 23">
            <a:extLst>
              <a:ext uri="{FF2B5EF4-FFF2-40B4-BE49-F238E27FC236}">
                <a16:creationId xmlns:a16="http://schemas.microsoft.com/office/drawing/2014/main" id="{F6A50A06-12E2-7F54-6AA1-FE855FF38FEF}"/>
              </a:ext>
            </a:extLst>
          </p:cNvPr>
          <p:cNvSpPr/>
          <p:nvPr/>
        </p:nvSpPr>
        <p:spPr>
          <a:xfrm rot="5400000" flipH="1" flipV="1">
            <a:off x="7620832" y="3125978"/>
            <a:ext cx="732058" cy="1781218"/>
          </a:xfrm>
          <a:prstGeom prst="bentUpArrow">
            <a:avLst>
              <a:gd name="adj1" fmla="val 3447"/>
              <a:gd name="adj2" fmla="val 8540"/>
              <a:gd name="adj3" fmla="val 14340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Arrow: Bent-Up 24">
            <a:extLst>
              <a:ext uri="{FF2B5EF4-FFF2-40B4-BE49-F238E27FC236}">
                <a16:creationId xmlns:a16="http://schemas.microsoft.com/office/drawing/2014/main" id="{4A189424-F74C-4B05-ADA6-6E15E7541414}"/>
              </a:ext>
            </a:extLst>
          </p:cNvPr>
          <p:cNvSpPr/>
          <p:nvPr/>
        </p:nvSpPr>
        <p:spPr>
          <a:xfrm rot="5400000" flipH="1" flipV="1">
            <a:off x="9600832" y="4034063"/>
            <a:ext cx="732058" cy="1781218"/>
          </a:xfrm>
          <a:prstGeom prst="bentUpArrow">
            <a:avLst>
              <a:gd name="adj1" fmla="val 3447"/>
              <a:gd name="adj2" fmla="val 9407"/>
              <a:gd name="adj3" fmla="val 14918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7459A50-5A9D-8801-CE6F-F647A37F2AE0}"/>
              </a:ext>
            </a:extLst>
          </p:cNvPr>
          <p:cNvSpPr txBox="1"/>
          <p:nvPr/>
        </p:nvSpPr>
        <p:spPr>
          <a:xfrm>
            <a:off x="4210871" y="1591349"/>
            <a:ext cx="805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Iterate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9D49289-0D6F-CD4D-3334-B6F9438AA54B}"/>
              </a:ext>
            </a:extLst>
          </p:cNvPr>
          <p:cNvSpPr txBox="1"/>
          <p:nvPr/>
        </p:nvSpPr>
        <p:spPr>
          <a:xfrm>
            <a:off x="184704" y="1817522"/>
            <a:ext cx="9715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Client</a:t>
            </a:r>
          </a:p>
          <a:p>
            <a:r>
              <a:rPr lang="en-GB" dirty="0">
                <a:solidFill>
                  <a:srgbClr val="7030A0"/>
                </a:solidFill>
              </a:rPr>
              <a:t>involved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F403D5B-2A57-A887-161D-CCC1D1AB23B0}"/>
              </a:ext>
            </a:extLst>
          </p:cNvPr>
          <p:cNvSpPr txBox="1"/>
          <p:nvPr/>
        </p:nvSpPr>
        <p:spPr>
          <a:xfrm>
            <a:off x="11056252" y="5417535"/>
            <a:ext cx="9715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Client</a:t>
            </a:r>
          </a:p>
          <a:p>
            <a:r>
              <a:rPr lang="en-GB" dirty="0">
                <a:solidFill>
                  <a:srgbClr val="7030A0"/>
                </a:solidFill>
              </a:rPr>
              <a:t>involved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7A9101-EE60-4018-909D-839C91061246}"/>
              </a:ext>
            </a:extLst>
          </p:cNvPr>
          <p:cNvSpPr txBox="1"/>
          <p:nvPr/>
        </p:nvSpPr>
        <p:spPr>
          <a:xfrm>
            <a:off x="421628" y="5969655"/>
            <a:ext cx="61492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GB" sz="2800" dirty="0">
                <a:solidFill>
                  <a:srgbClr val="7030A0"/>
                </a:solidFill>
              </a:rPr>
              <a:t>Time not equally shared between phases</a:t>
            </a:r>
          </a:p>
        </p:txBody>
      </p:sp>
    </p:spTree>
    <p:extLst>
      <p:ext uri="{BB962C8B-B14F-4D97-AF65-F5344CB8AC3E}">
        <p14:creationId xmlns:p14="http://schemas.microsoft.com/office/powerpoint/2010/main" val="12499466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00"/>
                            </p:stCondLst>
                            <p:childTnLst>
                              <p:par>
                                <p:cTn id="4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1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15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7" dur="1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1500"/>
                            </p:stCondLst>
                            <p:childTnLst>
                              <p:par>
                                <p:cTn id="59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1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3000"/>
                            </p:stCondLst>
                            <p:childTnLst>
                              <p:par>
                                <p:cTn id="6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5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/>
      <p:bldP spid="27" grpId="0"/>
      <p:bldP spid="28" grpId="0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8F82A98-D7EF-E03A-FBD6-108D42881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F9C5DC-072B-2CC5-DB2F-B97B4F5244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Iterative - Waterfall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0835A72-2CAD-31D5-8838-80E1853D3E0D}"/>
              </a:ext>
            </a:extLst>
          </p:cNvPr>
          <p:cNvSpPr/>
          <p:nvPr/>
        </p:nvSpPr>
        <p:spPr>
          <a:xfrm>
            <a:off x="1156252" y="1690688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BE6E169-6423-AB60-B016-1A0F4EE917A9}"/>
              </a:ext>
            </a:extLst>
          </p:cNvPr>
          <p:cNvSpPr/>
          <p:nvPr/>
        </p:nvSpPr>
        <p:spPr>
          <a:xfrm>
            <a:off x="3136252" y="2590688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2B9E7AC-AA42-6D4E-2AA6-B461C707B267}"/>
              </a:ext>
            </a:extLst>
          </p:cNvPr>
          <p:cNvSpPr/>
          <p:nvPr/>
        </p:nvSpPr>
        <p:spPr>
          <a:xfrm>
            <a:off x="5116252" y="3490701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145678DF-F934-A550-E072-F99E4CE84FD9}"/>
              </a:ext>
            </a:extLst>
          </p:cNvPr>
          <p:cNvSpPr/>
          <p:nvPr/>
        </p:nvSpPr>
        <p:spPr>
          <a:xfrm>
            <a:off x="7096252" y="4390701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B77EA91E-6E83-9A04-8708-B5F438396639}"/>
              </a:ext>
            </a:extLst>
          </p:cNvPr>
          <p:cNvSpPr/>
          <p:nvPr/>
        </p:nvSpPr>
        <p:spPr>
          <a:xfrm>
            <a:off x="9076252" y="5290701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9826777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A8AE6D-22D2-5587-600C-AAEE594137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Agile - Sprint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00E8C34-5B7F-CE90-4A7A-C4371B6D295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75528050"/>
              </p:ext>
            </p:extLst>
          </p:nvPr>
        </p:nvGraphicFramePr>
        <p:xfrm>
          <a:off x="838200" y="1758156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5" name="Arrow: Right 4">
            <a:extLst>
              <a:ext uri="{FF2B5EF4-FFF2-40B4-BE49-F238E27FC236}">
                <a16:creationId xmlns:a16="http://schemas.microsoft.com/office/drawing/2014/main" id="{774452F0-0F5D-C692-4A82-8545E8492875}"/>
              </a:ext>
            </a:extLst>
          </p:cNvPr>
          <p:cNvSpPr/>
          <p:nvPr/>
        </p:nvSpPr>
        <p:spPr>
          <a:xfrm>
            <a:off x="2545773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6CF334BD-1594-D397-6F3D-E9C7916BAC14}"/>
              </a:ext>
            </a:extLst>
          </p:cNvPr>
          <p:cNvSpPr/>
          <p:nvPr/>
        </p:nvSpPr>
        <p:spPr>
          <a:xfrm>
            <a:off x="8451274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699A3C-5B24-B75E-B1CF-00089DAAB1F4}"/>
              </a:ext>
            </a:extLst>
          </p:cNvPr>
          <p:cNvSpPr txBox="1"/>
          <p:nvPr/>
        </p:nvSpPr>
        <p:spPr>
          <a:xfrm>
            <a:off x="5278581" y="2951946"/>
            <a:ext cx="163483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Repeat as required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2CB535-55CC-48EC-7C5F-447037C12AF2}"/>
              </a:ext>
            </a:extLst>
          </p:cNvPr>
          <p:cNvSpPr txBox="1"/>
          <p:nvPr/>
        </p:nvSpPr>
        <p:spPr>
          <a:xfrm>
            <a:off x="2661804" y="6176963"/>
            <a:ext cx="686839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>
                <a:solidFill>
                  <a:srgbClr val="7030A0"/>
                </a:solidFill>
              </a:rPr>
              <a:t>A burst of activity to create working software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9CFEDD-0BDC-5DFC-C335-7216E1AC42BD}"/>
              </a:ext>
            </a:extLst>
          </p:cNvPr>
          <p:cNvSpPr txBox="1"/>
          <p:nvPr/>
        </p:nvSpPr>
        <p:spPr>
          <a:xfrm>
            <a:off x="5610225" y="4269320"/>
            <a:ext cx="9715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>
                <a:solidFill>
                  <a:srgbClr val="7030A0"/>
                </a:solidFill>
              </a:rPr>
              <a:t>Client</a:t>
            </a:r>
          </a:p>
          <a:p>
            <a:pPr algn="ctr"/>
            <a:r>
              <a:rPr lang="en-GB" dirty="0">
                <a:solidFill>
                  <a:srgbClr val="7030A0"/>
                </a:solidFill>
              </a:rPr>
              <a:t>involved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589393-1E80-464A-B58D-D41808E3F3E9}"/>
              </a:ext>
            </a:extLst>
          </p:cNvPr>
          <p:cNvSpPr txBox="1"/>
          <p:nvPr/>
        </p:nvSpPr>
        <p:spPr>
          <a:xfrm>
            <a:off x="5610225" y="550852"/>
            <a:ext cx="61492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GB" sz="2800" dirty="0">
                <a:solidFill>
                  <a:srgbClr val="7030A0"/>
                </a:solidFill>
              </a:rPr>
              <a:t>Time not equally shared between phases</a:t>
            </a:r>
          </a:p>
        </p:txBody>
      </p:sp>
    </p:spTree>
    <p:extLst>
      <p:ext uri="{BB962C8B-B14F-4D97-AF65-F5344CB8AC3E}">
        <p14:creationId xmlns:p14="http://schemas.microsoft.com/office/powerpoint/2010/main" val="8398111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6" presetClass="entr" presetSubtype="3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12" dur="2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4" grpId="0">
        <p:bldAsOne/>
      </p:bldGraphic>
      <p:bldP spid="5" grpId="0" animBg="1"/>
      <p:bldP spid="6" grpId="0" animBg="1"/>
      <p:bldP spid="7" grpId="0"/>
      <p:bldP spid="8" grpId="0"/>
      <p:bldP spid="9" grpId="0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3A6563E-B3B3-480C-819D-7EEB148640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F1545A-0F0D-56E3-B527-5BEA8A0288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Agile - Sprint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E47976F-3DFD-5EE0-8117-254624D3DBF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52052602"/>
              </p:ext>
            </p:extLst>
          </p:nvPr>
        </p:nvGraphicFramePr>
        <p:xfrm>
          <a:off x="838200" y="1758156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Arrow: Right 4">
            <a:extLst>
              <a:ext uri="{FF2B5EF4-FFF2-40B4-BE49-F238E27FC236}">
                <a16:creationId xmlns:a16="http://schemas.microsoft.com/office/drawing/2014/main" id="{0ED1A261-972F-4B3F-8687-D6E551FD83C5}"/>
              </a:ext>
            </a:extLst>
          </p:cNvPr>
          <p:cNvSpPr/>
          <p:nvPr/>
        </p:nvSpPr>
        <p:spPr>
          <a:xfrm>
            <a:off x="2545773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E051FF5C-EE5A-D0F2-EA10-E187CB3F9D5D}"/>
              </a:ext>
            </a:extLst>
          </p:cNvPr>
          <p:cNvSpPr/>
          <p:nvPr/>
        </p:nvSpPr>
        <p:spPr>
          <a:xfrm>
            <a:off x="8451274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1624521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944DF5-6F52-4562-AC95-66A5808FF7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methodologies</a:t>
            </a:r>
          </a:p>
        </p:txBody>
      </p:sp>
      <p:sp>
        <p:nvSpPr>
          <p:cNvPr id="6" name="AutoShape 3">
            <a:extLst>
              <a:ext uri="{FF2B5EF4-FFF2-40B4-BE49-F238E27FC236}">
                <a16:creationId xmlns:a16="http://schemas.microsoft.com/office/drawing/2014/main" id="{F196AE1A-3AA8-4184-9FF3-6F165B7A4720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38200" y="1865313"/>
            <a:ext cx="10515600" cy="427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0D2D5828-DEDA-40E7-98F4-BB756D78D3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9C9D0CA6-797A-4C4C-B32B-51E02E712E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9" name="Rectangle 7">
            <a:extLst>
              <a:ext uri="{FF2B5EF4-FFF2-40B4-BE49-F238E27FC236}">
                <a16:creationId xmlns:a16="http://schemas.microsoft.com/office/drawing/2014/main" id="{D9DF39E0-0C1C-4BBE-B2C8-2F599FA23F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0" name="Rectangle 8">
            <a:extLst>
              <a:ext uri="{FF2B5EF4-FFF2-40B4-BE49-F238E27FC236}">
                <a16:creationId xmlns:a16="http://schemas.microsoft.com/office/drawing/2014/main" id="{84F553DD-FBD6-4D36-B34C-3AC75DBB87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1" name="Rectangle 9">
            <a:extLst>
              <a:ext uri="{FF2B5EF4-FFF2-40B4-BE49-F238E27FC236}">
                <a16:creationId xmlns:a16="http://schemas.microsoft.com/office/drawing/2014/main" id="{39BBE6E5-F1E9-4BDC-84FA-FE0E486BB8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2" name="Rectangle 10">
            <a:extLst>
              <a:ext uri="{FF2B5EF4-FFF2-40B4-BE49-F238E27FC236}">
                <a16:creationId xmlns:a16="http://schemas.microsoft.com/office/drawing/2014/main" id="{529BC9B6-8398-4C2C-A6BA-0BFD6BA6D3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3" name="Rectangle 11">
            <a:extLst>
              <a:ext uri="{FF2B5EF4-FFF2-40B4-BE49-F238E27FC236}">
                <a16:creationId xmlns:a16="http://schemas.microsoft.com/office/drawing/2014/main" id="{C9452781-8462-458B-A8AD-69DAF93D00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4" name="Rectangle 12">
            <a:extLst>
              <a:ext uri="{FF2B5EF4-FFF2-40B4-BE49-F238E27FC236}">
                <a16:creationId xmlns:a16="http://schemas.microsoft.com/office/drawing/2014/main" id="{0EF1987F-6157-473B-8326-9CF43CB1C5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5" name="Rectangle 13">
            <a:extLst>
              <a:ext uri="{FF2B5EF4-FFF2-40B4-BE49-F238E27FC236}">
                <a16:creationId xmlns:a16="http://schemas.microsoft.com/office/drawing/2014/main" id="{60D7EEC7-B2D1-4AF3-B013-A22D80C6BD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6" name="Rectangle 14">
            <a:extLst>
              <a:ext uri="{FF2B5EF4-FFF2-40B4-BE49-F238E27FC236}">
                <a16:creationId xmlns:a16="http://schemas.microsoft.com/office/drawing/2014/main" id="{07B198A6-9DF5-4C11-8705-013F15F3C3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7" name="Rectangle 15">
            <a:extLst>
              <a:ext uri="{FF2B5EF4-FFF2-40B4-BE49-F238E27FC236}">
                <a16:creationId xmlns:a16="http://schemas.microsoft.com/office/drawing/2014/main" id="{F501A3FA-BF2E-4D24-BE61-086756408D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8" name="Rectangle 16">
            <a:extLst>
              <a:ext uri="{FF2B5EF4-FFF2-40B4-BE49-F238E27FC236}">
                <a16:creationId xmlns:a16="http://schemas.microsoft.com/office/drawing/2014/main" id="{27E1169C-122A-4959-92F6-275F396C04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9" name="Rectangle 17">
            <a:extLst>
              <a:ext uri="{FF2B5EF4-FFF2-40B4-BE49-F238E27FC236}">
                <a16:creationId xmlns:a16="http://schemas.microsoft.com/office/drawing/2014/main" id="{0131713A-BC49-418F-BAB8-141A835014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0" name="Rectangle 18">
            <a:extLst>
              <a:ext uri="{FF2B5EF4-FFF2-40B4-BE49-F238E27FC236}">
                <a16:creationId xmlns:a16="http://schemas.microsoft.com/office/drawing/2014/main" id="{97347790-D968-41B5-AEEE-DC29DC2F97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1" name="Rectangle 19">
            <a:extLst>
              <a:ext uri="{FF2B5EF4-FFF2-40B4-BE49-F238E27FC236}">
                <a16:creationId xmlns:a16="http://schemas.microsoft.com/office/drawing/2014/main" id="{ED301858-B1EF-4EAF-93ED-176086B8E5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2" name="Rectangle 20">
            <a:extLst>
              <a:ext uri="{FF2B5EF4-FFF2-40B4-BE49-F238E27FC236}">
                <a16:creationId xmlns:a16="http://schemas.microsoft.com/office/drawing/2014/main" id="{88958FC7-5A0A-4375-BA6F-58ADA8A6D5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3" name="Rectangle 21">
            <a:extLst>
              <a:ext uri="{FF2B5EF4-FFF2-40B4-BE49-F238E27FC236}">
                <a16:creationId xmlns:a16="http://schemas.microsoft.com/office/drawing/2014/main" id="{C06677AF-CF4C-4FAB-8B8A-056E810500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4" name="Rectangle 22">
            <a:extLst>
              <a:ext uri="{FF2B5EF4-FFF2-40B4-BE49-F238E27FC236}">
                <a16:creationId xmlns:a16="http://schemas.microsoft.com/office/drawing/2014/main" id="{ECFAFC59-3937-47A4-8974-4FEF2A6386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5" name="Rectangle 23">
            <a:extLst>
              <a:ext uri="{FF2B5EF4-FFF2-40B4-BE49-F238E27FC236}">
                <a16:creationId xmlns:a16="http://schemas.microsoft.com/office/drawing/2014/main" id="{B3C7E9FB-5171-4A6E-8A7F-C2A8C57E88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6" name="Rectangle 24">
            <a:extLst>
              <a:ext uri="{FF2B5EF4-FFF2-40B4-BE49-F238E27FC236}">
                <a16:creationId xmlns:a16="http://schemas.microsoft.com/office/drawing/2014/main" id="{AB0484CA-F8E6-44A4-97A8-CEC273C2CE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7" name="Rectangle 25">
            <a:extLst>
              <a:ext uri="{FF2B5EF4-FFF2-40B4-BE49-F238E27FC236}">
                <a16:creationId xmlns:a16="http://schemas.microsoft.com/office/drawing/2014/main" id="{FC33ED7C-543A-4EBE-BDF9-73A91766B9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8" name="Line 26">
            <a:extLst>
              <a:ext uri="{FF2B5EF4-FFF2-40B4-BE49-F238E27FC236}">
                <a16:creationId xmlns:a16="http://schemas.microsoft.com/office/drawing/2014/main" id="{74AE2079-0650-420C-85F2-987170AF16D1}"/>
              </a:ext>
            </a:extLst>
          </p:cNvPr>
          <p:cNvSpPr>
            <a:spLocks noChangeShapeType="1"/>
          </p:cNvSpPr>
          <p:nvPr/>
        </p:nvSpPr>
        <p:spPr bwMode="auto">
          <a:xfrm>
            <a:off x="4340225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9" name="Line 27">
            <a:extLst>
              <a:ext uri="{FF2B5EF4-FFF2-40B4-BE49-F238E27FC236}">
                <a16:creationId xmlns:a16="http://schemas.microsoft.com/office/drawing/2014/main" id="{33C2475B-99C8-4C2F-9226-89726579221D}"/>
              </a:ext>
            </a:extLst>
          </p:cNvPr>
          <p:cNvSpPr>
            <a:spLocks noChangeShapeType="1"/>
          </p:cNvSpPr>
          <p:nvPr/>
        </p:nvSpPr>
        <p:spPr bwMode="auto">
          <a:xfrm>
            <a:off x="7834313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0" name="Line 28">
            <a:extLst>
              <a:ext uri="{FF2B5EF4-FFF2-40B4-BE49-F238E27FC236}">
                <a16:creationId xmlns:a16="http://schemas.microsoft.com/office/drawing/2014/main" id="{930B084D-D624-42F0-9E65-7598FE81CF5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444750"/>
            <a:ext cx="10494963" cy="0"/>
          </a:xfrm>
          <a:prstGeom prst="line">
            <a:avLst/>
          </a:prstGeom>
          <a:noFill/>
          <a:ln w="381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1" name="Line 29">
            <a:extLst>
              <a:ext uri="{FF2B5EF4-FFF2-40B4-BE49-F238E27FC236}">
                <a16:creationId xmlns:a16="http://schemas.microsoft.com/office/drawing/2014/main" id="{B9B17563-4D1F-4B29-9E03-D10F613F32D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9606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2" name="Line 30">
            <a:extLst>
              <a:ext uri="{FF2B5EF4-FFF2-40B4-BE49-F238E27FC236}">
                <a16:creationId xmlns:a16="http://schemas.microsoft.com/office/drawing/2014/main" id="{E09C675B-1F92-4D72-820E-EC084F54BF10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47821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3" name="Line 31">
            <a:extLst>
              <a:ext uri="{FF2B5EF4-FFF2-40B4-BE49-F238E27FC236}">
                <a16:creationId xmlns:a16="http://schemas.microsoft.com/office/drawing/2014/main" id="{14181553-A20F-4390-8D2F-EAF6205FCC1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994150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4" name="Line 32">
            <a:extLst>
              <a:ext uri="{FF2B5EF4-FFF2-40B4-BE49-F238E27FC236}">
                <a16:creationId xmlns:a16="http://schemas.microsoft.com/office/drawing/2014/main" id="{3C4AE47E-CACE-4F60-92FE-B828377516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49371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5" name="Line 33">
            <a:extLst>
              <a:ext uri="{FF2B5EF4-FFF2-40B4-BE49-F238E27FC236}">
                <a16:creationId xmlns:a16="http://schemas.microsoft.com/office/drawing/2014/main" id="{9FA68702-C55A-4359-8454-E4208C99E3D1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45306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6" name="Line 34">
            <a:extLst>
              <a:ext uri="{FF2B5EF4-FFF2-40B4-BE49-F238E27FC236}">
                <a16:creationId xmlns:a16="http://schemas.microsoft.com/office/drawing/2014/main" id="{869625F1-3552-4982-933B-0932C732D9E6}"/>
              </a:ext>
            </a:extLst>
          </p:cNvPr>
          <p:cNvSpPr>
            <a:spLocks noChangeShapeType="1"/>
          </p:cNvSpPr>
          <p:nvPr/>
        </p:nvSpPr>
        <p:spPr bwMode="auto">
          <a:xfrm>
            <a:off x="846138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7" name="Line 35">
            <a:extLst>
              <a:ext uri="{FF2B5EF4-FFF2-40B4-BE49-F238E27FC236}">
                <a16:creationId xmlns:a16="http://schemas.microsoft.com/office/drawing/2014/main" id="{ED9AEE3E-EC58-4597-A112-467921FA29BD}"/>
              </a:ext>
            </a:extLst>
          </p:cNvPr>
          <p:cNvSpPr>
            <a:spLocks noChangeShapeType="1"/>
          </p:cNvSpPr>
          <p:nvPr/>
        </p:nvSpPr>
        <p:spPr bwMode="auto">
          <a:xfrm>
            <a:off x="11328400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8" name="Line 36">
            <a:extLst>
              <a:ext uri="{FF2B5EF4-FFF2-40B4-BE49-F238E27FC236}">
                <a16:creationId xmlns:a16="http://schemas.microsoft.com/office/drawing/2014/main" id="{64A3DAA0-ED5D-41BC-ACB1-4BF1991F14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19272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9" name="Line 37">
            <a:extLst>
              <a:ext uri="{FF2B5EF4-FFF2-40B4-BE49-F238E27FC236}">
                <a16:creationId xmlns:a16="http://schemas.microsoft.com/office/drawing/2014/main" id="{AD6EB5E9-E108-44F6-9915-1C0D8BB280B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9705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40" name="Rectangle 38">
            <a:extLst>
              <a:ext uri="{FF2B5EF4-FFF2-40B4-BE49-F238E27FC236}">
                <a16:creationId xmlns:a16="http://schemas.microsoft.com/office/drawing/2014/main" id="{FA8DC2A2-2C18-4473-B75A-C8F700E9E5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1968500"/>
            <a:ext cx="14509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Iterative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1" name="Rectangle 39">
            <a:extLst>
              <a:ext uri="{FF2B5EF4-FFF2-40B4-BE49-F238E27FC236}">
                <a16:creationId xmlns:a16="http://schemas.microsoft.com/office/drawing/2014/main" id="{55701715-2B16-4647-846C-238BC45843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1968500"/>
            <a:ext cx="9286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Agile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2" name="Rectangle 40">
            <a:extLst>
              <a:ext uri="{FF2B5EF4-FFF2-40B4-BE49-F238E27FC236}">
                <a16:creationId xmlns:a16="http://schemas.microsoft.com/office/drawing/2014/main" id="{B4E09BC9-AE1B-4378-9C46-6E6B543A46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2487613"/>
            <a:ext cx="26828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Client interaction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3" name="Rectangle 41">
            <a:extLst>
              <a:ext uri="{FF2B5EF4-FFF2-40B4-BE49-F238E27FC236}">
                <a16:creationId xmlns:a16="http://schemas.microsoft.com/office/drawing/2014/main" id="{369D6254-9F22-4EBE-A340-0571B6FBC2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2487613"/>
            <a:ext cx="25765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At the beginning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4" name="Rectangle 42">
            <a:extLst>
              <a:ext uri="{FF2B5EF4-FFF2-40B4-BE49-F238E27FC236}">
                <a16:creationId xmlns:a16="http://schemas.microsoft.com/office/drawing/2014/main" id="{A7799AE2-3729-4668-B68D-74067EB7AF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2487613"/>
            <a:ext cx="18907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Throughout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5" name="Rectangle 43">
            <a:extLst>
              <a:ext uri="{FF2B5EF4-FFF2-40B4-BE49-F238E27FC236}">
                <a16:creationId xmlns:a16="http://schemas.microsoft.com/office/drawing/2014/main" id="{3C62852C-9427-45C6-B2E9-E39E7DF8CA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001963"/>
            <a:ext cx="171450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Teamwork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6" name="Rectangle 44">
            <a:extLst>
              <a:ext uri="{FF2B5EF4-FFF2-40B4-BE49-F238E27FC236}">
                <a16:creationId xmlns:a16="http://schemas.microsoft.com/office/drawing/2014/main" id="{E070F3EA-B536-4EEE-8CE6-4786DDF1B6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3001963"/>
            <a:ext cx="24415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Separate teams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7" name="Rectangle 45">
            <a:extLst>
              <a:ext uri="{FF2B5EF4-FFF2-40B4-BE49-F238E27FC236}">
                <a16:creationId xmlns:a16="http://schemas.microsoft.com/office/drawing/2014/main" id="{D04BCA7D-6945-40B9-B64B-9D1E509C0A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3001963"/>
            <a:ext cx="21351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Collaboration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8" name="Rectangle 46">
            <a:extLst>
              <a:ext uri="{FF2B5EF4-FFF2-40B4-BE49-F238E27FC236}">
                <a16:creationId xmlns:a16="http://schemas.microsoft.com/office/drawing/2014/main" id="{A26C296F-CE85-424F-8235-AEE278A6B3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521075"/>
            <a:ext cx="24415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Documentation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9" name="Rectangle 47">
            <a:extLst>
              <a:ext uri="{FF2B5EF4-FFF2-40B4-BE49-F238E27FC236}">
                <a16:creationId xmlns:a16="http://schemas.microsoft.com/office/drawing/2014/main" id="{E4A38C0E-A544-4BB0-8E42-7231B403F0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3521075"/>
            <a:ext cx="329565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Detailed specification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0" name="Rectangle 48">
            <a:extLst>
              <a:ext uri="{FF2B5EF4-FFF2-40B4-BE49-F238E27FC236}">
                <a16:creationId xmlns:a16="http://schemas.microsoft.com/office/drawing/2014/main" id="{EC1912A6-2D06-466B-82C1-DEDC50B852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3521075"/>
            <a:ext cx="13731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Minimal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1" name="Rectangle 49">
            <a:extLst>
              <a:ext uri="{FF2B5EF4-FFF2-40B4-BE49-F238E27FC236}">
                <a16:creationId xmlns:a16="http://schemas.microsoft.com/office/drawing/2014/main" id="{C442667B-C630-48E3-AACB-3E1D4E1824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035425"/>
            <a:ext cx="2436501" cy="861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Measurement of</a:t>
            </a:r>
          </a:p>
          <a:p>
            <a:r>
              <a:rPr lang="en-US" altLang="en-US" sz="2800" dirty="0">
                <a:solidFill>
                  <a:srgbClr val="000000"/>
                </a:solidFill>
                <a:latin typeface="Calibri" panose="020F0502020204030204" pitchFamily="34" charset="0"/>
              </a:rPr>
              <a:t>progress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3" name="Rectangle 51">
            <a:extLst>
              <a:ext uri="{FF2B5EF4-FFF2-40B4-BE49-F238E27FC236}">
                <a16:creationId xmlns:a16="http://schemas.microsoft.com/office/drawing/2014/main" id="{50306D9E-4F58-4B77-8461-9CC5C6AE31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4035425"/>
            <a:ext cx="164782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Strict plan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4" name="Rectangle 52">
            <a:extLst>
              <a:ext uri="{FF2B5EF4-FFF2-40B4-BE49-F238E27FC236}">
                <a16:creationId xmlns:a16="http://schemas.microsoft.com/office/drawing/2014/main" id="{91BE8DA9-9765-497A-8967-14BCEB0C7A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4035425"/>
            <a:ext cx="118586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Sprints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5" name="Rectangle 53">
            <a:extLst>
              <a:ext uri="{FF2B5EF4-FFF2-40B4-BE49-F238E27FC236}">
                <a16:creationId xmlns:a16="http://schemas.microsoft.com/office/drawing/2014/main" id="{658906BB-855B-4880-8DC5-2B56E1A487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979988"/>
            <a:ext cx="33766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Adaptive vs predictive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6" name="Rectangle 54">
            <a:extLst>
              <a:ext uri="{FF2B5EF4-FFF2-40B4-BE49-F238E27FC236}">
                <a16:creationId xmlns:a16="http://schemas.microsoft.com/office/drawing/2014/main" id="{BDA2AA89-3E6C-4847-9733-CDBC10C8A6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4979988"/>
            <a:ext cx="162560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Predictive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7" name="Rectangle 55">
            <a:extLst>
              <a:ext uri="{FF2B5EF4-FFF2-40B4-BE49-F238E27FC236}">
                <a16:creationId xmlns:a16="http://schemas.microsoft.com/office/drawing/2014/main" id="{23BB5F91-210F-4BF8-BC33-24C0B1BE1A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4979988"/>
            <a:ext cx="14716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Adaptive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8" name="Rectangle 56">
            <a:extLst>
              <a:ext uri="{FF2B5EF4-FFF2-40B4-BE49-F238E27FC236}">
                <a16:creationId xmlns:a16="http://schemas.microsoft.com/office/drawing/2014/main" id="{AD8792BF-F228-4B79-8F7B-70CDD259A3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5494338"/>
            <a:ext cx="122872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Testing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9" name="Rectangle 57">
            <a:extLst>
              <a:ext uri="{FF2B5EF4-FFF2-40B4-BE49-F238E27FC236}">
                <a16:creationId xmlns:a16="http://schemas.microsoft.com/office/drawing/2014/main" id="{C712CDE4-0039-47E8-8CA5-5075E87512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5494338"/>
            <a:ext cx="332105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After implementation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0" name="Rectangle 58">
            <a:extLst>
              <a:ext uri="{FF2B5EF4-FFF2-40B4-BE49-F238E27FC236}">
                <a16:creationId xmlns:a16="http://schemas.microsoft.com/office/drawing/2014/main" id="{F2673D40-7B0B-4240-9186-2725948942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5494338"/>
            <a:ext cx="29321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With programming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6431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0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0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0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1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/>
      <p:bldP spid="43" grpId="0"/>
      <p:bldP spid="44" grpId="0"/>
      <p:bldP spid="45" grpId="0"/>
      <p:bldP spid="46" grpId="0"/>
      <p:bldP spid="47" grpId="0"/>
      <p:bldP spid="48" grpId="0"/>
      <p:bldP spid="49" grpId="0"/>
      <p:bldP spid="50" grpId="0"/>
      <p:bldP spid="51" grpId="0"/>
      <p:bldP spid="53" grpId="0"/>
      <p:bldP spid="54" grpId="0"/>
      <p:bldP spid="55" grpId="0"/>
      <p:bldP spid="56" grpId="0"/>
      <p:bldP spid="57" grpId="0"/>
      <p:bldP spid="58" grpId="0"/>
      <p:bldP spid="59" grpId="0"/>
      <p:bldP spid="60" grpId="0"/>
    </p:bld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944DF5-6F52-4562-AC95-66A5808FF7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methodologies</a:t>
            </a:r>
          </a:p>
        </p:txBody>
      </p:sp>
      <p:sp>
        <p:nvSpPr>
          <p:cNvPr id="6" name="AutoShape 3">
            <a:extLst>
              <a:ext uri="{FF2B5EF4-FFF2-40B4-BE49-F238E27FC236}">
                <a16:creationId xmlns:a16="http://schemas.microsoft.com/office/drawing/2014/main" id="{F196AE1A-3AA8-4184-9FF3-6F165B7A4720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38200" y="1865313"/>
            <a:ext cx="10515600" cy="427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0D2D5828-DEDA-40E7-98F4-BB756D78D3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9C9D0CA6-797A-4C4C-B32B-51E02E712E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9" name="Rectangle 7">
            <a:extLst>
              <a:ext uri="{FF2B5EF4-FFF2-40B4-BE49-F238E27FC236}">
                <a16:creationId xmlns:a16="http://schemas.microsoft.com/office/drawing/2014/main" id="{D9DF39E0-0C1C-4BBE-B2C8-2F599FA23F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0" name="Rectangle 8">
            <a:extLst>
              <a:ext uri="{FF2B5EF4-FFF2-40B4-BE49-F238E27FC236}">
                <a16:creationId xmlns:a16="http://schemas.microsoft.com/office/drawing/2014/main" id="{84F553DD-FBD6-4D36-B34C-3AC75DBB87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1" name="Rectangle 9">
            <a:extLst>
              <a:ext uri="{FF2B5EF4-FFF2-40B4-BE49-F238E27FC236}">
                <a16:creationId xmlns:a16="http://schemas.microsoft.com/office/drawing/2014/main" id="{39BBE6E5-F1E9-4BDC-84FA-FE0E486BB8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2" name="Rectangle 10">
            <a:extLst>
              <a:ext uri="{FF2B5EF4-FFF2-40B4-BE49-F238E27FC236}">
                <a16:creationId xmlns:a16="http://schemas.microsoft.com/office/drawing/2014/main" id="{529BC9B6-8398-4C2C-A6BA-0BFD6BA6D3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3" name="Rectangle 11">
            <a:extLst>
              <a:ext uri="{FF2B5EF4-FFF2-40B4-BE49-F238E27FC236}">
                <a16:creationId xmlns:a16="http://schemas.microsoft.com/office/drawing/2014/main" id="{C9452781-8462-458B-A8AD-69DAF93D00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4" name="Rectangle 12">
            <a:extLst>
              <a:ext uri="{FF2B5EF4-FFF2-40B4-BE49-F238E27FC236}">
                <a16:creationId xmlns:a16="http://schemas.microsoft.com/office/drawing/2014/main" id="{0EF1987F-6157-473B-8326-9CF43CB1C5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5" name="Rectangle 13">
            <a:extLst>
              <a:ext uri="{FF2B5EF4-FFF2-40B4-BE49-F238E27FC236}">
                <a16:creationId xmlns:a16="http://schemas.microsoft.com/office/drawing/2014/main" id="{60D7EEC7-B2D1-4AF3-B013-A22D80C6BD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6" name="Rectangle 14">
            <a:extLst>
              <a:ext uri="{FF2B5EF4-FFF2-40B4-BE49-F238E27FC236}">
                <a16:creationId xmlns:a16="http://schemas.microsoft.com/office/drawing/2014/main" id="{07B198A6-9DF5-4C11-8705-013F15F3C3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7" name="Rectangle 15">
            <a:extLst>
              <a:ext uri="{FF2B5EF4-FFF2-40B4-BE49-F238E27FC236}">
                <a16:creationId xmlns:a16="http://schemas.microsoft.com/office/drawing/2014/main" id="{F501A3FA-BF2E-4D24-BE61-086756408D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8" name="Rectangle 16">
            <a:extLst>
              <a:ext uri="{FF2B5EF4-FFF2-40B4-BE49-F238E27FC236}">
                <a16:creationId xmlns:a16="http://schemas.microsoft.com/office/drawing/2014/main" id="{27E1169C-122A-4959-92F6-275F396C04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9" name="Rectangle 17">
            <a:extLst>
              <a:ext uri="{FF2B5EF4-FFF2-40B4-BE49-F238E27FC236}">
                <a16:creationId xmlns:a16="http://schemas.microsoft.com/office/drawing/2014/main" id="{0131713A-BC49-418F-BAB8-141A835014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0" name="Rectangle 18">
            <a:extLst>
              <a:ext uri="{FF2B5EF4-FFF2-40B4-BE49-F238E27FC236}">
                <a16:creationId xmlns:a16="http://schemas.microsoft.com/office/drawing/2014/main" id="{97347790-D968-41B5-AEEE-DC29DC2F97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1" name="Rectangle 19">
            <a:extLst>
              <a:ext uri="{FF2B5EF4-FFF2-40B4-BE49-F238E27FC236}">
                <a16:creationId xmlns:a16="http://schemas.microsoft.com/office/drawing/2014/main" id="{ED301858-B1EF-4EAF-93ED-176086B8E5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2" name="Rectangle 20">
            <a:extLst>
              <a:ext uri="{FF2B5EF4-FFF2-40B4-BE49-F238E27FC236}">
                <a16:creationId xmlns:a16="http://schemas.microsoft.com/office/drawing/2014/main" id="{88958FC7-5A0A-4375-BA6F-58ADA8A6D5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3" name="Rectangle 21">
            <a:extLst>
              <a:ext uri="{FF2B5EF4-FFF2-40B4-BE49-F238E27FC236}">
                <a16:creationId xmlns:a16="http://schemas.microsoft.com/office/drawing/2014/main" id="{C06677AF-CF4C-4FAB-8B8A-056E810500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4" name="Rectangle 22">
            <a:extLst>
              <a:ext uri="{FF2B5EF4-FFF2-40B4-BE49-F238E27FC236}">
                <a16:creationId xmlns:a16="http://schemas.microsoft.com/office/drawing/2014/main" id="{ECFAFC59-3937-47A4-8974-4FEF2A6386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5" name="Rectangle 23">
            <a:extLst>
              <a:ext uri="{FF2B5EF4-FFF2-40B4-BE49-F238E27FC236}">
                <a16:creationId xmlns:a16="http://schemas.microsoft.com/office/drawing/2014/main" id="{B3C7E9FB-5171-4A6E-8A7F-C2A8C57E88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6" name="Rectangle 24">
            <a:extLst>
              <a:ext uri="{FF2B5EF4-FFF2-40B4-BE49-F238E27FC236}">
                <a16:creationId xmlns:a16="http://schemas.microsoft.com/office/drawing/2014/main" id="{AB0484CA-F8E6-44A4-97A8-CEC273C2CE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7" name="Rectangle 25">
            <a:extLst>
              <a:ext uri="{FF2B5EF4-FFF2-40B4-BE49-F238E27FC236}">
                <a16:creationId xmlns:a16="http://schemas.microsoft.com/office/drawing/2014/main" id="{FC33ED7C-543A-4EBE-BDF9-73A91766B9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8" name="Line 26">
            <a:extLst>
              <a:ext uri="{FF2B5EF4-FFF2-40B4-BE49-F238E27FC236}">
                <a16:creationId xmlns:a16="http://schemas.microsoft.com/office/drawing/2014/main" id="{74AE2079-0650-420C-85F2-987170AF16D1}"/>
              </a:ext>
            </a:extLst>
          </p:cNvPr>
          <p:cNvSpPr>
            <a:spLocks noChangeShapeType="1"/>
          </p:cNvSpPr>
          <p:nvPr/>
        </p:nvSpPr>
        <p:spPr bwMode="auto">
          <a:xfrm>
            <a:off x="4340225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9" name="Line 27">
            <a:extLst>
              <a:ext uri="{FF2B5EF4-FFF2-40B4-BE49-F238E27FC236}">
                <a16:creationId xmlns:a16="http://schemas.microsoft.com/office/drawing/2014/main" id="{33C2475B-99C8-4C2F-9226-89726579221D}"/>
              </a:ext>
            </a:extLst>
          </p:cNvPr>
          <p:cNvSpPr>
            <a:spLocks noChangeShapeType="1"/>
          </p:cNvSpPr>
          <p:nvPr/>
        </p:nvSpPr>
        <p:spPr bwMode="auto">
          <a:xfrm>
            <a:off x="7834313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0" name="Line 28">
            <a:extLst>
              <a:ext uri="{FF2B5EF4-FFF2-40B4-BE49-F238E27FC236}">
                <a16:creationId xmlns:a16="http://schemas.microsoft.com/office/drawing/2014/main" id="{930B084D-D624-42F0-9E65-7598FE81CF5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444750"/>
            <a:ext cx="10494963" cy="0"/>
          </a:xfrm>
          <a:prstGeom prst="line">
            <a:avLst/>
          </a:prstGeom>
          <a:noFill/>
          <a:ln w="381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1" name="Line 29">
            <a:extLst>
              <a:ext uri="{FF2B5EF4-FFF2-40B4-BE49-F238E27FC236}">
                <a16:creationId xmlns:a16="http://schemas.microsoft.com/office/drawing/2014/main" id="{B9B17563-4D1F-4B29-9E03-D10F613F32D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9606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2" name="Line 30">
            <a:extLst>
              <a:ext uri="{FF2B5EF4-FFF2-40B4-BE49-F238E27FC236}">
                <a16:creationId xmlns:a16="http://schemas.microsoft.com/office/drawing/2014/main" id="{E09C675B-1F92-4D72-820E-EC084F54BF10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47821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3" name="Line 31">
            <a:extLst>
              <a:ext uri="{FF2B5EF4-FFF2-40B4-BE49-F238E27FC236}">
                <a16:creationId xmlns:a16="http://schemas.microsoft.com/office/drawing/2014/main" id="{14181553-A20F-4390-8D2F-EAF6205FCC1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994150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4" name="Line 32">
            <a:extLst>
              <a:ext uri="{FF2B5EF4-FFF2-40B4-BE49-F238E27FC236}">
                <a16:creationId xmlns:a16="http://schemas.microsoft.com/office/drawing/2014/main" id="{3C4AE47E-CACE-4F60-92FE-B828377516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49371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5" name="Line 33">
            <a:extLst>
              <a:ext uri="{FF2B5EF4-FFF2-40B4-BE49-F238E27FC236}">
                <a16:creationId xmlns:a16="http://schemas.microsoft.com/office/drawing/2014/main" id="{9FA68702-C55A-4359-8454-E4208C99E3D1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45306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6" name="Line 34">
            <a:extLst>
              <a:ext uri="{FF2B5EF4-FFF2-40B4-BE49-F238E27FC236}">
                <a16:creationId xmlns:a16="http://schemas.microsoft.com/office/drawing/2014/main" id="{869625F1-3552-4982-933B-0932C732D9E6}"/>
              </a:ext>
            </a:extLst>
          </p:cNvPr>
          <p:cNvSpPr>
            <a:spLocks noChangeShapeType="1"/>
          </p:cNvSpPr>
          <p:nvPr/>
        </p:nvSpPr>
        <p:spPr bwMode="auto">
          <a:xfrm>
            <a:off x="846138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7" name="Line 35">
            <a:extLst>
              <a:ext uri="{FF2B5EF4-FFF2-40B4-BE49-F238E27FC236}">
                <a16:creationId xmlns:a16="http://schemas.microsoft.com/office/drawing/2014/main" id="{ED9AEE3E-EC58-4597-A112-467921FA29BD}"/>
              </a:ext>
            </a:extLst>
          </p:cNvPr>
          <p:cNvSpPr>
            <a:spLocks noChangeShapeType="1"/>
          </p:cNvSpPr>
          <p:nvPr/>
        </p:nvSpPr>
        <p:spPr bwMode="auto">
          <a:xfrm>
            <a:off x="11328400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8" name="Line 36">
            <a:extLst>
              <a:ext uri="{FF2B5EF4-FFF2-40B4-BE49-F238E27FC236}">
                <a16:creationId xmlns:a16="http://schemas.microsoft.com/office/drawing/2014/main" id="{64A3DAA0-ED5D-41BC-ACB1-4BF1991F14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19272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9" name="Line 37">
            <a:extLst>
              <a:ext uri="{FF2B5EF4-FFF2-40B4-BE49-F238E27FC236}">
                <a16:creationId xmlns:a16="http://schemas.microsoft.com/office/drawing/2014/main" id="{AD6EB5E9-E108-44F6-9915-1C0D8BB280B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9705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40" name="Rectangle 38">
            <a:extLst>
              <a:ext uri="{FF2B5EF4-FFF2-40B4-BE49-F238E27FC236}">
                <a16:creationId xmlns:a16="http://schemas.microsoft.com/office/drawing/2014/main" id="{FA8DC2A2-2C18-4473-B75A-C8F700E9E5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1968500"/>
            <a:ext cx="14509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Iterative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1" name="Rectangle 39">
            <a:extLst>
              <a:ext uri="{FF2B5EF4-FFF2-40B4-BE49-F238E27FC236}">
                <a16:creationId xmlns:a16="http://schemas.microsoft.com/office/drawing/2014/main" id="{55701715-2B16-4647-846C-238BC45843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1968500"/>
            <a:ext cx="9286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Agile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2" name="Rectangle 40">
            <a:extLst>
              <a:ext uri="{FF2B5EF4-FFF2-40B4-BE49-F238E27FC236}">
                <a16:creationId xmlns:a16="http://schemas.microsoft.com/office/drawing/2014/main" id="{B4E09BC9-AE1B-4378-9C46-6E6B543A46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2487613"/>
            <a:ext cx="26828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Client interaction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5" name="Rectangle 43">
            <a:extLst>
              <a:ext uri="{FF2B5EF4-FFF2-40B4-BE49-F238E27FC236}">
                <a16:creationId xmlns:a16="http://schemas.microsoft.com/office/drawing/2014/main" id="{3C62852C-9427-45C6-B2E9-E39E7DF8CA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001963"/>
            <a:ext cx="171450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Teamwork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8" name="Rectangle 46">
            <a:extLst>
              <a:ext uri="{FF2B5EF4-FFF2-40B4-BE49-F238E27FC236}">
                <a16:creationId xmlns:a16="http://schemas.microsoft.com/office/drawing/2014/main" id="{A26C296F-CE85-424F-8235-AEE278A6B3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521075"/>
            <a:ext cx="24415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Documentation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1" name="Rectangle 49">
            <a:extLst>
              <a:ext uri="{FF2B5EF4-FFF2-40B4-BE49-F238E27FC236}">
                <a16:creationId xmlns:a16="http://schemas.microsoft.com/office/drawing/2014/main" id="{C442667B-C630-48E3-AACB-3E1D4E1824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035425"/>
            <a:ext cx="2436501" cy="861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Measurement of</a:t>
            </a:r>
          </a:p>
          <a:p>
            <a:r>
              <a:rPr lang="en-US" altLang="en-US" sz="2800" dirty="0">
                <a:solidFill>
                  <a:srgbClr val="000000"/>
                </a:solidFill>
                <a:latin typeface="Calibri" panose="020F0502020204030204" pitchFamily="34" charset="0"/>
              </a:rPr>
              <a:t>progress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5" name="Rectangle 53">
            <a:extLst>
              <a:ext uri="{FF2B5EF4-FFF2-40B4-BE49-F238E27FC236}">
                <a16:creationId xmlns:a16="http://schemas.microsoft.com/office/drawing/2014/main" id="{658906BB-855B-4880-8DC5-2B56E1A487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979988"/>
            <a:ext cx="33766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Adaptive vs predictive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8" name="Rectangle 56">
            <a:extLst>
              <a:ext uri="{FF2B5EF4-FFF2-40B4-BE49-F238E27FC236}">
                <a16:creationId xmlns:a16="http://schemas.microsoft.com/office/drawing/2014/main" id="{AD8792BF-F228-4B79-8F7B-70CDD259A3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5494338"/>
            <a:ext cx="122872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Testing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08832260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36100732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sz="3200" dirty="0"/>
              <a:t>Identify the: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purpose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scope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boundaries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functional requirements, in terms of:</a:t>
            </a:r>
          </a:p>
          <a:p>
            <a:pPr lvl="3">
              <a:spcAft>
                <a:spcPts val="600"/>
              </a:spcAft>
            </a:pPr>
            <a:r>
              <a:rPr lang="en-GB" sz="2800" dirty="0"/>
              <a:t>inputs</a:t>
            </a:r>
          </a:p>
          <a:p>
            <a:pPr lvl="3">
              <a:spcAft>
                <a:spcPts val="600"/>
              </a:spcAft>
            </a:pPr>
            <a:r>
              <a:rPr lang="en-GB" sz="2800" dirty="0"/>
              <a:t>processes</a:t>
            </a:r>
          </a:p>
          <a:p>
            <a:pPr lvl="3">
              <a:spcAft>
                <a:spcPts val="600"/>
              </a:spcAft>
            </a:pPr>
            <a:r>
              <a:rPr lang="en-GB" sz="2800" dirty="0"/>
              <a:t>outputs</a:t>
            </a:r>
          </a:p>
        </p:txBody>
      </p:sp>
    </p:spTree>
    <p:extLst>
      <p:ext uri="{BB962C8B-B14F-4D97-AF65-F5344CB8AC3E}">
        <p14:creationId xmlns:p14="http://schemas.microsoft.com/office/powerpoint/2010/main" val="3379680109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89FF8-9529-4612-A6D4-5A293C9A00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298E5A-6902-4001-9011-3FB4C7D7A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200" dirty="0"/>
              <a:t>A general description of the software: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Reason for creating the software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Problem to be solved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What it will do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What it will be used for</a:t>
            </a:r>
          </a:p>
        </p:txBody>
      </p:sp>
    </p:spTree>
    <p:extLst>
      <p:ext uri="{BB962C8B-B14F-4D97-AF65-F5344CB8AC3E}">
        <p14:creationId xmlns:p14="http://schemas.microsoft.com/office/powerpoint/2010/main" val="36732580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89FF8-9529-4612-A6D4-5A293C9A00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298E5A-6902-4001-9011-3FB4C7D7A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895888790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06BC44-5CD7-472F-A411-229E56C1F1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CEB58E-C133-4481-B1ED-24A8516861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Autofit/>
          </a:bodyPr>
          <a:lstStyle/>
          <a:p>
            <a:r>
              <a:rPr lang="en-GB" sz="3200" dirty="0"/>
              <a:t>A list of what will be delivered to the client, such as:</a:t>
            </a:r>
          </a:p>
          <a:p>
            <a:pPr lvl="1"/>
            <a:r>
              <a:rPr lang="en-GB" sz="3200" dirty="0"/>
              <a:t>Detailed design</a:t>
            </a:r>
          </a:p>
          <a:p>
            <a:pPr lvl="1"/>
            <a:r>
              <a:rPr lang="en-GB" sz="3200" dirty="0"/>
              <a:t>Test plan and results</a:t>
            </a:r>
          </a:p>
          <a:p>
            <a:pPr lvl="1"/>
            <a:r>
              <a:rPr lang="en-GB" sz="3200" dirty="0"/>
              <a:t>Final program</a:t>
            </a:r>
          </a:p>
          <a:p>
            <a:r>
              <a:rPr lang="en-GB" sz="3200" dirty="0"/>
              <a:t>Timescales:</a:t>
            </a:r>
          </a:p>
          <a:p>
            <a:pPr lvl="1"/>
            <a:r>
              <a:rPr lang="en-GB" sz="3200" dirty="0"/>
              <a:t>start date</a:t>
            </a:r>
          </a:p>
          <a:p>
            <a:pPr lvl="1"/>
            <a:r>
              <a:rPr lang="en-GB" sz="3200" dirty="0"/>
              <a:t>end date</a:t>
            </a:r>
          </a:p>
          <a:p>
            <a:r>
              <a:rPr lang="en-GB" sz="3200" dirty="0"/>
              <a:t>Cost</a:t>
            </a:r>
          </a:p>
        </p:txBody>
      </p:sp>
    </p:spTree>
    <p:extLst>
      <p:ext uri="{BB962C8B-B14F-4D97-AF65-F5344CB8AC3E}">
        <p14:creationId xmlns:p14="http://schemas.microsoft.com/office/powerpoint/2010/main" val="5963366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25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06BC44-5CD7-472F-A411-229E56C1F1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CEB58E-C133-4481-B1ED-24A8516861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A list of what will be delivered to the client, such as: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Timescales: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911983536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C9C3D-3117-4705-8784-165947DB4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Boundaries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1C0E72-0DF4-4B1C-9580-9337F27365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600" dirty="0"/>
              <a:t>What the software should do</a:t>
            </a:r>
          </a:p>
          <a:p>
            <a:r>
              <a:rPr lang="en-GB" sz="3600" dirty="0"/>
              <a:t>What the software should not do</a:t>
            </a:r>
          </a:p>
          <a:p>
            <a:r>
              <a:rPr lang="en-GB" sz="3600" dirty="0"/>
              <a:t>Assumptions</a:t>
            </a:r>
          </a:p>
        </p:txBody>
      </p:sp>
    </p:spTree>
    <p:extLst>
      <p:ext uri="{BB962C8B-B14F-4D97-AF65-F5344CB8AC3E}">
        <p14:creationId xmlns:p14="http://schemas.microsoft.com/office/powerpoint/2010/main" val="30927380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C9C3D-3117-4705-8784-165947DB4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Boundaries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1C0E72-0DF4-4B1C-9580-9337F27365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717122040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879E48-D1B8-56ED-89FB-965149EEA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97233-5500-FE22-C9D1-12FECB01E0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 (IPO)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D2448E-12FD-CF5F-C29D-76073CE6BC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600" dirty="0"/>
              <a:t>Data from the user</a:t>
            </a:r>
          </a:p>
          <a:p>
            <a:r>
              <a:rPr lang="en-GB" sz="3600" dirty="0"/>
              <a:t>Data from a file</a:t>
            </a:r>
          </a:p>
          <a:p>
            <a:pPr marL="0" indent="0">
              <a:buNone/>
            </a:pPr>
            <a:endParaRPr lang="en-GB" sz="3600" dirty="0"/>
          </a:p>
          <a:p>
            <a:r>
              <a:rPr lang="en-GB" sz="3600" dirty="0"/>
              <a:t>What the program does with the data</a:t>
            </a:r>
          </a:p>
          <a:p>
            <a:pPr marL="0" indent="0">
              <a:buNone/>
            </a:pPr>
            <a:endParaRPr lang="en-GB" sz="3600" dirty="0"/>
          </a:p>
          <a:p>
            <a:r>
              <a:rPr lang="en-GB" sz="3600" dirty="0"/>
              <a:t>Output to the screen</a:t>
            </a:r>
          </a:p>
          <a:p>
            <a:r>
              <a:rPr lang="en-GB" sz="3600" dirty="0"/>
              <a:t>Output to a file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D44FC77-6CD5-8AEF-33EE-CDC95D00CB89}"/>
              </a:ext>
            </a:extLst>
          </p:cNvPr>
          <p:cNvSpPr txBox="1"/>
          <p:nvPr/>
        </p:nvSpPr>
        <p:spPr>
          <a:xfrm>
            <a:off x="5240383" y="2037806"/>
            <a:ext cx="185178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>
                <a:solidFill>
                  <a:srgbClr val="7030A0"/>
                </a:solidFill>
              </a:rPr>
              <a:t>Input(s)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ACC06D-C05C-4F32-DFEC-BA65AFC86642}"/>
              </a:ext>
            </a:extLst>
          </p:cNvPr>
          <p:cNvSpPr txBox="1"/>
          <p:nvPr/>
        </p:nvSpPr>
        <p:spPr>
          <a:xfrm>
            <a:off x="8937171" y="3601631"/>
            <a:ext cx="257647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>
                <a:solidFill>
                  <a:srgbClr val="7030A0"/>
                </a:solidFill>
              </a:rPr>
              <a:t>Process(es)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AED17AD-637F-05B8-BF90-C1591FB6DA09}"/>
              </a:ext>
            </a:extLst>
          </p:cNvPr>
          <p:cNvSpPr txBox="1"/>
          <p:nvPr/>
        </p:nvSpPr>
        <p:spPr>
          <a:xfrm>
            <a:off x="5240383" y="5129349"/>
            <a:ext cx="223971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>
                <a:solidFill>
                  <a:srgbClr val="7030A0"/>
                </a:solidFill>
              </a:rPr>
              <a:t>Output(s)</a:t>
            </a:r>
            <a:endParaRPr lang="en-GB" sz="40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4258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75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75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  <p:bldP spid="5" grpId="0"/>
      <p:bldP spid="6" grpId="0"/>
    </p:bldLst>
  </p:timing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Design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04642112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Identify the data types and structures required for a problem that relates to the implementation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3217686171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200" dirty="0"/>
              <a:t>Read and understand designs of solutions to problems at this level, using the following design techniques: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structure diagrams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pseudocode</a:t>
            </a:r>
          </a:p>
        </p:txBody>
      </p:sp>
    </p:spTree>
    <p:extLst>
      <p:ext uri="{BB962C8B-B14F-4D97-AF65-F5344CB8AC3E}">
        <p14:creationId xmlns:p14="http://schemas.microsoft.com/office/powerpoint/2010/main" val="782545373"/>
      </p:ext>
    </p:extLst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6092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800" dirty="0">
                <a:solidFill>
                  <a:schemeClr val="tx1"/>
                </a:solidFill>
              </a:rPr>
              <a:t>Function</a:t>
            </a:r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16000" y="270276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800" dirty="0">
                <a:solidFill>
                  <a:schemeClr val="tx1"/>
                </a:solidFill>
              </a:rPr>
              <a:t>Function</a:t>
            </a:r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8984000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800" dirty="0">
                <a:solidFill>
                  <a:schemeClr val="tx1"/>
                </a:solidFill>
              </a:rPr>
              <a:t>Procedure</a:t>
            </a:r>
            <a:endParaRPr lang="en-GB" sz="2400" dirty="0">
              <a:solidFill>
                <a:schemeClr val="tx1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CFBE373-1958-B3D3-7F42-8080D8091B9A}"/>
              </a:ext>
            </a:extLst>
          </p:cNvPr>
          <p:cNvCxnSpPr/>
          <p:nvPr/>
        </p:nvCxnSpPr>
        <p:spPr>
          <a:xfrm>
            <a:off x="2677112" y="3602765"/>
            <a:ext cx="0" cy="601055"/>
          </a:xfrm>
          <a:prstGeom prst="straightConnector1">
            <a:avLst/>
          </a:prstGeom>
          <a:ln w="3810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9638636C-E328-2806-524C-5F3AED639523}"/>
              </a:ext>
            </a:extLst>
          </p:cNvPr>
          <p:cNvSpPr txBox="1"/>
          <p:nvPr/>
        </p:nvSpPr>
        <p:spPr>
          <a:xfrm>
            <a:off x="1992469" y="4203820"/>
            <a:ext cx="136928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names()</a:t>
            </a:r>
          </a:p>
          <a:p>
            <a:pPr algn="ctr"/>
            <a:r>
              <a:rPr lang="en-GB" sz="2800" dirty="0"/>
              <a:t>ages()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05226CD-812A-6164-BB87-C71D9A66E6AF}"/>
              </a:ext>
            </a:extLst>
          </p:cNvPr>
          <p:cNvSpPr txBox="1"/>
          <p:nvPr/>
        </p:nvSpPr>
        <p:spPr>
          <a:xfrm>
            <a:off x="1949701" y="5351540"/>
            <a:ext cx="145482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parallel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arrays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16455B3-929B-7214-F6AF-B0C896003347}"/>
              </a:ext>
            </a:extLst>
          </p:cNvPr>
          <p:cNvCxnSpPr/>
          <p:nvPr/>
        </p:nvCxnSpPr>
        <p:spPr>
          <a:xfrm>
            <a:off x="6491357" y="3602765"/>
            <a:ext cx="0" cy="601055"/>
          </a:xfrm>
          <a:prstGeom prst="straightConnector1">
            <a:avLst/>
          </a:prstGeom>
          <a:ln w="3810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ACBC6DD8-2A8C-1D34-05E1-D3131303F6D0}"/>
              </a:ext>
            </a:extLst>
          </p:cNvPr>
          <p:cNvSpPr txBox="1"/>
          <p:nvPr/>
        </p:nvSpPr>
        <p:spPr>
          <a:xfrm>
            <a:off x="5031537" y="4203820"/>
            <a:ext cx="29196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people</a:t>
            </a:r>
            <a:r>
              <a:rPr lang="en-GB" sz="2800"/>
              <a:t>(name, age)</a:t>
            </a:r>
            <a:endParaRPr lang="en-GB" sz="28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EDF0EB1-32F1-D5CB-9026-932BE05E8735}"/>
              </a:ext>
            </a:extLst>
          </p:cNvPr>
          <p:cNvSpPr txBox="1"/>
          <p:nvPr/>
        </p:nvSpPr>
        <p:spPr>
          <a:xfrm>
            <a:off x="5740414" y="5351540"/>
            <a:ext cx="150188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array of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records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1053E00-B369-CF5B-7E16-9338B4D76F00}"/>
              </a:ext>
            </a:extLst>
          </p:cNvPr>
          <p:cNvCxnSpPr>
            <a:cxnSpLocks/>
          </p:cNvCxnSpPr>
          <p:nvPr/>
        </p:nvCxnSpPr>
        <p:spPr>
          <a:xfrm flipV="1">
            <a:off x="9508341" y="3610857"/>
            <a:ext cx="0" cy="601055"/>
          </a:xfrm>
          <a:prstGeom prst="straightConnector1">
            <a:avLst/>
          </a:prstGeom>
          <a:ln w="3810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67291030-9749-7D56-8C6A-396F07A8DB58}"/>
              </a:ext>
            </a:extLst>
          </p:cNvPr>
          <p:cNvSpPr txBox="1"/>
          <p:nvPr/>
        </p:nvSpPr>
        <p:spPr>
          <a:xfrm>
            <a:off x="8979430" y="4211912"/>
            <a:ext cx="10183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count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205104B-ACD8-3F03-5D01-C5B7220A193A}"/>
              </a:ext>
            </a:extLst>
          </p:cNvPr>
          <p:cNvSpPr txBox="1"/>
          <p:nvPr/>
        </p:nvSpPr>
        <p:spPr>
          <a:xfrm>
            <a:off x="8923084" y="5368578"/>
            <a:ext cx="117051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single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value</a:t>
            </a:r>
          </a:p>
        </p:txBody>
      </p:sp>
    </p:spTree>
    <p:extLst>
      <p:ext uri="{BB962C8B-B14F-4D97-AF65-F5344CB8AC3E}">
        <p14:creationId xmlns:p14="http://schemas.microsoft.com/office/powerpoint/2010/main" val="90094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7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7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7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10" grpId="0" animBg="1"/>
      <p:bldP spid="15" grpId="0"/>
      <p:bldP spid="17" grpId="0"/>
      <p:bldP spid="20" grpId="0"/>
      <p:bldP spid="21" grpId="0"/>
      <p:bldP spid="31" grpId="0"/>
      <p:bldP spid="32" grpId="0"/>
    </p:bldLst>
  </p:timing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5D9D590-7520-AB07-6FB9-58E8EF6E0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1FF2DC-BD08-9935-7663-ED5D9D1040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DA0D10-C1F4-005E-3327-C2EFC20F2FA3}"/>
              </a:ext>
            </a:extLst>
          </p:cNvPr>
          <p:cNvSpPr/>
          <p:nvPr/>
        </p:nvSpPr>
        <p:spPr>
          <a:xfrm>
            <a:off x="1056092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BD3948E-22B4-867B-34C2-F995863CEB42}"/>
              </a:ext>
            </a:extLst>
          </p:cNvPr>
          <p:cNvSpPr/>
          <p:nvPr/>
        </p:nvSpPr>
        <p:spPr>
          <a:xfrm>
            <a:off x="5016000" y="270276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07A0722-9C0E-94B2-9426-F92A353B404A}"/>
              </a:ext>
            </a:extLst>
          </p:cNvPr>
          <p:cNvSpPr/>
          <p:nvPr/>
        </p:nvSpPr>
        <p:spPr>
          <a:xfrm>
            <a:off x="8984000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F186AD-8596-ADDD-E48D-C219038058EA}"/>
              </a:ext>
            </a:extLst>
          </p:cNvPr>
          <p:cNvSpPr txBox="1"/>
          <p:nvPr/>
        </p:nvSpPr>
        <p:spPr>
          <a:xfrm>
            <a:off x="1992469" y="4203820"/>
            <a:ext cx="136928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names()</a:t>
            </a:r>
          </a:p>
          <a:p>
            <a:pPr algn="ctr"/>
            <a:r>
              <a:rPr lang="en-GB" sz="2800" dirty="0"/>
              <a:t>ages()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DDCCA6-8285-EA8A-5DE0-AEF683F633A5}"/>
              </a:ext>
            </a:extLst>
          </p:cNvPr>
          <p:cNvSpPr txBox="1"/>
          <p:nvPr/>
        </p:nvSpPr>
        <p:spPr>
          <a:xfrm>
            <a:off x="5031538" y="4203820"/>
            <a:ext cx="29196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people(name, age)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0FCD491-BE05-3725-A251-9C52336364C0}"/>
              </a:ext>
            </a:extLst>
          </p:cNvPr>
          <p:cNvSpPr txBox="1"/>
          <p:nvPr/>
        </p:nvSpPr>
        <p:spPr>
          <a:xfrm>
            <a:off x="8979430" y="4211912"/>
            <a:ext cx="10183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count</a:t>
            </a:r>
          </a:p>
        </p:txBody>
      </p:sp>
    </p:spTree>
    <p:extLst>
      <p:ext uri="{BB962C8B-B14F-4D97-AF65-F5344CB8AC3E}">
        <p14:creationId xmlns:p14="http://schemas.microsoft.com/office/powerpoint/2010/main" val="597242855"/>
      </p:ext>
    </p:extLst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817AF-8592-CD2D-B12A-EA8C3891D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0FA061-7A22-FB59-9834-E0DE6EDBDB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49165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Step	  Description	Sub-program Dataflow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	  Function		OUT: names(), ages()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2 	  Function		OUT: people(name, age)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3 	  Procedure		IN: count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34D2E19-B1B5-CEAA-C1D8-DF77920407E2}"/>
              </a:ext>
            </a:extLst>
          </p:cNvPr>
          <p:cNvSpPr txBox="1"/>
          <p:nvPr/>
        </p:nvSpPr>
        <p:spPr>
          <a:xfrm>
            <a:off x="10353808" y="2165293"/>
            <a:ext cx="145482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parallel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arrays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797441-ABCF-4FA9-668F-DE8232019BBE}"/>
              </a:ext>
            </a:extLst>
          </p:cNvPr>
          <p:cNvSpPr txBox="1"/>
          <p:nvPr/>
        </p:nvSpPr>
        <p:spPr>
          <a:xfrm>
            <a:off x="10353808" y="3802038"/>
            <a:ext cx="150188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array of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records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1E2792F-B00B-8051-0C24-1876C4506410}"/>
              </a:ext>
            </a:extLst>
          </p:cNvPr>
          <p:cNvSpPr txBox="1"/>
          <p:nvPr/>
        </p:nvSpPr>
        <p:spPr>
          <a:xfrm>
            <a:off x="10353808" y="5417758"/>
            <a:ext cx="117051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single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value</a:t>
            </a:r>
          </a:p>
        </p:txBody>
      </p:sp>
    </p:spTree>
    <p:extLst>
      <p:ext uri="{BB962C8B-B14F-4D97-AF65-F5344CB8AC3E}">
        <p14:creationId xmlns:p14="http://schemas.microsoft.com/office/powerpoint/2010/main" val="27630732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817AF-8592-CD2D-B12A-EA8C3891D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0FA061-7A22-FB59-9834-E0DE6EDBDB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49165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Step	  Description	Sub-program Dataflow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	  				OUT: names(), ages()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2 	  				OUT: people(name, age)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3 	  				IN: count</a:t>
            </a:r>
          </a:p>
        </p:txBody>
      </p:sp>
    </p:spTree>
    <p:extLst>
      <p:ext uri="{BB962C8B-B14F-4D97-AF65-F5344CB8AC3E}">
        <p14:creationId xmlns:p14="http://schemas.microsoft.com/office/powerpoint/2010/main" val="571892223"/>
      </p:ext>
    </p:extLst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200" dirty="0"/>
              <a:t>Exemplify and implement efficient design solutions to a problem, using a recognised design technique, showing: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top level design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the data flow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refinements</a:t>
            </a:r>
          </a:p>
        </p:txBody>
      </p:sp>
    </p:spTree>
    <p:extLst>
      <p:ext uri="{BB962C8B-B14F-4D97-AF65-F5344CB8AC3E}">
        <p14:creationId xmlns:p14="http://schemas.microsoft.com/office/powerpoint/2010/main" val="1511439392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user-interface design, in terms of input and output, using a wireframe.</a:t>
            </a:r>
          </a:p>
        </p:txBody>
      </p:sp>
    </p:spTree>
    <p:extLst>
      <p:ext uri="{BB962C8B-B14F-4D97-AF65-F5344CB8AC3E}">
        <p14:creationId xmlns:p14="http://schemas.microsoft.com/office/powerpoint/2010/main" val="928485270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Testing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82000468"/>
      </p:ext>
    </p:extLst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a comprehensive final test plan to show that the functional requirements are met.</a:t>
            </a:r>
          </a:p>
          <a:p>
            <a:r>
              <a:rPr lang="en-GB" sz="3200" dirty="0"/>
              <a:t>Identify syntax, execution, and logic errors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1679320925"/>
      </p:ext>
    </p:extLst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0C2D7-DDA3-49C7-88D1-265167CAE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Comprehensive Test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6495EE-46F0-44D2-95E6-E819F8E7FB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All functional requirements are tested</a:t>
            </a:r>
          </a:p>
          <a:p>
            <a:r>
              <a:rPr lang="en-GB" dirty="0"/>
              <a:t>Links back </a:t>
            </a:r>
            <a:r>
              <a:rPr lang="en-GB"/>
              <a:t>to analysis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87391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0C2D7-DDA3-49C7-88D1-265167CAE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Comprehensive Test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6495EE-46F0-44D2-95E6-E819F8E7FB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8500973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n-GB" sz="3200" dirty="0"/>
              <a:t>Describe and exemplify debugging techniques: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dry runs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trace tables/tools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breakpoints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watchpoints</a:t>
            </a:r>
          </a:p>
        </p:txBody>
      </p:sp>
    </p:spTree>
    <p:extLst>
      <p:ext uri="{BB962C8B-B14F-4D97-AF65-F5344CB8AC3E}">
        <p14:creationId xmlns:p14="http://schemas.microsoft.com/office/powerpoint/2010/main" val="1702556701"/>
      </p:ext>
    </p:extLst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7E105-996A-5E67-5853-7A9DDFE42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3231B-1C3A-5488-D892-B673599234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Dry Run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493940-CA18-90AD-9DA8-60F2CC4216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600" dirty="0"/>
              <a:t>Proof reading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Mentally predicting what will happen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Useful for locating errors</a:t>
            </a:r>
          </a:p>
        </p:txBody>
      </p:sp>
    </p:spTree>
    <p:extLst>
      <p:ext uri="{BB962C8B-B14F-4D97-AF65-F5344CB8AC3E}">
        <p14:creationId xmlns:p14="http://schemas.microsoft.com/office/powerpoint/2010/main" val="998219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D07E105-996A-5E67-5853-7A9DDFE42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3231B-1C3A-5488-D892-B673599234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Dry Run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493940-CA18-90AD-9DA8-60F2CC4216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600" dirty="0"/>
              <a:t> 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 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051375629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6E70E-C3A0-D7DA-66B2-F1AC2B06F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BD2B7-DE3D-B798-FEC3-8738B5ECA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2C8F05-08D3-4FF6-F20B-72B61653B6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Stepping through the program, or part of it, line by line</a:t>
            </a:r>
          </a:p>
          <a:p>
            <a:r>
              <a:rPr lang="en-GB" dirty="0"/>
              <a:t>Uses test data</a:t>
            </a:r>
          </a:p>
          <a:p>
            <a:r>
              <a:rPr lang="en-GB" dirty="0"/>
              <a:t>Changing variable values recorded in a table</a:t>
            </a:r>
          </a:p>
          <a:p>
            <a:r>
              <a:rPr lang="en-GB" dirty="0"/>
              <a:t>Useful for locating logic errors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9DA7D17-4468-976A-8F8C-E41B1DAA56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2241811"/>
              </p:ext>
            </p:extLst>
          </p:nvPr>
        </p:nvGraphicFramePr>
        <p:xfrm>
          <a:off x="8066087" y="2464435"/>
          <a:ext cx="3938691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5629">
                  <a:extLst>
                    <a:ext uri="{9D8B030D-6E8A-4147-A177-3AD203B41FA5}">
                      <a16:colId xmlns:a16="http://schemas.microsoft.com/office/drawing/2014/main" val="3841621916"/>
                    </a:ext>
                  </a:extLst>
                </a:gridCol>
                <a:gridCol w="846836">
                  <a:extLst>
                    <a:ext uri="{9D8B030D-6E8A-4147-A177-3AD203B41FA5}">
                      <a16:colId xmlns:a16="http://schemas.microsoft.com/office/drawing/2014/main" val="4292493221"/>
                    </a:ext>
                  </a:extLst>
                </a:gridCol>
                <a:gridCol w="1228916">
                  <a:extLst>
                    <a:ext uri="{9D8B030D-6E8A-4147-A177-3AD203B41FA5}">
                      <a16:colId xmlns:a16="http://schemas.microsoft.com/office/drawing/2014/main" val="1655028394"/>
                    </a:ext>
                  </a:extLst>
                </a:gridCol>
                <a:gridCol w="1107310">
                  <a:extLst>
                    <a:ext uri="{9D8B030D-6E8A-4147-A177-3AD203B41FA5}">
                      <a16:colId xmlns:a16="http://schemas.microsoft.com/office/drawing/2014/main" val="38177471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2400" i="1" dirty="0"/>
                        <a:t>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counter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i="1" dirty="0"/>
                        <a:t>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5001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38539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38448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6283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57314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63995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35020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76825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Total: 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281869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54C8157B-430A-4486-9B0E-EAA8CFF447AC}"/>
              </a:ext>
            </a:extLst>
          </p:cNvPr>
          <p:cNvSpPr/>
          <p:nvPr/>
        </p:nvSpPr>
        <p:spPr>
          <a:xfrm>
            <a:off x="1124267" y="4065131"/>
            <a:ext cx="6248083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 total =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sz="2800" dirty="0">
                <a:latin typeface="Consolas" panose="020B0609020204030204" pitchFamily="49" charset="0"/>
              </a:rPr>
              <a:t> counter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,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sz="2800" dirty="0">
                <a:latin typeface="Consolas" panose="020B0609020204030204" pitchFamily="49" charset="0"/>
              </a:rPr>
              <a:t>):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2800" dirty="0">
                <a:latin typeface="Consolas" panose="020B0609020204030204" pitchFamily="49" charset="0"/>
              </a:rPr>
              <a:t>     total = total + counter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183691"/>
                </a:solidFill>
                <a:latin typeface="Consolas" panose="020B0609020204030204" pitchFamily="49" charset="0"/>
              </a:rPr>
              <a:t>"Total: " </a:t>
            </a:r>
            <a:r>
              <a:rPr lang="en-GB" sz="2800" dirty="0">
                <a:latin typeface="Consolas" panose="020B0609020204030204" pitchFamily="49" charset="0"/>
              </a:rPr>
              <a:t>+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sz="2800" dirty="0">
                <a:latin typeface="Consolas" panose="020B0609020204030204" pitchFamily="49" charset="0"/>
              </a:rPr>
              <a:t>(total))</a:t>
            </a:r>
          </a:p>
        </p:txBody>
      </p:sp>
    </p:spTree>
    <p:extLst>
      <p:ext uri="{BB962C8B-B14F-4D97-AF65-F5344CB8AC3E}">
        <p14:creationId xmlns:p14="http://schemas.microsoft.com/office/powerpoint/2010/main" val="23042418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/>
    </p:bldLst>
  </p:timing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E06E70E-C3A0-D7DA-66B2-F1AC2B06F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BD2B7-DE3D-B798-FEC3-8738B5ECA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2C8F05-08D3-4FF6-F20B-72B61653B6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48627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9DA7D17-4468-976A-8F8C-E41B1DAA56EB}"/>
              </a:ext>
            </a:extLst>
          </p:cNvPr>
          <p:cNvGraphicFramePr>
            <a:graphicFrameLocks noGrp="1"/>
          </p:cNvGraphicFramePr>
          <p:nvPr/>
        </p:nvGraphicFramePr>
        <p:xfrm>
          <a:off x="8066087" y="2464435"/>
          <a:ext cx="3938691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5629">
                  <a:extLst>
                    <a:ext uri="{9D8B030D-6E8A-4147-A177-3AD203B41FA5}">
                      <a16:colId xmlns:a16="http://schemas.microsoft.com/office/drawing/2014/main" val="3841621916"/>
                    </a:ext>
                  </a:extLst>
                </a:gridCol>
                <a:gridCol w="846836">
                  <a:extLst>
                    <a:ext uri="{9D8B030D-6E8A-4147-A177-3AD203B41FA5}">
                      <a16:colId xmlns:a16="http://schemas.microsoft.com/office/drawing/2014/main" val="4292493221"/>
                    </a:ext>
                  </a:extLst>
                </a:gridCol>
                <a:gridCol w="1228916">
                  <a:extLst>
                    <a:ext uri="{9D8B030D-6E8A-4147-A177-3AD203B41FA5}">
                      <a16:colId xmlns:a16="http://schemas.microsoft.com/office/drawing/2014/main" val="1655028394"/>
                    </a:ext>
                  </a:extLst>
                </a:gridCol>
                <a:gridCol w="1107310">
                  <a:extLst>
                    <a:ext uri="{9D8B030D-6E8A-4147-A177-3AD203B41FA5}">
                      <a16:colId xmlns:a16="http://schemas.microsoft.com/office/drawing/2014/main" val="38177471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2400" i="1" dirty="0"/>
                        <a:t>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counter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i="1" dirty="0"/>
                        <a:t>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5001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38539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38448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6283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57314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63995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35020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76825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Total: 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281869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54C8157B-430A-4486-9B0E-EAA8CFF447AC}"/>
              </a:ext>
            </a:extLst>
          </p:cNvPr>
          <p:cNvSpPr/>
          <p:nvPr/>
        </p:nvSpPr>
        <p:spPr>
          <a:xfrm>
            <a:off x="1167026" y="4332466"/>
            <a:ext cx="6248083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 total =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sz="2800" dirty="0">
                <a:latin typeface="Consolas" panose="020B0609020204030204" pitchFamily="49" charset="0"/>
              </a:rPr>
              <a:t> counter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,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sz="2800" dirty="0">
                <a:latin typeface="Consolas" panose="020B0609020204030204" pitchFamily="49" charset="0"/>
              </a:rPr>
              <a:t>):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2800" dirty="0">
                <a:latin typeface="Consolas" panose="020B0609020204030204" pitchFamily="49" charset="0"/>
              </a:rPr>
              <a:t>     total = total + counter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183691"/>
                </a:solidFill>
                <a:latin typeface="Consolas" panose="020B0609020204030204" pitchFamily="49" charset="0"/>
              </a:rPr>
              <a:t>"Total: " </a:t>
            </a:r>
            <a:r>
              <a:rPr lang="en-GB" sz="2800" dirty="0">
                <a:latin typeface="Consolas" panose="020B0609020204030204" pitchFamily="49" charset="0"/>
              </a:rPr>
              <a:t>+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sz="2800" dirty="0">
                <a:latin typeface="Consolas" panose="020B0609020204030204" pitchFamily="49" charset="0"/>
              </a:rPr>
              <a:t>(total))</a:t>
            </a:r>
          </a:p>
        </p:txBody>
      </p:sp>
    </p:spTree>
    <p:extLst>
      <p:ext uri="{BB962C8B-B14F-4D97-AF65-F5344CB8AC3E}">
        <p14:creationId xmlns:p14="http://schemas.microsoft.com/office/powerpoint/2010/main" val="2336362312"/>
      </p:ext>
    </p:extLst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8928D5-FC4A-8DBA-B645-3D975B448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CE85E75A-F1A5-B7BB-D4EB-E152ADB93F9C}"/>
              </a:ext>
            </a:extLst>
          </p:cNvPr>
          <p:cNvPicPr>
            <a:picLocks noGrp="1" noChangeAspect="1"/>
          </p:cNvPicPr>
          <p:nvPr>
            <p:ph sz="half" idx="4294967295"/>
          </p:nvPr>
        </p:nvPicPr>
        <p:blipFill>
          <a:blip r:embed="rId3"/>
          <a:stretch>
            <a:fillRect/>
          </a:stretch>
        </p:blipFill>
        <p:spPr>
          <a:xfrm>
            <a:off x="6736080" y="1447481"/>
            <a:ext cx="5212746" cy="2592000"/>
          </a:xfr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FE53231-16A9-0BA2-7A48-4B9D5B2F1A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3509" y="1447481"/>
            <a:ext cx="5053467" cy="2592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BC05CBD-13E1-4059-FC8B-7D315DC5E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Breakpoint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2DFA21-DF18-4B5E-7D57-E6A36A9EBE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Execution pauses at predefined point</a:t>
            </a:r>
          </a:p>
          <a:p>
            <a:pPr>
              <a:spcAft>
                <a:spcPts val="1800"/>
              </a:spcAft>
            </a:pPr>
            <a:r>
              <a:rPr lang="en-GB" dirty="0"/>
              <a:t>Values in variables can be examined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 can be stepped through</a:t>
            </a:r>
          </a:p>
          <a:p>
            <a:pPr>
              <a:spcAft>
                <a:spcPts val="1800"/>
              </a:spcAft>
            </a:pPr>
            <a:r>
              <a:rPr lang="en-GB" dirty="0"/>
              <a:t>Useful for runtime / logical errors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50696C0-42BD-8412-FACF-DF8A05B7B8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3509" y="4263713"/>
            <a:ext cx="4877481" cy="1810003"/>
          </a:xfrm>
          <a:prstGeom prst="rect">
            <a:avLst/>
          </a:prstGeom>
        </p:spPr>
      </p:pic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BA56E959-DD0F-44B2-A9C5-260EC19836CD}"/>
              </a:ext>
            </a:extLst>
          </p:cNvPr>
          <p:cNvCxnSpPr>
            <a:cxnSpLocks/>
          </p:cNvCxnSpPr>
          <p:nvPr/>
        </p:nvCxnSpPr>
        <p:spPr>
          <a:xfrm rot="16200000" flipH="1">
            <a:off x="5996092" y="2679277"/>
            <a:ext cx="1481247" cy="306069"/>
          </a:xfrm>
          <a:prstGeom prst="bentConnector3">
            <a:avLst>
              <a:gd name="adj1" fmla="val 99871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212081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500"/>
                            </p:stCondLst>
                            <p:childTnLst>
                              <p:par>
                                <p:cTn id="1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8928D5-FC4A-8DBA-B645-3D975B448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3FE53231-16A9-0BA2-7A48-4B9D5B2F1A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3509" y="1447481"/>
            <a:ext cx="5053467" cy="2592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BC05CBD-13E1-4059-FC8B-7D315DC5E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Breakpoint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2DFA21-DF18-4B5E-7D57-E6A36A9EBE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Execution</a:t>
            </a:r>
          </a:p>
          <a:p>
            <a:pPr>
              <a:spcAft>
                <a:spcPts val="1800"/>
              </a:spcAft>
            </a:pPr>
            <a:r>
              <a:rPr lang="en-GB" dirty="0"/>
              <a:t>Values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</a:t>
            </a:r>
          </a:p>
          <a:p>
            <a:pPr>
              <a:spcAft>
                <a:spcPts val="1800"/>
              </a:spcAft>
            </a:pPr>
            <a:r>
              <a:rPr lang="en-GB" dirty="0"/>
              <a:t>Useful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50696C0-42BD-8412-FACF-DF8A05B7B8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3509" y="4263713"/>
            <a:ext cx="4877481" cy="1810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3298898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C4C64EB0-6FFD-FDAA-4E62-869E6B2D9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AAC14-4A90-D385-794E-77EE047A42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Watchpoint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39CA1-AAE8-C6AA-1B03-2FFEC41144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Conditional break, e.g. when a variable equals a value</a:t>
            </a:r>
          </a:p>
          <a:p>
            <a:pPr>
              <a:spcAft>
                <a:spcPts val="1800"/>
              </a:spcAft>
            </a:pPr>
            <a:r>
              <a:rPr lang="en-GB" dirty="0"/>
              <a:t>Execution pauses when condition met</a:t>
            </a:r>
          </a:p>
          <a:p>
            <a:pPr>
              <a:spcAft>
                <a:spcPts val="1800"/>
              </a:spcAft>
            </a:pPr>
            <a:r>
              <a:rPr lang="en-GB" dirty="0"/>
              <a:t>Values in variables can be examined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 can be stepped through</a:t>
            </a:r>
          </a:p>
          <a:p>
            <a:pPr>
              <a:spcAft>
                <a:spcPts val="1800"/>
              </a:spcAft>
            </a:pPr>
            <a:r>
              <a:rPr lang="en-GB" dirty="0"/>
              <a:t>Useful for runtime / logical errors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92795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2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 show="0">
  <p:cSld>
    <p:spTree>
      <p:nvGrpSpPr>
        <p:cNvPr id="1" name="">
          <a:extLst>
            <a:ext uri="{FF2B5EF4-FFF2-40B4-BE49-F238E27FC236}">
              <a16:creationId xmlns:a16="http://schemas.microsoft.com/office/drawing/2014/main" id="{C4C64EB0-6FFD-FDAA-4E62-869E6B2D9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AAC14-4A90-D385-794E-77EE047A42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Watchpoint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39CA1-AAE8-C6AA-1B03-2FFEC41144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Conditional break</a:t>
            </a:r>
          </a:p>
          <a:p>
            <a:pPr>
              <a:spcAft>
                <a:spcPts val="1800"/>
              </a:spcAft>
            </a:pPr>
            <a:r>
              <a:rPr lang="en-GB" dirty="0"/>
              <a:t>Execution pauses</a:t>
            </a:r>
          </a:p>
          <a:p>
            <a:pPr>
              <a:spcAft>
                <a:spcPts val="1800"/>
              </a:spcAft>
            </a:pPr>
            <a:r>
              <a:rPr lang="en-GB" dirty="0"/>
              <a:t>Values 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</a:t>
            </a:r>
          </a:p>
          <a:p>
            <a:pPr>
              <a:spcAft>
                <a:spcPts val="1800"/>
              </a:spcAft>
            </a:pPr>
            <a:r>
              <a:rPr lang="en-GB" dirty="0"/>
              <a:t>Useful</a:t>
            </a:r>
          </a:p>
        </p:txBody>
      </p:sp>
    </p:spTree>
    <p:extLst>
      <p:ext uri="{BB962C8B-B14F-4D97-AF65-F5344CB8AC3E}">
        <p14:creationId xmlns:p14="http://schemas.microsoft.com/office/powerpoint/2010/main" val="3815900931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Evaluation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29510366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sz="3200" dirty="0"/>
              <a:t>Describe, identify and exemplify the evaluation of a solution in terms of: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fitness for purpose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efficient use of coding constructs</a:t>
            </a:r>
          </a:p>
          <a:p>
            <a:pPr lvl="1">
              <a:spcAft>
                <a:spcPts val="600"/>
              </a:spcAft>
            </a:pPr>
            <a:r>
              <a:rPr lang="en-GB" sz="2800" b="1" dirty="0"/>
              <a:t>usability</a:t>
            </a:r>
          </a:p>
          <a:p>
            <a:pPr lvl="1">
              <a:spcAft>
                <a:spcPts val="600"/>
              </a:spcAft>
            </a:pPr>
            <a:r>
              <a:rPr lang="en-GB" sz="2800" b="1" dirty="0"/>
              <a:t>maintainability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robustness</a:t>
            </a:r>
          </a:p>
        </p:txBody>
      </p:sp>
    </p:spTree>
    <p:extLst>
      <p:ext uri="{BB962C8B-B14F-4D97-AF65-F5344CB8AC3E}">
        <p14:creationId xmlns:p14="http://schemas.microsoft.com/office/powerpoint/2010/main" val="1934322149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Efficient use of coding constructs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n-GB" dirty="0"/>
              <a:t>Suitable data types or structures </a:t>
            </a:r>
          </a:p>
          <a:p>
            <a:pPr>
              <a:spcAft>
                <a:spcPts val="1200"/>
              </a:spcAft>
            </a:pPr>
            <a:r>
              <a:rPr lang="en-GB" dirty="0"/>
              <a:t>Conditional or fixed loops  </a:t>
            </a:r>
          </a:p>
          <a:p>
            <a:pPr>
              <a:spcAft>
                <a:spcPts val="1200"/>
              </a:spcAft>
            </a:pPr>
            <a:r>
              <a:rPr lang="en-GB" dirty="0"/>
              <a:t>Arrays </a:t>
            </a:r>
          </a:p>
          <a:p>
            <a:pPr>
              <a:spcAft>
                <a:spcPts val="1200"/>
              </a:spcAft>
            </a:pPr>
            <a:r>
              <a:rPr lang="en-GB" dirty="0"/>
              <a:t>Nested selection </a:t>
            </a:r>
          </a:p>
          <a:p>
            <a:pPr>
              <a:spcAft>
                <a:spcPts val="1200"/>
              </a:spcAft>
            </a:pPr>
            <a:r>
              <a:rPr lang="en-GB" dirty="0"/>
              <a:t>Procedures or functions with parameter passing </a:t>
            </a:r>
          </a:p>
        </p:txBody>
      </p:sp>
    </p:spTree>
    <p:extLst>
      <p:ext uri="{BB962C8B-B14F-4D97-AF65-F5344CB8AC3E}">
        <p14:creationId xmlns:p14="http://schemas.microsoft.com/office/powerpoint/2010/main" val="2262972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n-GB" dirty="0"/>
              <a:t>Ease of use</a:t>
            </a:r>
          </a:p>
          <a:p>
            <a:pPr>
              <a:spcAft>
                <a:spcPts val="1200"/>
              </a:spcAft>
            </a:pPr>
            <a:r>
              <a:rPr lang="en-GB" dirty="0"/>
              <a:t>Layout of user interface</a:t>
            </a:r>
          </a:p>
          <a:p>
            <a:pPr>
              <a:spcAft>
                <a:spcPts val="1200"/>
              </a:spcAft>
            </a:pPr>
            <a:r>
              <a:rPr lang="en-GB" dirty="0"/>
              <a:t>Clarity of user instructions</a:t>
            </a:r>
          </a:p>
          <a:p>
            <a:pPr>
              <a:spcAft>
                <a:spcPts val="1200"/>
              </a:spcAft>
            </a:pPr>
            <a:r>
              <a:rPr lang="en-GB" dirty="0"/>
              <a:t>Clarity of error messages</a:t>
            </a:r>
          </a:p>
          <a:p>
            <a:pPr>
              <a:spcAft>
                <a:spcPts val="1200"/>
              </a:spcAft>
            </a:pPr>
            <a:r>
              <a:rPr lang="en-GB" dirty="0"/>
              <a:t>Formatting of output</a:t>
            </a:r>
          </a:p>
          <a:p>
            <a:pPr>
              <a:spcAft>
                <a:spcPts val="1200"/>
              </a:spcAft>
            </a:pPr>
            <a:r>
              <a:rPr lang="en-GB" dirty="0"/>
              <a:t>Help screens</a:t>
            </a:r>
          </a:p>
        </p:txBody>
      </p:sp>
    </p:spTree>
    <p:extLst>
      <p:ext uri="{BB962C8B-B14F-4D97-AF65-F5344CB8AC3E}">
        <p14:creationId xmlns:p14="http://schemas.microsoft.com/office/powerpoint/2010/main" val="21941336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752824477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D29079-DB47-2C94-8A49-C77892E62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22DF3A-93F7-7202-FA1B-C2F02328E7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Maintainability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DBE2C7-A2FF-72FC-B6B2-1760A55C9D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Internal commentary to explain code to another programmer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 can be edited independently</a:t>
            </a:r>
          </a:p>
          <a:p>
            <a:pPr>
              <a:spcAft>
                <a:spcPts val="1800"/>
              </a:spcAft>
            </a:pPr>
            <a:r>
              <a:rPr lang="en-GB" dirty="0"/>
              <a:t>Local variables allow modules to be edited independently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 can be tested independently</a:t>
            </a:r>
          </a:p>
        </p:txBody>
      </p:sp>
    </p:spTree>
    <p:extLst>
      <p:ext uri="{BB962C8B-B14F-4D97-AF65-F5344CB8AC3E}">
        <p14:creationId xmlns:p14="http://schemas.microsoft.com/office/powerpoint/2010/main" val="25684203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ED29079-DB47-2C94-8A49-C77892E62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22DF3A-93F7-7202-FA1B-C2F02328E7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Maintainability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DBE2C7-A2FF-72FC-B6B2-1760A55C9D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Internal commentary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</a:t>
            </a:r>
          </a:p>
          <a:p>
            <a:pPr>
              <a:spcAft>
                <a:spcPts val="1800"/>
              </a:spcAft>
            </a:pPr>
            <a:r>
              <a:rPr lang="en-GB" dirty="0"/>
              <a:t>Local variables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</a:t>
            </a:r>
          </a:p>
        </p:txBody>
      </p:sp>
    </p:spTree>
    <p:extLst>
      <p:ext uri="{BB962C8B-B14F-4D97-AF65-F5344CB8AC3E}">
        <p14:creationId xmlns:p14="http://schemas.microsoft.com/office/powerpoint/2010/main" val="15093093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7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8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397</TotalTime>
  <Words>8169</Words>
  <Application>Microsoft Office PowerPoint</Application>
  <PresentationFormat>Widescreen</PresentationFormat>
  <Paragraphs>1880</Paragraphs>
  <Slides>202</Slides>
  <Notes>157</Notes>
  <HiddenSlides>88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202</vt:i4>
      </vt:variant>
    </vt:vector>
  </HeadingPairs>
  <TitlesOfParts>
    <vt:vector size="208" baseType="lpstr">
      <vt:lpstr>Arial</vt:lpstr>
      <vt:lpstr>Calibri</vt:lpstr>
      <vt:lpstr>Calibri Light</vt:lpstr>
      <vt:lpstr>Consolas</vt:lpstr>
      <vt:lpstr>Wingdings</vt:lpstr>
      <vt:lpstr>Office Theme</vt:lpstr>
      <vt:lpstr>Higher Computing Science</vt:lpstr>
      <vt:lpstr>Plan</vt:lpstr>
      <vt:lpstr>Plan</vt:lpstr>
      <vt:lpstr>Assessment</vt:lpstr>
      <vt:lpstr>Assessment</vt:lpstr>
      <vt:lpstr>SDD Implementation</vt:lpstr>
      <vt:lpstr>Learning Intentions</vt:lpstr>
      <vt:lpstr>N5 Functions – Overview</vt:lpstr>
      <vt:lpstr>N5 Functions – Overview</vt:lpstr>
      <vt:lpstr>Data Flow</vt:lpstr>
      <vt:lpstr>Data Flow</vt:lpstr>
      <vt:lpstr>Sub-programs – Overview</vt:lpstr>
      <vt:lpstr>Subprogram – Overview</vt:lpstr>
      <vt:lpstr>N5 Functions – Parameters</vt:lpstr>
      <vt:lpstr>Declare a Procedure</vt:lpstr>
      <vt:lpstr>Declare a Procedure</vt:lpstr>
      <vt:lpstr>Declare a Function</vt:lpstr>
      <vt:lpstr>Declare a Function</vt:lpstr>
      <vt:lpstr>Learning Intentions</vt:lpstr>
      <vt:lpstr>Parameter Passing</vt:lpstr>
      <vt:lpstr>Parameter Passing</vt:lpstr>
      <vt:lpstr>Positional Parameters (Order Matters)</vt:lpstr>
      <vt:lpstr>Positional Parameters (Order Matters)</vt:lpstr>
      <vt:lpstr>Global and Local Variables</vt:lpstr>
      <vt:lpstr>Global and Local Variables</vt:lpstr>
      <vt:lpstr>Variable Scope</vt:lpstr>
      <vt:lpstr>Variable Scope</vt:lpstr>
      <vt:lpstr>Variable Scope – Example</vt:lpstr>
      <vt:lpstr>Variable Scope – Example 2</vt:lpstr>
      <vt:lpstr>Scope of a Variable</vt:lpstr>
      <vt:lpstr>Benefits of Sub-programs</vt:lpstr>
      <vt:lpstr>Docstrings</vt:lpstr>
      <vt:lpstr>Docstrings</vt:lpstr>
      <vt:lpstr>Docstrings - Multiline</vt:lpstr>
      <vt:lpstr>Docstrings - Multiline</vt:lpstr>
      <vt:lpstr>Type Hinting</vt:lpstr>
      <vt:lpstr>Type Hinting</vt:lpstr>
      <vt:lpstr>Type Hinting – Multiple Return Values</vt:lpstr>
      <vt:lpstr>Type Hinting – Multiple Return Values</vt:lpstr>
      <vt:lpstr>Learning Intentions</vt:lpstr>
      <vt:lpstr>String as an Array</vt:lpstr>
      <vt:lpstr>String as an Array</vt:lpstr>
      <vt:lpstr>Select a Character</vt:lpstr>
      <vt:lpstr>Select a Character</vt:lpstr>
      <vt:lpstr>Select Multiple Characters</vt:lpstr>
      <vt:lpstr>Select Multiple Characters</vt:lpstr>
      <vt:lpstr>Left Substring</vt:lpstr>
      <vt:lpstr>Left Substring</vt:lpstr>
      <vt:lpstr>Mid Substring</vt:lpstr>
      <vt:lpstr>Mid Substring</vt:lpstr>
      <vt:lpstr>Right Substring</vt:lpstr>
      <vt:lpstr>Right Substring</vt:lpstr>
      <vt:lpstr>Negative Index</vt:lpstr>
      <vt:lpstr>Negative Index</vt:lpstr>
      <vt:lpstr>Right Substring – Negative Index</vt:lpstr>
      <vt:lpstr>Right Substring – Negative Index</vt:lpstr>
      <vt:lpstr>Learning Intentions</vt:lpstr>
      <vt:lpstr>Character to ASCII</vt:lpstr>
      <vt:lpstr>Character to ASCII</vt:lpstr>
      <vt:lpstr>ord() - Example</vt:lpstr>
      <vt:lpstr>ord() - Example</vt:lpstr>
      <vt:lpstr>Character to ASCII</vt:lpstr>
      <vt:lpstr>Character to ASCII</vt:lpstr>
      <vt:lpstr>ASCII to Character</vt:lpstr>
      <vt:lpstr>ASCII to Character</vt:lpstr>
      <vt:lpstr>chr() - Example</vt:lpstr>
      <vt:lpstr>chr() - Example</vt:lpstr>
      <vt:lpstr>ASCII to Character</vt:lpstr>
      <vt:lpstr>ASCII to Character</vt:lpstr>
      <vt:lpstr>Cast Real to Integer</vt:lpstr>
      <vt:lpstr>Cast Real to Integer</vt:lpstr>
      <vt:lpstr>int() - Example</vt:lpstr>
      <vt:lpstr>int() - Example</vt:lpstr>
      <vt:lpstr>Floating-point to Integer</vt:lpstr>
      <vt:lpstr>Floating-point to Integer</vt:lpstr>
      <vt:lpstr>Modulus</vt:lpstr>
      <vt:lpstr>Modulus</vt:lpstr>
      <vt:lpstr>Modulus</vt:lpstr>
      <vt:lpstr>Modulus</vt:lpstr>
      <vt:lpstr>Learning Intentions</vt:lpstr>
      <vt:lpstr>Linear search algorithm</vt:lpstr>
      <vt:lpstr>Linear search (1/3)</vt:lpstr>
      <vt:lpstr>Linear search (1/3)</vt:lpstr>
      <vt:lpstr>Linear search (2/3)</vt:lpstr>
      <vt:lpstr>Linear search (2/3)</vt:lpstr>
      <vt:lpstr>Linear search (3/3)</vt:lpstr>
      <vt:lpstr>Linear search (3/3)</vt:lpstr>
      <vt:lpstr>Find maximum algorithm</vt:lpstr>
      <vt:lpstr>Find minimum / maximum</vt:lpstr>
      <vt:lpstr>Find minimum / maximum</vt:lpstr>
      <vt:lpstr>Count occurrences algorithm</vt:lpstr>
      <vt:lpstr>Count occurrences</vt:lpstr>
      <vt:lpstr>Count occurrences</vt:lpstr>
      <vt:lpstr>Learning Intentions</vt:lpstr>
      <vt:lpstr>File handling - overview</vt:lpstr>
      <vt:lpstr>File handling - overview</vt:lpstr>
      <vt:lpstr>Learning Intentions</vt:lpstr>
      <vt:lpstr>Writing to a file (1)</vt:lpstr>
      <vt:lpstr>Writing to a file (1)</vt:lpstr>
      <vt:lpstr>Writing to a file (2)</vt:lpstr>
      <vt:lpstr>Writing to a file (2)</vt:lpstr>
      <vt:lpstr>Writing: Array (1)</vt:lpstr>
      <vt:lpstr>Writing: Array (1)</vt:lpstr>
      <vt:lpstr>Writing: Array (2)</vt:lpstr>
      <vt:lpstr>Writing: Array (2)</vt:lpstr>
      <vt:lpstr>Writing to a file (4)</vt:lpstr>
      <vt:lpstr>Writing to a file (6)</vt:lpstr>
      <vt:lpstr>Task – Walking</vt:lpstr>
      <vt:lpstr>Learning Intentions</vt:lpstr>
      <vt:lpstr>Parallel Arrays – Table</vt:lpstr>
      <vt:lpstr>Parallel Arrays – Table</vt:lpstr>
      <vt:lpstr>Comma Separated Values (csv)</vt:lpstr>
      <vt:lpstr>Comma Separated Values (csv)</vt:lpstr>
      <vt:lpstr>Parallel Arrays?</vt:lpstr>
      <vt:lpstr>Traverse Parallel Arrays</vt:lpstr>
      <vt:lpstr>Practise Data</vt:lpstr>
      <vt:lpstr>Task – Countries</vt:lpstr>
      <vt:lpstr>Learning Intentions</vt:lpstr>
      <vt:lpstr>Reading: Everything at once</vt:lpstr>
      <vt:lpstr>Reading: Everything at once</vt:lpstr>
      <vt:lpstr>Reading: One line at a time</vt:lpstr>
      <vt:lpstr>Reading: One line at a time</vt:lpstr>
      <vt:lpstr>String Method – Strip</vt:lpstr>
      <vt:lpstr>String Method – Strip</vt:lpstr>
      <vt:lpstr>STRING.strip()</vt:lpstr>
      <vt:lpstr>STRING.strip()</vt:lpstr>
      <vt:lpstr>Reading: Storing data for later (1) </vt:lpstr>
      <vt:lpstr>Reading: Storing data for later (1) </vt:lpstr>
      <vt:lpstr>String Methods – Split</vt:lpstr>
      <vt:lpstr>String Methods – Split</vt:lpstr>
      <vt:lpstr>STRING.split(",")</vt:lpstr>
      <vt:lpstr>STRING.split(",")</vt:lpstr>
      <vt:lpstr>Reading: Storing data for later (2)</vt:lpstr>
      <vt:lpstr>Reading: Storing data for later (2)</vt:lpstr>
      <vt:lpstr>Reading: Unknown file length</vt:lpstr>
      <vt:lpstr>Reading: Unknown file length</vt:lpstr>
      <vt:lpstr>Reading parallel arrays</vt:lpstr>
      <vt:lpstr>Reading parallel arrays</vt:lpstr>
      <vt:lpstr>Learning Intentions</vt:lpstr>
      <vt:lpstr>Parallel Arrays - Revision</vt:lpstr>
      <vt:lpstr>Records</vt:lpstr>
      <vt:lpstr>Records</vt:lpstr>
      <vt:lpstr>Define a record</vt:lpstr>
      <vt:lpstr>Define a record</vt:lpstr>
      <vt:lpstr>Create a record with default values</vt:lpstr>
      <vt:lpstr>Create a record with default values</vt:lpstr>
      <vt:lpstr>Create a record with specific values</vt:lpstr>
      <vt:lpstr>Create a record with specific values</vt:lpstr>
      <vt:lpstr>Modify a record</vt:lpstr>
      <vt:lpstr>Modify a record</vt:lpstr>
      <vt:lpstr>Create an array of records</vt:lpstr>
      <vt:lpstr>Create an array of records</vt:lpstr>
      <vt:lpstr>Create an array of empty records</vt:lpstr>
      <vt:lpstr>Create an array of records with default values</vt:lpstr>
      <vt:lpstr>Array of records – Reading from file</vt:lpstr>
      <vt:lpstr>Array of records – Reading from file</vt:lpstr>
      <vt:lpstr>Development methodologies</vt:lpstr>
      <vt:lpstr>Learning Intentions</vt:lpstr>
      <vt:lpstr>Iterative - Waterfall</vt:lpstr>
      <vt:lpstr>Iterative - Waterfall</vt:lpstr>
      <vt:lpstr>Agile - Sprint</vt:lpstr>
      <vt:lpstr>Agile - Sprint</vt:lpstr>
      <vt:lpstr>Development methodologies</vt:lpstr>
      <vt:lpstr>Development methodologies</vt:lpstr>
      <vt:lpstr>Analysis</vt:lpstr>
      <vt:lpstr>Learning Intentions</vt:lpstr>
      <vt:lpstr>Purpose</vt:lpstr>
      <vt:lpstr>Purpose</vt:lpstr>
      <vt:lpstr>Scope</vt:lpstr>
      <vt:lpstr>Scope</vt:lpstr>
      <vt:lpstr>Boundaries</vt:lpstr>
      <vt:lpstr>Boundaries</vt:lpstr>
      <vt:lpstr>Functional Requirements (IPO)</vt:lpstr>
      <vt:lpstr>Design</vt:lpstr>
      <vt:lpstr>Learning Intentions</vt:lpstr>
      <vt:lpstr>Learning Intentions</vt:lpstr>
      <vt:lpstr>Structure Diagram</vt:lpstr>
      <vt:lpstr>Structure Diagram</vt:lpstr>
      <vt:lpstr>Pseudocode</vt:lpstr>
      <vt:lpstr>Pseudocode</vt:lpstr>
      <vt:lpstr>Learning Intentions</vt:lpstr>
      <vt:lpstr>Learning Intentions</vt:lpstr>
      <vt:lpstr>Testing</vt:lpstr>
      <vt:lpstr>Learning Intentions</vt:lpstr>
      <vt:lpstr>Comprehensive Test Plan</vt:lpstr>
      <vt:lpstr>Comprehensive Test Plan</vt:lpstr>
      <vt:lpstr>Learning Intentions</vt:lpstr>
      <vt:lpstr>Dry Run</vt:lpstr>
      <vt:lpstr>Dry Run</vt:lpstr>
      <vt:lpstr>Trace Table</vt:lpstr>
      <vt:lpstr>Trace Table</vt:lpstr>
      <vt:lpstr>Breakpoint</vt:lpstr>
      <vt:lpstr>Breakpoint</vt:lpstr>
      <vt:lpstr>Watchpoint</vt:lpstr>
      <vt:lpstr>Watchpoint</vt:lpstr>
      <vt:lpstr>Evaluation</vt:lpstr>
      <vt:lpstr>Learning Intentions</vt:lpstr>
      <vt:lpstr>Efficient use of coding constructs</vt:lpstr>
      <vt:lpstr>Usability</vt:lpstr>
      <vt:lpstr>Usability</vt:lpstr>
      <vt:lpstr>Maintainability</vt:lpstr>
      <vt:lpstr>Maintainability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 Friend</dc:creator>
  <cp:lastModifiedBy>Al Friend</cp:lastModifiedBy>
  <cp:revision>299</cp:revision>
  <cp:lastPrinted>2022-12-12T09:57:02Z</cp:lastPrinted>
  <dcterms:created xsi:type="dcterms:W3CDTF">2020-11-23T14:36:09Z</dcterms:created>
  <dcterms:modified xsi:type="dcterms:W3CDTF">2026-08-20T10:06:19Z</dcterms:modified>
</cp:coreProperties>
</file>