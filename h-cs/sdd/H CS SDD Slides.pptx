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modSld">
      <pc:chgData name="Al Friend" userId="e5ed79da-d858-46d4-9eed-a7a24903f2de" providerId="ADAL" clId="{2CC28D5A-E59E-4A37-B8C3-56A229B86017}" dt="2026-06-02T10:08:22.668" v="16" actId="14100"/>
      <pc:docMkLst>
        <pc:docMk/>
      </pc:docMkLst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15T15:19:29.846" v="222" actId="20577"/>
      <pc:docMkLst>
        <pc:docMk/>
      </pc:docMkLst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02/06/2026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7796</Words>
  <Application>Microsoft Office PowerPoint</Application>
  <PresentationFormat>Widescreen</PresentationFormat>
  <Paragraphs>1827</Paragraphs>
  <Slides>196</Slides>
  <Notes>151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290</cp:revision>
  <cp:lastPrinted>2022-12-12T09:57:02Z</cp:lastPrinted>
  <dcterms:created xsi:type="dcterms:W3CDTF">2020-11-23T14:36:09Z</dcterms:created>
  <dcterms:modified xsi:type="dcterms:W3CDTF">2026-06-02T10:37:50Z</dcterms:modified>
</cp:coreProperties>
</file>