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31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610" r:id="rId128"/>
    <p:sldId id="626" r:id="rId129"/>
    <p:sldId id="628" r:id="rId130"/>
    <p:sldId id="629" r:id="rId131"/>
    <p:sldId id="559" r:id="rId132"/>
    <p:sldId id="560" r:id="rId133"/>
    <p:sldId id="552" r:id="rId134"/>
    <p:sldId id="841" r:id="rId135"/>
    <p:sldId id="840" r:id="rId136"/>
    <p:sldId id="842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54" r:id="rId156"/>
    <p:sldId id="839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</p14:sldIdLst>
        </p14:section>
        <p14:section name="strip() method" id="{7D19C5E7-FE7B-473C-8FFC-74BCB6AC1A1D}">
          <p14:sldIdLst>
            <p14:sldId id="442"/>
            <p14:sldId id="625"/>
            <p14:sldId id="630"/>
            <p14:sldId id="631"/>
          </p14:sldIdLst>
        </p14:section>
        <p14:section name="split() method" id="{C607EDD3-B8FA-497D-9B5E-A329AE1F92C7}">
          <p14:sldIdLst>
            <p14:sldId id="610"/>
            <p14:sldId id="626"/>
            <p14:sldId id="628"/>
            <p14:sldId id="629"/>
          </p14:sldIdLst>
        </p14:section>
        <p14:section name="Reading paralle arrays" id="{6159BFAF-42CF-4E7B-BCC4-375369AAA1B7}">
          <p14:sldIdLst>
            <p14:sldId id="559"/>
            <p14:sldId id="560"/>
            <p14:sldId id="552"/>
            <p14:sldId id="841"/>
            <p14:sldId id="840"/>
            <p14:sldId id="842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Unknown file length" id="{7B7B6852-9426-4EA1-9189-00FA8A011E39}">
          <p14:sldIdLst>
            <p14:sldId id="554"/>
            <p14:sldId id="839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8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742260229" sldId="358"/>
        </pc:sldMkLst>
      </pc:sldChg>
      <pc:sldChg chg="modSp">
        <pc:chgData name="Al Friend" userId="e5ed79da-d858-46d4-9eed-a7a24903f2de" providerId="ADAL" clId="{2CC28D5A-E59E-4A37-B8C3-56A229B86017}" dt="2026-06-03T12:27:00.436" v="26" actId="20577"/>
        <pc:sldMkLst>
          <pc:docMk/>
          <pc:sldMk cId="822755515" sldId="428"/>
        </pc:sldMkLst>
        <pc:spChg chg="mod">
          <ac:chgData name="Al Friend" userId="e5ed79da-d858-46d4-9eed-a7a24903f2de" providerId="ADAL" clId="{2CC28D5A-E59E-4A37-B8C3-56A229B86017}" dt="2026-06-03T12:27:00.436" v="26" actId="20577"/>
          <ac:spMkLst>
            <pc:docMk/>
            <pc:sldMk cId="822755515" sldId="428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531375146" sldId="480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438886444" sldId="481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962929106" sldId="482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765643102" sldId="483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478737394" sldId="484"/>
        </pc:sldMkLst>
      </pc:sldChg>
      <pc:sldChg chg="ord modNotesTx">
        <pc:chgData name="Al Friend" userId="e5ed79da-d858-46d4-9eed-a7a24903f2de" providerId="ADAL" clId="{2CC28D5A-E59E-4A37-B8C3-56A229B86017}" dt="2026-06-08T12:49:19.853" v="104"/>
        <pc:sldMkLst>
          <pc:docMk/>
          <pc:sldMk cId="1236895042" sldId="485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514697158" sldId="486"/>
        </pc:sldMkLst>
        <pc:spChg chg="mod">
          <ac:chgData name="Al Friend" userId="e5ed79da-d858-46d4-9eed-a7a24903f2de" providerId="ADAL" clId="{2CC28D5A-E59E-4A37-B8C3-56A229B86017}" dt="2026-06-04T11:03:28.622" v="84" actId="20577"/>
          <ac:spMkLst>
            <pc:docMk/>
            <pc:sldMk cId="1514697158" sldId="486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1393096936" sldId="487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293232831" sldId="488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330059406" sldId="489"/>
        </pc:sldMkLst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105079564" sldId="491"/>
        </pc:sldMkLst>
        <pc:spChg chg="mod">
          <ac:chgData name="Al Friend" userId="e5ed79da-d858-46d4-9eed-a7a24903f2de" providerId="ADAL" clId="{2CC28D5A-E59E-4A37-B8C3-56A229B86017}" dt="2026-06-04T11:03:24.455" v="82" actId="20577"/>
          <ac:spMkLst>
            <pc:docMk/>
            <pc:sldMk cId="1105079564" sldId="491"/>
            <ac:spMk id="12" creationId="{68B16E17-198B-4874-BC66-EBC5F39A6145}"/>
          </ac:spMkLst>
        </pc:spChg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56505236" sldId="492"/>
        </pc:sldMkLst>
      </pc:sldChg>
      <pc:sldChg chg="modSp">
        <pc:chgData name="Al Friend" userId="e5ed79da-d858-46d4-9eed-a7a24903f2de" providerId="ADAL" clId="{2CC28D5A-E59E-4A37-B8C3-56A229B86017}" dt="2026-06-03T12:56:48.943" v="43" actId="20577"/>
        <pc:sldMkLst>
          <pc:docMk/>
          <pc:sldMk cId="926999632" sldId="505"/>
        </pc:sldMkLst>
        <pc:spChg chg="mod">
          <ac:chgData name="Al Friend" userId="e5ed79da-d858-46d4-9eed-a7a24903f2de" providerId="ADAL" clId="{2CC28D5A-E59E-4A37-B8C3-56A229B86017}" dt="2026-06-03T12:56:48.943" v="43" actId="20577"/>
          <ac:spMkLst>
            <pc:docMk/>
            <pc:sldMk cId="926999632" sldId="505"/>
            <ac:spMk id="2" creationId="{7852AD00-0680-B393-BAB5-F56D5D7CBFE6}"/>
          </ac:spMkLst>
        </pc:spChg>
      </pc:sldChg>
      <pc:sldChg chg="modNotesTx">
        <pc:chgData name="Al Friend" userId="e5ed79da-d858-46d4-9eed-a7a24903f2de" providerId="ADAL" clId="{2CC28D5A-E59E-4A37-B8C3-56A229B86017}" dt="2026-06-10T10:47:26.672" v="262" actId="6549"/>
        <pc:sldMkLst>
          <pc:docMk/>
          <pc:sldMk cId="9835273" sldId="541"/>
        </pc:sldMkLst>
      </pc:sldChg>
      <pc:sldChg chg="addSp modSp ord modAnim">
        <pc:chgData name="Al Friend" userId="e5ed79da-d858-46d4-9eed-a7a24903f2de" providerId="ADAL" clId="{2CC28D5A-E59E-4A37-B8C3-56A229B86017}" dt="2026-06-08T12:49:19.853" v="104"/>
        <pc:sldMkLst>
          <pc:docMk/>
          <pc:sldMk cId="2523056852" sldId="545"/>
        </pc:sldMkLst>
        <pc:spChg chg="add mod">
          <ac:chgData name="Al Friend" userId="e5ed79da-d858-46d4-9eed-a7a24903f2de" providerId="ADAL" clId="{2CC28D5A-E59E-4A37-B8C3-56A229B86017}" dt="2026-06-04T11:00:52.525" v="70" actId="20577"/>
          <ac:spMkLst>
            <pc:docMk/>
            <pc:sldMk cId="2523056852" sldId="545"/>
            <ac:spMk id="12" creationId="{52226A47-3D24-4E25-819A-AA7547E560DC}"/>
          </ac:spMkLst>
        </pc:spChg>
        <pc:spChg chg="add mod">
          <ac:chgData name="Al Friend" userId="e5ed79da-d858-46d4-9eed-a7a24903f2de" providerId="ADAL" clId="{2CC28D5A-E59E-4A37-B8C3-56A229B86017}" dt="2026-06-04T11:00:54.030" v="73" actId="20577"/>
          <ac:spMkLst>
            <pc:docMk/>
            <pc:sldMk cId="2523056852" sldId="545"/>
            <ac:spMk id="13" creationId="{D6C14A21-8AF8-40C2-A655-1B06E3DF300E}"/>
          </ac:spMkLst>
        </pc:spChg>
        <pc:spChg chg="add mod">
          <ac:chgData name="Al Friend" userId="e5ed79da-d858-46d4-9eed-a7a24903f2de" providerId="ADAL" clId="{2CC28D5A-E59E-4A37-B8C3-56A229B86017}" dt="2026-06-04T11:00:55.743" v="76" actId="20577"/>
          <ac:spMkLst>
            <pc:docMk/>
            <pc:sldMk cId="2523056852" sldId="545"/>
            <ac:spMk id="14" creationId="{68F0D888-968A-4CDD-AB03-F02C133DC338}"/>
          </ac:spMkLst>
        </pc:spChg>
        <pc:spChg chg="add mod">
          <ac:chgData name="Al Friend" userId="e5ed79da-d858-46d4-9eed-a7a24903f2de" providerId="ADAL" clId="{2CC28D5A-E59E-4A37-B8C3-56A229B86017}" dt="2026-06-04T11:00:57.134" v="78" actId="20577"/>
          <ac:spMkLst>
            <pc:docMk/>
            <pc:sldMk cId="2523056852" sldId="545"/>
            <ac:spMk id="15" creationId="{33EBF56C-BCE4-403C-ADEF-EAFFE4EC2F5E}"/>
          </ac:spMkLst>
        </pc:spChg>
        <pc:spChg chg="add mod">
          <ac:chgData name="Al Friend" userId="e5ed79da-d858-46d4-9eed-a7a24903f2de" providerId="ADAL" clId="{2CC28D5A-E59E-4A37-B8C3-56A229B86017}" dt="2026-06-04T11:00:58.530" v="80" actId="20577"/>
          <ac:spMkLst>
            <pc:docMk/>
            <pc:sldMk cId="2523056852" sldId="545"/>
            <ac:spMk id="16" creationId="{B24ECF08-A6D9-4497-8F69-07CE5BB8041F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2517025096" sldId="547"/>
        </pc:sldMkLst>
        <pc:spChg chg="mod">
          <ac:chgData name="Al Friend" userId="e5ed79da-d858-46d4-9eed-a7a24903f2de" providerId="ADAL" clId="{2CC28D5A-E59E-4A37-B8C3-56A229B86017}" dt="2026-06-04T11:03:35.460" v="86" actId="20577"/>
          <ac:spMkLst>
            <pc:docMk/>
            <pc:sldMk cId="2517025096" sldId="547"/>
            <ac:spMk id="12" creationId="{68B16E17-198B-4874-BC66-EBC5F39A6145}"/>
          </ac:spMkLst>
        </pc:spChg>
      </pc:sldChg>
      <pc:sldChg chg="modSp ord">
        <pc:chgData name="Al Friend" userId="e5ed79da-d858-46d4-9eed-a7a24903f2de" providerId="ADAL" clId="{2CC28D5A-E59E-4A37-B8C3-56A229B86017}" dt="2026-06-08T12:49:19.853" v="104"/>
        <pc:sldMkLst>
          <pc:docMk/>
          <pc:sldMk cId="1696205017" sldId="549"/>
        </pc:sldMkLst>
        <pc:spChg chg="mod">
          <ac:chgData name="Al Friend" userId="e5ed79da-d858-46d4-9eed-a7a24903f2de" providerId="ADAL" clId="{2CC28D5A-E59E-4A37-B8C3-56A229B86017}" dt="2026-06-04T11:03:37.919" v="88" actId="20577"/>
          <ac:spMkLst>
            <pc:docMk/>
            <pc:sldMk cId="1696205017" sldId="549"/>
            <ac:spMk id="12" creationId="{68B16E17-198B-4874-BC66-EBC5F39A6145}"/>
          </ac:spMkLst>
        </pc:spChg>
      </pc:sldChg>
      <pc:sldChg chg="modSp modNotesTx">
        <pc:chgData name="Al Friend" userId="e5ed79da-d858-46d4-9eed-a7a24903f2de" providerId="ADAL" clId="{2CC28D5A-E59E-4A37-B8C3-56A229B86017}" dt="2026-06-10T10:47:21.464" v="261" actId="20577"/>
        <pc:sldMkLst>
          <pc:docMk/>
          <pc:sldMk cId="99839683" sldId="611"/>
        </pc:sldMkLst>
        <pc:spChg chg="mod">
          <ac:chgData name="Al Friend" userId="e5ed79da-d858-46d4-9eed-a7a24903f2de" providerId="ADAL" clId="{2CC28D5A-E59E-4A37-B8C3-56A229B86017}" dt="2026-06-02T10:08:22.668" v="16" actId="14100"/>
          <ac:spMkLst>
            <pc:docMk/>
            <pc:sldMk cId="99839683" sldId="611"/>
            <ac:spMk id="14" creationId="{8D608A3B-B831-4F48-A74E-CD82490F6BF7}"/>
          </ac:spMkLst>
        </pc:spChg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1725766388" sldId="612"/>
        </pc:sldMkLst>
      </pc:sldChg>
      <pc:sldChg chg="ord">
        <pc:chgData name="Al Friend" userId="e5ed79da-d858-46d4-9eed-a7a24903f2de" providerId="ADAL" clId="{2CC28D5A-E59E-4A37-B8C3-56A229B86017}" dt="2026-06-10T10:47:53.008" v="264"/>
        <pc:sldMkLst>
          <pc:docMk/>
          <pc:sldMk cId="2456140403" sldId="614"/>
        </pc:sldMkLst>
      </pc:sldChg>
      <pc:sldChg chg="ord">
        <pc:chgData name="Al Friend" userId="e5ed79da-d858-46d4-9eed-a7a24903f2de" providerId="ADAL" clId="{2CC28D5A-E59E-4A37-B8C3-56A229B86017}" dt="2026-06-08T12:49:19.853" v="104"/>
        <pc:sldMkLst>
          <pc:docMk/>
          <pc:sldMk cId="515698625" sldId="623"/>
        </pc:sldMkLst>
      </pc:sldChg>
      <pc:sldChg chg="modTransition">
        <pc:chgData name="Al Friend" userId="e5ed79da-d858-46d4-9eed-a7a24903f2de" providerId="ADAL" clId="{2CC28D5A-E59E-4A37-B8C3-56A229B86017}" dt="2026-06-03T12:56:45.754" v="41"/>
        <pc:sldMkLst>
          <pc:docMk/>
          <pc:sldMk cId="910063448" sldId="624"/>
        </pc:sldMkLst>
      </pc:sldChg>
      <pc:sldChg chg="modSp modAnim">
        <pc:chgData name="Al Friend" userId="e5ed79da-d858-46d4-9eed-a7a24903f2de" providerId="ADAL" clId="{2CC28D5A-E59E-4A37-B8C3-56A229B86017}" dt="2026-06-09T09:34:31.292" v="244"/>
        <pc:sldMkLst>
          <pc:docMk/>
          <pc:sldMk cId="3771078146" sldId="825"/>
        </pc:sldMkLst>
        <pc:spChg chg="mod">
          <ac:chgData name="Al Friend" userId="e5ed79da-d858-46d4-9eed-a7a24903f2de" providerId="ADAL" clId="{2CC28D5A-E59E-4A37-B8C3-56A229B86017}" dt="2026-06-03T12:52:00.414" v="36" actId="692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2CC28D5A-E59E-4A37-B8C3-56A229B86017}" dt="2026-06-09T09:34:13.582" v="243" actId="1076"/>
          <ac:spMkLst>
            <pc:docMk/>
            <pc:sldMk cId="3771078146" sldId="825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03T12:52:09.775" v="40" actId="692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4:08.615" v="242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">
        <pc:chgData name="Al Friend" userId="e5ed79da-d858-46d4-9eed-a7a24903f2de" providerId="ADAL" clId="{2CC28D5A-E59E-4A37-B8C3-56A229B86017}" dt="2026-06-08T09:46:40.153" v="102" actId="20577"/>
        <pc:sldMkLst>
          <pc:docMk/>
          <pc:sldMk cId="897348652" sldId="826"/>
        </pc:sldMkLst>
        <pc:spChg chg="mod">
          <ac:chgData name="Al Friend" userId="e5ed79da-d858-46d4-9eed-a7a24903f2de" providerId="ADAL" clId="{2CC28D5A-E59E-4A37-B8C3-56A229B86017}" dt="2026-06-08T09:46:40.153" v="102" actId="20577"/>
          <ac:spMkLst>
            <pc:docMk/>
            <pc:sldMk cId="897348652" sldId="826"/>
            <ac:spMk id="2" creationId="{093847A0-4195-2FEB-C9F8-78695EA96406}"/>
          </ac:spMkLst>
        </pc:spChg>
      </pc:sldChg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modSp">
        <pc:chgData name="Al Friend" userId="e5ed79da-d858-46d4-9eed-a7a24903f2de" providerId="ADAL" clId="{2CC28D5A-E59E-4A37-B8C3-56A229B86017}" dt="2026-06-03T12:27:21.812" v="34" actId="20577"/>
        <pc:sldMkLst>
          <pc:docMk/>
          <pc:sldMk cId="2505112213" sldId="856"/>
        </pc:sldMkLst>
        <pc:spChg chg="mod">
          <ac:chgData name="Al Friend" userId="e5ed79da-d858-46d4-9eed-a7a24903f2de" providerId="ADAL" clId="{2CC28D5A-E59E-4A37-B8C3-56A229B86017}" dt="2026-06-03T12:27:21.812" v="34" actId="20577"/>
          <ac:spMkLst>
            <pc:docMk/>
            <pc:sldMk cId="2505112213" sldId="856"/>
            <ac:spMk id="12" creationId="{68B16E17-198B-4874-BC66-EBC5F39A6145}"/>
          </ac:spMkLst>
        </pc:spChg>
      </pc:sldChg>
      <pc:sldChg chg="modSp ord modAnim">
        <pc:chgData name="Al Friend" userId="e5ed79da-d858-46d4-9eed-a7a24903f2de" providerId="ADAL" clId="{2CC28D5A-E59E-4A37-B8C3-56A229B86017}" dt="2026-06-10T10:47:53.008" v="264"/>
        <pc:sldMkLst>
          <pc:docMk/>
          <pc:sldMk cId="203769547" sldId="874"/>
        </pc:sldMkLst>
        <pc:spChg chg="mod">
          <ac:chgData name="Al Friend" userId="e5ed79da-d858-46d4-9eed-a7a24903f2de" providerId="ADAL" clId="{2CC28D5A-E59E-4A37-B8C3-56A229B86017}" dt="2026-06-08T09:46:05.165" v="95" actId="12788"/>
          <ac:spMkLst>
            <pc:docMk/>
            <pc:sldMk cId="203769547" sldId="874"/>
            <ac:spMk id="9" creationId="{46EF930E-E89D-3665-7E38-F8CCE36F1868}"/>
          </ac:spMkLst>
        </pc:spChg>
        <pc:spChg chg="mod">
          <ac:chgData name="Al Friend" userId="e5ed79da-d858-46d4-9eed-a7a24903f2de" providerId="ADAL" clId="{2CC28D5A-E59E-4A37-B8C3-56A229B86017}" dt="2026-06-08T09:45:39.241" v="91"/>
          <ac:spMkLst>
            <pc:docMk/>
            <pc:sldMk cId="203769547" sldId="874"/>
            <ac:spMk id="12" creationId="{57AE5C30-DD9E-6A59-4D4E-D5F2862767D5}"/>
          </ac:spMkLst>
        </pc:spChg>
      </pc:sldChg>
      <pc:sldChg chg="modSp ord">
        <pc:chgData name="Al Friend" userId="e5ed79da-d858-46d4-9eed-a7a24903f2de" providerId="ADAL" clId="{2CC28D5A-E59E-4A37-B8C3-56A229B86017}" dt="2026-06-10T10:47:53.008" v="264"/>
        <pc:sldMkLst>
          <pc:docMk/>
          <pc:sldMk cId="4091467611" sldId="875"/>
        </pc:sldMkLst>
        <pc:spChg chg="mod">
          <ac:chgData name="Al Friend" userId="e5ed79da-d858-46d4-9eed-a7a24903f2de" providerId="ADAL" clId="{2CC28D5A-E59E-4A37-B8C3-56A229B86017}" dt="2026-06-08T09:46:17.121" v="97" actId="20577"/>
          <ac:spMkLst>
            <pc:docMk/>
            <pc:sldMk cId="4091467611" sldId="875"/>
            <ac:spMk id="12" creationId="{A061683F-9967-821B-F4E4-20D59D6CF14E}"/>
          </ac:spMkLst>
        </pc:spChg>
      </pc:sldChg>
      <pc:sldChg chg="addSp delSp modSp delAnim modAnim modNotesTx">
        <pc:chgData name="Al Friend" userId="e5ed79da-d858-46d4-9eed-a7a24903f2de" providerId="ADAL" clId="{2CC28D5A-E59E-4A37-B8C3-56A229B86017}" dt="2026-06-10T11:09:38.507" v="322" actId="20577"/>
        <pc:sldMkLst>
          <pc:docMk/>
          <pc:sldMk cId="1664508076" sldId="876"/>
        </pc:sldMkLst>
        <pc:spChg chg="mod">
          <ac:chgData name="Al Friend" userId="e5ed79da-d858-46d4-9eed-a7a24903f2de" providerId="ADAL" clId="{2CC28D5A-E59E-4A37-B8C3-56A229B86017}" dt="2026-06-09T09:05:36.716" v="133" actId="20577"/>
          <ac:spMkLst>
            <pc:docMk/>
            <pc:sldMk cId="1664508076" sldId="876"/>
            <ac:spMk id="2" creationId="{B557248E-DB05-24FC-B97C-6526C8C2E81E}"/>
          </ac:spMkLst>
        </pc:spChg>
        <pc:spChg chg="del">
          <ac:chgData name="Al Friend" userId="e5ed79da-d858-46d4-9eed-a7a24903f2de" providerId="ADAL" clId="{2CC28D5A-E59E-4A37-B8C3-56A229B86017}" dt="2026-06-09T09:05:25.807" v="105" actId="478"/>
          <ac:spMkLst>
            <pc:docMk/>
            <pc:sldMk cId="1664508076" sldId="876"/>
            <ac:spMk id="3" creationId="{03B565D8-44FB-BE1C-9CC0-E77B4AC0F490}"/>
          </ac:spMkLst>
        </pc:spChg>
        <pc:spChg chg="add del mod">
          <ac:chgData name="Al Friend" userId="e5ed79da-d858-46d4-9eed-a7a24903f2de" providerId="ADAL" clId="{2CC28D5A-E59E-4A37-B8C3-56A229B86017}" dt="2026-06-10T10:50:39.520" v="271" actId="478"/>
          <ac:spMkLst>
            <pc:docMk/>
            <pc:sldMk cId="1664508076" sldId="876"/>
            <ac:spMk id="3" creationId="{D490A291-06CF-449B-9E45-1AB36834985A}"/>
          </ac:spMkLst>
        </pc:spChg>
        <pc:spChg chg="add mod">
          <ac:chgData name="Al Friend" userId="e5ed79da-d858-46d4-9eed-a7a24903f2de" providerId="ADAL" clId="{2CC28D5A-E59E-4A37-B8C3-56A229B86017}" dt="2026-06-10T10:51:05.979" v="273" actId="108"/>
          <ac:spMkLst>
            <pc:docMk/>
            <pc:sldMk cId="1664508076" sldId="876"/>
            <ac:spMk id="4" creationId="{BC947E42-B85F-43EA-9809-1408F1740C1D}"/>
          </ac:spMkLst>
        </pc:spChg>
        <pc:spChg chg="add del mod">
          <ac:chgData name="Al Friend" userId="e5ed79da-d858-46d4-9eed-a7a24903f2de" providerId="ADAL" clId="{2CC28D5A-E59E-4A37-B8C3-56A229B86017}" dt="2026-06-09T09:28:59.216" v="192" actId="478"/>
          <ac:spMkLst>
            <pc:docMk/>
            <pc:sldMk cId="1664508076" sldId="876"/>
            <ac:spMk id="4" creationId="{C3527E78-DA2C-4CC0-902F-76D85C66101A}"/>
          </ac:spMkLst>
        </pc:spChg>
        <pc:spChg chg="add del mod">
          <ac:chgData name="Al Friend" userId="e5ed79da-d858-46d4-9eed-a7a24903f2de" providerId="ADAL" clId="{2CC28D5A-E59E-4A37-B8C3-56A229B86017}" dt="2026-06-09T09:29:13.498" v="194" actId="478"/>
          <ac:spMkLst>
            <pc:docMk/>
            <pc:sldMk cId="1664508076" sldId="876"/>
            <ac:spMk id="5" creationId="{B6188183-69F0-45A9-A48B-AB34066705EC}"/>
          </ac:spMkLst>
        </pc:spChg>
        <pc:spChg chg="add del mod">
          <ac:chgData name="Al Friend" userId="e5ed79da-d858-46d4-9eed-a7a24903f2de" providerId="ADAL" clId="{2CC28D5A-E59E-4A37-B8C3-56A229B86017}" dt="2026-06-09T09:29:35.783" v="196" actId="478"/>
          <ac:spMkLst>
            <pc:docMk/>
            <pc:sldMk cId="1664508076" sldId="876"/>
            <ac:spMk id="6" creationId="{1EB1226A-DB9E-4F7D-BEC8-BC3A2ACF6EEC}"/>
          </ac:spMkLst>
        </pc:spChg>
        <pc:spChg chg="add del mod">
          <ac:chgData name="Al Friend" userId="e5ed79da-d858-46d4-9eed-a7a24903f2de" providerId="ADAL" clId="{2CC28D5A-E59E-4A37-B8C3-56A229B86017}" dt="2026-06-10T10:49:45.526" v="266" actId="478"/>
          <ac:spMkLst>
            <pc:docMk/>
            <pc:sldMk cId="1664508076" sldId="876"/>
            <ac:spMk id="7" creationId="{C7AEA17A-938A-47A0-A012-20A384BC806F}"/>
          </ac:spMkLst>
        </pc:spChg>
        <pc:spChg chg="del mod">
          <ac:chgData name="Al Friend" userId="e5ed79da-d858-46d4-9eed-a7a24903f2de" providerId="ADAL" clId="{2CC28D5A-E59E-4A37-B8C3-56A229B86017}" dt="2026-06-09T09:31:16.209" v="204" actId="478"/>
          <ac:spMkLst>
            <pc:docMk/>
            <pc:sldMk cId="1664508076" sldId="876"/>
            <ac:spMk id="8" creationId="{7536217B-CB3B-A512-2037-FF6D8B85D2F5}"/>
          </ac:spMkLst>
        </pc:spChg>
        <pc:spChg chg="del">
          <ac:chgData name="Al Friend" userId="e5ed79da-d858-46d4-9eed-a7a24903f2de" providerId="ADAL" clId="{2CC28D5A-E59E-4A37-B8C3-56A229B86017}" dt="2026-06-09T09:31:17.740" v="205" actId="478"/>
          <ac:spMkLst>
            <pc:docMk/>
            <pc:sldMk cId="1664508076" sldId="876"/>
            <ac:spMk id="9" creationId="{4B3FA018-ADC6-ED88-1676-50E7DD2ED7D8}"/>
          </ac:spMkLst>
        </pc:spChg>
        <pc:spChg chg="mod">
          <ac:chgData name="Al Friend" userId="e5ed79da-d858-46d4-9eed-a7a24903f2de" providerId="ADAL" clId="{2CC28D5A-E59E-4A37-B8C3-56A229B86017}" dt="2026-06-10T10:52:07.479" v="313" actId="14100"/>
          <ac:spMkLst>
            <pc:docMk/>
            <pc:sldMk cId="1664508076" sldId="876"/>
            <ac:spMk id="10" creationId="{37EE882D-DDF7-C77F-64BE-B457C07590EA}"/>
          </ac:spMkLst>
        </pc:spChg>
        <pc:spChg chg="mod">
          <ac:chgData name="Al Friend" userId="e5ed79da-d858-46d4-9eed-a7a24903f2de" providerId="ADAL" clId="{2CC28D5A-E59E-4A37-B8C3-56A229B86017}" dt="2026-06-09T09:32:32.202" v="218" actId="20577"/>
          <ac:spMkLst>
            <pc:docMk/>
            <pc:sldMk cId="1664508076" sldId="876"/>
            <ac:spMk id="12" creationId="{4B10774B-6198-A85E-9F95-72368FCD20DE}"/>
          </ac:spMkLst>
        </pc:spChg>
      </pc:sldChg>
      <pc:sldChg chg="delSp add modTransition delAnim modAnim modNotesTx">
        <pc:chgData name="Al Friend" userId="e5ed79da-d858-46d4-9eed-a7a24903f2de" providerId="ADAL" clId="{2CC28D5A-E59E-4A37-B8C3-56A229B86017}" dt="2026-06-10T10:49:33.894" v="265" actId="478"/>
        <pc:sldMkLst>
          <pc:docMk/>
          <pc:sldMk cId="2912825416" sldId="877"/>
        </pc:sldMkLst>
        <pc:spChg chg="del">
          <ac:chgData name="Al Friend" userId="e5ed79da-d858-46d4-9eed-a7a24903f2de" providerId="ADAL" clId="{2CC28D5A-E59E-4A37-B8C3-56A229B86017}" dt="2026-06-09T09:54:53.433" v="255" actId="478"/>
          <ac:spMkLst>
            <pc:docMk/>
            <pc:sldMk cId="2912825416" sldId="877"/>
            <ac:spMk id="7" creationId="{C7AEA17A-938A-47A0-A012-20A384BC806F}"/>
          </ac:spMkLst>
        </pc:spChg>
        <pc:spChg chg="del">
          <ac:chgData name="Al Friend" userId="e5ed79da-d858-46d4-9eed-a7a24903f2de" providerId="ADAL" clId="{2CC28D5A-E59E-4A37-B8C3-56A229B86017}" dt="2026-06-10T10:49:33.894" v="265" actId="478"/>
          <ac:spMkLst>
            <pc:docMk/>
            <pc:sldMk cId="2912825416" sldId="877"/>
            <ac:spMk id="10" creationId="{37EE882D-DDF7-C77F-64BE-B457C07590EA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  <pc:docChg chg="undo custSel addSld modSld modSection">
      <pc:chgData name="Al Friend" userId="e5ed79da-d858-46d4-9eed-a7a24903f2de" providerId="ADAL" clId="{6CF5D3DD-A8C4-4611-8099-4AEB2E976A2E}" dt="2026-06-07T18:14:46.212" v="716" actId="478"/>
      <pc:docMkLst>
        <pc:docMk/>
      </pc:docMkLst>
      <pc:sldChg chg="modSp modAnim">
        <pc:chgData name="Al Friend" userId="e5ed79da-d858-46d4-9eed-a7a24903f2de" providerId="ADAL" clId="{6CF5D3DD-A8C4-4611-8099-4AEB2E976A2E}" dt="2026-06-04T20:00:53.592" v="359" actId="6549"/>
        <pc:sldMkLst>
          <pc:docMk/>
          <pc:sldMk cId="1374977604" sldId="499"/>
        </pc:sldMkLst>
        <pc:spChg chg="mod">
          <ac:chgData name="Al Friend" userId="e5ed79da-d858-46d4-9eed-a7a24903f2de" providerId="ADAL" clId="{6CF5D3DD-A8C4-4611-8099-4AEB2E976A2E}" dt="2026-06-04T20:00:53.592" v="359" actId="6549"/>
          <ac:spMkLst>
            <pc:docMk/>
            <pc:sldMk cId="1374977604" sldId="499"/>
            <ac:spMk id="4" creationId="{64E6C5A6-C8B6-44E7-AC4F-4DD9B8000FF1}"/>
          </ac:spMkLst>
        </pc:spChg>
      </pc:sldChg>
      <pc:sldChg chg="addSp modSp mod modAnim modNotesTx">
        <pc:chgData name="Al Friend" userId="e5ed79da-d858-46d4-9eed-a7a24903f2de" providerId="ADAL" clId="{6CF5D3DD-A8C4-4611-8099-4AEB2E976A2E}" dt="2026-06-07T17:39:54.065" v="628" actId="14100"/>
        <pc:sldMkLst>
          <pc:docMk/>
          <pc:sldMk cId="1725766388" sldId="612"/>
        </pc:sldMkLst>
        <pc:spChg chg="mod">
          <ac:chgData name="Al Friend" userId="e5ed79da-d858-46d4-9eed-a7a24903f2de" providerId="ADAL" clId="{6CF5D3DD-A8C4-4611-8099-4AEB2E976A2E}" dt="2026-06-04T19:55:08.319" v="230" actId="20577"/>
          <ac:spMkLst>
            <pc:docMk/>
            <pc:sldMk cId="1725766388" sldId="612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7:39:39.305" v="624" actId="14100"/>
          <ac:spMkLst>
            <pc:docMk/>
            <pc:sldMk cId="1725766388" sldId="612"/>
            <ac:spMk id="3" creationId="{0E9DF95E-E94E-519C-BC97-FD68043A93A6}"/>
          </ac:spMkLst>
        </pc:spChg>
        <pc:spChg chg="add mod">
          <ac:chgData name="Al Friend" userId="e5ed79da-d858-46d4-9eed-a7a24903f2de" providerId="ADAL" clId="{6CF5D3DD-A8C4-4611-8099-4AEB2E976A2E}" dt="2026-06-07T17:39:54.065" v="628" actId="14100"/>
          <ac:spMkLst>
            <pc:docMk/>
            <pc:sldMk cId="1725766388" sldId="612"/>
            <ac:spMk id="4" creationId="{FE8AB782-1C09-1F87-DFCF-ACA0D0F12B4B}"/>
          </ac:spMkLst>
        </pc:spChg>
        <pc:spChg chg="mod">
          <ac:chgData name="Al Friend" userId="e5ed79da-d858-46d4-9eed-a7a24903f2de" providerId="ADAL" clId="{6CF5D3DD-A8C4-4611-8099-4AEB2E976A2E}" dt="2026-06-07T15:48:53.032" v="367" actId="108"/>
          <ac:spMkLst>
            <pc:docMk/>
            <pc:sldMk cId="1725766388" sldId="612"/>
            <ac:spMk id="9" creationId="{CE53807C-0EE1-242A-430E-565F7F51A109}"/>
          </ac:spMkLst>
        </pc:spChg>
        <pc:spChg chg="mod">
          <ac:chgData name="Al Friend" userId="e5ed79da-d858-46d4-9eed-a7a24903f2de" providerId="ADAL" clId="{6CF5D3DD-A8C4-4611-8099-4AEB2E976A2E}" dt="2026-06-07T15:48:19.843" v="365" actId="20577"/>
          <ac:spMkLst>
            <pc:docMk/>
            <pc:sldMk cId="1725766388" sldId="612"/>
            <ac:spMk id="12" creationId="{68B16E17-198B-4874-BC66-EBC5F39A6145}"/>
          </ac:spMkLst>
        </pc:spChg>
      </pc:sldChg>
      <pc:sldChg chg="modSp mod">
        <pc:chgData name="Al Friend" userId="e5ed79da-d858-46d4-9eed-a7a24903f2de" providerId="ADAL" clId="{6CF5D3DD-A8C4-4611-8099-4AEB2E976A2E}" dt="2026-06-07T15:48:09.603" v="364" actId="20577"/>
        <pc:sldMkLst>
          <pc:docMk/>
          <pc:sldMk cId="2456140403" sldId="614"/>
        </pc:sldMkLst>
        <pc:spChg chg="mod">
          <ac:chgData name="Al Friend" userId="e5ed79da-d858-46d4-9eed-a7a24903f2de" providerId="ADAL" clId="{6CF5D3DD-A8C4-4611-8099-4AEB2E976A2E}" dt="2026-06-04T19:55:03.686" v="226" actId="20577"/>
          <ac:spMkLst>
            <pc:docMk/>
            <pc:sldMk cId="2456140403" sldId="614"/>
            <ac:spMk id="2" creationId="{00000000-0000-0000-0000-000000000000}"/>
          </ac:spMkLst>
        </pc:spChg>
        <pc:spChg chg="mod">
          <ac:chgData name="Al Friend" userId="e5ed79da-d858-46d4-9eed-a7a24903f2de" providerId="ADAL" clId="{6CF5D3DD-A8C4-4611-8099-4AEB2E976A2E}" dt="2026-06-07T15:48:09.603" v="364" actId="20577"/>
          <ac:spMkLst>
            <pc:docMk/>
            <pc:sldMk cId="2456140403" sldId="614"/>
            <ac:spMk id="12" creationId="{68B16E17-198B-4874-BC66-EBC5F39A6145}"/>
          </ac:spMkLst>
        </pc:spChg>
      </pc:sldChg>
      <pc:sldChg chg="addSp delSp modSp mod delAnim modAnim">
        <pc:chgData name="Al Friend" userId="e5ed79da-d858-46d4-9eed-a7a24903f2de" providerId="ADAL" clId="{6CF5D3DD-A8C4-4611-8099-4AEB2E976A2E}" dt="2026-06-07T15:53:53.878" v="480" actId="1038"/>
        <pc:sldMkLst>
          <pc:docMk/>
          <pc:sldMk cId="3771078146" sldId="825"/>
        </pc:sldMkLst>
        <pc:spChg chg="mod">
          <ac:chgData name="Al Friend" userId="e5ed79da-d858-46d4-9eed-a7a24903f2de" providerId="ADAL" clId="{6CF5D3DD-A8C4-4611-8099-4AEB2E976A2E}" dt="2026-06-04T19:55:41.561" v="243" actId="20577"/>
          <ac:spMkLst>
            <pc:docMk/>
            <pc:sldMk cId="3771078146" sldId="825"/>
            <ac:spMk id="2" creationId="{B557248E-DB05-24FC-B97C-6526C8C2E81E}"/>
          </ac:spMkLst>
        </pc:spChg>
        <pc:spChg chg="add mod">
          <ac:chgData name="Al Friend" userId="e5ed79da-d858-46d4-9eed-a7a24903f2de" providerId="ADAL" clId="{6CF5D3DD-A8C4-4611-8099-4AEB2E976A2E}" dt="2026-06-04T19:58:46.805" v="355" actId="114"/>
          <ac:spMkLst>
            <pc:docMk/>
            <pc:sldMk cId="3771078146" sldId="825"/>
            <ac:spMk id="3" creationId="{03B565D8-44FB-BE1C-9CC0-E77B4AC0F490}"/>
          </ac:spMkLst>
        </pc:spChg>
        <pc:spChg chg="mod">
          <ac:chgData name="Al Friend" userId="e5ed79da-d858-46d4-9eed-a7a24903f2de" providerId="ADAL" clId="{6CF5D3DD-A8C4-4611-8099-4AEB2E976A2E}" dt="2026-06-07T15:53:43.111" v="475" actId="1037"/>
          <ac:spMkLst>
            <pc:docMk/>
            <pc:sldMk cId="3771078146" sldId="825"/>
            <ac:spMk id="8" creationId="{7536217B-CB3B-A512-2037-FF6D8B85D2F5}"/>
          </ac:spMkLst>
        </pc:spChg>
        <pc:spChg chg="mod">
          <ac:chgData name="Al Friend" userId="e5ed79da-d858-46d4-9eed-a7a24903f2de" providerId="ADAL" clId="{6CF5D3DD-A8C4-4611-8099-4AEB2E976A2E}" dt="2026-06-07T15:53:53.878" v="480" actId="1038"/>
          <ac:spMkLst>
            <pc:docMk/>
            <pc:sldMk cId="3771078146" sldId="825"/>
            <ac:spMk id="10" creationId="{37EE882D-DDF7-C77F-64BE-B457C07590EA}"/>
          </ac:spMkLst>
        </pc:spChg>
        <pc:spChg chg="mod">
          <ac:chgData name="Al Friend" userId="e5ed79da-d858-46d4-9eed-a7a24903f2de" providerId="ADAL" clId="{6CF5D3DD-A8C4-4611-8099-4AEB2E976A2E}" dt="2026-06-04T19:56:05.740" v="265" actId="20577"/>
          <ac:spMkLst>
            <pc:docMk/>
            <pc:sldMk cId="3771078146" sldId="825"/>
            <ac:spMk id="12" creationId="{4B10774B-6198-A85E-9F95-72368FCD20DE}"/>
          </ac:spMkLst>
        </pc:spChg>
      </pc:sldChg>
      <pc:sldChg chg="modSp mod">
        <pc:chgData name="Al Friend" userId="e5ed79da-d858-46d4-9eed-a7a24903f2de" providerId="ADAL" clId="{6CF5D3DD-A8C4-4611-8099-4AEB2E976A2E}" dt="2026-06-04T19:57:10.122" v="280" actId="20577"/>
        <pc:sldMkLst>
          <pc:docMk/>
          <pc:sldMk cId="897348652" sldId="826"/>
        </pc:sldMkLst>
        <pc:spChg chg="mod">
          <ac:chgData name="Al Friend" userId="e5ed79da-d858-46d4-9eed-a7a24903f2de" providerId="ADAL" clId="{6CF5D3DD-A8C4-4611-8099-4AEB2E976A2E}" dt="2026-06-04T19:57:10.122" v="280" actId="20577"/>
          <ac:spMkLst>
            <pc:docMk/>
            <pc:sldMk cId="897348652" sldId="826"/>
            <ac:spMk id="12" creationId="{62CB7BE2-58C6-B239-DC00-9879991981E9}"/>
          </ac:spMkLst>
        </pc:spChg>
      </pc:sldChg>
      <pc:sldChg chg="modSp mod">
        <pc:chgData name="Al Friend" userId="e5ed79da-d858-46d4-9eed-a7a24903f2de" providerId="ADAL" clId="{6CF5D3DD-A8C4-4611-8099-4AEB2E976A2E}" dt="2026-06-04T20:01:06.949" v="362" actId="6549"/>
        <pc:sldMkLst>
          <pc:docMk/>
          <pc:sldMk cId="1818297475" sldId="834"/>
        </pc:sldMkLst>
        <pc:spChg chg="mod">
          <ac:chgData name="Al Friend" userId="e5ed79da-d858-46d4-9eed-a7a24903f2de" providerId="ADAL" clId="{6CF5D3DD-A8C4-4611-8099-4AEB2E976A2E}" dt="2026-06-04T20:01:06.949" v="362" actId="6549"/>
          <ac:spMkLst>
            <pc:docMk/>
            <pc:sldMk cId="1818297475" sldId="834"/>
            <ac:spMk id="4" creationId="{25DF5874-FBC6-4C19-3BB2-89089A839384}"/>
          </ac:spMkLst>
        </pc:spChg>
      </pc:sldChg>
      <pc:sldChg chg="modSp add mod modAnim">
        <pc:chgData name="Al Friend" userId="e5ed79da-d858-46d4-9eed-a7a24903f2de" providerId="ADAL" clId="{6CF5D3DD-A8C4-4611-8099-4AEB2E976A2E}" dt="2026-06-07T17:53:36.844" v="711"/>
        <pc:sldMkLst>
          <pc:docMk/>
          <pc:sldMk cId="203769547" sldId="874"/>
        </pc:sldMkLst>
        <pc:spChg chg="mod">
          <ac:chgData name="Al Friend" userId="e5ed79da-d858-46d4-9eed-a7a24903f2de" providerId="ADAL" clId="{6CF5D3DD-A8C4-4611-8099-4AEB2E976A2E}" dt="2026-06-07T15:50:00.407" v="380" actId="20577"/>
          <ac:spMkLst>
            <pc:docMk/>
            <pc:sldMk cId="203769547" sldId="874"/>
            <ac:spMk id="2" creationId="{00BAE369-1D9E-D5DD-C32C-F4BA12F900F2}"/>
          </ac:spMkLst>
        </pc:spChg>
        <pc:spChg chg="mod">
          <ac:chgData name="Al Friend" userId="e5ed79da-d858-46d4-9eed-a7a24903f2de" providerId="ADAL" clId="{6CF5D3DD-A8C4-4611-8099-4AEB2E976A2E}" dt="2026-06-07T17:37:40.322" v="607" actId="692"/>
          <ac:spMkLst>
            <pc:docMk/>
            <pc:sldMk cId="203769547" sldId="874"/>
            <ac:spMk id="3" creationId="{257D759C-897A-47A7-F507-12879F474107}"/>
          </ac:spMkLst>
        </pc:spChg>
        <pc:spChg chg="mod">
          <ac:chgData name="Al Friend" userId="e5ed79da-d858-46d4-9eed-a7a24903f2de" providerId="ADAL" clId="{6CF5D3DD-A8C4-4611-8099-4AEB2E976A2E}" dt="2026-06-07T17:53:36.844" v="711"/>
          <ac:spMkLst>
            <pc:docMk/>
            <pc:sldMk cId="203769547" sldId="874"/>
            <ac:spMk id="12" creationId="{57AE5C30-DD9E-6A59-4D4E-D5F2862767D5}"/>
          </ac:spMkLst>
        </pc:spChg>
      </pc:sldChg>
      <pc:sldChg chg="delSp add mod modAnim modShow modNotesTx">
        <pc:chgData name="Al Friend" userId="e5ed79da-d858-46d4-9eed-a7a24903f2de" providerId="ADAL" clId="{6CF5D3DD-A8C4-4611-8099-4AEB2E976A2E}" dt="2026-06-07T18:14:46.212" v="716" actId="478"/>
        <pc:sldMkLst>
          <pc:docMk/>
          <pc:sldMk cId="4091467611" sldId="875"/>
        </pc:sldMkLst>
        <pc:spChg chg="del">
          <ac:chgData name="Al Friend" userId="e5ed79da-d858-46d4-9eed-a7a24903f2de" providerId="ADAL" clId="{6CF5D3DD-A8C4-4611-8099-4AEB2E976A2E}" dt="2026-06-07T18:14:46.212" v="716" actId="478"/>
          <ac:spMkLst>
            <pc:docMk/>
            <pc:sldMk cId="4091467611" sldId="875"/>
            <ac:spMk id="3" creationId="{46E7C72C-B461-794F-0821-8F345EEDFA28}"/>
          </ac:spMkLst>
        </pc:spChg>
      </pc:sldChg>
    </pc:docChg>
  </pc:docChgLst>
  <pc:docChgLst>
    <pc:chgData name="Al Friend" userId="e5ed79da-d858-46d4-9eed-a7a24903f2de" providerId="ADAL" clId="{0E1AE490-4385-420A-8F3B-5C4325E85BD3}"/>
    <pc:docChg chg="undo custSel addSld modSld sldOrd delSection modSection">
      <pc:chgData name="Al Friend" userId="e5ed79da-d858-46d4-9eed-a7a24903f2de" providerId="ADAL" clId="{0E1AE490-4385-420A-8F3B-5C4325E85BD3}" dt="2026-09-01T10:34:41.722" v="363" actId="20577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addSp delSp modAnim">
        <pc:chgData name="Al Friend" userId="e5ed79da-d858-46d4-9eed-a7a24903f2de" providerId="ADAL" clId="{0E1AE490-4385-420A-8F3B-5C4325E85BD3}" dt="2026-09-01T10:17:21.964" v="334"/>
        <pc:sldMkLst>
          <pc:docMk/>
          <pc:sldMk cId="813533798" sldId="463"/>
        </pc:sldMkLst>
        <pc:spChg chg="add del">
          <ac:chgData name="Al Friend" userId="e5ed79da-d858-46d4-9eed-a7a24903f2de" providerId="ADAL" clId="{0E1AE490-4385-420A-8F3B-5C4325E85BD3}" dt="2026-09-01T10:16:49.297" v="331"/>
          <ac:spMkLst>
            <pc:docMk/>
            <pc:sldMk cId="813533798" sldId="463"/>
            <ac:spMk id="10" creationId="{79169C6A-6FB6-4FC9-A009-5E1CB0A64633}"/>
          </ac:spMkLst>
        </pc:spChg>
        <pc:spChg chg="add">
          <ac:chgData name="Al Friend" userId="e5ed79da-d858-46d4-9eed-a7a24903f2de" providerId="ADAL" clId="{0E1AE490-4385-420A-8F3B-5C4325E85BD3}" dt="2026-09-01T10:17:17.759" v="333"/>
          <ac:spMkLst>
            <pc:docMk/>
            <pc:sldMk cId="813533798" sldId="463"/>
            <ac:spMk id="11" creationId="{038B7AE7-FFE9-4DF8-883B-60DDD260FA13}"/>
          </ac:spMkLst>
        </pc:spChg>
      </pc:sldChg>
      <pc:sldChg chg="addSp modSp modAnim">
        <pc:chgData name="Al Friend" userId="e5ed79da-d858-46d4-9eed-a7a24903f2de" providerId="ADAL" clId="{0E1AE490-4385-420A-8F3B-5C4325E85BD3}" dt="2026-09-01T10:31:30.963" v="362"/>
        <pc:sldMkLst>
          <pc:docMk/>
          <pc:sldMk cId="4105150459" sldId="468"/>
        </pc:sldMkLst>
        <pc:spChg chg="add mod">
          <ac:chgData name="Al Friend" userId="e5ed79da-d858-46d4-9eed-a7a24903f2de" providerId="ADAL" clId="{0E1AE490-4385-420A-8F3B-5C4325E85BD3}" dt="2026-09-01T10:31:25.378" v="359" actId="14100"/>
          <ac:spMkLst>
            <pc:docMk/>
            <pc:sldMk cId="4105150459" sldId="468"/>
            <ac:spMk id="7" creationId="{5B642EF0-6A58-4C7C-B14E-CE66B01C9A7D}"/>
          </ac:spMkLst>
        </pc:spChg>
      </pc:sldChg>
      <pc:sldChg chg="modTransition">
        <pc:chgData name="Al Friend" userId="e5ed79da-d858-46d4-9eed-a7a24903f2de" providerId="ADAL" clId="{0E1AE490-4385-420A-8F3B-5C4325E85BD3}" dt="2026-08-25T09:59:45.369" v="255"/>
        <pc:sldMkLst>
          <pc:docMk/>
          <pc:sldMk cId="2672142775" sldId="552"/>
        </pc:sldMkLst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458947270" sldId="554"/>
        </pc:sldMkLst>
      </pc:sldChg>
      <pc:sldChg chg="modSp ord modNotesTx">
        <pc:chgData name="Al Friend" userId="e5ed79da-d858-46d4-9eed-a7a24903f2de" providerId="ADAL" clId="{0E1AE490-4385-420A-8F3B-5C4325E85BD3}" dt="2026-08-24T14:38:32.559" v="248" actId="20577"/>
        <pc:sldMkLst>
          <pc:docMk/>
          <pc:sldMk cId="1117637440" sldId="559"/>
        </pc:sldMkLst>
        <pc:spChg chg="mod">
          <ac:chgData name="Al Friend" userId="e5ed79da-d858-46d4-9eed-a7a24903f2de" providerId="ADAL" clId="{0E1AE490-4385-420A-8F3B-5C4325E85BD3}" dt="2026-08-24T14:38:00.003" v="234" actId="20577"/>
          <ac:spMkLst>
            <pc:docMk/>
            <pc:sldMk cId="1117637440" sldId="559"/>
            <ac:spMk id="4" creationId="{64E6C5A6-C8B6-44E7-AC4F-4DD9B8000FF1}"/>
          </ac:spMkLst>
        </pc:spChg>
        <pc:spChg chg="mod">
          <ac:chgData name="Al Friend" userId="e5ed79da-d858-46d4-9eed-a7a24903f2de" providerId="ADAL" clId="{0E1AE490-4385-420A-8F3B-5C4325E85BD3}" dt="2026-08-24T14:38:14.199" v="236" actId="14100"/>
          <ac:spMkLst>
            <pc:docMk/>
            <pc:sldMk cId="1117637440" sldId="559"/>
            <ac:spMk id="7" creationId="{FFCF916D-B844-E035-FB33-215F6E9169BF}"/>
          </ac:spMkLst>
        </pc:spChg>
      </pc:sldChg>
      <pc:sldChg chg="modSp ord">
        <pc:chgData name="Al Friend" userId="e5ed79da-d858-46d4-9eed-a7a24903f2de" providerId="ADAL" clId="{0E1AE490-4385-420A-8F3B-5C4325E85BD3}" dt="2026-08-24T14:39:39.738" v="252" actId="27636"/>
        <pc:sldMkLst>
          <pc:docMk/>
          <pc:sldMk cId="2489710584" sldId="560"/>
        </pc:sldMkLst>
        <pc:spChg chg="mod">
          <ac:chgData name="Al Friend" userId="e5ed79da-d858-46d4-9eed-a7a24903f2de" providerId="ADAL" clId="{0E1AE490-4385-420A-8F3B-5C4325E85BD3}" dt="2026-08-24T14:39:39.738" v="252" actId="27636"/>
          <ac:spMkLst>
            <pc:docMk/>
            <pc:sldMk cId="2489710584" sldId="560"/>
            <ac:spMk id="4" creationId="{64E6C5A6-C8B6-44E7-AC4F-4DD9B8000FF1}"/>
          </ac:spMkLst>
        </pc:spChg>
      </pc:sldChg>
      <pc:sldChg chg="modSp ord">
        <pc:chgData name="Al Friend" userId="e5ed79da-d858-46d4-9eed-a7a24903f2de" providerId="ADAL" clId="{0E1AE490-4385-420A-8F3B-5C4325E85BD3}" dt="2026-08-24T10:18:43.713" v="227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745160305" sldId="626"/>
        </pc:sldMkLst>
      </pc:sldChg>
      <pc:sldChg chg="modSp">
        <pc:chgData name="Al Friend" userId="e5ed79da-d858-46d4-9eed-a7a24903f2de" providerId="ADAL" clId="{0E1AE490-4385-420A-8F3B-5C4325E85BD3}" dt="2026-09-01T10:34:41.722" v="363" actId="20577"/>
        <pc:sldMkLst>
          <pc:docMk/>
          <pc:sldMk cId="624294451" sldId="627"/>
        </pc:sldMkLst>
        <pc:spChg chg="mod">
          <ac:chgData name="Al Friend" userId="e5ed79da-d858-46d4-9eed-a7a24903f2de" providerId="ADAL" clId="{0E1AE490-4385-420A-8F3B-5C4325E85BD3}" dt="2026-09-01T10:34:41.722" v="363" actId="20577"/>
          <ac:spMkLst>
            <pc:docMk/>
            <pc:sldMk cId="624294451" sldId="627"/>
            <ac:spMk id="4" creationId="{64E6C5A6-C8B6-44E7-AC4F-4DD9B8000FF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821350884" sldId="628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043302402" sldId="629"/>
        </pc:sldMkLst>
      </pc:sldChg>
      <pc:sldChg chg="addSp modSp modAnim">
        <pc:chgData name="Al Friend" userId="e5ed79da-d858-46d4-9eed-a7a24903f2de" providerId="ADAL" clId="{0E1AE490-4385-420A-8F3B-5C4325E85BD3}" dt="2026-09-01T10:17:13.644" v="332" actId="14100"/>
        <pc:sldMkLst>
          <pc:docMk/>
          <pc:sldMk cId="206058122" sldId="636"/>
        </pc:sldMkLst>
        <pc:spChg chg="add mod">
          <ac:chgData name="Al Friend" userId="e5ed79da-d858-46d4-9eed-a7a24903f2de" providerId="ADAL" clId="{0E1AE490-4385-420A-8F3B-5C4325E85BD3}" dt="2026-09-01T10:17:13.644" v="332" actId="14100"/>
          <ac:spMkLst>
            <pc:docMk/>
            <pc:sldMk cId="206058122" sldId="636"/>
            <ac:spMk id="8" creationId="{7C5DA59C-0962-4D0F-A8C5-85F728AD07E2}"/>
          </ac:spMkLst>
        </pc:spChg>
        <pc:spChg chg="mod">
          <ac:chgData name="Al Friend" userId="e5ed79da-d858-46d4-9eed-a7a24903f2de" providerId="ADAL" clId="{0E1AE490-4385-420A-8F3B-5C4325E85BD3}" dt="2026-09-01T10:10:26.765" v="308" actId="14100"/>
          <ac:spMkLst>
            <pc:docMk/>
            <pc:sldMk cId="206058122" sldId="636"/>
            <ac:spMk id="14" creationId="{3722D76D-4B2B-4731-B9D8-21D6BAF98E92}"/>
          </ac:spMkLst>
        </pc:spChg>
        <pc:spChg chg="mod">
          <ac:chgData name="Al Friend" userId="e5ed79da-d858-46d4-9eed-a7a24903f2de" providerId="ADAL" clId="{0E1AE490-4385-420A-8F3B-5C4325E85BD3}" dt="2026-09-01T10:11:34.877" v="329" actId="14100"/>
          <ac:spMkLst>
            <pc:docMk/>
            <pc:sldMk cId="206058122" sldId="636"/>
            <ac:spMk id="16" creationId="{FE1433C9-49A0-44F8-BAF4-4E37D416EDFF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1619853656" sldId="839"/>
        </pc:sldMkLst>
      </pc:sldChg>
      <pc:sldChg chg="addSp modSp modAnim">
        <pc:chgData name="Al Friend" userId="e5ed79da-d858-46d4-9eed-a7a24903f2de" providerId="ADAL" clId="{0E1AE490-4385-420A-8F3B-5C4325E85BD3}" dt="2026-08-25T10:08:24.580" v="285"/>
        <pc:sldMkLst>
          <pc:docMk/>
          <pc:sldMk cId="633878952" sldId="840"/>
        </pc:sldMkLst>
        <pc:spChg chg="mod">
          <ac:chgData name="Al Friend" userId="e5ed79da-d858-46d4-9eed-a7a24903f2de" providerId="ADAL" clId="{0E1AE490-4385-420A-8F3B-5C4325E85BD3}" dt="2026-08-25T09:59:57.159" v="263" actId="20577"/>
          <ac:spMkLst>
            <pc:docMk/>
            <pc:sldMk cId="633878952" sldId="840"/>
            <ac:spMk id="3" creationId="{F17C408B-7D9A-D040-05F7-2D6CC30D4373}"/>
          </ac:spMkLst>
        </pc:spChg>
        <pc:spChg chg="mod">
          <ac:chgData name="Al Friend" userId="e5ed79da-d858-46d4-9eed-a7a24903f2de" providerId="ADAL" clId="{0E1AE490-4385-420A-8F3B-5C4325E85BD3}" dt="2026-08-25T10:08:24.580" v="285"/>
          <ac:spMkLst>
            <pc:docMk/>
            <pc:sldMk cId="633878952" sldId="840"/>
            <ac:spMk id="4" creationId="{7DE14897-4D3E-7E96-8CA3-33BF97F4A567}"/>
          </ac:spMkLst>
        </pc:spChg>
        <pc:spChg chg="add mod">
          <ac:chgData name="Al Friend" userId="e5ed79da-d858-46d4-9eed-a7a24903f2de" providerId="ADAL" clId="{0E1AE490-4385-420A-8F3B-5C4325E85BD3}" dt="2026-08-25T09:59:37.990" v="254" actId="1076"/>
          <ac:spMkLst>
            <pc:docMk/>
            <pc:sldMk cId="633878952" sldId="840"/>
            <ac:spMk id="6" creationId="{E1610AC8-9912-4DB7-96F7-5B76D3910D34}"/>
          </ac:spMkLst>
        </pc:spChg>
      </pc:sldChg>
      <pc:sldChg chg="modSp">
        <pc:chgData name="Al Friend" userId="e5ed79da-d858-46d4-9eed-a7a24903f2de" providerId="ADAL" clId="{0E1AE490-4385-420A-8F3B-5C4325E85BD3}" dt="2026-08-25T10:08:14.804" v="284" actId="20577"/>
        <pc:sldMkLst>
          <pc:docMk/>
          <pc:sldMk cId="3487229272" sldId="842"/>
        </pc:sldMkLst>
        <pc:spChg chg="mod">
          <ac:chgData name="Al Friend" userId="e5ed79da-d858-46d4-9eed-a7a24903f2de" providerId="ADAL" clId="{0E1AE490-4385-420A-8F3B-5C4325E85BD3}" dt="2026-08-25T10:08:14.804" v="284" actId="20577"/>
          <ac:spMkLst>
            <pc:docMk/>
            <pc:sldMk cId="3487229272" sldId="842"/>
            <ac:spMk id="4" creationId="{9BD5FBB2-B33A-9334-5E60-E0F6A8E486BB}"/>
          </ac:spMkLst>
        </pc:sp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'66.8']</a:t>
            </a:r>
          </a:p>
          <a:p>
            <a:pPr defTabSz="875264">
              <a:defRPr/>
            </a:pPr>
            <a:r>
              <a:rPr lang="en-GB" sz="1200" baseline="0" dirty="0"/>
              <a:t>['France', 'Paris', '67.4']</a:t>
            </a:r>
          </a:p>
          <a:p>
            <a:pPr defTabSz="875264">
              <a:defRPr/>
            </a:pPr>
            <a:r>
              <a:rPr lang="en-GB" sz="1200" baseline="0" dirty="0"/>
              <a:t>['Germany', 'Berlin', '83.2']</a:t>
            </a:r>
          </a:p>
          <a:p>
            <a:pPr defTabSz="875264">
              <a:defRPr/>
            </a:pPr>
            <a:r>
              <a:rPr lang="en-GB" sz="1200" baseline="0" dirty="0"/>
              <a:t>['Norway', Oslo', '5.4']</a:t>
            </a:r>
          </a:p>
          <a:p>
            <a:pPr defTabSz="875264">
              <a:defRPr/>
            </a:pPr>
            <a:r>
              <a:rPr lang="en-GB" sz="1200" baseline="0" dirty="0"/>
              <a:t>['Spain', 'Madrid', '46.8']</a:t>
            </a:r>
          </a:p>
          <a:p>
            <a:pPr defTabSz="875264">
              <a:defRPr/>
            </a:pPr>
            <a:r>
              <a:rPr lang="en-GB" sz="1200" baseline="0" dirty="0"/>
              <a:t>['Italy', 'Rome', '60.5']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01/09/2026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8287379" y="3402278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86323"/>
              <a:gd name="adj6" fmla="val -51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Store data for later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E1610AC8-9912-4DB7-96F7-5B76D3910D34}"/>
              </a:ext>
            </a:extLst>
          </p:cNvPr>
          <p:cNvSpPr/>
          <p:nvPr/>
        </p:nvSpPr>
        <p:spPr>
          <a:xfrm>
            <a:off x="6096000" y="5265420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104930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58121"/>
              <a:gd name="adj5" fmla="val -53130"/>
              <a:gd name="adj6" fmla="val -848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0" y="1268851"/>
            <a:ext cx="484794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7359"/>
              <a:gd name="adj5" fmla="val 140750"/>
              <a:gd name="adj6" fmla="val -325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 – No parameters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C5DA59C-0962-4D0F-A8C5-85F728AD07E2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  <p:bldP spid="8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38B7AE7-FFE9-4DF8-883B-60DDD260FA13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1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B642EF0-6A58-4C7C-B14E-CE66B01C9A7D}"/>
              </a:ext>
            </a:extLst>
          </p:cNvPr>
          <p:cNvSpPr/>
          <p:nvPr/>
        </p:nvSpPr>
        <p:spPr>
          <a:xfrm>
            <a:off x="9034400" y="3987938"/>
            <a:ext cx="1378330" cy="789802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63835"/>
              <a:gd name="adj6" fmla="val -778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  <p:bldP spid="7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563</TotalTime>
  <Words>8181</Words>
  <Application>Microsoft Office PowerPoint</Application>
  <PresentationFormat>Widescreen</PresentationFormat>
  <Paragraphs>1886</Paragraphs>
  <Slides>202</Slides>
  <Notes>157</Notes>
  <HiddenSlides>89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String Methods – Split</vt:lpstr>
      <vt:lpstr>String Methods – Split</vt:lpstr>
      <vt:lpstr>STRING.split(",")</vt:lpstr>
      <vt:lpstr>STRING.split(",")</vt:lpstr>
      <vt:lpstr>Reading parallel arrays</vt:lpstr>
      <vt:lpstr>Reading parallel arrays</vt:lpstr>
      <vt:lpstr>Reading: Storing data for later (1) </vt:lpstr>
      <vt:lpstr>Reading: Storing data for later (1) </vt:lpstr>
      <vt:lpstr>Reading: Store data for later</vt:lpstr>
      <vt:lpstr>Reading: Storing data for later (2)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Reading: Unknown file length</vt:lpstr>
      <vt:lpstr>Reading: Unknown file length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302</cp:revision>
  <cp:lastPrinted>2022-12-12T09:57:02Z</cp:lastPrinted>
  <dcterms:created xsi:type="dcterms:W3CDTF">2020-11-23T14:36:09Z</dcterms:created>
  <dcterms:modified xsi:type="dcterms:W3CDTF">2026-09-01T10:36:09Z</dcterms:modified>
</cp:coreProperties>
</file>