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2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8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3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38" r:id="rId117"/>
    <p:sldId id="561" r:id="rId118"/>
    <p:sldId id="438" r:id="rId119"/>
    <p:sldId id="827" r:id="rId120"/>
    <p:sldId id="550" r:id="rId121"/>
    <p:sldId id="828" r:id="rId122"/>
    <p:sldId id="442" r:id="rId123"/>
    <p:sldId id="625" r:id="rId124"/>
    <p:sldId id="630" r:id="rId125"/>
    <p:sldId id="631" r:id="rId126"/>
    <p:sldId id="552" r:id="rId127"/>
    <p:sldId id="841" r:id="rId128"/>
    <p:sldId id="610" r:id="rId129"/>
    <p:sldId id="626" r:id="rId130"/>
    <p:sldId id="628" r:id="rId131"/>
    <p:sldId id="629" r:id="rId132"/>
    <p:sldId id="840" r:id="rId133"/>
    <p:sldId id="842" r:id="rId134"/>
    <p:sldId id="554" r:id="rId135"/>
    <p:sldId id="839" r:id="rId136"/>
    <p:sldId id="559" r:id="rId137"/>
    <p:sldId id="560" r:id="rId138"/>
    <p:sldId id="458" r:id="rId139"/>
    <p:sldId id="460" r:id="rId140"/>
    <p:sldId id="461" r:id="rId141"/>
    <p:sldId id="465" r:id="rId142"/>
    <p:sldId id="462" r:id="rId143"/>
    <p:sldId id="646" r:id="rId144"/>
    <p:sldId id="636" r:id="rId145"/>
    <p:sldId id="640" r:id="rId146"/>
    <p:sldId id="463" r:id="rId147"/>
    <p:sldId id="641" r:id="rId148"/>
    <p:sldId id="639" r:id="rId149"/>
    <p:sldId id="642" r:id="rId150"/>
    <p:sldId id="468" r:id="rId151"/>
    <p:sldId id="643" r:id="rId152"/>
    <p:sldId id="627" r:id="rId153"/>
    <p:sldId id="644" r:id="rId154"/>
    <p:sldId id="638" r:id="rId155"/>
    <p:sldId id="645" r:id="rId156"/>
    <p:sldId id="567" r:id="rId157"/>
    <p:sldId id="568" r:id="rId158"/>
    <p:sldId id="820" r:id="rId159"/>
    <p:sldId id="822" r:id="rId160"/>
    <p:sldId id="821" r:id="rId161"/>
    <p:sldId id="823" r:id="rId162"/>
    <p:sldId id="516" r:id="rId163"/>
    <p:sldId id="853" r:id="rId164"/>
    <p:sldId id="495" r:id="rId165"/>
    <p:sldId id="579" r:id="rId166"/>
    <p:sldId id="600" r:id="rId167"/>
    <p:sldId id="848" r:id="rId168"/>
    <p:sldId id="602" r:id="rId169"/>
    <p:sldId id="849" r:id="rId170"/>
    <p:sldId id="603" r:id="rId171"/>
    <p:sldId id="850" r:id="rId172"/>
    <p:sldId id="873" r:id="rId173"/>
    <p:sldId id="572" r:id="rId174"/>
    <p:sldId id="573" r:id="rId175"/>
    <p:sldId id="574" r:id="rId176"/>
    <p:sldId id="420" r:id="rId177"/>
    <p:sldId id="862" r:id="rId178"/>
    <p:sldId id="861" r:id="rId179"/>
    <p:sldId id="864" r:id="rId180"/>
    <p:sldId id="575" r:id="rId181"/>
    <p:sldId id="576" r:id="rId182"/>
    <p:sldId id="502" r:id="rId183"/>
    <p:sldId id="504" r:id="rId184"/>
    <p:sldId id="870" r:id="rId185"/>
    <p:sldId id="871" r:id="rId186"/>
    <p:sldId id="503" r:id="rId187"/>
    <p:sldId id="816" r:id="rId188"/>
    <p:sldId id="847" r:id="rId189"/>
    <p:sldId id="817" r:id="rId190"/>
    <p:sldId id="868" r:id="rId191"/>
    <p:sldId id="818" r:id="rId192"/>
    <p:sldId id="869" r:id="rId193"/>
    <p:sldId id="824" r:id="rId194"/>
    <p:sldId id="846" r:id="rId195"/>
    <p:sldId id="577" r:id="rId196"/>
    <p:sldId id="578" r:id="rId197"/>
    <p:sldId id="814" r:id="rId198"/>
    <p:sldId id="872" r:id="rId199"/>
    <p:sldId id="843" r:id="rId200"/>
    <p:sldId id="815" r:id="rId201"/>
    <p:sldId id="844" r:id="rId202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296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notesMaster" Target="notesMasters/notesMaster1.xml"/><Relationship Id="rId208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del">
        <pc:chgData name="Al Friend" userId="e5ed79da-d858-46d4-9eed-a7a24903f2de" providerId="ADAL" clId="{2CC28D5A-E59E-4A37-B8C3-56A229B86017}" dt="2026-06-22T13:37:39.208" v="333" actId="2696"/>
        <pc:sldMkLst>
          <pc:docMk/>
          <pc:sldMk cId="2328477242" sldId="44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modAnim">
        <pc:chgData name="Al Friend" userId="e5ed79da-d858-46d4-9eed-a7a24903f2de" providerId="ADAL" clId="{6CF5D3DD-A8C4-4611-8099-4AEB2E976A2E}" dt="2026-05-15T15:19:29.846" v="222" actId="20577"/>
        <pc:sldMkLst>
          <pc:docMk/>
          <pc:sldMk cId="2487391323" sldId="870"/>
        </pc:sldMkLst>
        <pc:spChg chg="mod">
          <ac:chgData name="Al Friend" userId="e5ed79da-d858-46d4-9eed-a7a24903f2de" providerId="ADAL" clId="{6CF5D3DD-A8C4-4611-8099-4AEB2E976A2E}" dt="2026-05-15T15:19:29.846" v="222" actId="20577"/>
          <ac:spMkLst>
            <pc:docMk/>
            <pc:sldMk cId="2487391323" sldId="870"/>
            <ac:spMk id="3" creationId="{1A6495EE-46F0-44D2-95E6-E819F8E7FB70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</TotalTime>
  <Words>8122</Words>
  <Application>Microsoft Office PowerPoint</Application>
  <PresentationFormat>Widescreen</PresentationFormat>
  <Paragraphs>1873</Paragraphs>
  <Slides>201</Slides>
  <Notes>156</Notes>
  <HiddenSlides>88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201</vt:i4>
      </vt:variant>
    </vt:vector>
  </HeadingPairs>
  <TitlesOfParts>
    <vt:vector size="207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297</cp:revision>
  <cp:lastPrinted>2022-12-12T09:57:02Z</cp:lastPrinted>
  <dcterms:created xsi:type="dcterms:W3CDTF">2020-11-23T14:36:09Z</dcterms:created>
  <dcterms:modified xsi:type="dcterms:W3CDTF">2026-06-22T14:41:09Z</dcterms:modified>
</cp:coreProperties>
</file>