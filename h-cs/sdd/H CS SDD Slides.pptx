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1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7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8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2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612" r:id="rId25"/>
    <p:sldId id="614" r:id="rId26"/>
    <p:sldId id="874" r:id="rId27"/>
    <p:sldId id="875" r:id="rId28"/>
    <p:sldId id="854" r:id="rId29"/>
    <p:sldId id="859" r:id="rId30"/>
    <p:sldId id="857" r:id="rId31"/>
    <p:sldId id="858" r:id="rId32"/>
    <p:sldId id="505" r:id="rId33"/>
    <p:sldId id="624" r:id="rId34"/>
    <p:sldId id="472" r:id="rId35"/>
    <p:sldId id="471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3" r:id="rId103"/>
    <p:sldId id="444" r:id="rId104"/>
    <p:sldId id="836" r:id="rId105"/>
    <p:sldId id="453" r:id="rId106"/>
    <p:sldId id="454" r:id="rId107"/>
    <p:sldId id="837" r:id="rId108"/>
    <p:sldId id="445" r:id="rId109"/>
    <p:sldId id="456" r:id="rId110"/>
    <p:sldId id="556" r:id="rId111"/>
    <p:sldId id="457" r:id="rId112"/>
    <p:sldId id="557" r:id="rId113"/>
    <p:sldId id="446" r:id="rId114"/>
    <p:sldId id="380" r:id="rId115"/>
    <p:sldId id="838" r:id="rId116"/>
    <p:sldId id="561" r:id="rId117"/>
    <p:sldId id="438" r:id="rId118"/>
    <p:sldId id="827" r:id="rId119"/>
    <p:sldId id="550" r:id="rId120"/>
    <p:sldId id="828" r:id="rId121"/>
    <p:sldId id="442" r:id="rId122"/>
    <p:sldId id="625" r:id="rId123"/>
    <p:sldId id="630" r:id="rId124"/>
    <p:sldId id="631" r:id="rId125"/>
    <p:sldId id="552" r:id="rId126"/>
    <p:sldId id="841" r:id="rId127"/>
    <p:sldId id="610" r:id="rId128"/>
    <p:sldId id="626" r:id="rId129"/>
    <p:sldId id="628" r:id="rId130"/>
    <p:sldId id="629" r:id="rId131"/>
    <p:sldId id="840" r:id="rId132"/>
    <p:sldId id="842" r:id="rId133"/>
    <p:sldId id="554" r:id="rId134"/>
    <p:sldId id="839" r:id="rId135"/>
    <p:sldId id="559" r:id="rId136"/>
    <p:sldId id="560" r:id="rId137"/>
    <p:sldId id="458" r:id="rId138"/>
    <p:sldId id="460" r:id="rId139"/>
    <p:sldId id="461" r:id="rId140"/>
    <p:sldId id="465" r:id="rId141"/>
    <p:sldId id="462" r:id="rId142"/>
    <p:sldId id="646" r:id="rId143"/>
    <p:sldId id="636" r:id="rId144"/>
    <p:sldId id="640" r:id="rId145"/>
    <p:sldId id="463" r:id="rId146"/>
    <p:sldId id="641" r:id="rId147"/>
    <p:sldId id="639" r:id="rId148"/>
    <p:sldId id="642" r:id="rId149"/>
    <p:sldId id="468" r:id="rId150"/>
    <p:sldId id="643" r:id="rId151"/>
    <p:sldId id="627" r:id="rId152"/>
    <p:sldId id="644" r:id="rId153"/>
    <p:sldId id="638" r:id="rId154"/>
    <p:sldId id="645" r:id="rId155"/>
    <p:sldId id="567" r:id="rId156"/>
    <p:sldId id="568" r:id="rId157"/>
    <p:sldId id="820" r:id="rId158"/>
    <p:sldId id="822" r:id="rId159"/>
    <p:sldId id="821" r:id="rId160"/>
    <p:sldId id="823" r:id="rId161"/>
    <p:sldId id="516" r:id="rId162"/>
    <p:sldId id="853" r:id="rId163"/>
    <p:sldId id="495" r:id="rId164"/>
    <p:sldId id="579" r:id="rId165"/>
    <p:sldId id="600" r:id="rId166"/>
    <p:sldId id="848" r:id="rId167"/>
    <p:sldId id="602" r:id="rId168"/>
    <p:sldId id="849" r:id="rId169"/>
    <p:sldId id="603" r:id="rId170"/>
    <p:sldId id="850" r:id="rId171"/>
    <p:sldId id="873" r:id="rId172"/>
    <p:sldId id="572" r:id="rId173"/>
    <p:sldId id="573" r:id="rId174"/>
    <p:sldId id="574" r:id="rId175"/>
    <p:sldId id="420" r:id="rId176"/>
    <p:sldId id="862" r:id="rId177"/>
    <p:sldId id="861" r:id="rId178"/>
    <p:sldId id="864" r:id="rId179"/>
    <p:sldId id="575" r:id="rId180"/>
    <p:sldId id="576" r:id="rId181"/>
    <p:sldId id="502" r:id="rId182"/>
    <p:sldId id="504" r:id="rId183"/>
    <p:sldId id="870" r:id="rId184"/>
    <p:sldId id="871" r:id="rId185"/>
    <p:sldId id="503" r:id="rId186"/>
    <p:sldId id="816" r:id="rId187"/>
    <p:sldId id="847" r:id="rId188"/>
    <p:sldId id="817" r:id="rId189"/>
    <p:sldId id="868" r:id="rId190"/>
    <p:sldId id="818" r:id="rId191"/>
    <p:sldId id="869" r:id="rId192"/>
    <p:sldId id="824" r:id="rId193"/>
    <p:sldId id="846" r:id="rId194"/>
    <p:sldId id="577" r:id="rId195"/>
    <p:sldId id="578" r:id="rId196"/>
    <p:sldId id="814" r:id="rId197"/>
    <p:sldId id="872" r:id="rId198"/>
    <p:sldId id="843" r:id="rId199"/>
    <p:sldId id="815" r:id="rId200"/>
    <p:sldId id="844" r:id="rId201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74"/>
            <p14:sldId id="875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296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theme" Target="theme/theme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tableStyles" Target="tableStyle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microsoft.com/office/2016/11/relationships/changesInfo" Target="changesInfos/changesInfo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204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notesMaster" Target="notesMasters/notesMaster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addSld modSld sldOrd modSection">
      <pc:chgData name="Al Friend" userId="e5ed79da-d858-46d4-9eed-a7a24903f2de" providerId="ADAL" clId="{2CC28D5A-E59E-4A37-B8C3-56A229B86017}" dt="2026-06-09T09:55:08.365" v="257"/>
      <pc:docMkLst>
        <pc:docMk/>
      </pc:docMkLst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742260229" sldId="358"/>
        </pc:sldMkLst>
      </pc:sldChg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531375146" sldId="480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438886444" sldId="481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962929106" sldId="482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765643102" sldId="48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478737394" sldId="484"/>
        </pc:sldMkLst>
      </pc:sldChg>
      <pc:sldChg chg="ord modNotesTx">
        <pc:chgData name="Al Friend" userId="e5ed79da-d858-46d4-9eed-a7a24903f2de" providerId="ADAL" clId="{2CC28D5A-E59E-4A37-B8C3-56A229B86017}" dt="2026-06-08T12:49:19.853" v="104"/>
        <pc:sldMkLst>
          <pc:docMk/>
          <pc:sldMk cId="1236895042" sldId="485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393096936" sldId="487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93232831" sldId="48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30059406" sldId="489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56505236" sldId="492"/>
        </pc:sldMkLst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addSp modSp ord modAnim">
        <pc:chgData name="Al Friend" userId="e5ed79da-d858-46d4-9eed-a7a24903f2de" providerId="ADAL" clId="{2CC28D5A-E59E-4A37-B8C3-56A229B86017}" dt="2026-06-08T12:49:19.853" v="104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">
        <pc:chgData name="Al Friend" userId="e5ed79da-d858-46d4-9eed-a7a24903f2de" providerId="ADAL" clId="{2CC28D5A-E59E-4A37-B8C3-56A229B86017}" dt="2026-06-02T10:08:22.668" v="16" actId="14100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15698625" sldId="623"/>
        </pc:sldMkLst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 modAnim">
        <pc:chgData name="Al Friend" userId="e5ed79da-d858-46d4-9eed-a7a24903f2de" providerId="ADAL" clId="{2CC28D5A-E59E-4A37-B8C3-56A229B86017}" dt="2026-06-09T09:34:31.292" v="244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9T09:34:13.582" v="243" actId="1076"/>
          <ac:spMkLst>
            <pc:docMk/>
            <pc:sldMk cId="3771078146" sldId="825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4:08.615" v="242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">
        <pc:chgData name="Al Friend" userId="e5ed79da-d858-46d4-9eed-a7a24903f2de" providerId="ADAL" clId="{2CC28D5A-E59E-4A37-B8C3-56A229B86017}" dt="2026-06-08T09:46:40.153" v="102" actId="20577"/>
        <pc:sldMkLst>
          <pc:docMk/>
          <pc:sldMk cId="897348652" sldId="826"/>
        </pc:sldMkLst>
        <pc:spChg chg="mod">
          <ac:chgData name="Al Friend" userId="e5ed79da-d858-46d4-9eed-a7a24903f2de" providerId="ADAL" clId="{2CC28D5A-E59E-4A37-B8C3-56A229B86017}" dt="2026-06-08T09:46:40.153" v="102" actId="20577"/>
          <ac:spMkLst>
            <pc:docMk/>
            <pc:sldMk cId="897348652" sldId="826"/>
            <ac:spMk id="2" creationId="{093847A0-4195-2FEB-C9F8-78695EA96406}"/>
          </ac:spMkLst>
        </pc:spChg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  <pc:sldChg chg="modSp modAnim">
        <pc:chgData name="Al Friend" userId="e5ed79da-d858-46d4-9eed-a7a24903f2de" providerId="ADAL" clId="{2CC28D5A-E59E-4A37-B8C3-56A229B86017}" dt="2026-06-08T09:46:05.165" v="95" actId="12788"/>
        <pc:sldMkLst>
          <pc:docMk/>
          <pc:sldMk cId="203769547" sldId="874"/>
        </pc:sldMkLst>
        <pc:spChg chg="mod">
          <ac:chgData name="Al Friend" userId="e5ed79da-d858-46d4-9eed-a7a24903f2de" providerId="ADAL" clId="{2CC28D5A-E59E-4A37-B8C3-56A229B86017}" dt="2026-06-08T09:46:05.165" v="95" actId="12788"/>
          <ac:spMkLst>
            <pc:docMk/>
            <pc:sldMk cId="203769547" sldId="874"/>
            <ac:spMk id="9" creationId="{46EF930E-E89D-3665-7E38-F8CCE36F1868}"/>
          </ac:spMkLst>
        </pc:spChg>
        <pc:spChg chg="mod">
          <ac:chgData name="Al Friend" userId="e5ed79da-d858-46d4-9eed-a7a24903f2de" providerId="ADAL" clId="{2CC28D5A-E59E-4A37-B8C3-56A229B86017}" dt="2026-06-08T09:45:39.241" v="91"/>
          <ac:spMkLst>
            <pc:docMk/>
            <pc:sldMk cId="203769547" sldId="874"/>
            <ac:spMk id="12" creationId="{57AE5C30-DD9E-6A59-4D4E-D5F2862767D5}"/>
          </ac:spMkLst>
        </pc:spChg>
      </pc:sldChg>
      <pc:sldChg chg="modSp">
        <pc:chgData name="Al Friend" userId="e5ed79da-d858-46d4-9eed-a7a24903f2de" providerId="ADAL" clId="{2CC28D5A-E59E-4A37-B8C3-56A229B86017}" dt="2026-06-08T09:46:17.121" v="97" actId="20577"/>
        <pc:sldMkLst>
          <pc:docMk/>
          <pc:sldMk cId="4091467611" sldId="875"/>
        </pc:sldMkLst>
        <pc:spChg chg="mod">
          <ac:chgData name="Al Friend" userId="e5ed79da-d858-46d4-9eed-a7a24903f2de" providerId="ADAL" clId="{2CC28D5A-E59E-4A37-B8C3-56A229B86017}" dt="2026-06-08T09:46:17.121" v="97" actId="20577"/>
          <ac:spMkLst>
            <pc:docMk/>
            <pc:sldMk cId="4091467611" sldId="875"/>
            <ac:spMk id="12" creationId="{A061683F-9967-821B-F4E4-20D59D6CF14E}"/>
          </ac:spMkLst>
        </pc:spChg>
      </pc:sldChg>
      <pc:sldChg chg="addSp delSp modSp delAnim modAnim">
        <pc:chgData name="Al Friend" userId="e5ed79da-d858-46d4-9eed-a7a24903f2de" providerId="ADAL" clId="{2CC28D5A-E59E-4A37-B8C3-56A229B86017}" dt="2026-06-09T09:36:06.758" v="252"/>
        <pc:sldMkLst>
          <pc:docMk/>
          <pc:sldMk cId="1664508076" sldId="876"/>
        </pc:sldMkLst>
        <pc:spChg chg="mod">
          <ac:chgData name="Al Friend" userId="e5ed79da-d858-46d4-9eed-a7a24903f2de" providerId="ADAL" clId="{2CC28D5A-E59E-4A37-B8C3-56A229B86017}" dt="2026-06-09T09:05:36.716" v="133" actId="20577"/>
          <ac:spMkLst>
            <pc:docMk/>
            <pc:sldMk cId="1664508076" sldId="876"/>
            <ac:spMk id="2" creationId="{B557248E-DB05-24FC-B97C-6526C8C2E81E}"/>
          </ac:spMkLst>
        </pc:spChg>
        <pc:spChg chg="del">
          <ac:chgData name="Al Friend" userId="e5ed79da-d858-46d4-9eed-a7a24903f2de" providerId="ADAL" clId="{2CC28D5A-E59E-4A37-B8C3-56A229B86017}" dt="2026-06-09T09:05:25.807" v="105" actId="478"/>
          <ac:spMkLst>
            <pc:docMk/>
            <pc:sldMk cId="1664508076" sldId="876"/>
            <ac:spMk id="3" creationId="{03B565D8-44FB-BE1C-9CC0-E77B4AC0F490}"/>
          </ac:spMkLst>
        </pc:spChg>
        <pc:spChg chg="add del mod">
          <ac:chgData name="Al Friend" userId="e5ed79da-d858-46d4-9eed-a7a24903f2de" providerId="ADAL" clId="{2CC28D5A-E59E-4A37-B8C3-56A229B86017}" dt="2026-06-09T09:28:59.216" v="192" actId="478"/>
          <ac:spMkLst>
            <pc:docMk/>
            <pc:sldMk cId="1664508076" sldId="876"/>
            <ac:spMk id="4" creationId="{C3527E78-DA2C-4CC0-902F-76D85C66101A}"/>
          </ac:spMkLst>
        </pc:spChg>
        <pc:spChg chg="add del mod">
          <ac:chgData name="Al Friend" userId="e5ed79da-d858-46d4-9eed-a7a24903f2de" providerId="ADAL" clId="{2CC28D5A-E59E-4A37-B8C3-56A229B86017}" dt="2026-06-09T09:29:13.498" v="194" actId="478"/>
          <ac:spMkLst>
            <pc:docMk/>
            <pc:sldMk cId="1664508076" sldId="876"/>
            <ac:spMk id="5" creationId="{B6188183-69F0-45A9-A48B-AB34066705EC}"/>
          </ac:spMkLst>
        </pc:spChg>
        <pc:spChg chg="add del mod">
          <ac:chgData name="Al Friend" userId="e5ed79da-d858-46d4-9eed-a7a24903f2de" providerId="ADAL" clId="{2CC28D5A-E59E-4A37-B8C3-56A229B86017}" dt="2026-06-09T09:29:35.783" v="196" actId="478"/>
          <ac:spMkLst>
            <pc:docMk/>
            <pc:sldMk cId="1664508076" sldId="876"/>
            <ac:spMk id="6" creationId="{1EB1226A-DB9E-4F7D-BEC8-BC3A2ACF6EEC}"/>
          </ac:spMkLst>
        </pc:spChg>
        <pc:spChg chg="add mod">
          <ac:chgData name="Al Friend" userId="e5ed79da-d858-46d4-9eed-a7a24903f2de" providerId="ADAL" clId="{2CC28D5A-E59E-4A37-B8C3-56A229B86017}" dt="2026-06-09T09:30:22.681" v="203" actId="692"/>
          <ac:spMkLst>
            <pc:docMk/>
            <pc:sldMk cId="1664508076" sldId="876"/>
            <ac:spMk id="7" creationId="{C7AEA17A-938A-47A0-A012-20A384BC806F}"/>
          </ac:spMkLst>
        </pc:spChg>
        <pc:spChg chg="del mod">
          <ac:chgData name="Al Friend" userId="e5ed79da-d858-46d4-9eed-a7a24903f2de" providerId="ADAL" clId="{2CC28D5A-E59E-4A37-B8C3-56A229B86017}" dt="2026-06-09T09:31:16.209" v="204" actId="478"/>
          <ac:spMkLst>
            <pc:docMk/>
            <pc:sldMk cId="1664508076" sldId="876"/>
            <ac:spMk id="8" creationId="{7536217B-CB3B-A512-2037-FF6D8B85D2F5}"/>
          </ac:spMkLst>
        </pc:spChg>
        <pc:spChg chg="del">
          <ac:chgData name="Al Friend" userId="e5ed79da-d858-46d4-9eed-a7a24903f2de" providerId="ADAL" clId="{2CC28D5A-E59E-4A37-B8C3-56A229B86017}" dt="2026-06-09T09:31:17.740" v="205" actId="478"/>
          <ac:spMkLst>
            <pc:docMk/>
            <pc:sldMk cId="1664508076" sldId="876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9T09:35:18.330" v="246" actId="14100"/>
          <ac:spMkLst>
            <pc:docMk/>
            <pc:sldMk cId="1664508076" sldId="876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2:32.202" v="218" actId="20577"/>
          <ac:spMkLst>
            <pc:docMk/>
            <pc:sldMk cId="1664508076" sldId="876"/>
            <ac:spMk id="12" creationId="{4B10774B-6198-A85E-9F95-72368FCD20DE}"/>
          </ac:spMkLst>
        </pc:spChg>
      </pc:sldChg>
      <pc:sldChg chg="delSp add modTransition delAnim modAnim modNotesTx">
        <pc:chgData name="Al Friend" userId="e5ed79da-d858-46d4-9eed-a7a24903f2de" providerId="ADAL" clId="{2CC28D5A-E59E-4A37-B8C3-56A229B86017}" dt="2026-06-09T09:55:08.365" v="257"/>
        <pc:sldMkLst>
          <pc:docMk/>
          <pc:sldMk cId="2912825416" sldId="877"/>
        </pc:sldMkLst>
        <pc:spChg chg="del">
          <ac:chgData name="Al Friend" userId="e5ed79da-d858-46d4-9eed-a7a24903f2de" providerId="ADAL" clId="{2CC28D5A-E59E-4A37-B8C3-56A229B86017}" dt="2026-06-09T09:54:53.433" v="255" actId="478"/>
          <ac:spMkLst>
            <pc:docMk/>
            <pc:sldMk cId="2912825416" sldId="877"/>
            <ac:spMk id="7" creationId="{C7AEA17A-938A-47A0-A012-20A384BC806F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 modSection">
      <pc:chgData name="Al Friend" userId="e5ed79da-d858-46d4-9eed-a7a24903f2de" providerId="ADAL" clId="{6CF5D3DD-A8C4-4611-8099-4AEB2E976A2E}" dt="2026-06-07T18:14:46.212" v="716" actId="478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addSp modSp mod modAnim modNotesTx">
        <pc:chgData name="Al Friend" userId="e5ed79da-d858-46d4-9eed-a7a24903f2de" providerId="ADAL" clId="{6CF5D3DD-A8C4-4611-8099-4AEB2E976A2E}" dt="2026-06-07T17:39:54.065" v="62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7:39:39.305" v="624" actId="14100"/>
          <ac:spMkLst>
            <pc:docMk/>
            <pc:sldMk cId="1725766388" sldId="612"/>
            <ac:spMk id="3" creationId="{0E9DF95E-E94E-519C-BC97-FD68043A93A6}"/>
          </ac:spMkLst>
        </pc:spChg>
        <pc:spChg chg="add mod">
          <ac:chgData name="Al Friend" userId="e5ed79da-d858-46d4-9eed-a7a24903f2de" providerId="ADAL" clId="{6CF5D3DD-A8C4-4611-8099-4AEB2E976A2E}" dt="2026-06-07T17:39:54.065" v="628" actId="14100"/>
          <ac:spMkLst>
            <pc:docMk/>
            <pc:sldMk cId="1725766388" sldId="612"/>
            <ac:spMk id="4" creationId="{FE8AB782-1C09-1F87-DFCF-ACA0D0F12B4B}"/>
          </ac:spMkLst>
        </pc:spChg>
        <pc:spChg chg="mod">
          <ac:chgData name="Al Friend" userId="e5ed79da-d858-46d4-9eed-a7a24903f2de" providerId="ADAL" clId="{6CF5D3DD-A8C4-4611-8099-4AEB2E976A2E}" dt="2026-06-07T15:48:53.032" v="367" actId="108"/>
          <ac:spMkLst>
            <pc:docMk/>
            <pc:sldMk cId="1725766388" sldId="612"/>
            <ac:spMk id="9" creationId="{CE53807C-0EE1-242A-430E-565F7F51A109}"/>
          </ac:spMkLst>
        </pc:spChg>
        <pc:spChg chg="mod">
          <ac:chgData name="Al Friend" userId="e5ed79da-d858-46d4-9eed-a7a24903f2de" providerId="ADAL" clId="{6CF5D3DD-A8C4-4611-8099-4AEB2E976A2E}" dt="2026-06-07T15:48:19.843" v="365" actId="20577"/>
          <ac:spMkLst>
            <pc:docMk/>
            <pc:sldMk cId="1725766388" sldId="612"/>
            <ac:spMk id="12" creationId="{68B16E17-198B-4874-BC66-EBC5F39A6145}"/>
          </ac:spMkLst>
        </pc:spChg>
      </pc:sldChg>
      <pc:sldChg chg="modSp mod">
        <pc:chgData name="Al Friend" userId="e5ed79da-d858-46d4-9eed-a7a24903f2de" providerId="ADAL" clId="{6CF5D3DD-A8C4-4611-8099-4AEB2E976A2E}" dt="2026-06-07T15:48:09.603" v="364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5:48:09.603" v="364" actId="20577"/>
          <ac:spMkLst>
            <pc:docMk/>
            <pc:sldMk cId="2456140403" sldId="614"/>
            <ac:spMk id="12" creationId="{68B16E17-198B-4874-BC66-EBC5F39A6145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7T15:53:53.878" v="480" actId="1038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7T15:53:43.111" v="475" actId="1037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7T15:53:53.878" v="480" actId="1038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modAnim">
        <pc:chgData name="Al Friend" userId="e5ed79da-d858-46d4-9eed-a7a24903f2de" providerId="ADAL" clId="{6CF5D3DD-A8C4-4611-8099-4AEB2E976A2E}" dt="2026-05-15T15:19:29.846" v="222" actId="20577"/>
        <pc:sldMkLst>
          <pc:docMk/>
          <pc:sldMk cId="2487391323" sldId="870"/>
        </pc:sldMkLst>
        <pc:spChg chg="mod">
          <ac:chgData name="Al Friend" userId="e5ed79da-d858-46d4-9eed-a7a24903f2de" providerId="ADAL" clId="{6CF5D3DD-A8C4-4611-8099-4AEB2E976A2E}" dt="2026-05-15T15:19:29.846" v="222" actId="20577"/>
          <ac:spMkLst>
            <pc:docMk/>
            <pc:sldMk cId="2487391323" sldId="870"/>
            <ac:spMk id="3" creationId="{1A6495EE-46F0-44D2-95E6-E819F8E7FB70}"/>
          </ac:spMkLst>
        </pc:spChg>
      </pc:sldChg>
      <pc:sldChg chg="modSp add mod modAnim">
        <pc:chgData name="Al Friend" userId="e5ed79da-d858-46d4-9eed-a7a24903f2de" providerId="ADAL" clId="{6CF5D3DD-A8C4-4611-8099-4AEB2E976A2E}" dt="2026-06-07T17:53:36.844" v="711"/>
        <pc:sldMkLst>
          <pc:docMk/>
          <pc:sldMk cId="203769547" sldId="874"/>
        </pc:sldMkLst>
        <pc:spChg chg="mod">
          <ac:chgData name="Al Friend" userId="e5ed79da-d858-46d4-9eed-a7a24903f2de" providerId="ADAL" clId="{6CF5D3DD-A8C4-4611-8099-4AEB2E976A2E}" dt="2026-06-07T15:50:00.407" v="380" actId="20577"/>
          <ac:spMkLst>
            <pc:docMk/>
            <pc:sldMk cId="203769547" sldId="874"/>
            <ac:spMk id="2" creationId="{00BAE369-1D9E-D5DD-C32C-F4BA12F900F2}"/>
          </ac:spMkLst>
        </pc:spChg>
        <pc:spChg chg="mod">
          <ac:chgData name="Al Friend" userId="e5ed79da-d858-46d4-9eed-a7a24903f2de" providerId="ADAL" clId="{6CF5D3DD-A8C4-4611-8099-4AEB2E976A2E}" dt="2026-06-07T17:37:40.322" v="607" actId="692"/>
          <ac:spMkLst>
            <pc:docMk/>
            <pc:sldMk cId="203769547" sldId="874"/>
            <ac:spMk id="3" creationId="{257D759C-897A-47A7-F507-12879F474107}"/>
          </ac:spMkLst>
        </pc:spChg>
        <pc:spChg chg="mod">
          <ac:chgData name="Al Friend" userId="e5ed79da-d858-46d4-9eed-a7a24903f2de" providerId="ADAL" clId="{6CF5D3DD-A8C4-4611-8099-4AEB2E976A2E}" dt="2026-06-07T17:53:36.844" v="711"/>
          <ac:spMkLst>
            <pc:docMk/>
            <pc:sldMk cId="203769547" sldId="874"/>
            <ac:spMk id="12" creationId="{57AE5C30-DD9E-6A59-4D4E-D5F2862767D5}"/>
          </ac:spMkLst>
        </pc:spChg>
      </pc:sldChg>
      <pc:sldChg chg="delSp add mod modAnim modShow modNotesTx">
        <pc:chgData name="Al Friend" userId="e5ed79da-d858-46d4-9eed-a7a24903f2de" providerId="ADAL" clId="{6CF5D3DD-A8C4-4611-8099-4AEB2E976A2E}" dt="2026-06-07T18:14:46.212" v="716" actId="478"/>
        <pc:sldMkLst>
          <pc:docMk/>
          <pc:sldMk cId="4091467611" sldId="875"/>
        </pc:sldMkLst>
        <pc:spChg chg="del">
          <ac:chgData name="Al Friend" userId="e5ed79da-d858-46d4-9eed-a7a24903f2de" providerId="ADAL" clId="{6CF5D3DD-A8C4-4611-8099-4AEB2E976A2E}" dt="2026-06-07T18:14:46.212" v="716" actId="478"/>
          <ac:spMkLst>
            <pc:docMk/>
            <pc:sldMk cId="4091467611" sldId="875"/>
            <ac:spMk id="3" creationId="{46E7C72C-B461-794F-0821-8F345EEDFA2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8131912" y="2611037"/>
            <a:ext cx="2783738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37306"/>
              <a:gd name="adj6" fmla="val -315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type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7AEA17A-938A-47A0-A012-20A384BC806F}"/>
              </a:ext>
            </a:extLst>
          </p:cNvPr>
          <p:cNvSpPr/>
          <p:nvPr/>
        </p:nvSpPr>
        <p:spPr>
          <a:xfrm>
            <a:off x="6652260" y="2205990"/>
            <a:ext cx="4812772" cy="2288249"/>
          </a:xfrm>
          <a:custGeom>
            <a:avLst/>
            <a:gdLst>
              <a:gd name="connsiteX0" fmla="*/ 3829050 w 4812772"/>
              <a:gd name="connsiteY0" fmla="*/ 0 h 2288249"/>
              <a:gd name="connsiteX1" fmla="*/ 4537710 w 4812772"/>
              <a:gd name="connsiteY1" fmla="*/ 194310 h 2288249"/>
              <a:gd name="connsiteX2" fmla="*/ 4812030 w 4812772"/>
              <a:gd name="connsiteY2" fmla="*/ 971550 h 2288249"/>
              <a:gd name="connsiteX3" fmla="*/ 4469130 w 4812772"/>
              <a:gd name="connsiteY3" fmla="*/ 1943100 h 2288249"/>
              <a:gd name="connsiteX4" fmla="*/ 2354580 w 4812772"/>
              <a:gd name="connsiteY4" fmla="*/ 2286000 h 2288249"/>
              <a:gd name="connsiteX5" fmla="*/ 834390 w 4812772"/>
              <a:gd name="connsiteY5" fmla="*/ 2068830 h 2288249"/>
              <a:gd name="connsiteX6" fmla="*/ 274320 w 4812772"/>
              <a:gd name="connsiteY6" fmla="*/ 1634490 h 2288249"/>
              <a:gd name="connsiteX7" fmla="*/ 0 w 4812772"/>
              <a:gd name="connsiteY7" fmla="*/ 1280160 h 2288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12772" h="2288249">
                <a:moveTo>
                  <a:pt x="3829050" y="0"/>
                </a:moveTo>
                <a:cubicBezTo>
                  <a:pt x="4101465" y="16192"/>
                  <a:pt x="4373880" y="32385"/>
                  <a:pt x="4537710" y="194310"/>
                </a:cubicBezTo>
                <a:cubicBezTo>
                  <a:pt x="4701540" y="356235"/>
                  <a:pt x="4823460" y="680085"/>
                  <a:pt x="4812030" y="971550"/>
                </a:cubicBezTo>
                <a:cubicBezTo>
                  <a:pt x="4800600" y="1263015"/>
                  <a:pt x="4878705" y="1724025"/>
                  <a:pt x="4469130" y="1943100"/>
                </a:cubicBezTo>
                <a:cubicBezTo>
                  <a:pt x="4059555" y="2162175"/>
                  <a:pt x="2960370" y="2265045"/>
                  <a:pt x="2354580" y="2286000"/>
                </a:cubicBezTo>
                <a:cubicBezTo>
                  <a:pt x="1748790" y="2306955"/>
                  <a:pt x="1181100" y="2177415"/>
                  <a:pt x="834390" y="2068830"/>
                </a:cubicBezTo>
                <a:cubicBezTo>
                  <a:pt x="487680" y="1960245"/>
                  <a:pt x="413385" y="1765935"/>
                  <a:pt x="274320" y="1634490"/>
                </a:cubicBezTo>
                <a:cubicBezTo>
                  <a:pt x="135255" y="1503045"/>
                  <a:pt x="67627" y="1391602"/>
                  <a:pt x="0" y="1280160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8131912" y="2611037"/>
            <a:ext cx="2783738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37306"/>
              <a:gd name="adj6" fmla="val -315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type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</TotalTime>
  <Words>8034</Words>
  <Application>Microsoft Office PowerPoint</Application>
  <PresentationFormat>Widescreen</PresentationFormat>
  <Paragraphs>1864</Paragraphs>
  <Slides>200</Slides>
  <Notes>155</Notes>
  <HiddenSlides>87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200</vt:i4>
      </vt:variant>
    </vt:vector>
  </HeadingPairs>
  <TitlesOfParts>
    <vt:vector size="206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Docstrings</vt:lpstr>
      <vt:lpstr>Docstrings</vt:lpstr>
      <vt:lpstr>Docstrings - Multiline</vt:lpstr>
      <vt:lpstr>Docstrings - Multiline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296</cp:revision>
  <cp:lastPrinted>2022-12-12T09:57:02Z</cp:lastPrinted>
  <dcterms:created xsi:type="dcterms:W3CDTF">2020-11-23T14:36:09Z</dcterms:created>
  <dcterms:modified xsi:type="dcterms:W3CDTF">2026-06-09T10:29:36Z</dcterms:modified>
</cp:coreProperties>
</file>