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31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6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610" r:id="rId128"/>
    <p:sldId id="626" r:id="rId129"/>
    <p:sldId id="628" r:id="rId130"/>
    <p:sldId id="629" r:id="rId131"/>
    <p:sldId id="559" r:id="rId132"/>
    <p:sldId id="560" r:id="rId133"/>
    <p:sldId id="552" r:id="rId134"/>
    <p:sldId id="841" r:id="rId135"/>
    <p:sldId id="840" r:id="rId136"/>
    <p:sldId id="842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54" r:id="rId156"/>
    <p:sldId id="839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881" r:id="rId175"/>
    <p:sldId id="572" r:id="rId176"/>
    <p:sldId id="573" r:id="rId177"/>
    <p:sldId id="574" r:id="rId178"/>
    <p:sldId id="420" r:id="rId179"/>
    <p:sldId id="862" r:id="rId180"/>
    <p:sldId id="861" r:id="rId181"/>
    <p:sldId id="864" r:id="rId182"/>
    <p:sldId id="575" r:id="rId183"/>
    <p:sldId id="576" r:id="rId184"/>
    <p:sldId id="502" r:id="rId185"/>
    <p:sldId id="504" r:id="rId186"/>
    <p:sldId id="870" r:id="rId187"/>
    <p:sldId id="871" r:id="rId188"/>
    <p:sldId id="503" r:id="rId189"/>
    <p:sldId id="816" r:id="rId190"/>
    <p:sldId id="847" r:id="rId191"/>
    <p:sldId id="817" r:id="rId192"/>
    <p:sldId id="868" r:id="rId193"/>
    <p:sldId id="818" r:id="rId194"/>
    <p:sldId id="869" r:id="rId195"/>
    <p:sldId id="824" r:id="rId196"/>
    <p:sldId id="846" r:id="rId197"/>
    <p:sldId id="577" r:id="rId198"/>
    <p:sldId id="578" r:id="rId199"/>
    <p:sldId id="814" r:id="rId200"/>
    <p:sldId id="882" r:id="rId201"/>
    <p:sldId id="872" r:id="rId202"/>
    <p:sldId id="843" r:id="rId203"/>
    <p:sldId id="815" r:id="rId204"/>
    <p:sldId id="844" r:id="rId205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</p14:sldIdLst>
        </p14:section>
        <p14:section name="strip() method" id="{7D19C5E7-FE7B-473C-8FFC-74BCB6AC1A1D}">
          <p14:sldIdLst>
            <p14:sldId id="442"/>
            <p14:sldId id="625"/>
            <p14:sldId id="630"/>
            <p14:sldId id="631"/>
          </p14:sldIdLst>
        </p14:section>
        <p14:section name="split() method" id="{C607EDD3-B8FA-497D-9B5E-A329AE1F92C7}">
          <p14:sldIdLst>
            <p14:sldId id="610"/>
            <p14:sldId id="626"/>
            <p14:sldId id="628"/>
            <p14:sldId id="629"/>
          </p14:sldIdLst>
        </p14:section>
        <p14:section name="Reading paralle arrays" id="{6159BFAF-42CF-4E7B-BCC4-375369AAA1B7}">
          <p14:sldIdLst>
            <p14:sldId id="559"/>
            <p14:sldId id="560"/>
            <p14:sldId id="552"/>
            <p14:sldId id="841"/>
            <p14:sldId id="840"/>
            <p14:sldId id="842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</p14:sldIdLst>
        </p14:section>
        <p14:section name="Array of records" id="{B8E57B2B-BCE4-425F-A6CE-460073C2E56B}">
          <p14:sldIdLst>
            <p14:sldId id="627"/>
            <p14:sldId id="644"/>
            <p14:sldId id="638"/>
            <p14:sldId id="645"/>
          </p14:sldIdLst>
        </p14:section>
        <p14:section name="Unknown file length" id="{7B7B6852-9426-4EA1-9189-00FA8A011E39}">
          <p14:sldIdLst>
            <p14:sldId id="554"/>
            <p14:sldId id="839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  <p14:sldId id="881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</p14:sldIdLst>
        </p14:section>
        <p14:section name="Refinements" id="{7B2FDA0D-B0C3-42E4-9B46-03E1ED044A70}">
          <p14:sldIdLst>
            <p14:sldId id="575"/>
          </p14:sldIdLst>
        </p14:section>
        <p14:section name="User interface" id="{B545EC0C-55E9-472B-B3C6-D29990B9BBB9}">
          <p14:sldIdLst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82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296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68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presProps" Target="pres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theme" Target="theme/theme1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tableStyles" Target="tableStyle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microsoft.com/office/2016/11/relationships/changesInfo" Target="changesInfos/changesInfo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</pc:docChgLst>
  <pc:docChgLst>
    <pc:chgData name="Al Friend" userId="e5ed79da-d858-46d4-9eed-a7a24903f2de" providerId="ADAL" clId="{6CF5D3DD-A8C4-4611-8099-4AEB2E976A2E}"/>
  </pc:docChgLst>
  <pc:docChgLst>
    <pc:chgData name="Al Friend" userId="e5ed79da-d858-46d4-9eed-a7a24903f2de" providerId="ADAL" clId="{0E1AE490-4385-420A-8F3B-5C4325E85BD3}"/>
    <pc:docChg chg="undo custSel addSld modSld sldOrd delSection modSection">
      <pc:chgData name="Al Friend" userId="e5ed79da-d858-46d4-9eed-a7a24903f2de" providerId="ADAL" clId="{0E1AE490-4385-420A-8F3B-5C4325E85BD3}" dt="2026-09-30T10:58:24.504" v="611" actId="20577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0T10:05:37.970" v="214" actId="122"/>
        <pc:sldMkLst>
          <pc:docMk/>
          <pc:sldMk cId="370988439" sldId="456"/>
        </pc:sldMkLst>
        <pc:spChg chg="mod">
          <ac:chgData name="Al Friend" userId="e5ed79da-d858-46d4-9eed-a7a24903f2de" providerId="ADAL" clId="{0E1AE490-4385-420A-8F3B-5C4325E85BD3}" dt="2026-08-20T10:04:43.574" v="148" actId="20577"/>
          <ac:spMkLst>
            <pc:docMk/>
            <pc:sldMk cId="370988439" sldId="456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20T10:05:37.970" v="214" actId="122"/>
          <ac:spMkLst>
            <pc:docMk/>
            <pc:sldMk cId="370988439" sldId="456"/>
            <ac:spMk id="10" creationId="{A377BF64-05A1-4714-A93C-E7E6D9BBDA17}"/>
          </ac:spMkLst>
        </pc:spChg>
      </pc:sldChg>
      <pc:sldChg chg="addSp modSp modAnim">
        <pc:chgData name="Al Friend" userId="e5ed79da-d858-46d4-9eed-a7a24903f2de" providerId="ADAL" clId="{0E1AE490-4385-420A-8F3B-5C4325E85BD3}" dt="2026-08-20T10:06:16.582" v="215"/>
        <pc:sldMkLst>
          <pc:docMk/>
          <pc:sldMk cId="2802556139" sldId="457"/>
        </pc:sldMkLst>
        <pc:spChg chg="mod">
          <ac:chgData name="Al Friend" userId="e5ed79da-d858-46d4-9eed-a7a24903f2de" providerId="ADAL" clId="{0E1AE490-4385-420A-8F3B-5C4325E85BD3}" dt="2026-08-20T10:04:52.326" v="164" actId="20577"/>
          <ac:spMkLst>
            <pc:docMk/>
            <pc:sldMk cId="2802556139" sldId="457"/>
            <ac:spMk id="4" creationId="{00000000-0000-0000-0000-000000000000}"/>
          </ac:spMkLst>
        </pc:spChg>
        <pc:spChg chg="add mod">
          <ac:chgData name="Al Friend" userId="e5ed79da-d858-46d4-9eed-a7a24903f2de" providerId="ADAL" clId="{0E1AE490-4385-420A-8F3B-5C4325E85BD3}" dt="2026-08-20T10:05:33.546" v="213" actId="122"/>
          <ac:spMkLst>
            <pc:docMk/>
            <pc:sldMk cId="2802556139" sldId="457"/>
            <ac:spMk id="7" creationId="{AA62AB78-4731-491C-A725-B8876DBFBBAF}"/>
          </ac:spMkLst>
        </pc:spChg>
      </pc:sldChg>
      <pc:sldChg chg="addSp delSp modAnim">
        <pc:chgData name="Al Friend" userId="e5ed79da-d858-46d4-9eed-a7a24903f2de" providerId="ADAL" clId="{0E1AE490-4385-420A-8F3B-5C4325E85BD3}" dt="2026-09-01T10:17:21.964" v="334"/>
        <pc:sldMkLst>
          <pc:docMk/>
          <pc:sldMk cId="813533798" sldId="463"/>
        </pc:sldMkLst>
        <pc:spChg chg="add del">
          <ac:chgData name="Al Friend" userId="e5ed79da-d858-46d4-9eed-a7a24903f2de" providerId="ADAL" clId="{0E1AE490-4385-420A-8F3B-5C4325E85BD3}" dt="2026-09-01T10:16:49.297" v="331"/>
          <ac:spMkLst>
            <pc:docMk/>
            <pc:sldMk cId="813533798" sldId="463"/>
            <ac:spMk id="10" creationId="{79169C6A-6FB6-4FC9-A009-5E1CB0A64633}"/>
          </ac:spMkLst>
        </pc:spChg>
        <pc:spChg chg="add">
          <ac:chgData name="Al Friend" userId="e5ed79da-d858-46d4-9eed-a7a24903f2de" providerId="ADAL" clId="{0E1AE490-4385-420A-8F3B-5C4325E85BD3}" dt="2026-09-01T10:17:17.759" v="333"/>
          <ac:spMkLst>
            <pc:docMk/>
            <pc:sldMk cId="813533798" sldId="463"/>
            <ac:spMk id="11" creationId="{038B7AE7-FFE9-4DF8-883B-60DDD260FA13}"/>
          </ac:spMkLst>
        </pc:spChg>
      </pc:sldChg>
      <pc:sldChg chg="addSp modSp modAnim">
        <pc:chgData name="Al Friend" userId="e5ed79da-d858-46d4-9eed-a7a24903f2de" providerId="ADAL" clId="{0E1AE490-4385-420A-8F3B-5C4325E85BD3}" dt="2026-09-01T10:31:30.963" v="362"/>
        <pc:sldMkLst>
          <pc:docMk/>
          <pc:sldMk cId="4105150459" sldId="468"/>
        </pc:sldMkLst>
        <pc:spChg chg="add mod">
          <ac:chgData name="Al Friend" userId="e5ed79da-d858-46d4-9eed-a7a24903f2de" providerId="ADAL" clId="{0E1AE490-4385-420A-8F3B-5C4325E85BD3}" dt="2026-09-01T10:31:25.378" v="359" actId="14100"/>
          <ac:spMkLst>
            <pc:docMk/>
            <pc:sldMk cId="4105150459" sldId="468"/>
            <ac:spMk id="7" creationId="{5B642EF0-6A58-4C7C-B14E-CE66B01C9A7D}"/>
          </ac:spMkLst>
        </pc:spChg>
      </pc:sldChg>
      <pc:sldChg chg="modTransition">
        <pc:chgData name="Al Friend" userId="e5ed79da-d858-46d4-9eed-a7a24903f2de" providerId="ADAL" clId="{0E1AE490-4385-420A-8F3B-5C4325E85BD3}" dt="2026-08-25T09:59:45.369" v="255"/>
        <pc:sldMkLst>
          <pc:docMk/>
          <pc:sldMk cId="2672142775" sldId="552"/>
        </pc:sldMkLst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458947270" sldId="554"/>
        </pc:sldMkLst>
      </pc:sldChg>
      <pc:sldChg chg="modSp ord modNotesTx">
        <pc:chgData name="Al Friend" userId="e5ed79da-d858-46d4-9eed-a7a24903f2de" providerId="ADAL" clId="{0E1AE490-4385-420A-8F3B-5C4325E85BD3}" dt="2026-08-24T14:38:32.559" v="248" actId="20577"/>
        <pc:sldMkLst>
          <pc:docMk/>
          <pc:sldMk cId="1117637440" sldId="559"/>
        </pc:sldMkLst>
        <pc:spChg chg="mod">
          <ac:chgData name="Al Friend" userId="e5ed79da-d858-46d4-9eed-a7a24903f2de" providerId="ADAL" clId="{0E1AE490-4385-420A-8F3B-5C4325E85BD3}" dt="2026-08-24T14:38:00.003" v="234" actId="20577"/>
          <ac:spMkLst>
            <pc:docMk/>
            <pc:sldMk cId="1117637440" sldId="559"/>
            <ac:spMk id="4" creationId="{64E6C5A6-C8B6-44E7-AC4F-4DD9B8000FF1}"/>
          </ac:spMkLst>
        </pc:spChg>
        <pc:spChg chg="mod">
          <ac:chgData name="Al Friend" userId="e5ed79da-d858-46d4-9eed-a7a24903f2de" providerId="ADAL" clId="{0E1AE490-4385-420A-8F3B-5C4325E85BD3}" dt="2026-08-24T14:38:14.199" v="236" actId="14100"/>
          <ac:spMkLst>
            <pc:docMk/>
            <pc:sldMk cId="1117637440" sldId="559"/>
            <ac:spMk id="7" creationId="{FFCF916D-B844-E035-FB33-215F6E9169BF}"/>
          </ac:spMkLst>
        </pc:spChg>
      </pc:sldChg>
      <pc:sldChg chg="modSp ord">
        <pc:chgData name="Al Friend" userId="e5ed79da-d858-46d4-9eed-a7a24903f2de" providerId="ADAL" clId="{0E1AE490-4385-420A-8F3B-5C4325E85BD3}" dt="2026-08-24T14:39:39.738" v="252" actId="27636"/>
        <pc:sldMkLst>
          <pc:docMk/>
          <pc:sldMk cId="2489710584" sldId="560"/>
        </pc:sldMkLst>
        <pc:spChg chg="mod">
          <ac:chgData name="Al Friend" userId="e5ed79da-d858-46d4-9eed-a7a24903f2de" providerId="ADAL" clId="{0E1AE490-4385-420A-8F3B-5C4325E85BD3}" dt="2026-08-24T14:39:39.738" v="252" actId="27636"/>
          <ac:spMkLst>
            <pc:docMk/>
            <pc:sldMk cId="2489710584" sldId="560"/>
            <ac:spMk id="4" creationId="{64E6C5A6-C8B6-44E7-AC4F-4DD9B8000FF1}"/>
          </ac:spMkLst>
        </pc:spChg>
      </pc:sldChg>
      <pc:sldChg chg="ord">
        <pc:chgData name="Al Friend" userId="e5ed79da-d858-46d4-9eed-a7a24903f2de" providerId="ADAL" clId="{0E1AE490-4385-420A-8F3B-5C4325E85BD3}" dt="2026-09-23T12:10:40.074" v="398"/>
        <pc:sldMkLst>
          <pc:docMk/>
          <pc:sldMk cId="1511439392" sldId="575"/>
        </pc:sldMkLst>
      </pc:sldChg>
      <pc:sldChg chg="ord">
        <pc:chgData name="Al Friend" userId="e5ed79da-d858-46d4-9eed-a7a24903f2de" providerId="ADAL" clId="{0E1AE490-4385-420A-8F3B-5C4325E85BD3}" dt="2026-09-23T12:10:28.517" v="397"/>
        <pc:sldMkLst>
          <pc:docMk/>
          <pc:sldMk cId="928485270" sldId="576"/>
        </pc:sldMkLst>
      </pc:sldChg>
      <pc:sldChg chg="modSp">
        <pc:chgData name="Al Friend" userId="e5ed79da-d858-46d4-9eed-a7a24903f2de" providerId="ADAL" clId="{0E1AE490-4385-420A-8F3B-5C4325E85BD3}" dt="2026-09-30T10:55:55.177" v="591" actId="113"/>
        <pc:sldMkLst>
          <pc:docMk/>
          <pc:sldMk cId="1934322149" sldId="578"/>
        </pc:sldMkLst>
        <pc:spChg chg="mod">
          <ac:chgData name="Al Friend" userId="e5ed79da-d858-46d4-9eed-a7a24903f2de" providerId="ADAL" clId="{0E1AE490-4385-420A-8F3B-5C4325E85BD3}" dt="2026-09-30T10:55:55.177" v="591" actId="113"/>
          <ac:spMkLst>
            <pc:docMk/>
            <pc:sldMk cId="1934322149" sldId="578"/>
            <ac:spMk id="3" creationId="{00000000-0000-0000-0000-000000000000}"/>
          </ac:spMkLst>
        </pc:spChg>
      </pc:sldChg>
      <pc:sldChg chg="modSp ord">
        <pc:chgData name="Al Friend" userId="e5ed79da-d858-46d4-9eed-a7a24903f2de" providerId="ADAL" clId="{0E1AE490-4385-420A-8F3B-5C4325E85BD3}" dt="2026-08-24T10:18:43.713" v="227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745160305" sldId="626"/>
        </pc:sldMkLst>
      </pc:sldChg>
      <pc:sldChg chg="modSp modAnim">
        <pc:chgData name="Al Friend" userId="e5ed79da-d858-46d4-9eed-a7a24903f2de" providerId="ADAL" clId="{0E1AE490-4385-420A-8F3B-5C4325E85BD3}" dt="2026-09-02T12:27:15.403" v="385"/>
        <pc:sldMkLst>
          <pc:docMk/>
          <pc:sldMk cId="624294451" sldId="627"/>
        </pc:sldMkLst>
        <pc:spChg chg="mod">
          <ac:chgData name="Al Friend" userId="e5ed79da-d858-46d4-9eed-a7a24903f2de" providerId="ADAL" clId="{0E1AE490-4385-420A-8F3B-5C4325E85BD3}" dt="2026-09-02T12:26:45.075" v="384" actId="12788"/>
          <ac:spMkLst>
            <pc:docMk/>
            <pc:sldMk cId="624294451" sldId="627"/>
            <ac:spMk id="2" creationId="{475D4475-70EC-71C2-5BC2-80CAC7A39D1D}"/>
          </ac:spMkLst>
        </pc:spChg>
        <pc:spChg chg="mod">
          <ac:chgData name="Al Friend" userId="e5ed79da-d858-46d4-9eed-a7a24903f2de" providerId="ADAL" clId="{0E1AE490-4385-420A-8F3B-5C4325E85BD3}" dt="2026-09-02T12:27:15.403" v="385"/>
          <ac:spMkLst>
            <pc:docMk/>
            <pc:sldMk cId="624294451" sldId="627"/>
            <ac:spMk id="3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9-01T10:34:41.722" v="363" actId="20577"/>
          <ac:spMkLst>
            <pc:docMk/>
            <pc:sldMk cId="624294451" sldId="627"/>
            <ac:spMk id="4" creationId="{64E6C5A6-C8B6-44E7-AC4F-4DD9B8000FF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821350884" sldId="628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043302402" sldId="629"/>
        </pc:sldMkLst>
      </pc:sldChg>
      <pc:sldChg chg="addSp modSp modAnim">
        <pc:chgData name="Al Friend" userId="e5ed79da-d858-46d4-9eed-a7a24903f2de" providerId="ADAL" clId="{0E1AE490-4385-420A-8F3B-5C4325E85BD3}" dt="2026-09-01T10:17:13.644" v="332" actId="14100"/>
        <pc:sldMkLst>
          <pc:docMk/>
          <pc:sldMk cId="206058122" sldId="636"/>
        </pc:sldMkLst>
        <pc:spChg chg="add mod">
          <ac:chgData name="Al Friend" userId="e5ed79da-d858-46d4-9eed-a7a24903f2de" providerId="ADAL" clId="{0E1AE490-4385-420A-8F3B-5C4325E85BD3}" dt="2026-09-01T10:17:13.644" v="332" actId="14100"/>
          <ac:spMkLst>
            <pc:docMk/>
            <pc:sldMk cId="206058122" sldId="636"/>
            <ac:spMk id="8" creationId="{7C5DA59C-0962-4D0F-A8C5-85F728AD07E2}"/>
          </ac:spMkLst>
        </pc:spChg>
        <pc:spChg chg="mod">
          <ac:chgData name="Al Friend" userId="e5ed79da-d858-46d4-9eed-a7a24903f2de" providerId="ADAL" clId="{0E1AE490-4385-420A-8F3B-5C4325E85BD3}" dt="2026-09-01T10:10:26.765" v="308" actId="14100"/>
          <ac:spMkLst>
            <pc:docMk/>
            <pc:sldMk cId="206058122" sldId="636"/>
            <ac:spMk id="14" creationId="{3722D76D-4B2B-4731-B9D8-21D6BAF98E92}"/>
          </ac:spMkLst>
        </pc:spChg>
        <pc:spChg chg="mod">
          <ac:chgData name="Al Friend" userId="e5ed79da-d858-46d4-9eed-a7a24903f2de" providerId="ADAL" clId="{0E1AE490-4385-420A-8F3B-5C4325E85BD3}" dt="2026-09-01T10:11:34.877" v="329" actId="14100"/>
          <ac:spMkLst>
            <pc:docMk/>
            <pc:sldMk cId="206058122" sldId="636"/>
            <ac:spMk id="16" creationId="{FE1433C9-49A0-44F8-BAF4-4E37D416EDFF}"/>
          </ac:spMkLst>
        </pc:spChg>
      </pc:sldChg>
      <pc:sldChg chg="modSp">
        <pc:chgData name="Al Friend" userId="e5ed79da-d858-46d4-9eed-a7a24903f2de" providerId="ADAL" clId="{0E1AE490-4385-420A-8F3B-5C4325E85BD3}" dt="2026-09-30T10:58:19.171" v="607" actId="20577"/>
        <pc:sldMkLst>
          <pc:docMk/>
          <pc:sldMk cId="2262972286" sldId="814"/>
        </pc:sldMkLst>
        <pc:spChg chg="mod">
          <ac:chgData name="Al Friend" userId="e5ed79da-d858-46d4-9eed-a7a24903f2de" providerId="ADAL" clId="{0E1AE490-4385-420A-8F3B-5C4325E85BD3}" dt="2026-09-30T10:58:19.171" v="607" actId="20577"/>
          <ac:spMkLst>
            <pc:docMk/>
            <pc:sldMk cId="2262972286" sldId="814"/>
            <ac:spMk id="2" creationId="{FFFBA94F-3381-C766-B0BF-762866DA3778}"/>
          </ac:spMkLst>
        </pc:spChg>
      </pc:sldChg>
      <pc:sldChg chg="modAnim">
        <pc:chgData name="Al Friend" userId="e5ed79da-d858-46d4-9eed-a7a24903f2de" providerId="ADAL" clId="{0E1AE490-4385-420A-8F3B-5C4325E85BD3}" dt="2026-09-29T10:05:47.938" v="541"/>
        <pc:sldMkLst>
          <pc:docMk/>
          <pc:sldMk cId="998219706" sldId="816"/>
        </pc:sldMkLst>
      </pc:sldChg>
      <pc:sldChg chg="modSp modNotesTx">
        <pc:chgData name="Al Friend" userId="e5ed79da-d858-46d4-9eed-a7a24903f2de" providerId="ADAL" clId="{0E1AE490-4385-420A-8F3B-5C4325E85BD3}" dt="2026-09-29T10:06:36.233" v="543" actId="6549"/>
        <pc:sldMkLst>
          <pc:docMk/>
          <pc:sldMk cId="2304241816" sldId="817"/>
        </pc:sldMkLst>
        <pc:spChg chg="mod">
          <ac:chgData name="Al Friend" userId="e5ed79da-d858-46d4-9eed-a7a24903f2de" providerId="ADAL" clId="{0E1AE490-4385-420A-8F3B-5C4325E85BD3}" dt="2026-09-17T09:30:35.358" v="390" actId="20577"/>
          <ac:spMkLst>
            <pc:docMk/>
            <pc:sldMk cId="2304241816" sldId="817"/>
            <ac:spMk id="5" creationId="{54C8157B-430A-4486-9B0E-EAA8CFF447AC}"/>
          </ac:spMkLst>
        </pc:spChg>
        <pc:graphicFrameChg chg="mod modGraphic">
          <ac:chgData name="Al Friend" userId="e5ed79da-d858-46d4-9eed-a7a24903f2de" providerId="ADAL" clId="{0E1AE490-4385-420A-8F3B-5C4325E85BD3}" dt="2026-09-29T10:06:36.233" v="543" actId="6549"/>
          <ac:graphicFrameMkLst>
            <pc:docMk/>
            <pc:sldMk cId="2304241816" sldId="817"/>
            <ac:graphicFrameMk id="4" creationId="{59DA7D17-4468-976A-8F8C-E41B1DAA56EB}"/>
          </ac:graphicFrameMkLst>
        </pc:graphicFrameChg>
      </pc:sldChg>
      <pc:sldChg chg="modAnim">
        <pc:chgData name="Al Friend" userId="e5ed79da-d858-46d4-9eed-a7a24903f2de" providerId="ADAL" clId="{0E1AE490-4385-420A-8F3B-5C4325E85BD3}" dt="2026-09-29T10:14:17.093" v="586"/>
        <pc:sldMkLst>
          <pc:docMk/>
          <pc:sldMk cId="2621208104" sldId="818"/>
        </pc:sldMkLst>
      </pc:sldChg>
      <pc:sldChg chg="addSp modSp modAnim">
        <pc:chgData name="Al Friend" userId="e5ed79da-d858-46d4-9eed-a7a24903f2de" providerId="ADAL" clId="{0E1AE490-4385-420A-8F3B-5C4325E85BD3}" dt="2026-09-23T13:44:47.819" v="503"/>
        <pc:sldMkLst>
          <pc:docMk/>
          <pc:sldMk cId="839811114" sldId="821"/>
        </pc:sldMkLst>
        <pc:spChg chg="add mod">
          <ac:chgData name="Al Friend" userId="e5ed79da-d858-46d4-9eed-a7a24903f2de" providerId="ADAL" clId="{0E1AE490-4385-420A-8F3B-5C4325E85BD3}" dt="2026-09-23T13:43:50.844" v="482" actId="1076"/>
          <ac:spMkLst>
            <pc:docMk/>
            <pc:sldMk cId="839811114" sldId="821"/>
            <ac:spMk id="11" creationId="{B44B99B0-3B87-48DC-911B-AAC30E55F589}"/>
          </ac:spMkLst>
        </pc:spChg>
        <pc:spChg chg="add mod">
          <ac:chgData name="Al Friend" userId="e5ed79da-d858-46d4-9eed-a7a24903f2de" providerId="ADAL" clId="{0E1AE490-4385-420A-8F3B-5C4325E85BD3}" dt="2026-09-23T13:44:07.042" v="499" actId="6549"/>
          <ac:spMkLst>
            <pc:docMk/>
            <pc:sldMk cId="839811114" sldId="821"/>
            <ac:spMk id="12" creationId="{0F9F886D-0978-4014-ABD8-61F4D7DEC836}"/>
          </ac:spMkLst>
        </pc:spChg>
      </pc:sldChg>
      <pc:sldChg chg="modSp modAnim">
        <pc:chgData name="Al Friend" userId="e5ed79da-d858-46d4-9eed-a7a24903f2de" providerId="ADAL" clId="{0E1AE490-4385-420A-8F3B-5C4325E85BD3}" dt="2026-09-29T10:15:22.168" v="590"/>
        <pc:sldMkLst>
          <pc:docMk/>
          <pc:sldMk cId="4292795641" sldId="824"/>
        </pc:sldMkLst>
        <pc:spChg chg="mod">
          <ac:chgData name="Al Friend" userId="e5ed79da-d858-46d4-9eed-a7a24903f2de" providerId="ADAL" clId="{0E1AE490-4385-420A-8F3B-5C4325E85BD3}" dt="2026-09-29T10:13:35.697" v="585" actId="6549"/>
          <ac:spMkLst>
            <pc:docMk/>
            <pc:sldMk cId="4292795641" sldId="824"/>
            <ac:spMk id="3" creationId="{2AD39CA1-AAE8-C6AA-1B03-2FFEC411448C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1619853656" sldId="839"/>
        </pc:sldMkLst>
      </pc:sldChg>
      <pc:sldChg chg="addSp modSp modAnim">
        <pc:chgData name="Al Friend" userId="e5ed79da-d858-46d4-9eed-a7a24903f2de" providerId="ADAL" clId="{0E1AE490-4385-420A-8F3B-5C4325E85BD3}" dt="2026-08-25T10:08:24.580" v="285"/>
        <pc:sldMkLst>
          <pc:docMk/>
          <pc:sldMk cId="633878952" sldId="840"/>
        </pc:sldMkLst>
        <pc:spChg chg="mod">
          <ac:chgData name="Al Friend" userId="e5ed79da-d858-46d4-9eed-a7a24903f2de" providerId="ADAL" clId="{0E1AE490-4385-420A-8F3B-5C4325E85BD3}" dt="2026-08-25T09:59:57.159" v="263" actId="20577"/>
          <ac:spMkLst>
            <pc:docMk/>
            <pc:sldMk cId="633878952" sldId="840"/>
            <ac:spMk id="3" creationId="{F17C408B-7D9A-D040-05F7-2D6CC30D4373}"/>
          </ac:spMkLst>
        </pc:spChg>
        <pc:spChg chg="mod">
          <ac:chgData name="Al Friend" userId="e5ed79da-d858-46d4-9eed-a7a24903f2de" providerId="ADAL" clId="{0E1AE490-4385-420A-8F3B-5C4325E85BD3}" dt="2026-08-25T10:08:24.580" v="285"/>
          <ac:spMkLst>
            <pc:docMk/>
            <pc:sldMk cId="633878952" sldId="840"/>
            <ac:spMk id="4" creationId="{7DE14897-4D3E-7E96-8CA3-33BF97F4A567}"/>
          </ac:spMkLst>
        </pc:spChg>
        <pc:spChg chg="add mod">
          <ac:chgData name="Al Friend" userId="e5ed79da-d858-46d4-9eed-a7a24903f2de" providerId="ADAL" clId="{0E1AE490-4385-420A-8F3B-5C4325E85BD3}" dt="2026-08-25T09:59:37.990" v="254" actId="1076"/>
          <ac:spMkLst>
            <pc:docMk/>
            <pc:sldMk cId="633878952" sldId="840"/>
            <ac:spMk id="6" creationId="{E1610AC8-9912-4DB7-96F7-5B76D3910D34}"/>
          </ac:spMkLst>
        </pc:spChg>
      </pc:sldChg>
      <pc:sldChg chg="modSp">
        <pc:chgData name="Al Friend" userId="e5ed79da-d858-46d4-9eed-a7a24903f2de" providerId="ADAL" clId="{0E1AE490-4385-420A-8F3B-5C4325E85BD3}" dt="2026-08-25T10:08:14.804" v="284" actId="20577"/>
        <pc:sldMkLst>
          <pc:docMk/>
          <pc:sldMk cId="3487229272" sldId="842"/>
        </pc:sldMkLst>
        <pc:spChg chg="mod">
          <ac:chgData name="Al Friend" userId="e5ed79da-d858-46d4-9eed-a7a24903f2de" providerId="ADAL" clId="{0E1AE490-4385-420A-8F3B-5C4325E85BD3}" dt="2026-08-25T10:08:14.804" v="284" actId="20577"/>
          <ac:spMkLst>
            <pc:docMk/>
            <pc:sldMk cId="3487229272" sldId="842"/>
            <ac:spMk id="4" creationId="{9BD5FBB2-B33A-9334-5E60-E0F6A8E486BB}"/>
          </ac:spMkLst>
        </pc:spChg>
      </pc:sldChg>
      <pc:sldChg chg="modSp">
        <pc:chgData name="Al Friend" userId="e5ed79da-d858-46d4-9eed-a7a24903f2de" providerId="ADAL" clId="{0E1AE490-4385-420A-8F3B-5C4325E85BD3}" dt="2026-09-29T10:06:01.307" v="542" actId="6549"/>
        <pc:sldMkLst>
          <pc:docMk/>
          <pc:sldMk cId="2336362312" sldId="868"/>
        </pc:sldMkLst>
        <pc:spChg chg="mod">
          <ac:chgData name="Al Friend" userId="e5ed79da-d858-46d4-9eed-a7a24903f2de" providerId="ADAL" clId="{0E1AE490-4385-420A-8F3B-5C4325E85BD3}" dt="2026-09-17T09:30:42.748" v="395" actId="20577"/>
          <ac:spMkLst>
            <pc:docMk/>
            <pc:sldMk cId="2336362312" sldId="868"/>
            <ac:spMk id="5" creationId="{54C8157B-430A-4486-9B0E-EAA8CFF447AC}"/>
          </ac:spMkLst>
        </pc:spChg>
        <pc:graphicFrameChg chg="modGraphic">
          <ac:chgData name="Al Friend" userId="e5ed79da-d858-46d4-9eed-a7a24903f2de" providerId="ADAL" clId="{0E1AE490-4385-420A-8F3B-5C4325E85BD3}" dt="2026-09-29T10:06:01.307" v="542" actId="6549"/>
          <ac:graphicFrameMkLst>
            <pc:docMk/>
            <pc:sldMk cId="2336362312" sldId="868"/>
            <ac:graphicFrameMk id="4" creationId="{59DA7D17-4468-976A-8F8C-E41B1DAA56EB}"/>
          </ac:graphicFrameMkLst>
        </pc:graphicFrameChg>
      </pc:sldChg>
      <pc:sldChg chg="modSp add ord modNotesTx">
        <pc:chgData name="Al Friend" userId="e5ed79da-d858-46d4-9eed-a7a24903f2de" providerId="ADAL" clId="{0E1AE490-4385-420A-8F3B-5C4325E85BD3}" dt="2026-08-20T09:33:07.759" v="132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  <pc:sldChg chg="delSp modSp add modTransition delAnim modAnim">
        <pc:chgData name="Al Friend" userId="e5ed79da-d858-46d4-9eed-a7a24903f2de" providerId="ADAL" clId="{0E1AE490-4385-420A-8F3B-5C4325E85BD3}" dt="2026-09-23T12:46:02.473" v="459"/>
        <pc:sldMkLst>
          <pc:docMk/>
          <pc:sldMk cId="940594858" sldId="881"/>
        </pc:sldMkLst>
        <pc:spChg chg="mod">
          <ac:chgData name="Al Friend" userId="e5ed79da-d858-46d4-9eed-a7a24903f2de" providerId="ADAL" clId="{0E1AE490-4385-420A-8F3B-5C4325E85BD3}" dt="2026-09-23T12:45:58.219" v="457" actId="6549"/>
          <ac:spMkLst>
            <pc:docMk/>
            <pc:sldMk cId="940594858" sldId="881"/>
            <ac:spMk id="3" creationId="{72D2448E-12FD-CF5F-C29D-76073CE6BC25}"/>
          </ac:spMkLst>
        </pc:spChg>
        <pc:spChg chg="del">
          <ac:chgData name="Al Friend" userId="e5ed79da-d858-46d4-9eed-a7a24903f2de" providerId="ADAL" clId="{0E1AE490-4385-420A-8F3B-5C4325E85BD3}" dt="2026-09-23T12:45:40.834" v="419" actId="478"/>
          <ac:spMkLst>
            <pc:docMk/>
            <pc:sldMk cId="940594858" sldId="881"/>
            <ac:spMk id="4" creationId="{6D44FC77-6CD5-8AEF-33EE-CDC95D00CB89}"/>
          </ac:spMkLst>
        </pc:spChg>
        <pc:spChg chg="del">
          <ac:chgData name="Al Friend" userId="e5ed79da-d858-46d4-9eed-a7a24903f2de" providerId="ADAL" clId="{0E1AE490-4385-420A-8F3B-5C4325E85BD3}" dt="2026-09-23T12:45:42.503" v="420" actId="478"/>
          <ac:spMkLst>
            <pc:docMk/>
            <pc:sldMk cId="940594858" sldId="881"/>
            <ac:spMk id="5" creationId="{C2ACC06D-C05C-4F32-DFEC-BA65AFC86642}"/>
          </ac:spMkLst>
        </pc:spChg>
        <pc:spChg chg="del">
          <ac:chgData name="Al Friend" userId="e5ed79da-d858-46d4-9eed-a7a24903f2de" providerId="ADAL" clId="{0E1AE490-4385-420A-8F3B-5C4325E85BD3}" dt="2026-09-23T12:45:44.758" v="421" actId="478"/>
          <ac:spMkLst>
            <pc:docMk/>
            <pc:sldMk cId="940594858" sldId="881"/>
            <ac:spMk id="6" creationId="{6AED17AD-637F-05B8-BF90-C1591FB6DA09}"/>
          </ac:spMkLst>
        </pc:spChg>
      </pc:sldChg>
      <pc:sldChg chg="modSp add modTransition modAnim">
        <pc:chgData name="Al Friend" userId="e5ed79da-d858-46d4-9eed-a7a24903f2de" providerId="ADAL" clId="{0E1AE490-4385-420A-8F3B-5C4325E85BD3}" dt="2026-09-30T10:58:24.504" v="611" actId="20577"/>
        <pc:sldMkLst>
          <pc:docMk/>
          <pc:sldMk cId="1778662078" sldId="882"/>
        </pc:sldMkLst>
        <pc:spChg chg="mod">
          <ac:chgData name="Al Friend" userId="e5ed79da-d858-46d4-9eed-a7a24903f2de" providerId="ADAL" clId="{0E1AE490-4385-420A-8F3B-5C4325E85BD3}" dt="2026-09-30T10:58:24.504" v="611" actId="20577"/>
          <ac:spMkLst>
            <pc:docMk/>
            <pc:sldMk cId="1778662078" sldId="882"/>
            <ac:spMk id="2" creationId="{FFFBA94F-3381-C766-B0BF-762866DA3778}"/>
          </ac:spMkLst>
        </pc:spChg>
        <pc:spChg chg="mod">
          <ac:chgData name="Al Friend" userId="e5ed79da-d858-46d4-9eed-a7a24903f2de" providerId="ADAL" clId="{0E1AE490-4385-420A-8F3B-5C4325E85BD3}" dt="2026-09-30T10:56:51.961" v="603" actId="20577"/>
          <ac:spMkLst>
            <pc:docMk/>
            <pc:sldMk cId="1778662078" sldId="882"/>
            <ac:spMk id="3" creationId="{354D19E1-E6AB-ED1B-27CF-CDF6518FD27A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https://mrfriendcs.github.io/h-cs/sdd/H-SDD-Parallel/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438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'66.8']</a:t>
            </a:r>
          </a:p>
          <a:p>
            <a:pPr defTabSz="875264">
              <a:defRPr/>
            </a:pPr>
            <a:r>
              <a:rPr lang="en-GB" sz="1200" baseline="0" dirty="0"/>
              <a:t>['France', 'Paris', '67.4']</a:t>
            </a:r>
          </a:p>
          <a:p>
            <a:pPr defTabSz="875264">
              <a:defRPr/>
            </a:pPr>
            <a:r>
              <a:rPr lang="en-GB" sz="1200" baseline="0" dirty="0"/>
              <a:t>['Germany', 'Berlin', '83.2']</a:t>
            </a:r>
          </a:p>
          <a:p>
            <a:pPr defTabSz="875264">
              <a:defRPr/>
            </a:pPr>
            <a:r>
              <a:rPr lang="en-GB" sz="1200" baseline="0" dirty="0"/>
              <a:t>['Norway', Oslo', '5.4']</a:t>
            </a:r>
          </a:p>
          <a:p>
            <a:pPr defTabSz="875264">
              <a:defRPr/>
            </a:pPr>
            <a:r>
              <a:rPr lang="en-GB" sz="1200" baseline="0" dirty="0"/>
              <a:t>['Spain', 'Madrid', '46.8']</a:t>
            </a:r>
          </a:p>
          <a:p>
            <a:pPr defTabSz="875264">
              <a:defRPr/>
            </a:pPr>
            <a:r>
              <a:rPr lang="en-GB" sz="1200" baseline="0" dirty="0"/>
              <a:t>['Italy', 'Rome', '60.5']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 trace table by hand!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2632973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62AB78-4731-491C-A725-B8876DBFBBAF}"/>
              </a:ext>
            </a:extLst>
          </p:cNvPr>
          <p:cNvSpPr txBox="1"/>
          <p:nvPr/>
        </p:nvSpPr>
        <p:spPr>
          <a:xfrm>
            <a:off x="2833087" y="6089518"/>
            <a:ext cx="6525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csv: </a:t>
            </a:r>
            <a:r>
              <a:rPr lang="en-GB" sz="2800" dirty="0">
                <a:solidFill>
                  <a:srgbClr val="7030A0"/>
                </a:solidFill>
              </a:rPr>
              <a:t>a text file with a different file extension</a:t>
            </a:r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8287379" y="3402278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86323"/>
              <a:gd name="adj6" fmla="val -51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Store data for later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E1610AC8-9912-4DB7-96F7-5B76D3910D34}"/>
              </a:ext>
            </a:extLst>
          </p:cNvPr>
          <p:cNvSpPr/>
          <p:nvPr/>
        </p:nvSpPr>
        <p:spPr>
          <a:xfrm>
            <a:off x="6096000" y="5265420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104930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58121"/>
              <a:gd name="adj5" fmla="val -53130"/>
              <a:gd name="adj6" fmla="val -848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0" y="1268851"/>
            <a:ext cx="484794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7359"/>
              <a:gd name="adj5" fmla="val 140750"/>
              <a:gd name="adj6" fmla="val -325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 – No parameters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C5DA59C-0962-4D0F-A8C5-85F728AD07E2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  <p:bldP spid="8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38B7AE7-FFE9-4DF8-883B-60DDD260FA13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1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B642EF0-6A58-4C7C-B14E-CE66B01C9A7D}"/>
              </a:ext>
            </a:extLst>
          </p:cNvPr>
          <p:cNvSpPr/>
          <p:nvPr/>
        </p:nvSpPr>
        <p:spPr>
          <a:xfrm>
            <a:off x="9034400" y="3987938"/>
            <a:ext cx="1378330" cy="789802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63835"/>
              <a:gd name="adj6" fmla="val -778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  <p:bldP spid="7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2859281" y="5908100"/>
            <a:ext cx="64734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file, not typed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4B99B0-3B87-48DC-911B-AAC30E55F589}"/>
              </a:ext>
            </a:extLst>
          </p:cNvPr>
          <p:cNvSpPr txBox="1"/>
          <p:nvPr/>
        </p:nvSpPr>
        <p:spPr>
          <a:xfrm>
            <a:off x="1253488" y="4915651"/>
            <a:ext cx="23895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Initiate project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9F886D-0978-4014-ABD8-61F4D7DEC836}"/>
              </a:ext>
            </a:extLst>
          </p:cNvPr>
          <p:cNvSpPr txBox="1"/>
          <p:nvPr/>
        </p:nvSpPr>
        <p:spPr>
          <a:xfrm>
            <a:off x="8451444" y="4915651"/>
            <a:ext cx="28536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Project completed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5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  <p:bldP spid="11" grpId="0"/>
      <p:bldP spid="12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</a:t>
            </a:r>
          </a:p>
          <a:p>
            <a:r>
              <a:rPr lang="en-GB" sz="3600" dirty="0"/>
              <a:t>Data from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</a:t>
            </a:r>
          </a:p>
          <a:p>
            <a:r>
              <a:rPr lang="en-GB" sz="3600" dirty="0"/>
              <a:t>Output to a</a:t>
            </a:r>
          </a:p>
        </p:txBody>
      </p:sp>
    </p:spTree>
    <p:extLst>
      <p:ext uri="{BB962C8B-B14F-4D97-AF65-F5344CB8AC3E}">
        <p14:creationId xmlns:p14="http://schemas.microsoft.com/office/powerpoint/2010/main" val="9405948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191264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total: int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52953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total: int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meets a condition: </a:t>
            </a:r>
            <a:r>
              <a:rPr lang="en-GB" b="1" dirty="0">
                <a:solidFill>
                  <a:srgbClr val="7030A0"/>
                </a:solidFill>
              </a:rPr>
              <a:t>dice &gt; 6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spcAft>
                <a:spcPts val="1200"/>
              </a:spcAft>
            </a:pPr>
            <a:r>
              <a:rPr lang="en-GB" dirty="0"/>
              <a:t>  </a:t>
            </a:r>
          </a:p>
          <a:p>
            <a:pPr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spcAft>
                <a:spcPts val="12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78662078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1084</TotalTime>
  <Words>8196</Words>
  <Application>Microsoft Office PowerPoint</Application>
  <PresentationFormat>Widescreen</PresentationFormat>
  <Paragraphs>1872</Paragraphs>
  <Slides>204</Slides>
  <Notes>158</Notes>
  <HiddenSlides>91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204</vt:i4>
      </vt:variant>
    </vt:vector>
  </HeadingPairs>
  <TitlesOfParts>
    <vt:vector size="210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String Methods – Split</vt:lpstr>
      <vt:lpstr>String Methods – Split</vt:lpstr>
      <vt:lpstr>STRING.split(",")</vt:lpstr>
      <vt:lpstr>STRING.split(",")</vt:lpstr>
      <vt:lpstr>Reading parallel arrays</vt:lpstr>
      <vt:lpstr>Reading parallel arrays</vt:lpstr>
      <vt:lpstr>Reading: Storing data for later (1) </vt:lpstr>
      <vt:lpstr>Reading: Storing data for later (1) </vt:lpstr>
      <vt:lpstr>Reading: Store data for later</vt:lpstr>
      <vt:lpstr>Reading: Storing data for later (2)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records with default values</vt:lpstr>
      <vt:lpstr>Create an array of records with default values</vt:lpstr>
      <vt:lpstr>Array of records – Reading from file</vt:lpstr>
      <vt:lpstr>Array of records – Reading from file</vt:lpstr>
      <vt:lpstr>Reading: Unknown file length</vt:lpstr>
      <vt:lpstr>Reading: Unknown file length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309</cp:revision>
  <cp:lastPrinted>2022-12-12T09:57:02Z</cp:lastPrinted>
  <dcterms:created xsi:type="dcterms:W3CDTF">2020-11-23T14:36:09Z</dcterms:created>
  <dcterms:modified xsi:type="dcterms:W3CDTF">2026-09-30T10:59:12Z</dcterms:modified>
</cp:coreProperties>
</file>