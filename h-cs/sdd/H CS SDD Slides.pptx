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2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8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3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854" r:id="rId25"/>
    <p:sldId id="859" r:id="rId26"/>
    <p:sldId id="857" r:id="rId27"/>
    <p:sldId id="858" r:id="rId28"/>
    <p:sldId id="505" r:id="rId29"/>
    <p:sldId id="624" r:id="rId30"/>
    <p:sldId id="472" r:id="rId31"/>
    <p:sldId id="471" r:id="rId32"/>
    <p:sldId id="612" r:id="rId33"/>
    <p:sldId id="614" r:id="rId34"/>
    <p:sldId id="874" r:id="rId35"/>
    <p:sldId id="875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4" r:id="rId103"/>
    <p:sldId id="878" r:id="rId104"/>
    <p:sldId id="836" r:id="rId105"/>
    <p:sldId id="879" r:id="rId106"/>
    <p:sldId id="453" r:id="rId107"/>
    <p:sldId id="454" r:id="rId108"/>
    <p:sldId id="837" r:id="rId109"/>
    <p:sldId id="445" r:id="rId110"/>
    <p:sldId id="456" r:id="rId111"/>
    <p:sldId id="556" r:id="rId112"/>
    <p:sldId id="457" r:id="rId113"/>
    <p:sldId id="557" r:id="rId114"/>
    <p:sldId id="446" r:id="rId115"/>
    <p:sldId id="380" r:id="rId116"/>
    <p:sldId id="838" r:id="rId117"/>
    <p:sldId id="561" r:id="rId118"/>
    <p:sldId id="438" r:id="rId119"/>
    <p:sldId id="827" r:id="rId120"/>
    <p:sldId id="550" r:id="rId121"/>
    <p:sldId id="828" r:id="rId122"/>
    <p:sldId id="442" r:id="rId123"/>
    <p:sldId id="625" r:id="rId124"/>
    <p:sldId id="630" r:id="rId125"/>
    <p:sldId id="631" r:id="rId126"/>
    <p:sldId id="552" r:id="rId127"/>
    <p:sldId id="841" r:id="rId128"/>
    <p:sldId id="610" r:id="rId129"/>
    <p:sldId id="626" r:id="rId130"/>
    <p:sldId id="628" r:id="rId131"/>
    <p:sldId id="629" r:id="rId132"/>
    <p:sldId id="840" r:id="rId133"/>
    <p:sldId id="842" r:id="rId134"/>
    <p:sldId id="554" r:id="rId135"/>
    <p:sldId id="839" r:id="rId136"/>
    <p:sldId id="559" r:id="rId137"/>
    <p:sldId id="560" r:id="rId138"/>
    <p:sldId id="458" r:id="rId139"/>
    <p:sldId id="460" r:id="rId140"/>
    <p:sldId id="461" r:id="rId141"/>
    <p:sldId id="465" r:id="rId142"/>
    <p:sldId id="462" r:id="rId143"/>
    <p:sldId id="646" r:id="rId144"/>
    <p:sldId id="636" r:id="rId145"/>
    <p:sldId id="640" r:id="rId146"/>
    <p:sldId id="463" r:id="rId147"/>
    <p:sldId id="641" r:id="rId148"/>
    <p:sldId id="639" r:id="rId149"/>
    <p:sldId id="642" r:id="rId150"/>
    <p:sldId id="468" r:id="rId151"/>
    <p:sldId id="643" r:id="rId152"/>
    <p:sldId id="627" r:id="rId153"/>
    <p:sldId id="644" r:id="rId154"/>
    <p:sldId id="638" r:id="rId155"/>
    <p:sldId id="645" r:id="rId156"/>
    <p:sldId id="567" r:id="rId157"/>
    <p:sldId id="568" r:id="rId158"/>
    <p:sldId id="820" r:id="rId159"/>
    <p:sldId id="822" r:id="rId160"/>
    <p:sldId id="821" r:id="rId161"/>
    <p:sldId id="823" r:id="rId162"/>
    <p:sldId id="516" r:id="rId163"/>
    <p:sldId id="853" r:id="rId164"/>
    <p:sldId id="495" r:id="rId165"/>
    <p:sldId id="579" r:id="rId166"/>
    <p:sldId id="600" r:id="rId167"/>
    <p:sldId id="848" r:id="rId168"/>
    <p:sldId id="602" r:id="rId169"/>
    <p:sldId id="849" r:id="rId170"/>
    <p:sldId id="603" r:id="rId171"/>
    <p:sldId id="850" r:id="rId172"/>
    <p:sldId id="873" r:id="rId173"/>
    <p:sldId id="572" r:id="rId174"/>
    <p:sldId id="573" r:id="rId175"/>
    <p:sldId id="574" r:id="rId176"/>
    <p:sldId id="420" r:id="rId177"/>
    <p:sldId id="862" r:id="rId178"/>
    <p:sldId id="861" r:id="rId179"/>
    <p:sldId id="864" r:id="rId180"/>
    <p:sldId id="575" r:id="rId181"/>
    <p:sldId id="576" r:id="rId182"/>
    <p:sldId id="502" r:id="rId183"/>
    <p:sldId id="504" r:id="rId184"/>
    <p:sldId id="870" r:id="rId185"/>
    <p:sldId id="871" r:id="rId186"/>
    <p:sldId id="503" r:id="rId187"/>
    <p:sldId id="816" r:id="rId188"/>
    <p:sldId id="847" r:id="rId189"/>
    <p:sldId id="817" r:id="rId190"/>
    <p:sldId id="868" r:id="rId191"/>
    <p:sldId id="818" r:id="rId192"/>
    <p:sldId id="869" r:id="rId193"/>
    <p:sldId id="824" r:id="rId194"/>
    <p:sldId id="846" r:id="rId195"/>
    <p:sldId id="577" r:id="rId196"/>
    <p:sldId id="578" r:id="rId197"/>
    <p:sldId id="814" r:id="rId198"/>
    <p:sldId id="872" r:id="rId199"/>
    <p:sldId id="843" r:id="rId200"/>
    <p:sldId id="815" r:id="rId201"/>
    <p:sldId id="844" r:id="rId202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</p14:sldIdLst>
        </p14:section>
        <p14:section name="Procedures" id="{0446BE94-8ADA-48AF-88F3-D7BA88F04A9C}">
          <p14:sldIdLst>
            <p14:sldId id="539"/>
            <p14:sldId id="855"/>
          </p14:sldIdLst>
        </p14:section>
        <p14:section name="Functions" id="{22570074-18AC-408D-8B76-3C7AB9AA3B2B}">
          <p14:sldIdLst>
            <p14:sldId id="611"/>
            <p14:sldId id="541"/>
          </p14:sldIdLst>
        </p14:section>
        <p14:section name="Parameters" id="{A6A60A23-F0D8-431E-9149-B46BF3C7F826}">
          <p14:sldIdLst>
            <p14:sldId id="425"/>
            <p14:sldId id="428"/>
            <p14:sldId id="856"/>
            <p14:sldId id="537"/>
            <p14:sldId id="860"/>
          </p14:sldIdLst>
        </p14:section>
        <p14:section name="Scope" id="{4CDC0A38-68CB-42CA-A631-07397F462125}">
          <p14:sldIdLst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</p14:sldIdLst>
        </p14:section>
        <p14:section name="Docstrings" id="{DF996860-EB1A-480C-AA1F-27D98870420D}">
          <p14:sldIdLst>
            <p14:sldId id="612"/>
            <p14:sldId id="614"/>
            <p14:sldId id="874"/>
            <p14:sldId id="875"/>
          </p14:sldIdLst>
        </p14:section>
        <p14:section name="Type Hinting" id="{9D9B57EF-8A60-4815-A39C-E205A49C59C9}">
          <p14:sldIdLst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4"/>
            <p14:sldId id="878"/>
            <p14:sldId id="836"/>
            <p14:sldId id="879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788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tableStyles" Target="tableStyle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notesMaster" Target="notesMasters/notesMaster1.xml"/><Relationship Id="rId208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204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custSel addSld delSld modSld sldOrd modSection">
      <pc:chgData name="Al Friend" userId="e5ed79da-d858-46d4-9eed-a7a24903f2de" providerId="ADAL" clId="{2CC28D5A-E59E-4A37-B8C3-56A229B86017}" dt="2026-06-22T13:37:39.208" v="333" actId="2696"/>
      <pc:docMkLst>
        <pc:docMk/>
      </pc:docMkLst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742260229" sldId="358"/>
        </pc:sldMkLst>
      </pc:sldChg>
      <pc:sldChg chg="modSp">
        <pc:chgData name="Al Friend" userId="e5ed79da-d858-46d4-9eed-a7a24903f2de" providerId="ADAL" clId="{2CC28D5A-E59E-4A37-B8C3-56A229B86017}" dt="2026-06-03T12:27:00.436" v="26" actId="20577"/>
        <pc:sldMkLst>
          <pc:docMk/>
          <pc:sldMk cId="822755515" sldId="428"/>
        </pc:sldMkLst>
        <pc:spChg chg="mod">
          <ac:chgData name="Al Friend" userId="e5ed79da-d858-46d4-9eed-a7a24903f2de" providerId="ADAL" clId="{2CC28D5A-E59E-4A37-B8C3-56A229B86017}" dt="2026-06-03T12:27:00.436" v="26" actId="20577"/>
          <ac:spMkLst>
            <pc:docMk/>
            <pc:sldMk cId="822755515" sldId="428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531375146" sldId="480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438886444" sldId="481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962929106" sldId="482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765643102" sldId="483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478737394" sldId="484"/>
        </pc:sldMkLst>
      </pc:sldChg>
      <pc:sldChg chg="ord modNotesTx">
        <pc:chgData name="Al Friend" userId="e5ed79da-d858-46d4-9eed-a7a24903f2de" providerId="ADAL" clId="{2CC28D5A-E59E-4A37-B8C3-56A229B86017}" dt="2026-06-08T12:49:19.853" v="104"/>
        <pc:sldMkLst>
          <pc:docMk/>
          <pc:sldMk cId="1236895042" sldId="485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393096936" sldId="487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93232831" sldId="48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30059406" sldId="489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56505236" sldId="492"/>
        </pc:sldMkLst>
      </pc:sldChg>
      <pc:sldChg chg="modSp">
        <pc:chgData name="Al Friend" userId="e5ed79da-d858-46d4-9eed-a7a24903f2de" providerId="ADAL" clId="{2CC28D5A-E59E-4A37-B8C3-56A229B86017}" dt="2026-06-03T12:56:48.943" v="43" actId="20577"/>
        <pc:sldMkLst>
          <pc:docMk/>
          <pc:sldMk cId="926999632" sldId="505"/>
        </pc:sldMkLst>
        <pc:spChg chg="mod">
          <ac:chgData name="Al Friend" userId="e5ed79da-d858-46d4-9eed-a7a24903f2de" providerId="ADAL" clId="{2CC28D5A-E59E-4A37-B8C3-56A229B86017}" dt="2026-06-03T12:56:48.943" v="43" actId="20577"/>
          <ac:spMkLst>
            <pc:docMk/>
            <pc:sldMk cId="926999632" sldId="505"/>
            <ac:spMk id="2" creationId="{7852AD00-0680-B393-BAB5-F56D5D7CBFE6}"/>
          </ac:spMkLst>
        </pc:spChg>
      </pc:sldChg>
      <pc:sldChg chg="modSp modAnim">
        <pc:chgData name="Al Friend" userId="e5ed79da-d858-46d4-9eed-a7a24903f2de" providerId="ADAL" clId="{2CC28D5A-E59E-4A37-B8C3-56A229B86017}" dt="2026-06-02T10:07:17.604" v="12" actId="1076"/>
        <pc:sldMkLst>
          <pc:docMk/>
          <pc:sldMk cId="2157204624" sldId="535"/>
        </pc:sldMkLst>
        <pc:spChg chg="mod">
          <ac:chgData name="Al Friend" userId="e5ed79da-d858-46d4-9eed-a7a24903f2de" providerId="ADAL" clId="{2CC28D5A-E59E-4A37-B8C3-56A229B86017}" dt="2026-06-02T10:07:17.604" v="12" actId="1076"/>
          <ac:spMkLst>
            <pc:docMk/>
            <pc:sldMk cId="2157204624" sldId="535"/>
            <ac:spMk id="39" creationId="{A4585091-739A-4D3F-99EE-3F1D384F15D3}"/>
          </ac:spMkLst>
        </pc:spChg>
      </pc:sldChg>
      <pc:sldChg chg="modSp">
        <pc:chgData name="Al Friend" userId="e5ed79da-d858-46d4-9eed-a7a24903f2de" providerId="ADAL" clId="{2CC28D5A-E59E-4A37-B8C3-56A229B86017}" dt="2026-06-02T10:08:13.189" v="14" actId="14100"/>
        <pc:sldMkLst>
          <pc:docMk/>
          <pc:sldMk cId="3519238916" sldId="539"/>
        </pc:sldMkLst>
        <pc:spChg chg="mod">
          <ac:chgData name="Al Friend" userId="e5ed79da-d858-46d4-9eed-a7a24903f2de" providerId="ADAL" clId="{2CC28D5A-E59E-4A37-B8C3-56A229B86017}" dt="2026-06-02T10:08:13.189" v="14" actId="14100"/>
          <ac:spMkLst>
            <pc:docMk/>
            <pc:sldMk cId="3519238916" sldId="539"/>
            <ac:spMk id="14" creationId="{8D608A3B-B831-4F48-A74E-CD82490F6BF7}"/>
          </ac:spMkLst>
        </pc:spChg>
      </pc:sldChg>
      <pc:sldChg chg="modNotesTx">
        <pc:chgData name="Al Friend" userId="e5ed79da-d858-46d4-9eed-a7a24903f2de" providerId="ADAL" clId="{2CC28D5A-E59E-4A37-B8C3-56A229B86017}" dt="2026-06-10T10:47:26.672" v="262" actId="6549"/>
        <pc:sldMkLst>
          <pc:docMk/>
          <pc:sldMk cId="9835273" sldId="541"/>
        </pc:sldMkLst>
      </pc:sldChg>
      <pc:sldChg chg="addSp modSp ord modAnim">
        <pc:chgData name="Al Friend" userId="e5ed79da-d858-46d4-9eed-a7a24903f2de" providerId="ADAL" clId="{2CC28D5A-E59E-4A37-B8C3-56A229B86017}" dt="2026-06-08T12:49:19.853" v="104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 modNotesTx">
        <pc:chgData name="Al Friend" userId="e5ed79da-d858-46d4-9eed-a7a24903f2de" providerId="ADAL" clId="{2CC28D5A-E59E-4A37-B8C3-56A229B86017}" dt="2026-06-10T10:47:21.464" v="261" actId="20577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1725766388" sldId="612"/>
        </pc:sldMkLst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2456140403" sldId="614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15698625" sldId="623"/>
        </pc:sldMkLst>
      </pc:sldChg>
      <pc:sldChg chg="modTransition">
        <pc:chgData name="Al Friend" userId="e5ed79da-d858-46d4-9eed-a7a24903f2de" providerId="ADAL" clId="{2CC28D5A-E59E-4A37-B8C3-56A229B86017}" dt="2026-06-03T12:56:45.754" v="41"/>
        <pc:sldMkLst>
          <pc:docMk/>
          <pc:sldMk cId="910063448" sldId="624"/>
        </pc:sldMkLst>
      </pc:sldChg>
      <pc:sldChg chg="modSp modAnim">
        <pc:chgData name="Al Friend" userId="e5ed79da-d858-46d4-9eed-a7a24903f2de" providerId="ADAL" clId="{2CC28D5A-E59E-4A37-B8C3-56A229B86017}" dt="2026-06-09T09:34:31.292" v="244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9T09:34:13.582" v="243" actId="1076"/>
          <ac:spMkLst>
            <pc:docMk/>
            <pc:sldMk cId="3771078146" sldId="825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4:08.615" v="242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">
        <pc:chgData name="Al Friend" userId="e5ed79da-d858-46d4-9eed-a7a24903f2de" providerId="ADAL" clId="{2CC28D5A-E59E-4A37-B8C3-56A229B86017}" dt="2026-06-08T09:46:40.153" v="102" actId="20577"/>
        <pc:sldMkLst>
          <pc:docMk/>
          <pc:sldMk cId="897348652" sldId="826"/>
        </pc:sldMkLst>
        <pc:spChg chg="mod">
          <ac:chgData name="Al Friend" userId="e5ed79da-d858-46d4-9eed-a7a24903f2de" providerId="ADAL" clId="{2CC28D5A-E59E-4A37-B8C3-56A229B86017}" dt="2026-06-08T09:46:40.153" v="102" actId="20577"/>
          <ac:spMkLst>
            <pc:docMk/>
            <pc:sldMk cId="897348652" sldId="826"/>
            <ac:spMk id="2" creationId="{093847A0-4195-2FEB-C9F8-78695EA96406}"/>
          </ac:spMkLst>
        </pc:spChg>
      </pc:sldChg>
      <pc:sldChg chg="modAnim">
        <pc:chgData name="Al Friend" userId="e5ed79da-d858-46d4-9eed-a7a24903f2de" providerId="ADAL" clId="{2CC28D5A-E59E-4A37-B8C3-56A229B86017}" dt="2026-06-22T13:37:15.050" v="330"/>
        <pc:sldMkLst>
          <pc:docMk/>
          <pc:sldMk cId="395973225" sldId="836"/>
        </pc:sldMkLst>
      </pc:sldChg>
      <pc:sldChg chg="modSp">
        <pc:chgData name="Al Friend" userId="e5ed79da-d858-46d4-9eed-a7a24903f2de" providerId="ADAL" clId="{2CC28D5A-E59E-4A37-B8C3-56A229B86017}" dt="2026-06-03T12:27:21.812" v="34" actId="20577"/>
        <pc:sldMkLst>
          <pc:docMk/>
          <pc:sldMk cId="2505112213" sldId="856"/>
        </pc:sldMkLst>
        <pc:spChg chg="mod">
          <ac:chgData name="Al Friend" userId="e5ed79da-d858-46d4-9eed-a7a24903f2de" providerId="ADAL" clId="{2CC28D5A-E59E-4A37-B8C3-56A229B86017}" dt="2026-06-03T12:27:21.812" v="34" actId="20577"/>
          <ac:spMkLst>
            <pc:docMk/>
            <pc:sldMk cId="2505112213" sldId="856"/>
            <ac:spMk id="12" creationId="{68B16E17-198B-4874-BC66-EBC5F39A6145}"/>
          </ac:spMkLst>
        </pc:spChg>
      </pc:sldChg>
      <pc:sldChg chg="modSp ord modAnim">
        <pc:chgData name="Al Friend" userId="e5ed79da-d858-46d4-9eed-a7a24903f2de" providerId="ADAL" clId="{2CC28D5A-E59E-4A37-B8C3-56A229B86017}" dt="2026-06-10T10:47:53.008" v="264"/>
        <pc:sldMkLst>
          <pc:docMk/>
          <pc:sldMk cId="203769547" sldId="874"/>
        </pc:sldMkLst>
        <pc:spChg chg="mod">
          <ac:chgData name="Al Friend" userId="e5ed79da-d858-46d4-9eed-a7a24903f2de" providerId="ADAL" clId="{2CC28D5A-E59E-4A37-B8C3-56A229B86017}" dt="2026-06-08T09:46:05.165" v="95" actId="12788"/>
          <ac:spMkLst>
            <pc:docMk/>
            <pc:sldMk cId="203769547" sldId="874"/>
            <ac:spMk id="9" creationId="{46EF930E-E89D-3665-7E38-F8CCE36F1868}"/>
          </ac:spMkLst>
        </pc:spChg>
        <pc:spChg chg="mod">
          <ac:chgData name="Al Friend" userId="e5ed79da-d858-46d4-9eed-a7a24903f2de" providerId="ADAL" clId="{2CC28D5A-E59E-4A37-B8C3-56A229B86017}" dt="2026-06-08T09:45:39.241" v="91"/>
          <ac:spMkLst>
            <pc:docMk/>
            <pc:sldMk cId="203769547" sldId="874"/>
            <ac:spMk id="12" creationId="{57AE5C30-DD9E-6A59-4D4E-D5F2862767D5}"/>
          </ac:spMkLst>
        </pc:spChg>
      </pc:sldChg>
      <pc:sldChg chg="modSp ord">
        <pc:chgData name="Al Friend" userId="e5ed79da-d858-46d4-9eed-a7a24903f2de" providerId="ADAL" clId="{2CC28D5A-E59E-4A37-B8C3-56A229B86017}" dt="2026-06-10T10:47:53.008" v="264"/>
        <pc:sldMkLst>
          <pc:docMk/>
          <pc:sldMk cId="4091467611" sldId="875"/>
        </pc:sldMkLst>
        <pc:spChg chg="mod">
          <ac:chgData name="Al Friend" userId="e5ed79da-d858-46d4-9eed-a7a24903f2de" providerId="ADAL" clId="{2CC28D5A-E59E-4A37-B8C3-56A229B86017}" dt="2026-06-08T09:46:17.121" v="97" actId="20577"/>
          <ac:spMkLst>
            <pc:docMk/>
            <pc:sldMk cId="4091467611" sldId="875"/>
            <ac:spMk id="12" creationId="{A061683F-9967-821B-F4E4-20D59D6CF14E}"/>
          </ac:spMkLst>
        </pc:spChg>
      </pc:sldChg>
      <pc:sldChg chg="addSp delSp modSp delAnim modAnim modNotesTx">
        <pc:chgData name="Al Friend" userId="e5ed79da-d858-46d4-9eed-a7a24903f2de" providerId="ADAL" clId="{2CC28D5A-E59E-4A37-B8C3-56A229B86017}" dt="2026-06-10T11:09:38.507" v="322" actId="20577"/>
        <pc:sldMkLst>
          <pc:docMk/>
          <pc:sldMk cId="1664508076" sldId="876"/>
        </pc:sldMkLst>
        <pc:spChg chg="mod">
          <ac:chgData name="Al Friend" userId="e5ed79da-d858-46d4-9eed-a7a24903f2de" providerId="ADAL" clId="{2CC28D5A-E59E-4A37-B8C3-56A229B86017}" dt="2026-06-09T09:05:36.716" v="133" actId="20577"/>
          <ac:spMkLst>
            <pc:docMk/>
            <pc:sldMk cId="1664508076" sldId="876"/>
            <ac:spMk id="2" creationId="{B557248E-DB05-24FC-B97C-6526C8C2E81E}"/>
          </ac:spMkLst>
        </pc:spChg>
        <pc:spChg chg="del">
          <ac:chgData name="Al Friend" userId="e5ed79da-d858-46d4-9eed-a7a24903f2de" providerId="ADAL" clId="{2CC28D5A-E59E-4A37-B8C3-56A229B86017}" dt="2026-06-09T09:05:25.807" v="105" actId="478"/>
          <ac:spMkLst>
            <pc:docMk/>
            <pc:sldMk cId="1664508076" sldId="876"/>
            <ac:spMk id="3" creationId="{03B565D8-44FB-BE1C-9CC0-E77B4AC0F490}"/>
          </ac:spMkLst>
        </pc:spChg>
        <pc:spChg chg="add del mod">
          <ac:chgData name="Al Friend" userId="e5ed79da-d858-46d4-9eed-a7a24903f2de" providerId="ADAL" clId="{2CC28D5A-E59E-4A37-B8C3-56A229B86017}" dt="2026-06-10T10:50:39.520" v="271" actId="478"/>
          <ac:spMkLst>
            <pc:docMk/>
            <pc:sldMk cId="1664508076" sldId="876"/>
            <ac:spMk id="3" creationId="{D490A291-06CF-449B-9E45-1AB36834985A}"/>
          </ac:spMkLst>
        </pc:spChg>
        <pc:spChg chg="add mod">
          <ac:chgData name="Al Friend" userId="e5ed79da-d858-46d4-9eed-a7a24903f2de" providerId="ADAL" clId="{2CC28D5A-E59E-4A37-B8C3-56A229B86017}" dt="2026-06-10T10:51:05.979" v="273" actId="108"/>
          <ac:spMkLst>
            <pc:docMk/>
            <pc:sldMk cId="1664508076" sldId="876"/>
            <ac:spMk id="4" creationId="{BC947E42-B85F-43EA-9809-1408F1740C1D}"/>
          </ac:spMkLst>
        </pc:spChg>
        <pc:spChg chg="add del mod">
          <ac:chgData name="Al Friend" userId="e5ed79da-d858-46d4-9eed-a7a24903f2de" providerId="ADAL" clId="{2CC28D5A-E59E-4A37-B8C3-56A229B86017}" dt="2026-06-09T09:28:59.216" v="192" actId="478"/>
          <ac:spMkLst>
            <pc:docMk/>
            <pc:sldMk cId="1664508076" sldId="876"/>
            <ac:spMk id="4" creationId="{C3527E78-DA2C-4CC0-902F-76D85C66101A}"/>
          </ac:spMkLst>
        </pc:spChg>
        <pc:spChg chg="add del mod">
          <ac:chgData name="Al Friend" userId="e5ed79da-d858-46d4-9eed-a7a24903f2de" providerId="ADAL" clId="{2CC28D5A-E59E-4A37-B8C3-56A229B86017}" dt="2026-06-09T09:29:13.498" v="194" actId="478"/>
          <ac:spMkLst>
            <pc:docMk/>
            <pc:sldMk cId="1664508076" sldId="876"/>
            <ac:spMk id="5" creationId="{B6188183-69F0-45A9-A48B-AB34066705EC}"/>
          </ac:spMkLst>
        </pc:spChg>
        <pc:spChg chg="add del mod">
          <ac:chgData name="Al Friend" userId="e5ed79da-d858-46d4-9eed-a7a24903f2de" providerId="ADAL" clId="{2CC28D5A-E59E-4A37-B8C3-56A229B86017}" dt="2026-06-09T09:29:35.783" v="196" actId="478"/>
          <ac:spMkLst>
            <pc:docMk/>
            <pc:sldMk cId="1664508076" sldId="876"/>
            <ac:spMk id="6" creationId="{1EB1226A-DB9E-4F7D-BEC8-BC3A2ACF6EEC}"/>
          </ac:spMkLst>
        </pc:spChg>
        <pc:spChg chg="add del mod">
          <ac:chgData name="Al Friend" userId="e5ed79da-d858-46d4-9eed-a7a24903f2de" providerId="ADAL" clId="{2CC28D5A-E59E-4A37-B8C3-56A229B86017}" dt="2026-06-10T10:49:45.526" v="266" actId="478"/>
          <ac:spMkLst>
            <pc:docMk/>
            <pc:sldMk cId="1664508076" sldId="876"/>
            <ac:spMk id="7" creationId="{C7AEA17A-938A-47A0-A012-20A384BC806F}"/>
          </ac:spMkLst>
        </pc:spChg>
        <pc:spChg chg="del mod">
          <ac:chgData name="Al Friend" userId="e5ed79da-d858-46d4-9eed-a7a24903f2de" providerId="ADAL" clId="{2CC28D5A-E59E-4A37-B8C3-56A229B86017}" dt="2026-06-09T09:31:16.209" v="204" actId="478"/>
          <ac:spMkLst>
            <pc:docMk/>
            <pc:sldMk cId="1664508076" sldId="876"/>
            <ac:spMk id="8" creationId="{7536217B-CB3B-A512-2037-FF6D8B85D2F5}"/>
          </ac:spMkLst>
        </pc:spChg>
        <pc:spChg chg="del">
          <ac:chgData name="Al Friend" userId="e5ed79da-d858-46d4-9eed-a7a24903f2de" providerId="ADAL" clId="{2CC28D5A-E59E-4A37-B8C3-56A229B86017}" dt="2026-06-09T09:31:17.740" v="205" actId="478"/>
          <ac:spMkLst>
            <pc:docMk/>
            <pc:sldMk cId="1664508076" sldId="876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10T10:52:07.479" v="313" actId="14100"/>
          <ac:spMkLst>
            <pc:docMk/>
            <pc:sldMk cId="1664508076" sldId="876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2:32.202" v="218" actId="20577"/>
          <ac:spMkLst>
            <pc:docMk/>
            <pc:sldMk cId="1664508076" sldId="876"/>
            <ac:spMk id="12" creationId="{4B10774B-6198-A85E-9F95-72368FCD20DE}"/>
          </ac:spMkLst>
        </pc:spChg>
      </pc:sldChg>
      <pc:sldChg chg="delSp add modTransition delAnim modAnim modNotesTx">
        <pc:chgData name="Al Friend" userId="e5ed79da-d858-46d4-9eed-a7a24903f2de" providerId="ADAL" clId="{2CC28D5A-E59E-4A37-B8C3-56A229B86017}" dt="2026-06-10T10:49:33.894" v="265" actId="478"/>
        <pc:sldMkLst>
          <pc:docMk/>
          <pc:sldMk cId="2912825416" sldId="877"/>
        </pc:sldMkLst>
        <pc:spChg chg="del">
          <ac:chgData name="Al Friend" userId="e5ed79da-d858-46d4-9eed-a7a24903f2de" providerId="ADAL" clId="{2CC28D5A-E59E-4A37-B8C3-56A229B86017}" dt="2026-06-09T09:54:53.433" v="255" actId="478"/>
          <ac:spMkLst>
            <pc:docMk/>
            <pc:sldMk cId="2912825416" sldId="877"/>
            <ac:spMk id="7" creationId="{C7AEA17A-938A-47A0-A012-20A384BC806F}"/>
          </ac:spMkLst>
        </pc:spChg>
        <pc:spChg chg="del">
          <ac:chgData name="Al Friend" userId="e5ed79da-d858-46d4-9eed-a7a24903f2de" providerId="ADAL" clId="{2CC28D5A-E59E-4A37-B8C3-56A229B86017}" dt="2026-06-10T10:49:33.894" v="265" actId="478"/>
          <ac:spMkLst>
            <pc:docMk/>
            <pc:sldMk cId="2912825416" sldId="877"/>
            <ac:spMk id="10" creationId="{37EE882D-DDF7-C77F-64BE-B457C07590EA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21.883" v="332"/>
        <pc:sldMkLst>
          <pc:docMk/>
          <pc:sldMk cId="2581650874" sldId="878"/>
        </pc:sldMkLst>
        <pc:spChg chg="del">
          <ac:chgData name="Al Friend" userId="e5ed79da-d858-46d4-9eed-a7a24903f2de" providerId="ADAL" clId="{2CC28D5A-E59E-4A37-B8C3-56A229B86017}" dt="2026-06-22T13:36:50.573" v="325" actId="478"/>
          <ac:spMkLst>
            <pc:docMk/>
            <pc:sldMk cId="2581650874" sldId="878"/>
            <ac:spMk id="5" creationId="{DCE3A2C0-E5AC-437E-8CD0-46D83078EBB9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18.427" v="331"/>
        <pc:sldMkLst>
          <pc:docMk/>
          <pc:sldMk cId="1177968660" sldId="879"/>
        </pc:sldMkLst>
        <pc:spChg chg="del">
          <ac:chgData name="Al Friend" userId="e5ed79da-d858-46d4-9eed-a7a24903f2de" providerId="ADAL" clId="{2CC28D5A-E59E-4A37-B8C3-56A229B86017}" dt="2026-06-22T13:37:03.417" v="328" actId="478"/>
          <ac:spMkLst>
            <pc:docMk/>
            <pc:sldMk cId="1177968660" sldId="879"/>
            <ac:spMk id="5" creationId="{DCE3A2C0-E5AC-437E-8CD0-46D83078EBB9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 modSection">
      <pc:chgData name="Al Friend" userId="e5ed79da-d858-46d4-9eed-a7a24903f2de" providerId="ADAL" clId="{6CF5D3DD-A8C4-4611-8099-4AEB2E976A2E}" dt="2026-06-07T18:14:46.212" v="716" actId="478"/>
      <pc:docMkLst>
        <pc:docMk/>
      </pc:docMkLst>
      <pc:sldChg chg="modSp modAnim">
        <pc:chgData name="Al Friend" userId="e5ed79da-d858-46d4-9eed-a7a24903f2de" providerId="ADAL" clId="{6CF5D3DD-A8C4-4611-8099-4AEB2E976A2E}" dt="2026-06-04T20:00:53.592" v="359" actId="6549"/>
        <pc:sldMkLst>
          <pc:docMk/>
          <pc:sldMk cId="1374977604" sldId="499"/>
        </pc:sldMkLst>
        <pc:spChg chg="mod">
          <ac:chgData name="Al Friend" userId="e5ed79da-d858-46d4-9eed-a7a24903f2de" providerId="ADAL" clId="{6CF5D3DD-A8C4-4611-8099-4AEB2E976A2E}" dt="2026-06-04T20:00:53.592" v="359" actId="6549"/>
          <ac:spMkLst>
            <pc:docMk/>
            <pc:sldMk cId="1374977604" sldId="499"/>
            <ac:spMk id="4" creationId="{64E6C5A6-C8B6-44E7-AC4F-4DD9B8000FF1}"/>
          </ac:spMkLst>
        </pc:spChg>
      </pc:sldChg>
      <pc:sldChg chg="addSp modSp mod modAnim modNotesTx">
        <pc:chgData name="Al Friend" userId="e5ed79da-d858-46d4-9eed-a7a24903f2de" providerId="ADAL" clId="{6CF5D3DD-A8C4-4611-8099-4AEB2E976A2E}" dt="2026-06-07T17:39:54.065" v="628" actId="14100"/>
        <pc:sldMkLst>
          <pc:docMk/>
          <pc:sldMk cId="1725766388" sldId="612"/>
        </pc:sldMkLst>
        <pc:spChg chg="mod">
          <ac:chgData name="Al Friend" userId="e5ed79da-d858-46d4-9eed-a7a24903f2de" providerId="ADAL" clId="{6CF5D3DD-A8C4-4611-8099-4AEB2E976A2E}" dt="2026-06-04T19:55:08.319" v="230" actId="20577"/>
          <ac:spMkLst>
            <pc:docMk/>
            <pc:sldMk cId="1725766388" sldId="612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7:39:39.305" v="624" actId="14100"/>
          <ac:spMkLst>
            <pc:docMk/>
            <pc:sldMk cId="1725766388" sldId="612"/>
            <ac:spMk id="3" creationId="{0E9DF95E-E94E-519C-BC97-FD68043A93A6}"/>
          </ac:spMkLst>
        </pc:spChg>
        <pc:spChg chg="add mod">
          <ac:chgData name="Al Friend" userId="e5ed79da-d858-46d4-9eed-a7a24903f2de" providerId="ADAL" clId="{6CF5D3DD-A8C4-4611-8099-4AEB2E976A2E}" dt="2026-06-07T17:39:54.065" v="628" actId="14100"/>
          <ac:spMkLst>
            <pc:docMk/>
            <pc:sldMk cId="1725766388" sldId="612"/>
            <ac:spMk id="4" creationId="{FE8AB782-1C09-1F87-DFCF-ACA0D0F12B4B}"/>
          </ac:spMkLst>
        </pc:spChg>
        <pc:spChg chg="mod">
          <ac:chgData name="Al Friend" userId="e5ed79da-d858-46d4-9eed-a7a24903f2de" providerId="ADAL" clId="{6CF5D3DD-A8C4-4611-8099-4AEB2E976A2E}" dt="2026-06-07T15:48:53.032" v="367" actId="108"/>
          <ac:spMkLst>
            <pc:docMk/>
            <pc:sldMk cId="1725766388" sldId="612"/>
            <ac:spMk id="9" creationId="{CE53807C-0EE1-242A-430E-565F7F51A109}"/>
          </ac:spMkLst>
        </pc:spChg>
        <pc:spChg chg="mod">
          <ac:chgData name="Al Friend" userId="e5ed79da-d858-46d4-9eed-a7a24903f2de" providerId="ADAL" clId="{6CF5D3DD-A8C4-4611-8099-4AEB2E976A2E}" dt="2026-06-07T15:48:19.843" v="365" actId="20577"/>
          <ac:spMkLst>
            <pc:docMk/>
            <pc:sldMk cId="1725766388" sldId="612"/>
            <ac:spMk id="12" creationId="{68B16E17-198B-4874-BC66-EBC5F39A6145}"/>
          </ac:spMkLst>
        </pc:spChg>
      </pc:sldChg>
      <pc:sldChg chg="modSp mod">
        <pc:chgData name="Al Friend" userId="e5ed79da-d858-46d4-9eed-a7a24903f2de" providerId="ADAL" clId="{6CF5D3DD-A8C4-4611-8099-4AEB2E976A2E}" dt="2026-06-07T15:48:09.603" v="364" actId="20577"/>
        <pc:sldMkLst>
          <pc:docMk/>
          <pc:sldMk cId="2456140403" sldId="614"/>
        </pc:sldMkLst>
        <pc:spChg chg="mod">
          <ac:chgData name="Al Friend" userId="e5ed79da-d858-46d4-9eed-a7a24903f2de" providerId="ADAL" clId="{6CF5D3DD-A8C4-4611-8099-4AEB2E976A2E}" dt="2026-06-04T19:55:03.686" v="226" actId="20577"/>
          <ac:spMkLst>
            <pc:docMk/>
            <pc:sldMk cId="2456140403" sldId="614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5:48:09.603" v="364" actId="20577"/>
          <ac:spMkLst>
            <pc:docMk/>
            <pc:sldMk cId="2456140403" sldId="614"/>
            <ac:spMk id="12" creationId="{68B16E17-198B-4874-BC66-EBC5F39A6145}"/>
          </ac:spMkLst>
        </pc:spChg>
      </pc:sldChg>
      <pc:sldChg chg="addSp delSp modSp mod delAnim modAnim">
        <pc:chgData name="Al Friend" userId="e5ed79da-d858-46d4-9eed-a7a24903f2de" providerId="ADAL" clId="{6CF5D3DD-A8C4-4611-8099-4AEB2E976A2E}" dt="2026-06-07T15:53:53.878" v="480" actId="1038"/>
        <pc:sldMkLst>
          <pc:docMk/>
          <pc:sldMk cId="3771078146" sldId="825"/>
        </pc:sldMkLst>
        <pc:spChg chg="mod">
          <ac:chgData name="Al Friend" userId="e5ed79da-d858-46d4-9eed-a7a24903f2de" providerId="ADAL" clId="{6CF5D3DD-A8C4-4611-8099-4AEB2E976A2E}" dt="2026-06-04T19:55:41.561" v="243" actId="20577"/>
          <ac:spMkLst>
            <pc:docMk/>
            <pc:sldMk cId="3771078146" sldId="825"/>
            <ac:spMk id="2" creationId="{B557248E-DB05-24FC-B97C-6526C8C2E81E}"/>
          </ac:spMkLst>
        </pc:spChg>
        <pc:spChg chg="add mod">
          <ac:chgData name="Al Friend" userId="e5ed79da-d858-46d4-9eed-a7a24903f2de" providerId="ADAL" clId="{6CF5D3DD-A8C4-4611-8099-4AEB2E976A2E}" dt="2026-06-04T19:58:46.805" v="355" actId="114"/>
          <ac:spMkLst>
            <pc:docMk/>
            <pc:sldMk cId="3771078146" sldId="825"/>
            <ac:spMk id="3" creationId="{03B565D8-44FB-BE1C-9CC0-E77B4AC0F490}"/>
          </ac:spMkLst>
        </pc:spChg>
        <pc:spChg chg="mod">
          <ac:chgData name="Al Friend" userId="e5ed79da-d858-46d4-9eed-a7a24903f2de" providerId="ADAL" clId="{6CF5D3DD-A8C4-4611-8099-4AEB2E976A2E}" dt="2026-06-07T15:53:43.111" v="475" actId="1037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6CF5D3DD-A8C4-4611-8099-4AEB2E976A2E}" dt="2026-06-07T15:53:53.878" v="480" actId="1038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6CF5D3DD-A8C4-4611-8099-4AEB2E976A2E}" dt="2026-06-04T19:56:05.740" v="265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 mod">
        <pc:chgData name="Al Friend" userId="e5ed79da-d858-46d4-9eed-a7a24903f2de" providerId="ADAL" clId="{6CF5D3DD-A8C4-4611-8099-4AEB2E976A2E}" dt="2026-06-04T19:57:10.122" v="280" actId="20577"/>
        <pc:sldMkLst>
          <pc:docMk/>
          <pc:sldMk cId="897348652" sldId="826"/>
        </pc:sldMkLst>
        <pc:spChg chg="mod">
          <ac:chgData name="Al Friend" userId="e5ed79da-d858-46d4-9eed-a7a24903f2de" providerId="ADAL" clId="{6CF5D3DD-A8C4-4611-8099-4AEB2E976A2E}" dt="2026-06-04T19:57:10.122" v="280" actId="20577"/>
          <ac:spMkLst>
            <pc:docMk/>
            <pc:sldMk cId="897348652" sldId="826"/>
            <ac:spMk id="12" creationId="{62CB7BE2-58C6-B239-DC00-9879991981E9}"/>
          </ac:spMkLst>
        </pc:spChg>
      </pc:sldChg>
      <pc:sldChg chg="modSp mod">
        <pc:chgData name="Al Friend" userId="e5ed79da-d858-46d4-9eed-a7a24903f2de" providerId="ADAL" clId="{6CF5D3DD-A8C4-4611-8099-4AEB2E976A2E}" dt="2026-06-04T20:01:06.949" v="362" actId="6549"/>
        <pc:sldMkLst>
          <pc:docMk/>
          <pc:sldMk cId="1818297475" sldId="834"/>
        </pc:sldMkLst>
        <pc:spChg chg="mod">
          <ac:chgData name="Al Friend" userId="e5ed79da-d858-46d4-9eed-a7a24903f2de" providerId="ADAL" clId="{6CF5D3DD-A8C4-4611-8099-4AEB2E976A2E}" dt="2026-06-04T20:01:06.949" v="362" actId="6549"/>
          <ac:spMkLst>
            <pc:docMk/>
            <pc:sldMk cId="1818297475" sldId="834"/>
            <ac:spMk id="4" creationId="{25DF5874-FBC6-4C19-3BB2-89089A839384}"/>
          </ac:spMkLst>
        </pc:spChg>
      </pc:sldChg>
      <pc:sldChg chg="modSp add mod modAnim">
        <pc:chgData name="Al Friend" userId="e5ed79da-d858-46d4-9eed-a7a24903f2de" providerId="ADAL" clId="{6CF5D3DD-A8C4-4611-8099-4AEB2E976A2E}" dt="2026-06-07T17:53:36.844" v="711"/>
        <pc:sldMkLst>
          <pc:docMk/>
          <pc:sldMk cId="203769547" sldId="874"/>
        </pc:sldMkLst>
        <pc:spChg chg="mod">
          <ac:chgData name="Al Friend" userId="e5ed79da-d858-46d4-9eed-a7a24903f2de" providerId="ADAL" clId="{6CF5D3DD-A8C4-4611-8099-4AEB2E976A2E}" dt="2026-06-07T15:50:00.407" v="380" actId="20577"/>
          <ac:spMkLst>
            <pc:docMk/>
            <pc:sldMk cId="203769547" sldId="874"/>
            <ac:spMk id="2" creationId="{00BAE369-1D9E-D5DD-C32C-F4BA12F900F2}"/>
          </ac:spMkLst>
        </pc:spChg>
        <pc:spChg chg="mod">
          <ac:chgData name="Al Friend" userId="e5ed79da-d858-46d4-9eed-a7a24903f2de" providerId="ADAL" clId="{6CF5D3DD-A8C4-4611-8099-4AEB2E976A2E}" dt="2026-06-07T17:37:40.322" v="607" actId="692"/>
          <ac:spMkLst>
            <pc:docMk/>
            <pc:sldMk cId="203769547" sldId="874"/>
            <ac:spMk id="3" creationId="{257D759C-897A-47A7-F507-12879F474107}"/>
          </ac:spMkLst>
        </pc:spChg>
        <pc:spChg chg="mod">
          <ac:chgData name="Al Friend" userId="e5ed79da-d858-46d4-9eed-a7a24903f2de" providerId="ADAL" clId="{6CF5D3DD-A8C4-4611-8099-4AEB2E976A2E}" dt="2026-06-07T17:53:36.844" v="711"/>
          <ac:spMkLst>
            <pc:docMk/>
            <pc:sldMk cId="203769547" sldId="874"/>
            <ac:spMk id="12" creationId="{57AE5C30-DD9E-6A59-4D4E-D5F2862767D5}"/>
          </ac:spMkLst>
        </pc:spChg>
      </pc:sldChg>
      <pc:sldChg chg="delSp add mod modAnim modShow modNotesTx">
        <pc:chgData name="Al Friend" userId="e5ed79da-d858-46d4-9eed-a7a24903f2de" providerId="ADAL" clId="{6CF5D3DD-A8C4-4611-8099-4AEB2E976A2E}" dt="2026-06-07T18:14:46.212" v="716" actId="478"/>
        <pc:sldMkLst>
          <pc:docMk/>
          <pc:sldMk cId="4091467611" sldId="875"/>
        </pc:sldMkLst>
        <pc:spChg chg="del">
          <ac:chgData name="Al Friend" userId="e5ed79da-d858-46d4-9eed-a7a24903f2de" providerId="ADAL" clId="{6CF5D3DD-A8C4-4611-8099-4AEB2E976A2E}" dt="2026-06-07T18:14:46.212" v="716" actId="478"/>
          <ac:spMkLst>
            <pc:docMk/>
            <pc:sldMk cId="4091467611" sldId="875"/>
            <ac:spMk id="3" creationId="{46E7C72C-B461-794F-0821-8F345EEDFA28}"/>
          </ac:spMkLst>
        </pc:spChg>
      </pc:sldChg>
    </pc:docChg>
  </pc:docChgLst>
  <pc:docChgLst>
    <pc:chgData name="Al Friend" userId="e5ed79da-d858-46d4-9eed-a7a24903f2de" providerId="ADAL" clId="{0E1AE490-4385-420A-8F3B-5C4325E85BD3}"/>
    <pc:docChg chg="modSld">
      <pc:chgData name="Al Friend" userId="e5ed79da-d858-46d4-9eed-a7a24903f2de" providerId="ADAL" clId="{0E1AE490-4385-420A-8F3B-5C4325E85BD3}" dt="2026-08-19T10:15:26.022" v="111" actId="20577"/>
      <pc:docMkLst>
        <pc:docMk/>
      </pc:docMkLst>
      <pc:sldChg chg="modSp modAnim">
        <pc:chgData name="Al Friend" userId="e5ed79da-d858-46d4-9eed-a7a24903f2de" providerId="ADAL" clId="{0E1AE490-4385-420A-8F3B-5C4325E85BD3}" dt="2026-08-19T10:15:14.556" v="95" actId="20577"/>
        <pc:sldMkLst>
          <pc:docMk/>
          <pc:sldMk cId="1456227709" sldId="440"/>
        </pc:sldMkLst>
        <pc:spChg chg="mod">
          <ac:chgData name="Al Friend" userId="e5ed79da-d858-46d4-9eed-a7a24903f2de" providerId="ADAL" clId="{0E1AE490-4385-420A-8F3B-5C4325E85BD3}" dt="2026-08-19T10:13:20.010" v="9" actId="20577"/>
          <ac:spMkLst>
            <pc:docMk/>
            <pc:sldMk cId="1456227709" sldId="44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06.778" v="85" actId="20577"/>
          <ac:spMkLst>
            <pc:docMk/>
            <pc:sldMk cId="1456227709" sldId="44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3:21.535" v="10"/>
          <ac:spMkLst>
            <pc:docMk/>
            <pc:sldMk cId="1456227709" sldId="44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14.556" v="95" actId="20577"/>
          <ac:spMkLst>
            <pc:docMk/>
            <pc:sldMk cId="1456227709" sldId="440"/>
            <ac:spMk id="11" creationId="{00000000-0000-0000-0000-000000000000}"/>
          </ac:spMkLst>
        </pc:spChg>
      </pc:sldChg>
      <pc:sldChg chg="modSp">
        <pc:chgData name="Al Friend" userId="e5ed79da-d858-46d4-9eed-a7a24903f2de" providerId="ADAL" clId="{0E1AE490-4385-420A-8F3B-5C4325E85BD3}" dt="2026-08-19T10:15:26.022" v="111" actId="20577"/>
        <pc:sldMkLst>
          <pc:docMk/>
          <pc:sldMk cId="3815233802" sldId="830"/>
        </pc:sldMkLst>
        <pc:spChg chg="mod">
          <ac:chgData name="Al Friend" userId="e5ed79da-d858-46d4-9eed-a7a24903f2de" providerId="ADAL" clId="{0E1AE490-4385-420A-8F3B-5C4325E85BD3}" dt="2026-08-19T10:14:03.119" v="19"/>
          <ac:spMkLst>
            <pc:docMk/>
            <pc:sldMk cId="3815233802" sldId="83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0.694" v="99" actId="20577"/>
          <ac:spMkLst>
            <pc:docMk/>
            <pc:sldMk cId="3815233802" sldId="83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4:05.280" v="20"/>
          <ac:spMkLst>
            <pc:docMk/>
            <pc:sldMk cId="3815233802" sldId="83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6.022" v="111" actId="20577"/>
          <ac:spMkLst>
            <pc:docMk/>
            <pc:sldMk cId="3815233802" sldId="830"/>
            <ac:spMk id="11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("Hello")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Tuple - Not part of Higher</a:t>
            </a:r>
          </a:p>
          <a:p>
            <a:r>
              <a:rPr lang="en-GB"/>
              <a:t>https://dictionary.cambridge.org/pronunciation/english/tuple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89073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1196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7704345" y="2611037"/>
            <a:ext cx="3428481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1847"/>
              <a:gd name="adj5" fmla="val -40296"/>
              <a:gd name="adj6" fmla="val -17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structure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947E42-B85F-43EA-9809-1408F1740C1D}"/>
              </a:ext>
            </a:extLst>
          </p:cNvPr>
          <p:cNvSpPr/>
          <p:nvPr/>
        </p:nvSpPr>
        <p:spPr>
          <a:xfrm>
            <a:off x="6892290" y="1536565"/>
            <a:ext cx="4668103" cy="2673434"/>
          </a:xfrm>
          <a:custGeom>
            <a:avLst/>
            <a:gdLst>
              <a:gd name="connsiteX0" fmla="*/ 2617470 w 4668103"/>
              <a:gd name="connsiteY0" fmla="*/ 406535 h 2673434"/>
              <a:gd name="connsiteX1" fmla="*/ 3051810 w 4668103"/>
              <a:gd name="connsiteY1" fmla="*/ 97925 h 2673434"/>
              <a:gd name="connsiteX2" fmla="*/ 3817620 w 4668103"/>
              <a:gd name="connsiteY2" fmla="*/ 6485 h 2673434"/>
              <a:gd name="connsiteX3" fmla="*/ 4229100 w 4668103"/>
              <a:gd name="connsiteY3" fmla="*/ 246515 h 2673434"/>
              <a:gd name="connsiteX4" fmla="*/ 4560570 w 4668103"/>
              <a:gd name="connsiteY4" fmla="*/ 829445 h 2673434"/>
              <a:gd name="connsiteX5" fmla="*/ 4629150 w 4668103"/>
              <a:gd name="connsiteY5" fmla="*/ 1720985 h 2673434"/>
              <a:gd name="connsiteX6" fmla="*/ 4000500 w 4668103"/>
              <a:gd name="connsiteY6" fmla="*/ 2383925 h 2673434"/>
              <a:gd name="connsiteX7" fmla="*/ 3166110 w 4668103"/>
              <a:gd name="connsiteY7" fmla="*/ 2612525 h 2673434"/>
              <a:gd name="connsiteX8" fmla="*/ 1954530 w 4668103"/>
              <a:gd name="connsiteY8" fmla="*/ 2669675 h 2673434"/>
              <a:gd name="connsiteX9" fmla="*/ 914400 w 4668103"/>
              <a:gd name="connsiteY9" fmla="*/ 2532515 h 2673434"/>
              <a:gd name="connsiteX10" fmla="*/ 331470 w 4668103"/>
              <a:gd name="connsiteY10" fmla="*/ 2223905 h 2673434"/>
              <a:gd name="connsiteX11" fmla="*/ 0 w 4668103"/>
              <a:gd name="connsiteY11" fmla="*/ 1926725 h 267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668103" h="2673434">
                <a:moveTo>
                  <a:pt x="2617470" y="406535"/>
                </a:moveTo>
                <a:cubicBezTo>
                  <a:pt x="2734627" y="285567"/>
                  <a:pt x="2851785" y="164600"/>
                  <a:pt x="3051810" y="97925"/>
                </a:cubicBezTo>
                <a:cubicBezTo>
                  <a:pt x="3251835" y="31250"/>
                  <a:pt x="3621405" y="-18280"/>
                  <a:pt x="3817620" y="6485"/>
                </a:cubicBezTo>
                <a:cubicBezTo>
                  <a:pt x="4013835" y="31250"/>
                  <a:pt x="4105275" y="109355"/>
                  <a:pt x="4229100" y="246515"/>
                </a:cubicBezTo>
                <a:cubicBezTo>
                  <a:pt x="4352925" y="383675"/>
                  <a:pt x="4493895" y="583700"/>
                  <a:pt x="4560570" y="829445"/>
                </a:cubicBezTo>
                <a:cubicBezTo>
                  <a:pt x="4627245" y="1075190"/>
                  <a:pt x="4722495" y="1461905"/>
                  <a:pt x="4629150" y="1720985"/>
                </a:cubicBezTo>
                <a:cubicBezTo>
                  <a:pt x="4535805" y="1980065"/>
                  <a:pt x="4244340" y="2235335"/>
                  <a:pt x="4000500" y="2383925"/>
                </a:cubicBezTo>
                <a:cubicBezTo>
                  <a:pt x="3756660" y="2532515"/>
                  <a:pt x="3507105" y="2564900"/>
                  <a:pt x="3166110" y="2612525"/>
                </a:cubicBezTo>
                <a:cubicBezTo>
                  <a:pt x="2825115" y="2660150"/>
                  <a:pt x="2329815" y="2683010"/>
                  <a:pt x="1954530" y="2669675"/>
                </a:cubicBezTo>
                <a:cubicBezTo>
                  <a:pt x="1579245" y="2656340"/>
                  <a:pt x="1184910" y="2606810"/>
                  <a:pt x="914400" y="2532515"/>
                </a:cubicBezTo>
                <a:cubicBezTo>
                  <a:pt x="643890" y="2458220"/>
                  <a:pt x="483870" y="2324870"/>
                  <a:pt x="331470" y="2223905"/>
                </a:cubicBezTo>
                <a:cubicBezTo>
                  <a:pt x="179070" y="2122940"/>
                  <a:pt x="89535" y="2024832"/>
                  <a:pt x="0" y="192672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2800" b="1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data to the file</a:t>
            </a:r>
          </a:p>
          <a:p>
            <a:r>
              <a:rPr lang="en-GB" dirty="0"/>
              <a:t>Close the connection to the file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data from the file</a:t>
            </a:r>
          </a:p>
          <a:p>
            <a:r>
              <a:rPr lang="en-GB" dirty="0"/>
              <a:t>Close the connection to the file</a:t>
            </a:r>
          </a:p>
          <a:p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data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data from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</p:spTree>
    <p:extLst>
      <p:ext uri="{BB962C8B-B14F-4D97-AF65-F5344CB8AC3E}">
        <p14:creationId xmlns:p14="http://schemas.microsoft.com/office/powerpoint/2010/main" val="25816508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</p:spTree>
    <p:extLst>
      <p:ext uri="{BB962C8B-B14F-4D97-AF65-F5344CB8AC3E}">
        <p14:creationId xmlns:p14="http://schemas.microsoft.com/office/powerpoint/2010/main" val="11779686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</TotalTime>
  <Words>8122</Words>
  <Application>Microsoft Office PowerPoint</Application>
  <PresentationFormat>Widescreen</PresentationFormat>
  <Paragraphs>1873</Paragraphs>
  <Slides>201</Slides>
  <Notes>156</Notes>
  <HiddenSlides>88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201</vt:i4>
      </vt:variant>
    </vt:vector>
  </HeadingPairs>
  <TitlesOfParts>
    <vt:vector size="207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Docstrings</vt:lpstr>
      <vt:lpstr>Docstrings</vt:lpstr>
      <vt:lpstr>Docstrings - Multiline</vt:lpstr>
      <vt:lpstr>Docstrings - Multiline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Writing: Array (1)</vt:lpstr>
      <vt:lpstr>Writing: Array (1)</vt:lpstr>
      <vt:lpstr>Writing: Array (2)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298</cp:revision>
  <cp:lastPrinted>2022-12-12T09:57:02Z</cp:lastPrinted>
  <dcterms:created xsi:type="dcterms:W3CDTF">2020-11-23T14:36:09Z</dcterms:created>
  <dcterms:modified xsi:type="dcterms:W3CDTF">2026-08-19T10:31:12Z</dcterms:modified>
</cp:coreProperties>
</file>