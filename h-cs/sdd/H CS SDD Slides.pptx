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3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554" r:id="rId138"/>
    <p:sldId id="839" r:id="rId139"/>
    <p:sldId id="458" r:id="rId140"/>
    <p:sldId id="460" r:id="rId141"/>
    <p:sldId id="461" r:id="rId142"/>
    <p:sldId id="465" r:id="rId143"/>
    <p:sldId id="462" r:id="rId144"/>
    <p:sldId id="646" r:id="rId145"/>
    <p:sldId id="636" r:id="rId146"/>
    <p:sldId id="640" r:id="rId147"/>
    <p:sldId id="463" r:id="rId148"/>
    <p:sldId id="641" r:id="rId149"/>
    <p:sldId id="639" r:id="rId150"/>
    <p:sldId id="642" r:id="rId151"/>
    <p:sldId id="468" r:id="rId152"/>
    <p:sldId id="643" r:id="rId153"/>
    <p:sldId id="627" r:id="rId154"/>
    <p:sldId id="644" r:id="rId155"/>
    <p:sldId id="638" r:id="rId156"/>
    <p:sldId id="645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8-25T10:08:24.580" v="285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8173</Words>
  <Application>Microsoft Office PowerPoint</Application>
  <PresentationFormat>Widescreen</PresentationFormat>
  <Paragraphs>1883</Paragraphs>
  <Slides>202</Slides>
  <Notes>157</Notes>
  <HiddenSlides>89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Reading: Unknown file length</vt:lpstr>
      <vt:lpstr>Reading: Unknown file length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301</cp:revision>
  <cp:lastPrinted>2022-12-12T09:57:02Z</cp:lastPrinted>
  <dcterms:created xsi:type="dcterms:W3CDTF">2020-11-23T14:36:09Z</dcterms:created>
  <dcterms:modified xsi:type="dcterms:W3CDTF">2026-08-25T10:26:29Z</dcterms:modified>
</cp:coreProperties>
</file>