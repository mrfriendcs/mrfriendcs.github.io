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0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6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7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1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74" r:id="rId27"/>
    <p:sldId id="875" r:id="rId28"/>
    <p:sldId id="854" r:id="rId29"/>
    <p:sldId id="859" r:id="rId30"/>
    <p:sldId id="857" r:id="rId31"/>
    <p:sldId id="858" r:id="rId32"/>
    <p:sldId id="505" r:id="rId33"/>
    <p:sldId id="624" r:id="rId34"/>
    <p:sldId id="472" r:id="rId35"/>
    <p:sldId id="471" r:id="rId36"/>
    <p:sldId id="825" r:id="rId37"/>
    <p:sldId id="826" r:id="rId38"/>
    <p:sldId id="876" r:id="rId39"/>
    <p:sldId id="480" r:id="rId40"/>
    <p:sldId id="358" r:id="rId41"/>
    <p:sldId id="487" r:id="rId42"/>
    <p:sldId id="481" r:id="rId43"/>
    <p:sldId id="623" r:id="rId44"/>
    <p:sldId id="482" r:id="rId45"/>
    <p:sldId id="488" r:id="rId46"/>
    <p:sldId id="483" r:id="rId47"/>
    <p:sldId id="492" r:id="rId48"/>
    <p:sldId id="485" r:id="rId49"/>
    <p:sldId id="489" r:id="rId50"/>
    <p:sldId id="486" r:id="rId51"/>
    <p:sldId id="491" r:id="rId52"/>
    <p:sldId id="484" r:id="rId53"/>
    <p:sldId id="545" r:id="rId54"/>
    <p:sldId id="547" r:id="rId55"/>
    <p:sldId id="549" r:id="rId56"/>
    <p:sldId id="424" r:id="rId57"/>
    <p:sldId id="564" r:id="rId58"/>
    <p:sldId id="615" r:id="rId59"/>
    <p:sldId id="514" r:id="rId60"/>
    <p:sldId id="616" r:id="rId61"/>
    <p:sldId id="336" r:id="rId62"/>
    <p:sldId id="476" r:id="rId63"/>
    <p:sldId id="563" r:id="rId64"/>
    <p:sldId id="617" r:id="rId65"/>
    <p:sldId id="565" r:id="rId66"/>
    <p:sldId id="618" r:id="rId67"/>
    <p:sldId id="421" r:id="rId68"/>
    <p:sldId id="477" r:id="rId69"/>
    <p:sldId id="512" r:id="rId70"/>
    <p:sldId id="619" r:id="rId71"/>
    <p:sldId id="566" r:id="rId72"/>
    <p:sldId id="620" r:id="rId73"/>
    <p:sldId id="422" r:id="rId74"/>
    <p:sldId id="478" r:id="rId75"/>
    <p:sldId id="621" r:id="rId76"/>
    <p:sldId id="622" r:id="rId77"/>
    <p:sldId id="423" r:id="rId78"/>
    <p:sldId id="479" r:id="rId79"/>
    <p:sldId id="496" r:id="rId80"/>
    <p:sldId id="607" r:id="rId81"/>
    <p:sldId id="606" r:id="rId82"/>
    <p:sldId id="832" r:id="rId83"/>
    <p:sldId id="498" r:id="rId84"/>
    <p:sldId id="833" r:id="rId85"/>
    <p:sldId id="499" r:id="rId86"/>
    <p:sldId id="834" r:id="rId87"/>
    <p:sldId id="497" r:id="rId88"/>
    <p:sldId id="500" r:id="rId89"/>
    <p:sldId id="835" r:id="rId90"/>
    <p:sldId id="608" r:id="rId91"/>
    <p:sldId id="501" r:id="rId92"/>
    <p:sldId id="831" r:id="rId93"/>
    <p:sldId id="437" r:id="rId94"/>
    <p:sldId id="440" r:id="rId95"/>
    <p:sldId id="830" r:id="rId96"/>
    <p:sldId id="562" r:id="rId97"/>
    <p:sldId id="609" r:id="rId98"/>
    <p:sldId id="451" r:id="rId99"/>
    <p:sldId id="450" r:id="rId100"/>
    <p:sldId id="452" r:id="rId101"/>
    <p:sldId id="443" r:id="rId102"/>
    <p:sldId id="444" r:id="rId103"/>
    <p:sldId id="836" r:id="rId104"/>
    <p:sldId id="453" r:id="rId105"/>
    <p:sldId id="454" r:id="rId106"/>
    <p:sldId id="837" r:id="rId107"/>
    <p:sldId id="445" r:id="rId108"/>
    <p:sldId id="456" r:id="rId109"/>
    <p:sldId id="556" r:id="rId110"/>
    <p:sldId id="457" r:id="rId111"/>
    <p:sldId id="557" r:id="rId112"/>
    <p:sldId id="446" r:id="rId113"/>
    <p:sldId id="380" r:id="rId114"/>
    <p:sldId id="838" r:id="rId115"/>
    <p:sldId id="561" r:id="rId116"/>
    <p:sldId id="438" r:id="rId117"/>
    <p:sldId id="827" r:id="rId118"/>
    <p:sldId id="550" r:id="rId119"/>
    <p:sldId id="828" r:id="rId120"/>
    <p:sldId id="442" r:id="rId121"/>
    <p:sldId id="625" r:id="rId122"/>
    <p:sldId id="630" r:id="rId123"/>
    <p:sldId id="631" r:id="rId124"/>
    <p:sldId id="552" r:id="rId125"/>
    <p:sldId id="841" r:id="rId126"/>
    <p:sldId id="610" r:id="rId127"/>
    <p:sldId id="626" r:id="rId128"/>
    <p:sldId id="628" r:id="rId129"/>
    <p:sldId id="629" r:id="rId130"/>
    <p:sldId id="840" r:id="rId131"/>
    <p:sldId id="842" r:id="rId132"/>
    <p:sldId id="554" r:id="rId133"/>
    <p:sldId id="839" r:id="rId134"/>
    <p:sldId id="559" r:id="rId135"/>
    <p:sldId id="560" r:id="rId136"/>
    <p:sldId id="458" r:id="rId137"/>
    <p:sldId id="460" r:id="rId138"/>
    <p:sldId id="461" r:id="rId139"/>
    <p:sldId id="465" r:id="rId140"/>
    <p:sldId id="462" r:id="rId141"/>
    <p:sldId id="646" r:id="rId142"/>
    <p:sldId id="636" r:id="rId143"/>
    <p:sldId id="640" r:id="rId144"/>
    <p:sldId id="463" r:id="rId145"/>
    <p:sldId id="641" r:id="rId146"/>
    <p:sldId id="639" r:id="rId147"/>
    <p:sldId id="642" r:id="rId148"/>
    <p:sldId id="468" r:id="rId149"/>
    <p:sldId id="643" r:id="rId150"/>
    <p:sldId id="627" r:id="rId151"/>
    <p:sldId id="644" r:id="rId152"/>
    <p:sldId id="638" r:id="rId153"/>
    <p:sldId id="645" r:id="rId154"/>
    <p:sldId id="567" r:id="rId155"/>
    <p:sldId id="568" r:id="rId156"/>
    <p:sldId id="820" r:id="rId157"/>
    <p:sldId id="822" r:id="rId158"/>
    <p:sldId id="821" r:id="rId159"/>
    <p:sldId id="823" r:id="rId160"/>
    <p:sldId id="516" r:id="rId161"/>
    <p:sldId id="853" r:id="rId162"/>
    <p:sldId id="495" r:id="rId163"/>
    <p:sldId id="579" r:id="rId164"/>
    <p:sldId id="600" r:id="rId165"/>
    <p:sldId id="848" r:id="rId166"/>
    <p:sldId id="602" r:id="rId167"/>
    <p:sldId id="849" r:id="rId168"/>
    <p:sldId id="603" r:id="rId169"/>
    <p:sldId id="850" r:id="rId170"/>
    <p:sldId id="873" r:id="rId171"/>
    <p:sldId id="572" r:id="rId172"/>
    <p:sldId id="573" r:id="rId173"/>
    <p:sldId id="574" r:id="rId174"/>
    <p:sldId id="420" r:id="rId175"/>
    <p:sldId id="862" r:id="rId176"/>
    <p:sldId id="861" r:id="rId177"/>
    <p:sldId id="864" r:id="rId178"/>
    <p:sldId id="575" r:id="rId179"/>
    <p:sldId id="576" r:id="rId180"/>
    <p:sldId id="502" r:id="rId181"/>
    <p:sldId id="504" r:id="rId182"/>
    <p:sldId id="870" r:id="rId183"/>
    <p:sldId id="871" r:id="rId184"/>
    <p:sldId id="503" r:id="rId185"/>
    <p:sldId id="816" r:id="rId186"/>
    <p:sldId id="847" r:id="rId187"/>
    <p:sldId id="817" r:id="rId188"/>
    <p:sldId id="868" r:id="rId189"/>
    <p:sldId id="818" r:id="rId190"/>
    <p:sldId id="869" r:id="rId191"/>
    <p:sldId id="824" r:id="rId192"/>
    <p:sldId id="846" r:id="rId193"/>
    <p:sldId id="577" r:id="rId194"/>
    <p:sldId id="578" r:id="rId195"/>
    <p:sldId id="814" r:id="rId196"/>
    <p:sldId id="872" r:id="rId197"/>
    <p:sldId id="843" r:id="rId198"/>
    <p:sldId id="815" r:id="rId199"/>
    <p:sldId id="844" r:id="rId200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74"/>
            <p14:sldId id="875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  <p14:sldId id="876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microsoft.com/office/2016/11/relationships/changesInfo" Target="changesInfos/changesInfo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notesMaster" Target="notesMasters/notes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modSld sldOrd modSection">
      <pc:chgData name="Al Friend" userId="e5ed79da-d858-46d4-9eed-a7a24903f2de" providerId="ADAL" clId="{2CC28D5A-E59E-4A37-B8C3-56A229B86017}" dt="2026-06-09T09:36:06.758" v="252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modAnim">
        <pc:chgData name="Al Friend" userId="e5ed79da-d858-46d4-9eed-a7a24903f2de" providerId="ADAL" clId="{2CC28D5A-E59E-4A37-B8C3-56A229B86017}" dt="2026-06-08T09:46:05.165" v="95" actId="12788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">
        <pc:chgData name="Al Friend" userId="e5ed79da-d858-46d4-9eed-a7a24903f2de" providerId="ADAL" clId="{2CC28D5A-E59E-4A37-B8C3-56A229B86017}" dt="2026-06-08T09:46:17.121" v="97" actId="20577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">
        <pc:chgData name="Al Friend" userId="e5ed79da-d858-46d4-9eed-a7a24903f2de" providerId="ADAL" clId="{2CC28D5A-E59E-4A37-B8C3-56A229B86017}" dt="2026-06-09T09:36:06.758" v="252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mod">
          <ac:chgData name="Al Friend" userId="e5ed79da-d858-46d4-9eed-a7a24903f2de" providerId="ADAL" clId="{2CC28D5A-E59E-4A37-B8C3-56A229B86017}" dt="2026-06-09T09:30:22.681" v="203" actId="692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9T09:35:18.330" v="246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8131912" y="2611037"/>
            <a:ext cx="2783738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37306"/>
              <a:gd name="adj6" fmla="val -315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type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7AEA17A-938A-47A0-A012-20A384BC806F}"/>
              </a:ext>
            </a:extLst>
          </p:cNvPr>
          <p:cNvSpPr/>
          <p:nvPr/>
        </p:nvSpPr>
        <p:spPr>
          <a:xfrm>
            <a:off x="6652260" y="2205990"/>
            <a:ext cx="4812772" cy="2288249"/>
          </a:xfrm>
          <a:custGeom>
            <a:avLst/>
            <a:gdLst>
              <a:gd name="connsiteX0" fmla="*/ 3829050 w 4812772"/>
              <a:gd name="connsiteY0" fmla="*/ 0 h 2288249"/>
              <a:gd name="connsiteX1" fmla="*/ 4537710 w 4812772"/>
              <a:gd name="connsiteY1" fmla="*/ 194310 h 2288249"/>
              <a:gd name="connsiteX2" fmla="*/ 4812030 w 4812772"/>
              <a:gd name="connsiteY2" fmla="*/ 971550 h 2288249"/>
              <a:gd name="connsiteX3" fmla="*/ 4469130 w 4812772"/>
              <a:gd name="connsiteY3" fmla="*/ 1943100 h 2288249"/>
              <a:gd name="connsiteX4" fmla="*/ 2354580 w 4812772"/>
              <a:gd name="connsiteY4" fmla="*/ 2286000 h 2288249"/>
              <a:gd name="connsiteX5" fmla="*/ 834390 w 4812772"/>
              <a:gd name="connsiteY5" fmla="*/ 2068830 h 2288249"/>
              <a:gd name="connsiteX6" fmla="*/ 274320 w 4812772"/>
              <a:gd name="connsiteY6" fmla="*/ 1634490 h 2288249"/>
              <a:gd name="connsiteX7" fmla="*/ 0 w 4812772"/>
              <a:gd name="connsiteY7" fmla="*/ 1280160 h 228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12772" h="2288249">
                <a:moveTo>
                  <a:pt x="3829050" y="0"/>
                </a:moveTo>
                <a:cubicBezTo>
                  <a:pt x="4101465" y="16192"/>
                  <a:pt x="4373880" y="32385"/>
                  <a:pt x="4537710" y="194310"/>
                </a:cubicBezTo>
                <a:cubicBezTo>
                  <a:pt x="4701540" y="356235"/>
                  <a:pt x="4823460" y="680085"/>
                  <a:pt x="4812030" y="971550"/>
                </a:cubicBezTo>
                <a:cubicBezTo>
                  <a:pt x="4800600" y="1263015"/>
                  <a:pt x="4878705" y="1724025"/>
                  <a:pt x="4469130" y="1943100"/>
                </a:cubicBezTo>
                <a:cubicBezTo>
                  <a:pt x="4059555" y="2162175"/>
                  <a:pt x="2960370" y="2265045"/>
                  <a:pt x="2354580" y="2286000"/>
                </a:cubicBezTo>
                <a:cubicBezTo>
                  <a:pt x="1748790" y="2306955"/>
                  <a:pt x="1181100" y="2177415"/>
                  <a:pt x="834390" y="2068830"/>
                </a:cubicBezTo>
                <a:cubicBezTo>
                  <a:pt x="487680" y="1960245"/>
                  <a:pt x="413385" y="1765935"/>
                  <a:pt x="274320" y="1634490"/>
                </a:cubicBezTo>
                <a:cubicBezTo>
                  <a:pt x="135255" y="1503045"/>
                  <a:pt x="67627" y="1391602"/>
                  <a:pt x="0" y="1280160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7991</Words>
  <Application>Microsoft Office PowerPoint</Application>
  <PresentationFormat>Widescreen</PresentationFormat>
  <Paragraphs>1856</Paragraphs>
  <Slides>199</Slides>
  <Notes>154</Notes>
  <HiddenSlides>86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199</vt:i4>
      </vt:variant>
    </vt:vector>
  </HeadingPairs>
  <TitlesOfParts>
    <vt:vector size="205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Docstrings</vt:lpstr>
      <vt:lpstr>Docstrings</vt:lpstr>
      <vt:lpstr>Docstrings - Multiline</vt:lpstr>
      <vt:lpstr>Docstrings - Multiline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Type Hinting</vt:lpstr>
      <vt:lpstr>Type Hinting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295</cp:revision>
  <cp:lastPrinted>2022-12-12T09:57:02Z</cp:lastPrinted>
  <dcterms:created xsi:type="dcterms:W3CDTF">2020-11-23T14:36:09Z</dcterms:created>
  <dcterms:modified xsi:type="dcterms:W3CDTF">2026-06-09T09:36:28Z</dcterms:modified>
</cp:coreProperties>
</file>