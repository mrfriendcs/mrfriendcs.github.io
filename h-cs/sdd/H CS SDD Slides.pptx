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6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572" r:id="rId168"/>
    <p:sldId id="573" r:id="rId169"/>
    <p:sldId id="574" r:id="rId170"/>
    <p:sldId id="420" r:id="rId171"/>
    <p:sldId id="862" r:id="rId172"/>
    <p:sldId id="861" r:id="rId173"/>
    <p:sldId id="864" r:id="rId174"/>
    <p:sldId id="575" r:id="rId175"/>
    <p:sldId id="576" r:id="rId176"/>
    <p:sldId id="502" r:id="rId177"/>
    <p:sldId id="504" r:id="rId178"/>
    <p:sldId id="870" r:id="rId179"/>
    <p:sldId id="871" r:id="rId180"/>
    <p:sldId id="503" r:id="rId181"/>
    <p:sldId id="816" r:id="rId182"/>
    <p:sldId id="847" r:id="rId183"/>
    <p:sldId id="817" r:id="rId184"/>
    <p:sldId id="868" r:id="rId185"/>
    <p:sldId id="818" r:id="rId186"/>
    <p:sldId id="869" r:id="rId187"/>
    <p:sldId id="824" r:id="rId188"/>
    <p:sldId id="846" r:id="rId189"/>
    <p:sldId id="577" r:id="rId190"/>
    <p:sldId id="578" r:id="rId191"/>
    <p:sldId id="814" r:id="rId192"/>
    <p:sldId id="843" r:id="rId193"/>
    <p:sldId id="815" r:id="rId194"/>
    <p:sldId id="844" r:id="rId195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56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00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notesMaster" Target="notesMasters/notesMaster1.xml"/><Relationship Id="rId200" Type="http://schemas.openxmlformats.org/officeDocument/2006/relationships/tableStyles" Target="tableStyle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presProps" Target="presProps.xml"/><Relationship Id="rId201" Type="http://schemas.microsoft.com/office/2016/11/relationships/changesInfo" Target="changesInfos/changesInfo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viewProps" Target="viewProp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00A782C0-7C98-435E-900C-9C43C906255C}"/>
  </pc:docChgLst>
  <pc:docChgLst>
    <pc:chgData name="Al Friend" userId="e5ed79da-d858-46d4-9eed-a7a24903f2de" providerId="ADAL" clId="{F3644FB2-6E64-4DE2-861E-FB614671B88E}"/>
  </pc:docChgLst>
  <pc:docChgLst>
    <pc:chgData name="Al Friend" userId="e5ed79da-d858-46d4-9eed-a7a24903f2de" providerId="ADAL" clId="{0A28BD07-1D08-4215-AC86-064CDB6A15D2}"/>
    <pc:docChg chg="addSld modSld">
      <pc:chgData name="Al Friend" userId="e5ed79da-d858-46d4-9eed-a7a24903f2de" providerId="ADAL" clId="{0A28BD07-1D08-4215-AC86-064CDB6A15D2}" dt="2026-02-05T15:30:01.501" v="86"/>
      <pc:docMkLst>
        <pc:docMk/>
      </pc:docMkLst>
      <pc:sldChg chg="modSp add modAnim">
        <pc:chgData name="Al Friend" userId="e5ed79da-d858-46d4-9eed-a7a24903f2de" providerId="ADAL" clId="{0A28BD07-1D08-4215-AC86-064CDB6A15D2}" dt="2026-02-05T15:29:44.721" v="79"/>
        <pc:sldMkLst>
          <pc:docMk/>
          <pc:sldMk cId="2487391323" sldId="870"/>
        </pc:sldMkLst>
        <pc:spChg chg="mod">
          <ac:chgData name="Al Friend" userId="e5ed79da-d858-46d4-9eed-a7a24903f2de" providerId="ADAL" clId="{0A28BD07-1D08-4215-AC86-064CDB6A15D2}" dt="2026-02-05T15:27:49.394" v="23" actId="20577"/>
          <ac:spMkLst>
            <pc:docMk/>
            <pc:sldMk cId="2487391323" sldId="870"/>
            <ac:spMk id="2" creationId="{0790C2D7-DDA3-49C7-88D1-265167CAE35A}"/>
          </ac:spMkLst>
        </pc:spChg>
        <pc:spChg chg="mod">
          <ac:chgData name="Al Friend" userId="e5ed79da-d858-46d4-9eed-a7a24903f2de" providerId="ADAL" clId="{0A28BD07-1D08-4215-AC86-064CDB6A15D2}" dt="2026-02-05T15:28:43.013" v="71" actId="20577"/>
          <ac:spMkLst>
            <pc:docMk/>
            <pc:sldMk cId="2487391323" sldId="870"/>
            <ac:spMk id="3" creationId="{1A6495EE-46F0-44D2-95E6-E819F8E7FB70}"/>
          </ac:spMkLst>
        </pc:spChg>
      </pc:sldChg>
      <pc:sldChg chg="modSp add modTransition modAnim">
        <pc:chgData name="Al Friend" userId="e5ed79da-d858-46d4-9eed-a7a24903f2de" providerId="ADAL" clId="{0A28BD07-1D08-4215-AC86-064CDB6A15D2}" dt="2026-02-05T15:30:01.501" v="86"/>
        <pc:sldMkLst>
          <pc:docMk/>
          <pc:sldMk cId="1850097346" sldId="871"/>
        </pc:sldMkLst>
        <pc:spChg chg="mod">
          <ac:chgData name="Al Friend" userId="e5ed79da-d858-46d4-9eed-a7a24903f2de" providerId="ADAL" clId="{0A28BD07-1D08-4215-AC86-064CDB6A15D2}" dt="2026-02-05T15:29:54.481" v="85" actId="20577"/>
          <ac:spMkLst>
            <pc:docMk/>
            <pc:sldMk cId="1850097346" sldId="871"/>
            <ac:spMk id="3" creationId="{1A6495EE-46F0-44D2-95E6-E819F8E7FB70}"/>
          </ac:spMkLst>
        </pc:spChg>
      </pc:sldChg>
    </pc:docChg>
  </pc:docChgLst>
  <pc:docChgLst>
    <pc:chgData name="Al Friend" userId="e5ed79da-d858-46d4-9eed-a7a24903f2de" providerId="ADAL" clId="{59829D5E-E658-4570-AC8E-8E4B472461C3}"/>
  </pc:docChgLst>
  <pc:docChgLst>
    <pc:chgData name="Al Friend" userId="e5ed79da-d858-46d4-9eed-a7a24903f2de" providerId="ADAL" clId="{9853D65B-86FD-4354-9C2F-105578B046A8}"/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6032</TotalTime>
  <Words>7728</Words>
  <Application>Microsoft Office PowerPoint</Application>
  <PresentationFormat>Widescreen</PresentationFormat>
  <Paragraphs>1808</Paragraphs>
  <Slides>194</Slides>
  <Notes>150</Notes>
  <HiddenSlides>84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194</vt:i4>
      </vt:variant>
    </vt:vector>
  </HeadingPairs>
  <TitlesOfParts>
    <vt:vector size="200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289</cp:revision>
  <cp:lastPrinted>2022-12-12T09:57:02Z</cp:lastPrinted>
  <dcterms:created xsi:type="dcterms:W3CDTF">2020-11-23T14:36:09Z</dcterms:created>
  <dcterms:modified xsi:type="dcterms:W3CDTF">2026-02-05T16:37:18Z</dcterms:modified>
</cp:coreProperties>
</file>