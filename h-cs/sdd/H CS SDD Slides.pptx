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97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03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04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05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8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612" r:id="rId25"/>
    <p:sldId id="614" r:id="rId26"/>
    <p:sldId id="854" r:id="rId27"/>
    <p:sldId id="859" r:id="rId28"/>
    <p:sldId id="857" r:id="rId29"/>
    <p:sldId id="858" r:id="rId30"/>
    <p:sldId id="505" r:id="rId31"/>
    <p:sldId id="624" r:id="rId32"/>
    <p:sldId id="472" r:id="rId33"/>
    <p:sldId id="471" r:id="rId34"/>
    <p:sldId id="825" r:id="rId35"/>
    <p:sldId id="826" r:id="rId36"/>
    <p:sldId id="424" r:id="rId37"/>
    <p:sldId id="564" r:id="rId38"/>
    <p:sldId id="615" r:id="rId39"/>
    <p:sldId id="514" r:id="rId40"/>
    <p:sldId id="616" r:id="rId41"/>
    <p:sldId id="336" r:id="rId42"/>
    <p:sldId id="476" r:id="rId43"/>
    <p:sldId id="563" r:id="rId44"/>
    <p:sldId id="617" r:id="rId45"/>
    <p:sldId id="565" r:id="rId46"/>
    <p:sldId id="618" r:id="rId47"/>
    <p:sldId id="421" r:id="rId48"/>
    <p:sldId id="477" r:id="rId49"/>
    <p:sldId id="512" r:id="rId50"/>
    <p:sldId id="619" r:id="rId51"/>
    <p:sldId id="566" r:id="rId52"/>
    <p:sldId id="620" r:id="rId53"/>
    <p:sldId id="422" r:id="rId54"/>
    <p:sldId id="478" r:id="rId55"/>
    <p:sldId id="621" r:id="rId56"/>
    <p:sldId id="622" r:id="rId57"/>
    <p:sldId id="423" r:id="rId58"/>
    <p:sldId id="479" r:id="rId59"/>
    <p:sldId id="480" r:id="rId60"/>
    <p:sldId id="358" r:id="rId61"/>
    <p:sldId id="487" r:id="rId62"/>
    <p:sldId id="481" r:id="rId63"/>
    <p:sldId id="623" r:id="rId64"/>
    <p:sldId id="482" r:id="rId65"/>
    <p:sldId id="488" r:id="rId66"/>
    <p:sldId id="483" r:id="rId67"/>
    <p:sldId id="492" r:id="rId68"/>
    <p:sldId id="485" r:id="rId69"/>
    <p:sldId id="489" r:id="rId70"/>
    <p:sldId id="486" r:id="rId71"/>
    <p:sldId id="491" r:id="rId72"/>
    <p:sldId id="484" r:id="rId73"/>
    <p:sldId id="545" r:id="rId74"/>
    <p:sldId id="547" r:id="rId75"/>
    <p:sldId id="549" r:id="rId76"/>
    <p:sldId id="496" r:id="rId77"/>
    <p:sldId id="607" r:id="rId78"/>
    <p:sldId id="606" r:id="rId79"/>
    <p:sldId id="832" r:id="rId80"/>
    <p:sldId id="498" r:id="rId81"/>
    <p:sldId id="833" r:id="rId82"/>
    <p:sldId id="499" r:id="rId83"/>
    <p:sldId id="834" r:id="rId84"/>
    <p:sldId id="497" r:id="rId85"/>
    <p:sldId id="500" r:id="rId86"/>
    <p:sldId id="835" r:id="rId87"/>
    <p:sldId id="608" r:id="rId88"/>
    <p:sldId id="501" r:id="rId89"/>
    <p:sldId id="831" r:id="rId90"/>
    <p:sldId id="437" r:id="rId91"/>
    <p:sldId id="440" r:id="rId92"/>
    <p:sldId id="830" r:id="rId93"/>
    <p:sldId id="562" r:id="rId94"/>
    <p:sldId id="609" r:id="rId95"/>
    <p:sldId id="451" r:id="rId96"/>
    <p:sldId id="450" r:id="rId97"/>
    <p:sldId id="452" r:id="rId98"/>
    <p:sldId id="443" r:id="rId99"/>
    <p:sldId id="444" r:id="rId100"/>
    <p:sldId id="836" r:id="rId101"/>
    <p:sldId id="453" r:id="rId102"/>
    <p:sldId id="454" r:id="rId103"/>
    <p:sldId id="837" r:id="rId104"/>
    <p:sldId id="445" r:id="rId105"/>
    <p:sldId id="456" r:id="rId106"/>
    <p:sldId id="556" r:id="rId107"/>
    <p:sldId id="457" r:id="rId108"/>
    <p:sldId id="557" r:id="rId109"/>
    <p:sldId id="446" r:id="rId110"/>
    <p:sldId id="380" r:id="rId111"/>
    <p:sldId id="838" r:id="rId112"/>
    <p:sldId id="561" r:id="rId113"/>
    <p:sldId id="438" r:id="rId114"/>
    <p:sldId id="827" r:id="rId115"/>
    <p:sldId id="550" r:id="rId116"/>
    <p:sldId id="828" r:id="rId117"/>
    <p:sldId id="442" r:id="rId118"/>
    <p:sldId id="625" r:id="rId119"/>
    <p:sldId id="630" r:id="rId120"/>
    <p:sldId id="631" r:id="rId121"/>
    <p:sldId id="552" r:id="rId122"/>
    <p:sldId id="841" r:id="rId123"/>
    <p:sldId id="610" r:id="rId124"/>
    <p:sldId id="626" r:id="rId125"/>
    <p:sldId id="628" r:id="rId126"/>
    <p:sldId id="629" r:id="rId127"/>
    <p:sldId id="840" r:id="rId128"/>
    <p:sldId id="842" r:id="rId129"/>
    <p:sldId id="554" r:id="rId130"/>
    <p:sldId id="839" r:id="rId131"/>
    <p:sldId id="559" r:id="rId132"/>
    <p:sldId id="560" r:id="rId133"/>
    <p:sldId id="458" r:id="rId134"/>
    <p:sldId id="460" r:id="rId135"/>
    <p:sldId id="461" r:id="rId136"/>
    <p:sldId id="465" r:id="rId137"/>
    <p:sldId id="462" r:id="rId138"/>
    <p:sldId id="646" r:id="rId139"/>
    <p:sldId id="636" r:id="rId140"/>
    <p:sldId id="640" r:id="rId141"/>
    <p:sldId id="463" r:id="rId142"/>
    <p:sldId id="641" r:id="rId143"/>
    <p:sldId id="639" r:id="rId144"/>
    <p:sldId id="642" r:id="rId145"/>
    <p:sldId id="468" r:id="rId146"/>
    <p:sldId id="643" r:id="rId147"/>
    <p:sldId id="627" r:id="rId148"/>
    <p:sldId id="644" r:id="rId149"/>
    <p:sldId id="638" r:id="rId150"/>
    <p:sldId id="645" r:id="rId151"/>
    <p:sldId id="567" r:id="rId152"/>
    <p:sldId id="568" r:id="rId153"/>
    <p:sldId id="820" r:id="rId154"/>
    <p:sldId id="822" r:id="rId155"/>
    <p:sldId id="821" r:id="rId156"/>
    <p:sldId id="823" r:id="rId157"/>
    <p:sldId id="516" r:id="rId158"/>
    <p:sldId id="853" r:id="rId159"/>
    <p:sldId id="495" r:id="rId160"/>
    <p:sldId id="579" r:id="rId161"/>
    <p:sldId id="600" r:id="rId162"/>
    <p:sldId id="848" r:id="rId163"/>
    <p:sldId id="602" r:id="rId164"/>
    <p:sldId id="849" r:id="rId165"/>
    <p:sldId id="603" r:id="rId166"/>
    <p:sldId id="850" r:id="rId167"/>
    <p:sldId id="873" r:id="rId168"/>
    <p:sldId id="572" r:id="rId169"/>
    <p:sldId id="573" r:id="rId170"/>
    <p:sldId id="574" r:id="rId171"/>
    <p:sldId id="420" r:id="rId172"/>
    <p:sldId id="862" r:id="rId173"/>
    <p:sldId id="861" r:id="rId174"/>
    <p:sldId id="864" r:id="rId175"/>
    <p:sldId id="575" r:id="rId176"/>
    <p:sldId id="576" r:id="rId177"/>
    <p:sldId id="502" r:id="rId178"/>
    <p:sldId id="504" r:id="rId179"/>
    <p:sldId id="870" r:id="rId180"/>
    <p:sldId id="871" r:id="rId181"/>
    <p:sldId id="503" r:id="rId182"/>
    <p:sldId id="816" r:id="rId183"/>
    <p:sldId id="847" r:id="rId184"/>
    <p:sldId id="817" r:id="rId185"/>
    <p:sldId id="868" r:id="rId186"/>
    <p:sldId id="818" r:id="rId187"/>
    <p:sldId id="869" r:id="rId188"/>
    <p:sldId id="824" r:id="rId189"/>
    <p:sldId id="846" r:id="rId190"/>
    <p:sldId id="577" r:id="rId191"/>
    <p:sldId id="578" r:id="rId192"/>
    <p:sldId id="814" r:id="rId193"/>
    <p:sldId id="872" r:id="rId194"/>
    <p:sldId id="843" r:id="rId195"/>
    <p:sldId id="815" r:id="rId196"/>
    <p:sldId id="844" r:id="rId197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  <p14:sldId id="539"/>
            <p14:sldId id="855"/>
            <p14:sldId id="611"/>
            <p14:sldId id="541"/>
            <p14:sldId id="425"/>
            <p14:sldId id="428"/>
            <p14:sldId id="856"/>
            <p14:sldId id="537"/>
            <p14:sldId id="860"/>
            <p14:sldId id="612"/>
            <p14:sldId id="614"/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  <p14:sldId id="825"/>
            <p14:sldId id="826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Standra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3"/>
            <p14:sldId id="444"/>
            <p14:sldId id="836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CCEFAC-25E3-4505-BA08-E12F80DF7D3F}" v="104" dt="2026-06-04T20:01:04.4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73" autoAdjust="0"/>
    <p:restoredTop sz="84840" autoAdjust="0"/>
  </p:normalViewPr>
  <p:slideViewPr>
    <p:cSldViewPr snapToGrid="0" showGuides="1">
      <p:cViewPr varScale="1">
        <p:scale>
          <a:sx n="82" d="100"/>
          <a:sy n="82" d="100"/>
        </p:scale>
        <p:origin x="156" y="39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presProps" Target="presProps.xml"/><Relationship Id="rId203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204" Type="http://schemas.microsoft.com/office/2015/10/relationships/revisionInfo" Target="revisionInfo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viewProps" Target="view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theme" Target="theme/theme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notesMaster" Target="notesMasters/notesMaster1.xml"/><Relationship Id="rId202" Type="http://schemas.openxmlformats.org/officeDocument/2006/relationships/tableStyles" Target="tableStyles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CC28D5A-E59E-4A37-B8C3-56A229B86017}"/>
    <pc:docChg chg="undo modSld">
      <pc:chgData name="Al Friend" userId="e5ed79da-d858-46d4-9eed-a7a24903f2de" providerId="ADAL" clId="{2CC28D5A-E59E-4A37-B8C3-56A229B86017}" dt="2026-06-04T11:03:37.919" v="88" actId="20577"/>
      <pc:docMkLst>
        <pc:docMk/>
      </pc:docMkLst>
      <pc:sldChg chg="modSp">
        <pc:chgData name="Al Friend" userId="e5ed79da-d858-46d4-9eed-a7a24903f2de" providerId="ADAL" clId="{2CC28D5A-E59E-4A37-B8C3-56A229B86017}" dt="2026-06-03T12:27:00.436" v="26" actId="20577"/>
        <pc:sldMkLst>
          <pc:docMk/>
          <pc:sldMk cId="822755515" sldId="428"/>
        </pc:sldMkLst>
        <pc:spChg chg="mod">
          <ac:chgData name="Al Friend" userId="e5ed79da-d858-46d4-9eed-a7a24903f2de" providerId="ADAL" clId="{2CC28D5A-E59E-4A37-B8C3-56A229B86017}" dt="2026-06-03T12:27:00.436" v="26" actId="20577"/>
          <ac:spMkLst>
            <pc:docMk/>
            <pc:sldMk cId="822755515" sldId="428"/>
            <ac:spMk id="12" creationId="{68B16E17-198B-4874-BC66-EBC5F39A6145}"/>
          </ac:spMkLst>
        </pc:spChg>
      </pc:sldChg>
      <pc:sldChg chg="modNotesTx">
        <pc:chgData name="Al Friend" userId="e5ed79da-d858-46d4-9eed-a7a24903f2de" providerId="ADAL" clId="{2CC28D5A-E59E-4A37-B8C3-56A229B86017}" dt="2026-06-04T10:49:14.041" v="46" actId="20577"/>
        <pc:sldMkLst>
          <pc:docMk/>
          <pc:sldMk cId="1236895042" sldId="485"/>
        </pc:sldMkLst>
      </pc:sldChg>
      <pc:sldChg chg="modSp">
        <pc:chgData name="Al Friend" userId="e5ed79da-d858-46d4-9eed-a7a24903f2de" providerId="ADAL" clId="{2CC28D5A-E59E-4A37-B8C3-56A229B86017}" dt="2026-06-04T11:03:28.622" v="84" actId="20577"/>
        <pc:sldMkLst>
          <pc:docMk/>
          <pc:sldMk cId="1514697158" sldId="486"/>
        </pc:sldMkLst>
        <pc:spChg chg="mod">
          <ac:chgData name="Al Friend" userId="e5ed79da-d858-46d4-9eed-a7a24903f2de" providerId="ADAL" clId="{2CC28D5A-E59E-4A37-B8C3-56A229B86017}" dt="2026-06-04T11:03:28.622" v="84" actId="20577"/>
          <ac:spMkLst>
            <pc:docMk/>
            <pc:sldMk cId="1514697158" sldId="486"/>
            <ac:spMk id="12" creationId="{68B16E17-198B-4874-BC66-EBC5F39A6145}"/>
          </ac:spMkLst>
        </pc:spChg>
      </pc:sldChg>
      <pc:sldChg chg="modSp">
        <pc:chgData name="Al Friend" userId="e5ed79da-d858-46d4-9eed-a7a24903f2de" providerId="ADAL" clId="{2CC28D5A-E59E-4A37-B8C3-56A229B86017}" dt="2026-06-04T11:03:24.455" v="82" actId="20577"/>
        <pc:sldMkLst>
          <pc:docMk/>
          <pc:sldMk cId="1105079564" sldId="491"/>
        </pc:sldMkLst>
        <pc:spChg chg="mod">
          <ac:chgData name="Al Friend" userId="e5ed79da-d858-46d4-9eed-a7a24903f2de" providerId="ADAL" clId="{2CC28D5A-E59E-4A37-B8C3-56A229B86017}" dt="2026-06-04T11:03:24.455" v="82" actId="20577"/>
          <ac:spMkLst>
            <pc:docMk/>
            <pc:sldMk cId="1105079564" sldId="491"/>
            <ac:spMk id="12" creationId="{68B16E17-198B-4874-BC66-EBC5F39A6145}"/>
          </ac:spMkLst>
        </pc:spChg>
      </pc:sldChg>
      <pc:sldChg chg="modSp">
        <pc:chgData name="Al Friend" userId="e5ed79da-d858-46d4-9eed-a7a24903f2de" providerId="ADAL" clId="{2CC28D5A-E59E-4A37-B8C3-56A229B86017}" dt="2026-06-03T12:56:48.943" v="43" actId="20577"/>
        <pc:sldMkLst>
          <pc:docMk/>
          <pc:sldMk cId="926999632" sldId="505"/>
        </pc:sldMkLst>
        <pc:spChg chg="mod">
          <ac:chgData name="Al Friend" userId="e5ed79da-d858-46d4-9eed-a7a24903f2de" providerId="ADAL" clId="{2CC28D5A-E59E-4A37-B8C3-56A229B86017}" dt="2026-06-03T12:56:48.943" v="43" actId="20577"/>
          <ac:spMkLst>
            <pc:docMk/>
            <pc:sldMk cId="926999632" sldId="505"/>
            <ac:spMk id="2" creationId="{7852AD00-0680-B393-BAB5-F56D5D7CBFE6}"/>
          </ac:spMkLst>
        </pc:spChg>
      </pc:sldChg>
      <pc:sldChg chg="modSp modAnim">
        <pc:chgData name="Al Friend" userId="e5ed79da-d858-46d4-9eed-a7a24903f2de" providerId="ADAL" clId="{2CC28D5A-E59E-4A37-B8C3-56A229B86017}" dt="2026-06-02T10:07:17.604" v="12" actId="1076"/>
        <pc:sldMkLst>
          <pc:docMk/>
          <pc:sldMk cId="2157204624" sldId="535"/>
        </pc:sldMkLst>
        <pc:spChg chg="mod">
          <ac:chgData name="Al Friend" userId="e5ed79da-d858-46d4-9eed-a7a24903f2de" providerId="ADAL" clId="{2CC28D5A-E59E-4A37-B8C3-56A229B86017}" dt="2026-06-02T10:07:17.604" v="12" actId="1076"/>
          <ac:spMkLst>
            <pc:docMk/>
            <pc:sldMk cId="2157204624" sldId="535"/>
            <ac:spMk id="39" creationId="{A4585091-739A-4D3F-99EE-3F1D384F15D3}"/>
          </ac:spMkLst>
        </pc:spChg>
      </pc:sldChg>
      <pc:sldChg chg="modSp">
        <pc:chgData name="Al Friend" userId="e5ed79da-d858-46d4-9eed-a7a24903f2de" providerId="ADAL" clId="{2CC28D5A-E59E-4A37-B8C3-56A229B86017}" dt="2026-06-02T10:08:13.189" v="14" actId="14100"/>
        <pc:sldMkLst>
          <pc:docMk/>
          <pc:sldMk cId="3519238916" sldId="539"/>
        </pc:sldMkLst>
        <pc:spChg chg="mod">
          <ac:chgData name="Al Friend" userId="e5ed79da-d858-46d4-9eed-a7a24903f2de" providerId="ADAL" clId="{2CC28D5A-E59E-4A37-B8C3-56A229B86017}" dt="2026-06-02T10:08:13.189" v="14" actId="14100"/>
          <ac:spMkLst>
            <pc:docMk/>
            <pc:sldMk cId="3519238916" sldId="539"/>
            <ac:spMk id="14" creationId="{8D608A3B-B831-4F48-A74E-CD82490F6BF7}"/>
          </ac:spMkLst>
        </pc:spChg>
      </pc:sldChg>
      <pc:sldChg chg="addSp modSp modAnim">
        <pc:chgData name="Al Friend" userId="e5ed79da-d858-46d4-9eed-a7a24903f2de" providerId="ADAL" clId="{2CC28D5A-E59E-4A37-B8C3-56A229B86017}" dt="2026-06-04T11:00:58.530" v="80" actId="20577"/>
        <pc:sldMkLst>
          <pc:docMk/>
          <pc:sldMk cId="2523056852" sldId="545"/>
        </pc:sldMkLst>
        <pc:spChg chg="add mod">
          <ac:chgData name="Al Friend" userId="e5ed79da-d858-46d4-9eed-a7a24903f2de" providerId="ADAL" clId="{2CC28D5A-E59E-4A37-B8C3-56A229B86017}" dt="2026-06-04T11:00:52.525" v="70" actId="20577"/>
          <ac:spMkLst>
            <pc:docMk/>
            <pc:sldMk cId="2523056852" sldId="545"/>
            <ac:spMk id="12" creationId="{52226A47-3D24-4E25-819A-AA7547E560DC}"/>
          </ac:spMkLst>
        </pc:spChg>
        <pc:spChg chg="add mod">
          <ac:chgData name="Al Friend" userId="e5ed79da-d858-46d4-9eed-a7a24903f2de" providerId="ADAL" clId="{2CC28D5A-E59E-4A37-B8C3-56A229B86017}" dt="2026-06-04T11:00:54.030" v="73" actId="20577"/>
          <ac:spMkLst>
            <pc:docMk/>
            <pc:sldMk cId="2523056852" sldId="545"/>
            <ac:spMk id="13" creationId="{D6C14A21-8AF8-40C2-A655-1B06E3DF300E}"/>
          </ac:spMkLst>
        </pc:spChg>
        <pc:spChg chg="add mod">
          <ac:chgData name="Al Friend" userId="e5ed79da-d858-46d4-9eed-a7a24903f2de" providerId="ADAL" clId="{2CC28D5A-E59E-4A37-B8C3-56A229B86017}" dt="2026-06-04T11:00:55.743" v="76" actId="20577"/>
          <ac:spMkLst>
            <pc:docMk/>
            <pc:sldMk cId="2523056852" sldId="545"/>
            <ac:spMk id="14" creationId="{68F0D888-968A-4CDD-AB03-F02C133DC338}"/>
          </ac:spMkLst>
        </pc:spChg>
        <pc:spChg chg="add mod">
          <ac:chgData name="Al Friend" userId="e5ed79da-d858-46d4-9eed-a7a24903f2de" providerId="ADAL" clId="{2CC28D5A-E59E-4A37-B8C3-56A229B86017}" dt="2026-06-04T11:00:57.134" v="78" actId="20577"/>
          <ac:spMkLst>
            <pc:docMk/>
            <pc:sldMk cId="2523056852" sldId="545"/>
            <ac:spMk id="15" creationId="{33EBF56C-BCE4-403C-ADEF-EAFFE4EC2F5E}"/>
          </ac:spMkLst>
        </pc:spChg>
        <pc:spChg chg="add mod">
          <ac:chgData name="Al Friend" userId="e5ed79da-d858-46d4-9eed-a7a24903f2de" providerId="ADAL" clId="{2CC28D5A-E59E-4A37-B8C3-56A229B86017}" dt="2026-06-04T11:00:58.530" v="80" actId="20577"/>
          <ac:spMkLst>
            <pc:docMk/>
            <pc:sldMk cId="2523056852" sldId="545"/>
            <ac:spMk id="16" creationId="{B24ECF08-A6D9-4497-8F69-07CE5BB8041F}"/>
          </ac:spMkLst>
        </pc:spChg>
      </pc:sldChg>
      <pc:sldChg chg="modSp">
        <pc:chgData name="Al Friend" userId="e5ed79da-d858-46d4-9eed-a7a24903f2de" providerId="ADAL" clId="{2CC28D5A-E59E-4A37-B8C3-56A229B86017}" dt="2026-06-04T11:03:35.460" v="86" actId="20577"/>
        <pc:sldMkLst>
          <pc:docMk/>
          <pc:sldMk cId="2517025096" sldId="547"/>
        </pc:sldMkLst>
        <pc:spChg chg="mod">
          <ac:chgData name="Al Friend" userId="e5ed79da-d858-46d4-9eed-a7a24903f2de" providerId="ADAL" clId="{2CC28D5A-E59E-4A37-B8C3-56A229B86017}" dt="2026-06-04T11:03:35.460" v="86" actId="20577"/>
          <ac:spMkLst>
            <pc:docMk/>
            <pc:sldMk cId="2517025096" sldId="547"/>
            <ac:spMk id="12" creationId="{68B16E17-198B-4874-BC66-EBC5F39A6145}"/>
          </ac:spMkLst>
        </pc:spChg>
      </pc:sldChg>
      <pc:sldChg chg="modSp">
        <pc:chgData name="Al Friend" userId="e5ed79da-d858-46d4-9eed-a7a24903f2de" providerId="ADAL" clId="{2CC28D5A-E59E-4A37-B8C3-56A229B86017}" dt="2026-06-04T11:03:37.919" v="88" actId="20577"/>
        <pc:sldMkLst>
          <pc:docMk/>
          <pc:sldMk cId="1696205017" sldId="549"/>
        </pc:sldMkLst>
        <pc:spChg chg="mod">
          <ac:chgData name="Al Friend" userId="e5ed79da-d858-46d4-9eed-a7a24903f2de" providerId="ADAL" clId="{2CC28D5A-E59E-4A37-B8C3-56A229B86017}" dt="2026-06-04T11:03:37.919" v="88" actId="20577"/>
          <ac:spMkLst>
            <pc:docMk/>
            <pc:sldMk cId="1696205017" sldId="549"/>
            <ac:spMk id="12" creationId="{68B16E17-198B-4874-BC66-EBC5F39A6145}"/>
          </ac:spMkLst>
        </pc:spChg>
      </pc:sldChg>
      <pc:sldChg chg="modSp">
        <pc:chgData name="Al Friend" userId="e5ed79da-d858-46d4-9eed-a7a24903f2de" providerId="ADAL" clId="{2CC28D5A-E59E-4A37-B8C3-56A229B86017}" dt="2026-06-02T10:08:22.668" v="16" actId="14100"/>
        <pc:sldMkLst>
          <pc:docMk/>
          <pc:sldMk cId="99839683" sldId="611"/>
        </pc:sldMkLst>
        <pc:spChg chg="mod">
          <ac:chgData name="Al Friend" userId="e5ed79da-d858-46d4-9eed-a7a24903f2de" providerId="ADAL" clId="{2CC28D5A-E59E-4A37-B8C3-56A229B86017}" dt="2026-06-02T10:08:22.668" v="16" actId="14100"/>
          <ac:spMkLst>
            <pc:docMk/>
            <pc:sldMk cId="99839683" sldId="611"/>
            <ac:spMk id="14" creationId="{8D608A3B-B831-4F48-A74E-CD82490F6BF7}"/>
          </ac:spMkLst>
        </pc:spChg>
      </pc:sldChg>
      <pc:sldChg chg="modTransition">
        <pc:chgData name="Al Friend" userId="e5ed79da-d858-46d4-9eed-a7a24903f2de" providerId="ADAL" clId="{2CC28D5A-E59E-4A37-B8C3-56A229B86017}" dt="2026-06-03T12:56:45.754" v="41"/>
        <pc:sldMkLst>
          <pc:docMk/>
          <pc:sldMk cId="910063448" sldId="624"/>
        </pc:sldMkLst>
      </pc:sldChg>
      <pc:sldChg chg="modSp">
        <pc:chgData name="Al Friend" userId="e5ed79da-d858-46d4-9eed-a7a24903f2de" providerId="ADAL" clId="{2CC28D5A-E59E-4A37-B8C3-56A229B86017}" dt="2026-06-03T12:52:09.775" v="40" actId="692"/>
        <pc:sldMkLst>
          <pc:docMk/>
          <pc:sldMk cId="3771078146" sldId="825"/>
        </pc:sldMkLst>
        <pc:spChg chg="mod">
          <ac:chgData name="Al Friend" userId="e5ed79da-d858-46d4-9eed-a7a24903f2de" providerId="ADAL" clId="{2CC28D5A-E59E-4A37-B8C3-56A229B86017}" dt="2026-06-03T12:52:00.414" v="36" actId="692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2CC28D5A-E59E-4A37-B8C3-56A229B86017}" dt="2026-06-03T12:52:09.775" v="40" actId="692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3T12:52:05.483" v="38" actId="692"/>
          <ac:spMkLst>
            <pc:docMk/>
            <pc:sldMk cId="3771078146" sldId="825"/>
            <ac:spMk id="11" creationId="{EA2776D7-89F2-9587-1CB5-8E32160E3154}"/>
          </ac:spMkLst>
        </pc:spChg>
      </pc:sldChg>
      <pc:sldChg chg="modSp">
        <pc:chgData name="Al Friend" userId="e5ed79da-d858-46d4-9eed-a7a24903f2de" providerId="ADAL" clId="{2CC28D5A-E59E-4A37-B8C3-56A229B86017}" dt="2026-06-03T12:27:21.812" v="34" actId="20577"/>
        <pc:sldMkLst>
          <pc:docMk/>
          <pc:sldMk cId="2505112213" sldId="856"/>
        </pc:sldMkLst>
        <pc:spChg chg="mod">
          <ac:chgData name="Al Friend" userId="e5ed79da-d858-46d4-9eed-a7a24903f2de" providerId="ADAL" clId="{2CC28D5A-E59E-4A37-B8C3-56A229B86017}" dt="2026-06-03T12:27:21.812" v="34" actId="20577"/>
          <ac:spMkLst>
            <pc:docMk/>
            <pc:sldMk cId="2505112213" sldId="856"/>
            <ac:spMk id="12" creationId="{68B16E17-198B-4874-BC66-EBC5F39A6145}"/>
          </ac:spMkLst>
        </pc:spChg>
      </pc:sldChg>
    </pc:docChg>
  </pc:docChgLst>
  <pc:docChgLst>
    <pc:chgData name="Al Friend" userId="e5ed79da-d858-46d4-9eed-a7a24903f2de" providerId="ADAL" clId="{6CF5D3DD-A8C4-4611-8099-4AEB2E976A2E}"/>
    <pc:docChg chg="undo custSel addSld modSld">
      <pc:chgData name="Al Friend" userId="e5ed79da-d858-46d4-9eed-a7a24903f2de" providerId="ADAL" clId="{6CF5D3DD-A8C4-4611-8099-4AEB2E976A2E}" dt="2026-06-04T20:01:06.949" v="362" actId="6549"/>
      <pc:docMkLst>
        <pc:docMk/>
      </pc:docMkLst>
      <pc:sldChg chg="modSp modAnim">
        <pc:chgData name="Al Friend" userId="e5ed79da-d858-46d4-9eed-a7a24903f2de" providerId="ADAL" clId="{6CF5D3DD-A8C4-4611-8099-4AEB2E976A2E}" dt="2026-06-04T20:00:53.592" v="359" actId="6549"/>
        <pc:sldMkLst>
          <pc:docMk/>
          <pc:sldMk cId="1374977604" sldId="499"/>
        </pc:sldMkLst>
        <pc:spChg chg="mod">
          <ac:chgData name="Al Friend" userId="e5ed79da-d858-46d4-9eed-a7a24903f2de" providerId="ADAL" clId="{6CF5D3DD-A8C4-4611-8099-4AEB2E976A2E}" dt="2026-06-04T20:00:53.592" v="359" actId="6549"/>
          <ac:spMkLst>
            <pc:docMk/>
            <pc:sldMk cId="1374977604" sldId="499"/>
            <ac:spMk id="4" creationId="{64E6C5A6-C8B6-44E7-AC4F-4DD9B8000FF1}"/>
          </ac:spMkLst>
        </pc:spChg>
      </pc:sldChg>
      <pc:sldChg chg="modSp mod">
        <pc:chgData name="Al Friend" userId="e5ed79da-d858-46d4-9eed-a7a24903f2de" providerId="ADAL" clId="{6CF5D3DD-A8C4-4611-8099-4AEB2E976A2E}" dt="2026-06-04T19:55:26.352" v="238" actId="14100"/>
        <pc:sldMkLst>
          <pc:docMk/>
          <pc:sldMk cId="1725766388" sldId="612"/>
        </pc:sldMkLst>
        <pc:spChg chg="mod">
          <ac:chgData name="Al Friend" userId="e5ed79da-d858-46d4-9eed-a7a24903f2de" providerId="ADAL" clId="{6CF5D3DD-A8C4-4611-8099-4AEB2E976A2E}" dt="2026-06-04T19:55:08.319" v="230" actId="20577"/>
          <ac:spMkLst>
            <pc:docMk/>
            <pc:sldMk cId="1725766388" sldId="612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4T19:55:26.352" v="238" actId="14100"/>
          <ac:spMkLst>
            <pc:docMk/>
            <pc:sldMk cId="1725766388" sldId="612"/>
            <ac:spMk id="3" creationId="{0E9DF95E-E94E-519C-BC97-FD68043A93A6}"/>
          </ac:spMkLst>
        </pc:spChg>
      </pc:sldChg>
      <pc:sldChg chg="modSp mod">
        <pc:chgData name="Al Friend" userId="e5ed79da-d858-46d4-9eed-a7a24903f2de" providerId="ADAL" clId="{6CF5D3DD-A8C4-4611-8099-4AEB2E976A2E}" dt="2026-06-04T19:55:03.686" v="226" actId="20577"/>
        <pc:sldMkLst>
          <pc:docMk/>
          <pc:sldMk cId="2456140403" sldId="614"/>
        </pc:sldMkLst>
        <pc:spChg chg="mod">
          <ac:chgData name="Al Friend" userId="e5ed79da-d858-46d4-9eed-a7a24903f2de" providerId="ADAL" clId="{6CF5D3DD-A8C4-4611-8099-4AEB2E976A2E}" dt="2026-06-04T19:55:03.686" v="226" actId="20577"/>
          <ac:spMkLst>
            <pc:docMk/>
            <pc:sldMk cId="2456140403" sldId="614"/>
            <ac:spMk id="2" creationId="{00000000-0000-0000-0000-000000000000}"/>
          </ac:spMkLst>
        </pc:spChg>
      </pc:sldChg>
      <pc:sldChg chg="addSp delSp modSp mod delAnim modAnim">
        <pc:chgData name="Al Friend" userId="e5ed79da-d858-46d4-9eed-a7a24903f2de" providerId="ADAL" clId="{6CF5D3DD-A8C4-4611-8099-4AEB2E976A2E}" dt="2026-06-04T19:58:46.805" v="355" actId="114"/>
        <pc:sldMkLst>
          <pc:docMk/>
          <pc:sldMk cId="3771078146" sldId="825"/>
        </pc:sldMkLst>
        <pc:spChg chg="mod">
          <ac:chgData name="Al Friend" userId="e5ed79da-d858-46d4-9eed-a7a24903f2de" providerId="ADAL" clId="{6CF5D3DD-A8C4-4611-8099-4AEB2E976A2E}" dt="2026-06-04T19:55:41.561" v="243" actId="20577"/>
          <ac:spMkLst>
            <pc:docMk/>
            <pc:sldMk cId="3771078146" sldId="825"/>
            <ac:spMk id="2" creationId="{B557248E-DB05-24FC-B97C-6526C8C2E81E}"/>
          </ac:spMkLst>
        </pc:spChg>
        <pc:spChg chg="add mod">
          <ac:chgData name="Al Friend" userId="e5ed79da-d858-46d4-9eed-a7a24903f2de" providerId="ADAL" clId="{6CF5D3DD-A8C4-4611-8099-4AEB2E976A2E}" dt="2026-06-04T19:58:46.805" v="355" actId="114"/>
          <ac:spMkLst>
            <pc:docMk/>
            <pc:sldMk cId="3771078146" sldId="825"/>
            <ac:spMk id="3" creationId="{03B565D8-44FB-BE1C-9CC0-E77B4AC0F490}"/>
          </ac:spMkLst>
        </pc:spChg>
        <pc:spChg chg="mod">
          <ac:chgData name="Al Friend" userId="e5ed79da-d858-46d4-9eed-a7a24903f2de" providerId="ADAL" clId="{6CF5D3DD-A8C4-4611-8099-4AEB2E976A2E}" dt="2026-06-04T19:56:26.224" v="269" actId="14100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6CF5D3DD-A8C4-4611-8099-4AEB2E976A2E}" dt="2026-06-04T19:56:40.320" v="272" actId="1076"/>
          <ac:spMkLst>
            <pc:docMk/>
            <pc:sldMk cId="3771078146" sldId="825"/>
            <ac:spMk id="10" creationId="{37EE882D-DDF7-C77F-64BE-B457C07590EA}"/>
          </ac:spMkLst>
        </pc:spChg>
        <pc:spChg chg="del">
          <ac:chgData name="Al Friend" userId="e5ed79da-d858-46d4-9eed-a7a24903f2de" providerId="ADAL" clId="{6CF5D3DD-A8C4-4611-8099-4AEB2E976A2E}" dt="2026-06-04T19:55:45.333" v="244" actId="478"/>
          <ac:spMkLst>
            <pc:docMk/>
            <pc:sldMk cId="3771078146" sldId="825"/>
            <ac:spMk id="11" creationId="{EA2776D7-89F2-9587-1CB5-8E32160E3154}"/>
          </ac:spMkLst>
        </pc:spChg>
        <pc:spChg chg="mod">
          <ac:chgData name="Al Friend" userId="e5ed79da-d858-46d4-9eed-a7a24903f2de" providerId="ADAL" clId="{6CF5D3DD-A8C4-4611-8099-4AEB2E976A2E}" dt="2026-06-04T19:56:05.740" v="265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 mod">
        <pc:chgData name="Al Friend" userId="e5ed79da-d858-46d4-9eed-a7a24903f2de" providerId="ADAL" clId="{6CF5D3DD-A8C4-4611-8099-4AEB2E976A2E}" dt="2026-06-04T19:57:10.122" v="280" actId="20577"/>
        <pc:sldMkLst>
          <pc:docMk/>
          <pc:sldMk cId="897348652" sldId="826"/>
        </pc:sldMkLst>
        <pc:spChg chg="mod">
          <ac:chgData name="Al Friend" userId="e5ed79da-d858-46d4-9eed-a7a24903f2de" providerId="ADAL" clId="{6CF5D3DD-A8C4-4611-8099-4AEB2E976A2E}" dt="2026-06-04T19:57:10.122" v="280" actId="20577"/>
          <ac:spMkLst>
            <pc:docMk/>
            <pc:sldMk cId="897348652" sldId="826"/>
            <ac:spMk id="12" creationId="{62CB7BE2-58C6-B239-DC00-9879991981E9}"/>
          </ac:spMkLst>
        </pc:spChg>
      </pc:sldChg>
      <pc:sldChg chg="modSp mod">
        <pc:chgData name="Al Friend" userId="e5ed79da-d858-46d4-9eed-a7a24903f2de" providerId="ADAL" clId="{6CF5D3DD-A8C4-4611-8099-4AEB2E976A2E}" dt="2026-06-04T20:01:06.949" v="362" actId="6549"/>
        <pc:sldMkLst>
          <pc:docMk/>
          <pc:sldMk cId="1818297475" sldId="834"/>
        </pc:sldMkLst>
        <pc:spChg chg="mod">
          <ac:chgData name="Al Friend" userId="e5ed79da-d858-46d4-9eed-a7a24903f2de" providerId="ADAL" clId="{6CF5D3DD-A8C4-4611-8099-4AEB2E976A2E}" dt="2026-06-04T20:01:06.949" v="362" actId="6549"/>
          <ac:spMkLst>
            <pc:docMk/>
            <pc:sldMk cId="1818297475" sldId="834"/>
            <ac:spMk id="4" creationId="{25DF5874-FBC6-4C19-3BB2-89089A839384}"/>
          </ac:spMkLst>
        </pc:spChg>
      </pc:sldChg>
      <pc:sldChg chg="modSp modAnim">
        <pc:chgData name="Al Friend" userId="e5ed79da-d858-46d4-9eed-a7a24903f2de" providerId="ADAL" clId="{6CF5D3DD-A8C4-4611-8099-4AEB2E976A2E}" dt="2026-05-15T15:19:29.846" v="222" actId="20577"/>
        <pc:sldMkLst>
          <pc:docMk/>
          <pc:sldMk cId="2487391323" sldId="870"/>
        </pc:sldMkLst>
        <pc:spChg chg="mod">
          <ac:chgData name="Al Friend" userId="e5ed79da-d858-46d4-9eed-a7a24903f2de" providerId="ADAL" clId="{6CF5D3DD-A8C4-4611-8099-4AEB2E976A2E}" dt="2026-05-15T15:19:29.846" v="222" actId="20577"/>
          <ac:spMkLst>
            <pc:docMk/>
            <pc:sldMk cId="2487391323" sldId="870"/>
            <ac:spMk id="3" creationId="{1A6495EE-46F0-44D2-95E6-E819F8E7FB7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03238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502918" y="5874533"/>
            <a:ext cx="3977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parameters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7515722" y="6076019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20250"/>
              <a:gd name="adj6" fmla="val -427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805013" y="505742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48772"/>
              <a:gd name="adj6" fmla="val -31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702918" y="1847725"/>
            <a:ext cx="1650882" cy="505431"/>
          </a:xfrm>
          <a:prstGeom prst="callout2">
            <a:avLst>
              <a:gd name="adj1" fmla="val 49948"/>
              <a:gd name="adj2" fmla="val -152"/>
              <a:gd name="adj3" fmla="val 50138"/>
              <a:gd name="adj4" fmla="val -35529"/>
              <a:gd name="adj5" fmla="val 196036"/>
              <a:gd name="adj6" fmla="val -58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62" y="6010841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3875756" y="1350330"/>
            <a:ext cx="159098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29016"/>
              <a:gd name="adj6" fmla="val -279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446144" y="3120924"/>
            <a:ext cx="1576851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25899"/>
              <a:gd name="adj6" fmla="val -540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565D8-44FB-BE1C-9CC0-E77B4AC0F490}"/>
              </a:ext>
            </a:extLst>
          </p:cNvPr>
          <p:cNvSpPr txBox="1"/>
          <p:nvPr/>
        </p:nvSpPr>
        <p:spPr>
          <a:xfrm>
            <a:off x="7385091" y="593537"/>
            <a:ext cx="4410028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solidFill>
                  <a:srgbClr val="7030A0"/>
                </a:solidFill>
              </a:rPr>
              <a:t>Code in (</a:t>
            </a:r>
            <a:r>
              <a:rPr lang="pt-BR" sz="3200" b="1" i="1" dirty="0">
                <a:solidFill>
                  <a:srgbClr val="7030A0"/>
                </a:solidFill>
              </a:rPr>
              <a:t>brackets</a:t>
            </a:r>
            <a:r>
              <a:rPr lang="pt-BR" sz="3200" b="1" dirty="0">
                <a:solidFill>
                  <a:srgbClr val="7030A0"/>
                </a:solidFill>
              </a:rPr>
              <a:t>) can be split over multiple lines</a:t>
            </a:r>
            <a:endParaRPr lang="pt-BR" sz="3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</a:t>
            </a:r>
            <a:r>
              <a:rPr lang="en-GB"/>
              <a:t>Hinting an</a:t>
            </a:r>
            <a:r>
              <a:rPr lang="en-GB" dirty="0"/>
              <a:t>d</a:t>
            </a:r>
            <a:r>
              <a:rPr lang="en-GB"/>
              <a:t> </a:t>
            </a:r>
            <a:r>
              <a:rPr lang="en-GB" dirty="0"/>
              <a:t>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85305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8853051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sp>
        <p:nvSpPr>
          <p:cNvPr id="12" name="Callout: Line with No Border 11">
            <a:extLst>
              <a:ext uri="{FF2B5EF4-FFF2-40B4-BE49-F238E27FC236}">
                <a16:creationId xmlns:a16="http://schemas.microsoft.com/office/drawing/2014/main" id="{52226A47-3D24-4E25-819A-AA7547E560DC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D6C14A21-8AF8-40C2-A655-1B06E3DF300E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68F0D888-968A-4CDD-AB03-F02C133DC338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33EBF56C-BCE4-403C-ADEF-EAFFE4EC2F5E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6" name="Callout: Line with No Border 15">
            <a:extLst>
              <a:ext uri="{FF2B5EF4-FFF2-40B4-BE49-F238E27FC236}">
                <a16:creationId xmlns:a16="http://schemas.microsoft.com/office/drawing/2014/main" id="{B24ECF08-A6D9-4497-8F69-07CE5BB8041F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4642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3499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contents of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contents to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contents of the file</a:t>
            </a:r>
          </a:p>
          <a:p>
            <a:r>
              <a:rPr lang="en-GB"/>
              <a:t>             </a:t>
            </a:r>
            <a:r>
              <a:rPr lang="en-GB" dirty="0"/>
              <a:t>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contents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(counter)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 - 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(3)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5838062-5B02-430E-B668-0F283286ADDB}"/>
              </a:ext>
            </a:extLst>
          </p:cNvPr>
          <p:cNvSpPr/>
          <p:nvPr/>
        </p:nvSpPr>
        <p:spPr>
          <a:xfrm>
            <a:off x="6106072" y="4556879"/>
            <a:ext cx="2169823" cy="862642"/>
          </a:xfrm>
          <a:prstGeom prst="callout2">
            <a:avLst>
              <a:gd name="adj1" fmla="val 50296"/>
              <a:gd name="adj2" fmla="val -490"/>
              <a:gd name="adj3" fmla="val 50165"/>
              <a:gd name="adj4" fmla="val -26536"/>
              <a:gd name="adj5" fmla="val -27134"/>
              <a:gd name="adj6" fmla="val -460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8399D-2876-4367-AE0E-4CFA5BA02897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328477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57078"/>
              <a:gd name="adj6" fmla="val -390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7143</Words>
  <Application>Microsoft Office PowerPoint</Application>
  <PresentationFormat>Widescreen</PresentationFormat>
  <Paragraphs>1826</Paragraphs>
  <Slides>196</Slides>
  <Notes>151</Notes>
  <HiddenSlides>85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196</vt:i4>
      </vt:variant>
    </vt:vector>
  </HeadingPairs>
  <TitlesOfParts>
    <vt:vector size="202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Docstrings</vt:lpstr>
      <vt:lpstr>Docstrings</vt:lpstr>
      <vt:lpstr>Global and Local Variables</vt:lpstr>
      <vt:lpstr>Global and Local Variables</vt:lpstr>
      <vt:lpstr>Variable Scope</vt:lpstr>
      <vt:lpstr>Variable Scope</vt:lpstr>
      <vt:lpstr>Variable Scope – Example</vt:lpstr>
      <vt:lpstr>Variable Scope – Example 2</vt:lpstr>
      <vt:lpstr>Scope of a Variable</vt:lpstr>
      <vt:lpstr>Benefits of Sub-programs</vt:lpstr>
      <vt:lpstr>Type Hinting</vt:lpstr>
      <vt:lpstr>Type Hinting and Default Values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 to a file (3)</vt:lpstr>
      <vt:lpstr>Writing: Array (1)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293</cp:revision>
  <cp:lastPrinted>2022-12-12T09:57:02Z</cp:lastPrinted>
  <dcterms:created xsi:type="dcterms:W3CDTF">2020-11-23T14:36:09Z</dcterms:created>
  <dcterms:modified xsi:type="dcterms:W3CDTF">2026-06-04T20:01:14Z</dcterms:modified>
</cp:coreProperties>
</file>