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theme/themeOverride3.xml" ContentType="application/vnd.openxmlformats-officedocument.themeOverride+xml"/>
  <Override PartName="/ppt/notesSlides/notesSlide109.xml" ContentType="application/vnd.openxmlformats-officedocument.presentationml.notesSlide+xml"/>
  <Override PartName="/ppt/theme/themeOverride4.xml" ContentType="application/vnd.openxmlformats-officedocument.themeOverride+xml"/>
  <Override PartName="/ppt/notesSlides/notesSlide110.xml" ContentType="application/vnd.openxmlformats-officedocument.presentationml.notesSlide+xml"/>
  <Override PartName="/ppt/theme/themeOverride5.xml" ContentType="application/vnd.openxmlformats-officedocument.themeOverride+xml"/>
  <Override PartName="/ppt/notesSlides/notesSlide111.xml" ContentType="application/vnd.openxmlformats-officedocument.presentationml.notesSlide+xml"/>
  <Override PartName="/ppt/theme/themeOverride6.xml" ContentType="application/vnd.openxmlformats-officedocument.themeOverride+xml"/>
  <Override PartName="/ppt/notesSlides/notesSlide112.xml" ContentType="application/vnd.openxmlformats-officedocument.presentationml.notesSlide+xml"/>
  <Override PartName="/ppt/theme/themeOverride7.xml" ContentType="application/vnd.openxmlformats-officedocument.themeOverride+xml"/>
  <Override PartName="/ppt/notesSlides/notesSlide113.xml" ContentType="application/vnd.openxmlformats-officedocument.presentationml.notesSlide+xml"/>
  <Override PartName="/ppt/theme/themeOverride8.xml" ContentType="application/vnd.openxmlformats-officedocument.themeOverr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4"/>
  </p:notesMasterIdLst>
  <p:sldIdLst>
    <p:sldId id="434" r:id="rId2"/>
    <p:sldId id="435" r:id="rId3"/>
    <p:sldId id="506" r:id="rId4"/>
    <p:sldId id="507" r:id="rId5"/>
    <p:sldId id="787" r:id="rId6"/>
    <p:sldId id="262" r:id="rId7"/>
    <p:sldId id="275" r:id="rId8"/>
    <p:sldId id="634" r:id="rId9"/>
    <p:sldId id="867" r:id="rId10"/>
    <p:sldId id="632" r:id="rId11"/>
    <p:sldId id="866" r:id="rId12"/>
    <p:sldId id="535" r:id="rId13"/>
    <p:sldId id="546" r:id="rId14"/>
    <p:sldId id="633" r:id="rId15"/>
    <p:sldId id="539" r:id="rId16"/>
    <p:sldId id="855" r:id="rId17"/>
    <p:sldId id="611" r:id="rId18"/>
    <p:sldId id="541" r:id="rId19"/>
    <p:sldId id="425" r:id="rId20"/>
    <p:sldId id="428" r:id="rId21"/>
    <p:sldId id="856" r:id="rId22"/>
    <p:sldId id="537" r:id="rId23"/>
    <p:sldId id="860" r:id="rId24"/>
    <p:sldId id="854" r:id="rId25"/>
    <p:sldId id="859" r:id="rId26"/>
    <p:sldId id="857" r:id="rId27"/>
    <p:sldId id="858" r:id="rId28"/>
    <p:sldId id="505" r:id="rId29"/>
    <p:sldId id="624" r:id="rId30"/>
    <p:sldId id="472" r:id="rId31"/>
    <p:sldId id="471" r:id="rId32"/>
    <p:sldId id="612" r:id="rId33"/>
    <p:sldId id="614" r:id="rId34"/>
    <p:sldId id="874" r:id="rId35"/>
    <p:sldId id="875" r:id="rId36"/>
    <p:sldId id="825" r:id="rId37"/>
    <p:sldId id="826" r:id="rId38"/>
    <p:sldId id="876" r:id="rId39"/>
    <p:sldId id="877" r:id="rId40"/>
    <p:sldId id="480" r:id="rId41"/>
    <p:sldId id="358" r:id="rId42"/>
    <p:sldId id="487" r:id="rId43"/>
    <p:sldId id="481" r:id="rId44"/>
    <p:sldId id="623" r:id="rId45"/>
    <p:sldId id="482" r:id="rId46"/>
    <p:sldId id="488" r:id="rId47"/>
    <p:sldId id="483" r:id="rId48"/>
    <p:sldId id="492" r:id="rId49"/>
    <p:sldId id="485" r:id="rId50"/>
    <p:sldId id="489" r:id="rId51"/>
    <p:sldId id="486" r:id="rId52"/>
    <p:sldId id="491" r:id="rId53"/>
    <p:sldId id="484" r:id="rId54"/>
    <p:sldId id="545" r:id="rId55"/>
    <p:sldId id="547" r:id="rId56"/>
    <p:sldId id="549" r:id="rId57"/>
    <p:sldId id="424" r:id="rId58"/>
    <p:sldId id="564" r:id="rId59"/>
    <p:sldId id="615" r:id="rId60"/>
    <p:sldId id="514" r:id="rId61"/>
    <p:sldId id="616" r:id="rId62"/>
    <p:sldId id="336" r:id="rId63"/>
    <p:sldId id="476" r:id="rId64"/>
    <p:sldId id="563" r:id="rId65"/>
    <p:sldId id="617" r:id="rId66"/>
    <p:sldId id="565" r:id="rId67"/>
    <p:sldId id="618" r:id="rId68"/>
    <p:sldId id="421" r:id="rId69"/>
    <p:sldId id="477" r:id="rId70"/>
    <p:sldId id="512" r:id="rId71"/>
    <p:sldId id="619" r:id="rId72"/>
    <p:sldId id="566" r:id="rId73"/>
    <p:sldId id="620" r:id="rId74"/>
    <p:sldId id="422" r:id="rId75"/>
    <p:sldId id="478" r:id="rId76"/>
    <p:sldId id="621" r:id="rId77"/>
    <p:sldId id="622" r:id="rId78"/>
    <p:sldId id="423" r:id="rId79"/>
    <p:sldId id="479" r:id="rId80"/>
    <p:sldId id="496" r:id="rId81"/>
    <p:sldId id="607" r:id="rId82"/>
    <p:sldId id="606" r:id="rId83"/>
    <p:sldId id="832" r:id="rId84"/>
    <p:sldId id="498" r:id="rId85"/>
    <p:sldId id="833" r:id="rId86"/>
    <p:sldId id="499" r:id="rId87"/>
    <p:sldId id="834" r:id="rId88"/>
    <p:sldId id="497" r:id="rId89"/>
    <p:sldId id="500" r:id="rId90"/>
    <p:sldId id="835" r:id="rId91"/>
    <p:sldId id="608" r:id="rId92"/>
    <p:sldId id="501" r:id="rId93"/>
    <p:sldId id="831" r:id="rId94"/>
    <p:sldId id="437" r:id="rId95"/>
    <p:sldId id="440" r:id="rId96"/>
    <p:sldId id="830" r:id="rId97"/>
    <p:sldId id="562" r:id="rId98"/>
    <p:sldId id="609" r:id="rId99"/>
    <p:sldId id="451" r:id="rId100"/>
    <p:sldId id="450" r:id="rId101"/>
    <p:sldId id="452" r:id="rId102"/>
    <p:sldId id="444" r:id="rId103"/>
    <p:sldId id="878" r:id="rId104"/>
    <p:sldId id="836" r:id="rId105"/>
    <p:sldId id="879" r:id="rId106"/>
    <p:sldId id="453" r:id="rId107"/>
    <p:sldId id="454" r:id="rId108"/>
    <p:sldId id="837" r:id="rId109"/>
    <p:sldId id="445" r:id="rId110"/>
    <p:sldId id="456" r:id="rId111"/>
    <p:sldId id="556" r:id="rId112"/>
    <p:sldId id="457" r:id="rId113"/>
    <p:sldId id="557" r:id="rId114"/>
    <p:sldId id="446" r:id="rId115"/>
    <p:sldId id="380" r:id="rId116"/>
    <p:sldId id="880" r:id="rId117"/>
    <p:sldId id="838" r:id="rId118"/>
    <p:sldId id="561" r:id="rId119"/>
    <p:sldId id="438" r:id="rId120"/>
    <p:sldId id="827" r:id="rId121"/>
    <p:sldId id="550" r:id="rId122"/>
    <p:sldId id="828" r:id="rId123"/>
    <p:sldId id="442" r:id="rId124"/>
    <p:sldId id="625" r:id="rId125"/>
    <p:sldId id="630" r:id="rId126"/>
    <p:sldId id="631" r:id="rId127"/>
    <p:sldId id="610" r:id="rId128"/>
    <p:sldId id="626" r:id="rId129"/>
    <p:sldId id="628" r:id="rId130"/>
    <p:sldId id="629" r:id="rId131"/>
    <p:sldId id="559" r:id="rId132"/>
    <p:sldId id="560" r:id="rId133"/>
    <p:sldId id="552" r:id="rId134"/>
    <p:sldId id="841" r:id="rId135"/>
    <p:sldId id="840" r:id="rId136"/>
    <p:sldId id="842" r:id="rId137"/>
    <p:sldId id="554" r:id="rId138"/>
    <p:sldId id="839" r:id="rId139"/>
    <p:sldId id="458" r:id="rId140"/>
    <p:sldId id="460" r:id="rId141"/>
    <p:sldId id="461" r:id="rId142"/>
    <p:sldId id="465" r:id="rId143"/>
    <p:sldId id="462" r:id="rId144"/>
    <p:sldId id="646" r:id="rId145"/>
    <p:sldId id="636" r:id="rId146"/>
    <p:sldId id="640" r:id="rId147"/>
    <p:sldId id="463" r:id="rId148"/>
    <p:sldId id="641" r:id="rId149"/>
    <p:sldId id="639" r:id="rId150"/>
    <p:sldId id="642" r:id="rId151"/>
    <p:sldId id="468" r:id="rId152"/>
    <p:sldId id="643" r:id="rId153"/>
    <p:sldId id="627" r:id="rId154"/>
    <p:sldId id="644" r:id="rId155"/>
    <p:sldId id="638" r:id="rId156"/>
    <p:sldId id="645" r:id="rId157"/>
    <p:sldId id="567" r:id="rId158"/>
    <p:sldId id="568" r:id="rId159"/>
    <p:sldId id="820" r:id="rId160"/>
    <p:sldId id="822" r:id="rId161"/>
    <p:sldId id="821" r:id="rId162"/>
    <p:sldId id="823" r:id="rId163"/>
    <p:sldId id="516" r:id="rId164"/>
    <p:sldId id="853" r:id="rId165"/>
    <p:sldId id="495" r:id="rId166"/>
    <p:sldId id="579" r:id="rId167"/>
    <p:sldId id="600" r:id="rId168"/>
    <p:sldId id="848" r:id="rId169"/>
    <p:sldId id="602" r:id="rId170"/>
    <p:sldId id="849" r:id="rId171"/>
    <p:sldId id="603" r:id="rId172"/>
    <p:sldId id="850" r:id="rId173"/>
    <p:sldId id="873" r:id="rId174"/>
    <p:sldId id="572" r:id="rId175"/>
    <p:sldId id="573" r:id="rId176"/>
    <p:sldId id="574" r:id="rId177"/>
    <p:sldId id="420" r:id="rId178"/>
    <p:sldId id="862" r:id="rId179"/>
    <p:sldId id="861" r:id="rId180"/>
    <p:sldId id="864" r:id="rId181"/>
    <p:sldId id="575" r:id="rId182"/>
    <p:sldId id="576" r:id="rId183"/>
    <p:sldId id="502" r:id="rId184"/>
    <p:sldId id="504" r:id="rId185"/>
    <p:sldId id="870" r:id="rId186"/>
    <p:sldId id="871" r:id="rId187"/>
    <p:sldId id="503" r:id="rId188"/>
    <p:sldId id="816" r:id="rId189"/>
    <p:sldId id="847" r:id="rId190"/>
    <p:sldId id="817" r:id="rId191"/>
    <p:sldId id="868" r:id="rId192"/>
    <p:sldId id="818" r:id="rId193"/>
    <p:sldId id="869" r:id="rId194"/>
    <p:sldId id="824" r:id="rId195"/>
    <p:sldId id="846" r:id="rId196"/>
    <p:sldId id="577" r:id="rId197"/>
    <p:sldId id="578" r:id="rId198"/>
    <p:sldId id="814" r:id="rId199"/>
    <p:sldId id="872" r:id="rId200"/>
    <p:sldId id="843" r:id="rId201"/>
    <p:sldId id="815" r:id="rId202"/>
    <p:sldId id="844" r:id="rId203"/>
  </p:sldIdLst>
  <p:sldSz cx="12192000" cy="6858000"/>
  <p:notesSz cx="6669088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8CD916D4-C61B-4DE1-BA53-06CFF0F5F6D1}">
          <p14:sldIdLst>
            <p14:sldId id="434"/>
            <p14:sldId id="435"/>
            <p14:sldId id="506"/>
            <p14:sldId id="507"/>
            <p14:sldId id="787"/>
            <p14:sldId id="262"/>
          </p14:sldIdLst>
        </p14:section>
        <p14:section name="Sub-programs" id="{8FF03462-626E-4D1D-AC9E-9B36ACF6C895}">
          <p14:sldIdLst>
            <p14:sldId id="275"/>
            <p14:sldId id="634"/>
            <p14:sldId id="867"/>
            <p14:sldId id="632"/>
            <p14:sldId id="866"/>
            <p14:sldId id="535"/>
            <p14:sldId id="546"/>
            <p14:sldId id="633"/>
          </p14:sldIdLst>
        </p14:section>
        <p14:section name="Procedures" id="{0446BE94-8ADA-48AF-88F3-D7BA88F04A9C}">
          <p14:sldIdLst>
            <p14:sldId id="539"/>
            <p14:sldId id="855"/>
          </p14:sldIdLst>
        </p14:section>
        <p14:section name="Functions" id="{22570074-18AC-408D-8B76-3C7AB9AA3B2B}">
          <p14:sldIdLst>
            <p14:sldId id="611"/>
            <p14:sldId id="541"/>
          </p14:sldIdLst>
        </p14:section>
        <p14:section name="Parameters" id="{A6A60A23-F0D8-431E-9149-B46BF3C7F826}">
          <p14:sldIdLst>
            <p14:sldId id="425"/>
            <p14:sldId id="428"/>
            <p14:sldId id="856"/>
            <p14:sldId id="537"/>
            <p14:sldId id="860"/>
          </p14:sldIdLst>
        </p14:section>
        <p14:section name="Scope" id="{4CDC0A38-68CB-42CA-A631-07397F462125}">
          <p14:sldIdLst>
            <p14:sldId id="854"/>
            <p14:sldId id="859"/>
            <p14:sldId id="857"/>
            <p14:sldId id="858"/>
            <p14:sldId id="505"/>
            <p14:sldId id="624"/>
            <p14:sldId id="472"/>
            <p14:sldId id="471"/>
          </p14:sldIdLst>
        </p14:section>
        <p14:section name="Docstrings" id="{DF996860-EB1A-480C-AA1F-27D98870420D}">
          <p14:sldIdLst>
            <p14:sldId id="612"/>
            <p14:sldId id="614"/>
            <p14:sldId id="874"/>
            <p14:sldId id="875"/>
          </p14:sldIdLst>
        </p14:section>
        <p14:section name="Type Hinting" id="{9D9B57EF-8A60-4815-A39C-E205A49C59C9}">
          <p14:sldIdLst>
            <p14:sldId id="825"/>
            <p14:sldId id="826"/>
            <p14:sldId id="876"/>
            <p14:sldId id="877"/>
          </p14:sldIdLst>
        </p14:section>
        <p14:section name="Substrings" id="{731C3143-E5D4-42ED-B181-9F3D68DFC047}">
          <p14:sldIdLst>
            <p14:sldId id="480"/>
            <p14:sldId id="358"/>
            <p14:sldId id="487"/>
            <p14:sldId id="481"/>
            <p14:sldId id="623"/>
            <p14:sldId id="482"/>
            <p14:sldId id="488"/>
            <p14:sldId id="483"/>
            <p14:sldId id="492"/>
            <p14:sldId id="485"/>
            <p14:sldId id="489"/>
            <p14:sldId id="486"/>
            <p14:sldId id="491"/>
            <p14:sldId id="484"/>
            <p14:sldId id="545"/>
            <p14:sldId id="547"/>
            <p14:sldId id="549"/>
          </p14:sldIdLst>
        </p14:section>
        <p14:section name="Built-in functions" id="{0974E8DD-2EA4-4A23-B91F-D3B995670CD9}">
          <p14:sldIdLst>
            <p14:sldId id="424"/>
            <p14:sldId id="564"/>
            <p14:sldId id="615"/>
            <p14:sldId id="514"/>
            <p14:sldId id="616"/>
            <p14:sldId id="336"/>
            <p14:sldId id="476"/>
            <p14:sldId id="563"/>
            <p14:sldId id="617"/>
            <p14:sldId id="565"/>
            <p14:sldId id="618"/>
            <p14:sldId id="421"/>
            <p14:sldId id="477"/>
            <p14:sldId id="512"/>
            <p14:sldId id="619"/>
            <p14:sldId id="566"/>
            <p14:sldId id="620"/>
            <p14:sldId id="422"/>
            <p14:sldId id="478"/>
            <p14:sldId id="621"/>
            <p14:sldId id="622"/>
            <p14:sldId id="423"/>
            <p14:sldId id="479"/>
          </p14:sldIdLst>
        </p14:section>
        <p14:section name="Standard algorithms" id="{E51287A6-0098-4174-B5E3-AB1589BC3F19}">
          <p14:sldIdLst>
            <p14:sldId id="496"/>
            <p14:sldId id="607"/>
            <p14:sldId id="606"/>
            <p14:sldId id="832"/>
            <p14:sldId id="498"/>
            <p14:sldId id="833"/>
            <p14:sldId id="499"/>
            <p14:sldId id="834"/>
            <p14:sldId id="497"/>
            <p14:sldId id="500"/>
            <p14:sldId id="835"/>
            <p14:sldId id="608"/>
            <p14:sldId id="501"/>
            <p14:sldId id="831"/>
          </p14:sldIdLst>
        </p14:section>
        <p14:section name="File handling" id="{23B890E6-00E8-435C-932B-6DC621F1AE2B}">
          <p14:sldIdLst>
            <p14:sldId id="437"/>
            <p14:sldId id="440"/>
            <p14:sldId id="830"/>
          </p14:sldIdLst>
        </p14:section>
        <p14:section name="Writing" id="{D707A455-FD14-4C27-8423-FE3FE7520C4C}">
          <p14:sldIdLst>
            <p14:sldId id="562"/>
            <p14:sldId id="609"/>
            <p14:sldId id="451"/>
            <p14:sldId id="450"/>
            <p14:sldId id="452"/>
            <p14:sldId id="444"/>
            <p14:sldId id="878"/>
            <p14:sldId id="836"/>
            <p14:sldId id="879"/>
            <p14:sldId id="453"/>
            <p14:sldId id="454"/>
          </p14:sldIdLst>
        </p14:section>
        <p14:section name="Writing task 1" id="{330133D2-C8A5-4B9D-AC15-4BBAD75CF50F}">
          <p14:sldIdLst>
            <p14:sldId id="837"/>
          </p14:sldIdLst>
        </p14:section>
        <p14:section name="Parallel arrays (1)" id="{C0FDE390-6223-4AF2-BB4E-476FE9E483E5}">
          <p14:sldIdLst>
            <p14:sldId id="445"/>
            <p14:sldId id="456"/>
            <p14:sldId id="556"/>
            <p14:sldId id="457"/>
            <p14:sldId id="557"/>
            <p14:sldId id="446"/>
            <p14:sldId id="380"/>
            <p14:sldId id="880"/>
          </p14:sldIdLst>
        </p14:section>
        <p14:section name="Writing task 2" id="{8C7F4DA2-F77A-4AEA-BFC8-C65168F4375B}">
          <p14:sldIdLst>
            <p14:sldId id="838"/>
          </p14:sldIdLst>
        </p14:section>
        <p14:section name="Reading" id="{17A086BB-64EF-4CA8-8DEB-63034AFA8CD0}">
          <p14:sldIdLst>
            <p14:sldId id="561"/>
            <p14:sldId id="438"/>
            <p14:sldId id="827"/>
            <p14:sldId id="550"/>
            <p14:sldId id="828"/>
          </p14:sldIdLst>
        </p14:section>
        <p14:section name="strip() method" id="{7D19C5E7-FE7B-473C-8FFC-74BCB6AC1A1D}">
          <p14:sldIdLst>
            <p14:sldId id="442"/>
            <p14:sldId id="625"/>
            <p14:sldId id="630"/>
            <p14:sldId id="631"/>
          </p14:sldIdLst>
        </p14:section>
        <p14:section name="split() method" id="{C607EDD3-B8FA-497D-9B5E-A329AE1F92C7}">
          <p14:sldIdLst>
            <p14:sldId id="610"/>
            <p14:sldId id="626"/>
            <p14:sldId id="628"/>
            <p14:sldId id="629"/>
          </p14:sldIdLst>
        </p14:section>
        <p14:section name="Reading paralle arrays" id="{6159BFAF-42CF-4E7B-BCC4-375369AAA1B7}">
          <p14:sldIdLst>
            <p14:sldId id="559"/>
            <p14:sldId id="560"/>
            <p14:sldId id="552"/>
            <p14:sldId id="841"/>
            <p14:sldId id="840"/>
            <p14:sldId id="842"/>
          </p14:sldIdLst>
        </p14:section>
        <p14:section name="Unknown file length" id="{7B7B6852-9426-4EA1-9189-00FA8A011E39}">
          <p14:sldIdLst>
            <p14:sldId id="554"/>
            <p14:sldId id="839"/>
          </p14:sldIdLst>
        </p14:section>
        <p14:section name="Records" id="{54C7EC2B-18DD-42A6-B223-526F78267F8B}">
          <p14:sldIdLst>
            <p14:sldId id="458"/>
            <p14:sldId id="460"/>
            <p14:sldId id="461"/>
            <p14:sldId id="465"/>
            <p14:sldId id="462"/>
            <p14:sldId id="646"/>
            <p14:sldId id="636"/>
            <p14:sldId id="640"/>
            <p14:sldId id="463"/>
            <p14:sldId id="641"/>
            <p14:sldId id="639"/>
            <p14:sldId id="642"/>
            <p14:sldId id="468"/>
            <p14:sldId id="643"/>
            <p14:sldId id="627"/>
            <p14:sldId id="644"/>
            <p14:sldId id="638"/>
            <p14:sldId id="645"/>
          </p14:sldIdLst>
        </p14:section>
        <p14:section name="Development methodologies" id="{A958A167-9AA3-4385-979F-F80AA5C022CF}">
          <p14:sldIdLst>
            <p14:sldId id="567"/>
            <p14:sldId id="568"/>
            <p14:sldId id="820"/>
            <p14:sldId id="822"/>
            <p14:sldId id="821"/>
            <p14:sldId id="823"/>
            <p14:sldId id="516"/>
            <p14:sldId id="853"/>
          </p14:sldIdLst>
        </p14:section>
        <p14:section name="Analysis" id="{6E24B6D2-07E9-47FF-9E1B-1B50F0549632}">
          <p14:sldIdLst>
            <p14:sldId id="495"/>
            <p14:sldId id="579"/>
            <p14:sldId id="600"/>
            <p14:sldId id="848"/>
            <p14:sldId id="602"/>
            <p14:sldId id="849"/>
            <p14:sldId id="603"/>
            <p14:sldId id="850"/>
            <p14:sldId id="873"/>
          </p14:sldIdLst>
        </p14:section>
        <p14:section name="Design" id="{B827E20A-BD4C-41A2-AC82-E4B2DA16FE42}">
          <p14:sldIdLst>
            <p14:sldId id="572"/>
            <p14:sldId id="573"/>
            <p14:sldId id="574"/>
            <p14:sldId id="420"/>
            <p14:sldId id="862"/>
            <p14:sldId id="861"/>
            <p14:sldId id="864"/>
            <p14:sldId id="575"/>
            <p14:sldId id="576"/>
          </p14:sldIdLst>
        </p14:section>
        <p14:section name="Testing" id="{89DD8F3D-7BDB-479D-BE4D-586144FA2248}">
          <p14:sldIdLst>
            <p14:sldId id="502"/>
            <p14:sldId id="504"/>
            <p14:sldId id="870"/>
            <p14:sldId id="871"/>
            <p14:sldId id="503"/>
            <p14:sldId id="816"/>
            <p14:sldId id="847"/>
            <p14:sldId id="817"/>
            <p14:sldId id="868"/>
            <p14:sldId id="818"/>
            <p14:sldId id="869"/>
            <p14:sldId id="824"/>
            <p14:sldId id="846"/>
          </p14:sldIdLst>
        </p14:section>
        <p14:section name="Evaluation" id="{0F7A6070-A7E2-43C1-8140-267CAC25D84D}">
          <p14:sldIdLst>
            <p14:sldId id="577"/>
            <p14:sldId id="578"/>
            <p14:sldId id="814"/>
            <p14:sldId id="872"/>
            <p14:sldId id="843"/>
            <p14:sldId id="815"/>
            <p14:sldId id="84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6B3"/>
    <a:srgbClr val="183691"/>
    <a:srgbClr val="00864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373" autoAdjust="0"/>
    <p:restoredTop sz="84840" autoAdjust="0"/>
  </p:normalViewPr>
  <p:slideViewPr>
    <p:cSldViewPr snapToGrid="0" showGuides="1">
      <p:cViewPr varScale="1">
        <p:scale>
          <a:sx n="56" d="100"/>
          <a:sy n="56" d="100"/>
        </p:scale>
        <p:origin x="788" y="5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-685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presProps" Target="presProp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viewProps" Target="view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theme" Target="theme/theme1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208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microsoft.com/office/2016/11/relationships/changesInfo" Target="changesInfos/changesInfo1.xml"/><Relationship Id="rId190" Type="http://schemas.openxmlformats.org/officeDocument/2006/relationships/slide" Target="slides/slide189.xml"/><Relationship Id="rId204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 Friend" userId="e5ed79da-d858-46d4-9eed-a7a24903f2de" providerId="ADAL" clId="{2CC28D5A-E59E-4A37-B8C3-56A229B86017}"/>
    <pc:docChg chg="undo custSel addSld delSld modSld sldOrd modSection">
      <pc:chgData name="Al Friend" userId="e5ed79da-d858-46d4-9eed-a7a24903f2de" providerId="ADAL" clId="{2CC28D5A-E59E-4A37-B8C3-56A229B86017}" dt="2026-06-22T13:37:39.208" v="333" actId="2696"/>
      <pc:docMkLst>
        <pc:docMk/>
      </pc:docMkLst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3742260229" sldId="358"/>
        </pc:sldMkLst>
      </pc:sldChg>
      <pc:sldChg chg="modSp">
        <pc:chgData name="Al Friend" userId="e5ed79da-d858-46d4-9eed-a7a24903f2de" providerId="ADAL" clId="{2CC28D5A-E59E-4A37-B8C3-56A229B86017}" dt="2026-06-03T12:27:00.436" v="26" actId="20577"/>
        <pc:sldMkLst>
          <pc:docMk/>
          <pc:sldMk cId="822755515" sldId="428"/>
        </pc:sldMkLst>
        <pc:spChg chg="mod">
          <ac:chgData name="Al Friend" userId="e5ed79da-d858-46d4-9eed-a7a24903f2de" providerId="ADAL" clId="{2CC28D5A-E59E-4A37-B8C3-56A229B86017}" dt="2026-06-03T12:27:00.436" v="26" actId="20577"/>
          <ac:spMkLst>
            <pc:docMk/>
            <pc:sldMk cId="822755515" sldId="428"/>
            <ac:spMk id="12" creationId="{68B16E17-198B-4874-BC66-EBC5F39A6145}"/>
          </ac:spMkLst>
        </pc:spChg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3531375146" sldId="480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2438886444" sldId="481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1962929106" sldId="482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765643102" sldId="483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478737394" sldId="484"/>
        </pc:sldMkLst>
      </pc:sldChg>
      <pc:sldChg chg="ord modNotesTx">
        <pc:chgData name="Al Friend" userId="e5ed79da-d858-46d4-9eed-a7a24903f2de" providerId="ADAL" clId="{2CC28D5A-E59E-4A37-B8C3-56A229B86017}" dt="2026-06-08T12:49:19.853" v="104"/>
        <pc:sldMkLst>
          <pc:docMk/>
          <pc:sldMk cId="1236895042" sldId="485"/>
        </pc:sldMkLst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1514697158" sldId="486"/>
        </pc:sldMkLst>
        <pc:spChg chg="mod">
          <ac:chgData name="Al Friend" userId="e5ed79da-d858-46d4-9eed-a7a24903f2de" providerId="ADAL" clId="{2CC28D5A-E59E-4A37-B8C3-56A229B86017}" dt="2026-06-04T11:03:28.622" v="84" actId="20577"/>
          <ac:spMkLst>
            <pc:docMk/>
            <pc:sldMk cId="1514697158" sldId="486"/>
            <ac:spMk id="12" creationId="{68B16E17-198B-4874-BC66-EBC5F39A6145}"/>
          </ac:spMkLst>
        </pc:spChg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1393096936" sldId="487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293232831" sldId="488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330059406" sldId="489"/>
        </pc:sldMkLst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1105079564" sldId="491"/>
        </pc:sldMkLst>
        <pc:spChg chg="mod">
          <ac:chgData name="Al Friend" userId="e5ed79da-d858-46d4-9eed-a7a24903f2de" providerId="ADAL" clId="{2CC28D5A-E59E-4A37-B8C3-56A229B86017}" dt="2026-06-04T11:03:24.455" v="82" actId="20577"/>
          <ac:spMkLst>
            <pc:docMk/>
            <pc:sldMk cId="1105079564" sldId="491"/>
            <ac:spMk id="12" creationId="{68B16E17-198B-4874-BC66-EBC5F39A6145}"/>
          </ac:spMkLst>
        </pc:spChg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556505236" sldId="492"/>
        </pc:sldMkLst>
      </pc:sldChg>
      <pc:sldChg chg="modSp">
        <pc:chgData name="Al Friend" userId="e5ed79da-d858-46d4-9eed-a7a24903f2de" providerId="ADAL" clId="{2CC28D5A-E59E-4A37-B8C3-56A229B86017}" dt="2026-06-03T12:56:48.943" v="43" actId="20577"/>
        <pc:sldMkLst>
          <pc:docMk/>
          <pc:sldMk cId="926999632" sldId="505"/>
        </pc:sldMkLst>
        <pc:spChg chg="mod">
          <ac:chgData name="Al Friend" userId="e5ed79da-d858-46d4-9eed-a7a24903f2de" providerId="ADAL" clId="{2CC28D5A-E59E-4A37-B8C3-56A229B86017}" dt="2026-06-03T12:56:48.943" v="43" actId="20577"/>
          <ac:spMkLst>
            <pc:docMk/>
            <pc:sldMk cId="926999632" sldId="505"/>
            <ac:spMk id="2" creationId="{7852AD00-0680-B393-BAB5-F56D5D7CBFE6}"/>
          </ac:spMkLst>
        </pc:spChg>
      </pc:sldChg>
      <pc:sldChg chg="modSp modAnim">
        <pc:chgData name="Al Friend" userId="e5ed79da-d858-46d4-9eed-a7a24903f2de" providerId="ADAL" clId="{2CC28D5A-E59E-4A37-B8C3-56A229B86017}" dt="2026-06-02T10:07:17.604" v="12" actId="1076"/>
        <pc:sldMkLst>
          <pc:docMk/>
          <pc:sldMk cId="2157204624" sldId="535"/>
        </pc:sldMkLst>
        <pc:spChg chg="mod">
          <ac:chgData name="Al Friend" userId="e5ed79da-d858-46d4-9eed-a7a24903f2de" providerId="ADAL" clId="{2CC28D5A-E59E-4A37-B8C3-56A229B86017}" dt="2026-06-02T10:07:17.604" v="12" actId="1076"/>
          <ac:spMkLst>
            <pc:docMk/>
            <pc:sldMk cId="2157204624" sldId="535"/>
            <ac:spMk id="39" creationId="{A4585091-739A-4D3F-99EE-3F1D384F15D3}"/>
          </ac:spMkLst>
        </pc:spChg>
      </pc:sldChg>
      <pc:sldChg chg="modSp">
        <pc:chgData name="Al Friend" userId="e5ed79da-d858-46d4-9eed-a7a24903f2de" providerId="ADAL" clId="{2CC28D5A-E59E-4A37-B8C3-56A229B86017}" dt="2026-06-02T10:08:13.189" v="14" actId="14100"/>
        <pc:sldMkLst>
          <pc:docMk/>
          <pc:sldMk cId="3519238916" sldId="539"/>
        </pc:sldMkLst>
        <pc:spChg chg="mod">
          <ac:chgData name="Al Friend" userId="e5ed79da-d858-46d4-9eed-a7a24903f2de" providerId="ADAL" clId="{2CC28D5A-E59E-4A37-B8C3-56A229B86017}" dt="2026-06-02T10:08:13.189" v="14" actId="14100"/>
          <ac:spMkLst>
            <pc:docMk/>
            <pc:sldMk cId="3519238916" sldId="539"/>
            <ac:spMk id="14" creationId="{8D608A3B-B831-4F48-A74E-CD82490F6BF7}"/>
          </ac:spMkLst>
        </pc:spChg>
      </pc:sldChg>
      <pc:sldChg chg="modNotesTx">
        <pc:chgData name="Al Friend" userId="e5ed79da-d858-46d4-9eed-a7a24903f2de" providerId="ADAL" clId="{2CC28D5A-E59E-4A37-B8C3-56A229B86017}" dt="2026-06-10T10:47:26.672" v="262" actId="6549"/>
        <pc:sldMkLst>
          <pc:docMk/>
          <pc:sldMk cId="9835273" sldId="541"/>
        </pc:sldMkLst>
      </pc:sldChg>
      <pc:sldChg chg="addSp modSp ord modAnim">
        <pc:chgData name="Al Friend" userId="e5ed79da-d858-46d4-9eed-a7a24903f2de" providerId="ADAL" clId="{2CC28D5A-E59E-4A37-B8C3-56A229B86017}" dt="2026-06-08T12:49:19.853" v="104"/>
        <pc:sldMkLst>
          <pc:docMk/>
          <pc:sldMk cId="2523056852" sldId="545"/>
        </pc:sldMkLst>
        <pc:spChg chg="add mod">
          <ac:chgData name="Al Friend" userId="e5ed79da-d858-46d4-9eed-a7a24903f2de" providerId="ADAL" clId="{2CC28D5A-E59E-4A37-B8C3-56A229B86017}" dt="2026-06-04T11:00:52.525" v="70" actId="20577"/>
          <ac:spMkLst>
            <pc:docMk/>
            <pc:sldMk cId="2523056852" sldId="545"/>
            <ac:spMk id="12" creationId="{52226A47-3D24-4E25-819A-AA7547E560DC}"/>
          </ac:spMkLst>
        </pc:spChg>
        <pc:spChg chg="add mod">
          <ac:chgData name="Al Friend" userId="e5ed79da-d858-46d4-9eed-a7a24903f2de" providerId="ADAL" clId="{2CC28D5A-E59E-4A37-B8C3-56A229B86017}" dt="2026-06-04T11:00:54.030" v="73" actId="20577"/>
          <ac:spMkLst>
            <pc:docMk/>
            <pc:sldMk cId="2523056852" sldId="545"/>
            <ac:spMk id="13" creationId="{D6C14A21-8AF8-40C2-A655-1B06E3DF300E}"/>
          </ac:spMkLst>
        </pc:spChg>
        <pc:spChg chg="add mod">
          <ac:chgData name="Al Friend" userId="e5ed79da-d858-46d4-9eed-a7a24903f2de" providerId="ADAL" clId="{2CC28D5A-E59E-4A37-B8C3-56A229B86017}" dt="2026-06-04T11:00:55.743" v="76" actId="20577"/>
          <ac:spMkLst>
            <pc:docMk/>
            <pc:sldMk cId="2523056852" sldId="545"/>
            <ac:spMk id="14" creationId="{68F0D888-968A-4CDD-AB03-F02C133DC338}"/>
          </ac:spMkLst>
        </pc:spChg>
        <pc:spChg chg="add mod">
          <ac:chgData name="Al Friend" userId="e5ed79da-d858-46d4-9eed-a7a24903f2de" providerId="ADAL" clId="{2CC28D5A-E59E-4A37-B8C3-56A229B86017}" dt="2026-06-04T11:00:57.134" v="78" actId="20577"/>
          <ac:spMkLst>
            <pc:docMk/>
            <pc:sldMk cId="2523056852" sldId="545"/>
            <ac:spMk id="15" creationId="{33EBF56C-BCE4-403C-ADEF-EAFFE4EC2F5E}"/>
          </ac:spMkLst>
        </pc:spChg>
        <pc:spChg chg="add mod">
          <ac:chgData name="Al Friend" userId="e5ed79da-d858-46d4-9eed-a7a24903f2de" providerId="ADAL" clId="{2CC28D5A-E59E-4A37-B8C3-56A229B86017}" dt="2026-06-04T11:00:58.530" v="80" actId="20577"/>
          <ac:spMkLst>
            <pc:docMk/>
            <pc:sldMk cId="2523056852" sldId="545"/>
            <ac:spMk id="16" creationId="{B24ECF08-A6D9-4497-8F69-07CE5BB8041F}"/>
          </ac:spMkLst>
        </pc:spChg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2517025096" sldId="547"/>
        </pc:sldMkLst>
        <pc:spChg chg="mod">
          <ac:chgData name="Al Friend" userId="e5ed79da-d858-46d4-9eed-a7a24903f2de" providerId="ADAL" clId="{2CC28D5A-E59E-4A37-B8C3-56A229B86017}" dt="2026-06-04T11:03:35.460" v="86" actId="20577"/>
          <ac:spMkLst>
            <pc:docMk/>
            <pc:sldMk cId="2517025096" sldId="547"/>
            <ac:spMk id="12" creationId="{68B16E17-198B-4874-BC66-EBC5F39A6145}"/>
          </ac:spMkLst>
        </pc:spChg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1696205017" sldId="549"/>
        </pc:sldMkLst>
        <pc:spChg chg="mod">
          <ac:chgData name="Al Friend" userId="e5ed79da-d858-46d4-9eed-a7a24903f2de" providerId="ADAL" clId="{2CC28D5A-E59E-4A37-B8C3-56A229B86017}" dt="2026-06-04T11:03:37.919" v="88" actId="20577"/>
          <ac:spMkLst>
            <pc:docMk/>
            <pc:sldMk cId="1696205017" sldId="549"/>
            <ac:spMk id="12" creationId="{68B16E17-198B-4874-BC66-EBC5F39A6145}"/>
          </ac:spMkLst>
        </pc:spChg>
      </pc:sldChg>
      <pc:sldChg chg="modSp modNotesTx">
        <pc:chgData name="Al Friend" userId="e5ed79da-d858-46d4-9eed-a7a24903f2de" providerId="ADAL" clId="{2CC28D5A-E59E-4A37-B8C3-56A229B86017}" dt="2026-06-10T10:47:21.464" v="261" actId="20577"/>
        <pc:sldMkLst>
          <pc:docMk/>
          <pc:sldMk cId="99839683" sldId="611"/>
        </pc:sldMkLst>
        <pc:spChg chg="mod">
          <ac:chgData name="Al Friend" userId="e5ed79da-d858-46d4-9eed-a7a24903f2de" providerId="ADAL" clId="{2CC28D5A-E59E-4A37-B8C3-56A229B86017}" dt="2026-06-02T10:08:22.668" v="16" actId="14100"/>
          <ac:spMkLst>
            <pc:docMk/>
            <pc:sldMk cId="99839683" sldId="611"/>
            <ac:spMk id="14" creationId="{8D608A3B-B831-4F48-A74E-CD82490F6BF7}"/>
          </ac:spMkLst>
        </pc:spChg>
      </pc:sldChg>
      <pc:sldChg chg="ord">
        <pc:chgData name="Al Friend" userId="e5ed79da-d858-46d4-9eed-a7a24903f2de" providerId="ADAL" clId="{2CC28D5A-E59E-4A37-B8C3-56A229B86017}" dt="2026-06-10T10:47:53.008" v="264"/>
        <pc:sldMkLst>
          <pc:docMk/>
          <pc:sldMk cId="1725766388" sldId="612"/>
        </pc:sldMkLst>
      </pc:sldChg>
      <pc:sldChg chg="ord">
        <pc:chgData name="Al Friend" userId="e5ed79da-d858-46d4-9eed-a7a24903f2de" providerId="ADAL" clId="{2CC28D5A-E59E-4A37-B8C3-56A229B86017}" dt="2026-06-10T10:47:53.008" v="264"/>
        <pc:sldMkLst>
          <pc:docMk/>
          <pc:sldMk cId="2456140403" sldId="614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515698625" sldId="623"/>
        </pc:sldMkLst>
      </pc:sldChg>
      <pc:sldChg chg="modTransition">
        <pc:chgData name="Al Friend" userId="e5ed79da-d858-46d4-9eed-a7a24903f2de" providerId="ADAL" clId="{2CC28D5A-E59E-4A37-B8C3-56A229B86017}" dt="2026-06-03T12:56:45.754" v="41"/>
        <pc:sldMkLst>
          <pc:docMk/>
          <pc:sldMk cId="910063448" sldId="624"/>
        </pc:sldMkLst>
      </pc:sldChg>
      <pc:sldChg chg="modSp modAnim">
        <pc:chgData name="Al Friend" userId="e5ed79da-d858-46d4-9eed-a7a24903f2de" providerId="ADAL" clId="{2CC28D5A-E59E-4A37-B8C3-56A229B86017}" dt="2026-06-09T09:34:31.292" v="244"/>
        <pc:sldMkLst>
          <pc:docMk/>
          <pc:sldMk cId="3771078146" sldId="825"/>
        </pc:sldMkLst>
        <pc:spChg chg="mod">
          <ac:chgData name="Al Friend" userId="e5ed79da-d858-46d4-9eed-a7a24903f2de" providerId="ADAL" clId="{2CC28D5A-E59E-4A37-B8C3-56A229B86017}" dt="2026-06-03T12:52:00.414" v="36" actId="692"/>
          <ac:spMkLst>
            <pc:docMk/>
            <pc:sldMk cId="3771078146" sldId="825"/>
            <ac:spMk id="8" creationId="{7536217B-CB3B-A512-2037-FF6D8B85D2F5}"/>
          </ac:spMkLst>
        </pc:spChg>
        <pc:spChg chg="mod">
          <ac:chgData name="Al Friend" userId="e5ed79da-d858-46d4-9eed-a7a24903f2de" providerId="ADAL" clId="{2CC28D5A-E59E-4A37-B8C3-56A229B86017}" dt="2026-06-09T09:34:13.582" v="243" actId="1076"/>
          <ac:spMkLst>
            <pc:docMk/>
            <pc:sldMk cId="3771078146" sldId="825"/>
            <ac:spMk id="9" creationId="{4B3FA018-ADC6-ED88-1676-50E7DD2ED7D8}"/>
          </ac:spMkLst>
        </pc:spChg>
        <pc:spChg chg="mod">
          <ac:chgData name="Al Friend" userId="e5ed79da-d858-46d4-9eed-a7a24903f2de" providerId="ADAL" clId="{2CC28D5A-E59E-4A37-B8C3-56A229B86017}" dt="2026-06-03T12:52:09.775" v="40" actId="692"/>
          <ac:spMkLst>
            <pc:docMk/>
            <pc:sldMk cId="3771078146" sldId="825"/>
            <ac:spMk id="10" creationId="{37EE882D-DDF7-C77F-64BE-B457C07590EA}"/>
          </ac:spMkLst>
        </pc:spChg>
        <pc:spChg chg="mod">
          <ac:chgData name="Al Friend" userId="e5ed79da-d858-46d4-9eed-a7a24903f2de" providerId="ADAL" clId="{2CC28D5A-E59E-4A37-B8C3-56A229B86017}" dt="2026-06-09T09:34:08.615" v="242" actId="20577"/>
          <ac:spMkLst>
            <pc:docMk/>
            <pc:sldMk cId="3771078146" sldId="825"/>
            <ac:spMk id="12" creationId="{4B10774B-6198-A85E-9F95-72368FCD20DE}"/>
          </ac:spMkLst>
        </pc:spChg>
      </pc:sldChg>
      <pc:sldChg chg="modSp">
        <pc:chgData name="Al Friend" userId="e5ed79da-d858-46d4-9eed-a7a24903f2de" providerId="ADAL" clId="{2CC28D5A-E59E-4A37-B8C3-56A229B86017}" dt="2026-06-08T09:46:40.153" v="102" actId="20577"/>
        <pc:sldMkLst>
          <pc:docMk/>
          <pc:sldMk cId="897348652" sldId="826"/>
        </pc:sldMkLst>
        <pc:spChg chg="mod">
          <ac:chgData name="Al Friend" userId="e5ed79da-d858-46d4-9eed-a7a24903f2de" providerId="ADAL" clId="{2CC28D5A-E59E-4A37-B8C3-56A229B86017}" dt="2026-06-08T09:46:40.153" v="102" actId="20577"/>
          <ac:spMkLst>
            <pc:docMk/>
            <pc:sldMk cId="897348652" sldId="826"/>
            <ac:spMk id="2" creationId="{093847A0-4195-2FEB-C9F8-78695EA96406}"/>
          </ac:spMkLst>
        </pc:spChg>
      </pc:sldChg>
      <pc:sldChg chg="modAnim">
        <pc:chgData name="Al Friend" userId="e5ed79da-d858-46d4-9eed-a7a24903f2de" providerId="ADAL" clId="{2CC28D5A-E59E-4A37-B8C3-56A229B86017}" dt="2026-06-22T13:37:15.050" v="330"/>
        <pc:sldMkLst>
          <pc:docMk/>
          <pc:sldMk cId="395973225" sldId="836"/>
        </pc:sldMkLst>
      </pc:sldChg>
      <pc:sldChg chg="modSp">
        <pc:chgData name="Al Friend" userId="e5ed79da-d858-46d4-9eed-a7a24903f2de" providerId="ADAL" clId="{2CC28D5A-E59E-4A37-B8C3-56A229B86017}" dt="2026-06-03T12:27:21.812" v="34" actId="20577"/>
        <pc:sldMkLst>
          <pc:docMk/>
          <pc:sldMk cId="2505112213" sldId="856"/>
        </pc:sldMkLst>
        <pc:spChg chg="mod">
          <ac:chgData name="Al Friend" userId="e5ed79da-d858-46d4-9eed-a7a24903f2de" providerId="ADAL" clId="{2CC28D5A-E59E-4A37-B8C3-56A229B86017}" dt="2026-06-03T12:27:21.812" v="34" actId="20577"/>
          <ac:spMkLst>
            <pc:docMk/>
            <pc:sldMk cId="2505112213" sldId="856"/>
            <ac:spMk id="12" creationId="{68B16E17-198B-4874-BC66-EBC5F39A6145}"/>
          </ac:spMkLst>
        </pc:spChg>
      </pc:sldChg>
      <pc:sldChg chg="modSp ord modAnim">
        <pc:chgData name="Al Friend" userId="e5ed79da-d858-46d4-9eed-a7a24903f2de" providerId="ADAL" clId="{2CC28D5A-E59E-4A37-B8C3-56A229B86017}" dt="2026-06-10T10:47:53.008" v="264"/>
        <pc:sldMkLst>
          <pc:docMk/>
          <pc:sldMk cId="203769547" sldId="874"/>
        </pc:sldMkLst>
        <pc:spChg chg="mod">
          <ac:chgData name="Al Friend" userId="e5ed79da-d858-46d4-9eed-a7a24903f2de" providerId="ADAL" clId="{2CC28D5A-E59E-4A37-B8C3-56A229B86017}" dt="2026-06-08T09:46:05.165" v="95" actId="12788"/>
          <ac:spMkLst>
            <pc:docMk/>
            <pc:sldMk cId="203769547" sldId="874"/>
            <ac:spMk id="9" creationId="{46EF930E-E89D-3665-7E38-F8CCE36F1868}"/>
          </ac:spMkLst>
        </pc:spChg>
        <pc:spChg chg="mod">
          <ac:chgData name="Al Friend" userId="e5ed79da-d858-46d4-9eed-a7a24903f2de" providerId="ADAL" clId="{2CC28D5A-E59E-4A37-B8C3-56A229B86017}" dt="2026-06-08T09:45:39.241" v="91"/>
          <ac:spMkLst>
            <pc:docMk/>
            <pc:sldMk cId="203769547" sldId="874"/>
            <ac:spMk id="12" creationId="{57AE5C30-DD9E-6A59-4D4E-D5F2862767D5}"/>
          </ac:spMkLst>
        </pc:spChg>
      </pc:sldChg>
      <pc:sldChg chg="modSp ord">
        <pc:chgData name="Al Friend" userId="e5ed79da-d858-46d4-9eed-a7a24903f2de" providerId="ADAL" clId="{2CC28D5A-E59E-4A37-B8C3-56A229B86017}" dt="2026-06-10T10:47:53.008" v="264"/>
        <pc:sldMkLst>
          <pc:docMk/>
          <pc:sldMk cId="4091467611" sldId="875"/>
        </pc:sldMkLst>
        <pc:spChg chg="mod">
          <ac:chgData name="Al Friend" userId="e5ed79da-d858-46d4-9eed-a7a24903f2de" providerId="ADAL" clId="{2CC28D5A-E59E-4A37-B8C3-56A229B86017}" dt="2026-06-08T09:46:17.121" v="97" actId="20577"/>
          <ac:spMkLst>
            <pc:docMk/>
            <pc:sldMk cId="4091467611" sldId="875"/>
            <ac:spMk id="12" creationId="{A061683F-9967-821B-F4E4-20D59D6CF14E}"/>
          </ac:spMkLst>
        </pc:spChg>
      </pc:sldChg>
      <pc:sldChg chg="addSp delSp modSp delAnim modAnim modNotesTx">
        <pc:chgData name="Al Friend" userId="e5ed79da-d858-46d4-9eed-a7a24903f2de" providerId="ADAL" clId="{2CC28D5A-E59E-4A37-B8C3-56A229B86017}" dt="2026-06-10T11:09:38.507" v="322" actId="20577"/>
        <pc:sldMkLst>
          <pc:docMk/>
          <pc:sldMk cId="1664508076" sldId="876"/>
        </pc:sldMkLst>
        <pc:spChg chg="mod">
          <ac:chgData name="Al Friend" userId="e5ed79da-d858-46d4-9eed-a7a24903f2de" providerId="ADAL" clId="{2CC28D5A-E59E-4A37-B8C3-56A229B86017}" dt="2026-06-09T09:05:36.716" v="133" actId="20577"/>
          <ac:spMkLst>
            <pc:docMk/>
            <pc:sldMk cId="1664508076" sldId="876"/>
            <ac:spMk id="2" creationId="{B557248E-DB05-24FC-B97C-6526C8C2E81E}"/>
          </ac:spMkLst>
        </pc:spChg>
        <pc:spChg chg="del">
          <ac:chgData name="Al Friend" userId="e5ed79da-d858-46d4-9eed-a7a24903f2de" providerId="ADAL" clId="{2CC28D5A-E59E-4A37-B8C3-56A229B86017}" dt="2026-06-09T09:05:25.807" v="105" actId="478"/>
          <ac:spMkLst>
            <pc:docMk/>
            <pc:sldMk cId="1664508076" sldId="876"/>
            <ac:spMk id="3" creationId="{03B565D8-44FB-BE1C-9CC0-E77B4AC0F490}"/>
          </ac:spMkLst>
        </pc:spChg>
        <pc:spChg chg="add del mod">
          <ac:chgData name="Al Friend" userId="e5ed79da-d858-46d4-9eed-a7a24903f2de" providerId="ADAL" clId="{2CC28D5A-E59E-4A37-B8C3-56A229B86017}" dt="2026-06-10T10:50:39.520" v="271" actId="478"/>
          <ac:spMkLst>
            <pc:docMk/>
            <pc:sldMk cId="1664508076" sldId="876"/>
            <ac:spMk id="3" creationId="{D490A291-06CF-449B-9E45-1AB36834985A}"/>
          </ac:spMkLst>
        </pc:spChg>
        <pc:spChg chg="add mod">
          <ac:chgData name="Al Friend" userId="e5ed79da-d858-46d4-9eed-a7a24903f2de" providerId="ADAL" clId="{2CC28D5A-E59E-4A37-B8C3-56A229B86017}" dt="2026-06-10T10:51:05.979" v="273" actId="108"/>
          <ac:spMkLst>
            <pc:docMk/>
            <pc:sldMk cId="1664508076" sldId="876"/>
            <ac:spMk id="4" creationId="{BC947E42-B85F-43EA-9809-1408F1740C1D}"/>
          </ac:spMkLst>
        </pc:spChg>
        <pc:spChg chg="add del mod">
          <ac:chgData name="Al Friend" userId="e5ed79da-d858-46d4-9eed-a7a24903f2de" providerId="ADAL" clId="{2CC28D5A-E59E-4A37-B8C3-56A229B86017}" dt="2026-06-09T09:28:59.216" v="192" actId="478"/>
          <ac:spMkLst>
            <pc:docMk/>
            <pc:sldMk cId="1664508076" sldId="876"/>
            <ac:spMk id="4" creationId="{C3527E78-DA2C-4CC0-902F-76D85C66101A}"/>
          </ac:spMkLst>
        </pc:spChg>
        <pc:spChg chg="add del mod">
          <ac:chgData name="Al Friend" userId="e5ed79da-d858-46d4-9eed-a7a24903f2de" providerId="ADAL" clId="{2CC28D5A-E59E-4A37-B8C3-56A229B86017}" dt="2026-06-09T09:29:13.498" v="194" actId="478"/>
          <ac:spMkLst>
            <pc:docMk/>
            <pc:sldMk cId="1664508076" sldId="876"/>
            <ac:spMk id="5" creationId="{B6188183-69F0-45A9-A48B-AB34066705EC}"/>
          </ac:spMkLst>
        </pc:spChg>
        <pc:spChg chg="add del mod">
          <ac:chgData name="Al Friend" userId="e5ed79da-d858-46d4-9eed-a7a24903f2de" providerId="ADAL" clId="{2CC28D5A-E59E-4A37-B8C3-56A229B86017}" dt="2026-06-09T09:29:35.783" v="196" actId="478"/>
          <ac:spMkLst>
            <pc:docMk/>
            <pc:sldMk cId="1664508076" sldId="876"/>
            <ac:spMk id="6" creationId="{1EB1226A-DB9E-4F7D-BEC8-BC3A2ACF6EEC}"/>
          </ac:spMkLst>
        </pc:spChg>
        <pc:spChg chg="add del mod">
          <ac:chgData name="Al Friend" userId="e5ed79da-d858-46d4-9eed-a7a24903f2de" providerId="ADAL" clId="{2CC28D5A-E59E-4A37-B8C3-56A229B86017}" dt="2026-06-10T10:49:45.526" v="266" actId="478"/>
          <ac:spMkLst>
            <pc:docMk/>
            <pc:sldMk cId="1664508076" sldId="876"/>
            <ac:spMk id="7" creationId="{C7AEA17A-938A-47A0-A012-20A384BC806F}"/>
          </ac:spMkLst>
        </pc:spChg>
        <pc:spChg chg="del mod">
          <ac:chgData name="Al Friend" userId="e5ed79da-d858-46d4-9eed-a7a24903f2de" providerId="ADAL" clId="{2CC28D5A-E59E-4A37-B8C3-56A229B86017}" dt="2026-06-09T09:31:16.209" v="204" actId="478"/>
          <ac:spMkLst>
            <pc:docMk/>
            <pc:sldMk cId="1664508076" sldId="876"/>
            <ac:spMk id="8" creationId="{7536217B-CB3B-A512-2037-FF6D8B85D2F5}"/>
          </ac:spMkLst>
        </pc:spChg>
        <pc:spChg chg="del">
          <ac:chgData name="Al Friend" userId="e5ed79da-d858-46d4-9eed-a7a24903f2de" providerId="ADAL" clId="{2CC28D5A-E59E-4A37-B8C3-56A229B86017}" dt="2026-06-09T09:31:17.740" v="205" actId="478"/>
          <ac:spMkLst>
            <pc:docMk/>
            <pc:sldMk cId="1664508076" sldId="876"/>
            <ac:spMk id="9" creationId="{4B3FA018-ADC6-ED88-1676-50E7DD2ED7D8}"/>
          </ac:spMkLst>
        </pc:spChg>
        <pc:spChg chg="mod">
          <ac:chgData name="Al Friend" userId="e5ed79da-d858-46d4-9eed-a7a24903f2de" providerId="ADAL" clId="{2CC28D5A-E59E-4A37-B8C3-56A229B86017}" dt="2026-06-10T10:52:07.479" v="313" actId="14100"/>
          <ac:spMkLst>
            <pc:docMk/>
            <pc:sldMk cId="1664508076" sldId="876"/>
            <ac:spMk id="10" creationId="{37EE882D-DDF7-C77F-64BE-B457C07590EA}"/>
          </ac:spMkLst>
        </pc:spChg>
        <pc:spChg chg="mod">
          <ac:chgData name="Al Friend" userId="e5ed79da-d858-46d4-9eed-a7a24903f2de" providerId="ADAL" clId="{2CC28D5A-E59E-4A37-B8C3-56A229B86017}" dt="2026-06-09T09:32:32.202" v="218" actId="20577"/>
          <ac:spMkLst>
            <pc:docMk/>
            <pc:sldMk cId="1664508076" sldId="876"/>
            <ac:spMk id="12" creationId="{4B10774B-6198-A85E-9F95-72368FCD20DE}"/>
          </ac:spMkLst>
        </pc:spChg>
      </pc:sldChg>
      <pc:sldChg chg="delSp add modTransition delAnim modAnim modNotesTx">
        <pc:chgData name="Al Friend" userId="e5ed79da-d858-46d4-9eed-a7a24903f2de" providerId="ADAL" clId="{2CC28D5A-E59E-4A37-B8C3-56A229B86017}" dt="2026-06-10T10:49:33.894" v="265" actId="478"/>
        <pc:sldMkLst>
          <pc:docMk/>
          <pc:sldMk cId="2912825416" sldId="877"/>
        </pc:sldMkLst>
        <pc:spChg chg="del">
          <ac:chgData name="Al Friend" userId="e5ed79da-d858-46d4-9eed-a7a24903f2de" providerId="ADAL" clId="{2CC28D5A-E59E-4A37-B8C3-56A229B86017}" dt="2026-06-09T09:54:53.433" v="255" actId="478"/>
          <ac:spMkLst>
            <pc:docMk/>
            <pc:sldMk cId="2912825416" sldId="877"/>
            <ac:spMk id="7" creationId="{C7AEA17A-938A-47A0-A012-20A384BC806F}"/>
          </ac:spMkLst>
        </pc:spChg>
        <pc:spChg chg="del">
          <ac:chgData name="Al Friend" userId="e5ed79da-d858-46d4-9eed-a7a24903f2de" providerId="ADAL" clId="{2CC28D5A-E59E-4A37-B8C3-56A229B86017}" dt="2026-06-10T10:49:33.894" v="265" actId="478"/>
          <ac:spMkLst>
            <pc:docMk/>
            <pc:sldMk cId="2912825416" sldId="877"/>
            <ac:spMk id="10" creationId="{37EE882D-DDF7-C77F-64BE-B457C07590EA}"/>
          </ac:spMkLst>
        </pc:spChg>
      </pc:sldChg>
      <pc:sldChg chg="delSp add modTransition delAnim modAnim">
        <pc:chgData name="Al Friend" userId="e5ed79da-d858-46d4-9eed-a7a24903f2de" providerId="ADAL" clId="{2CC28D5A-E59E-4A37-B8C3-56A229B86017}" dt="2026-06-22T13:37:21.883" v="332"/>
        <pc:sldMkLst>
          <pc:docMk/>
          <pc:sldMk cId="2581650874" sldId="878"/>
        </pc:sldMkLst>
        <pc:spChg chg="del">
          <ac:chgData name="Al Friend" userId="e5ed79da-d858-46d4-9eed-a7a24903f2de" providerId="ADAL" clId="{2CC28D5A-E59E-4A37-B8C3-56A229B86017}" dt="2026-06-22T13:36:50.573" v="325" actId="478"/>
          <ac:spMkLst>
            <pc:docMk/>
            <pc:sldMk cId="2581650874" sldId="878"/>
            <ac:spMk id="5" creationId="{DCE3A2C0-E5AC-437E-8CD0-46D83078EBB9}"/>
          </ac:spMkLst>
        </pc:spChg>
      </pc:sldChg>
      <pc:sldChg chg="delSp add modTransition delAnim modAnim">
        <pc:chgData name="Al Friend" userId="e5ed79da-d858-46d4-9eed-a7a24903f2de" providerId="ADAL" clId="{2CC28D5A-E59E-4A37-B8C3-56A229B86017}" dt="2026-06-22T13:37:18.427" v="331"/>
        <pc:sldMkLst>
          <pc:docMk/>
          <pc:sldMk cId="1177968660" sldId="879"/>
        </pc:sldMkLst>
        <pc:spChg chg="del">
          <ac:chgData name="Al Friend" userId="e5ed79da-d858-46d4-9eed-a7a24903f2de" providerId="ADAL" clId="{2CC28D5A-E59E-4A37-B8C3-56A229B86017}" dt="2026-06-22T13:37:03.417" v="328" actId="478"/>
          <ac:spMkLst>
            <pc:docMk/>
            <pc:sldMk cId="1177968660" sldId="879"/>
            <ac:spMk id="5" creationId="{DCE3A2C0-E5AC-437E-8CD0-46D83078EBB9}"/>
          </ac:spMkLst>
        </pc:spChg>
      </pc:sldChg>
    </pc:docChg>
  </pc:docChgLst>
  <pc:docChgLst>
    <pc:chgData name="Al Friend" userId="e5ed79da-d858-46d4-9eed-a7a24903f2de" providerId="ADAL" clId="{6CF5D3DD-A8C4-4611-8099-4AEB2E976A2E}"/>
    <pc:docChg chg="undo custSel addSld modSld modSection">
      <pc:chgData name="Al Friend" userId="e5ed79da-d858-46d4-9eed-a7a24903f2de" providerId="ADAL" clId="{6CF5D3DD-A8C4-4611-8099-4AEB2E976A2E}" dt="2026-06-07T18:14:46.212" v="716" actId="478"/>
      <pc:docMkLst>
        <pc:docMk/>
      </pc:docMkLst>
      <pc:sldChg chg="modSp modAnim">
        <pc:chgData name="Al Friend" userId="e5ed79da-d858-46d4-9eed-a7a24903f2de" providerId="ADAL" clId="{6CF5D3DD-A8C4-4611-8099-4AEB2E976A2E}" dt="2026-06-04T20:00:53.592" v="359" actId="6549"/>
        <pc:sldMkLst>
          <pc:docMk/>
          <pc:sldMk cId="1374977604" sldId="499"/>
        </pc:sldMkLst>
        <pc:spChg chg="mod">
          <ac:chgData name="Al Friend" userId="e5ed79da-d858-46d4-9eed-a7a24903f2de" providerId="ADAL" clId="{6CF5D3DD-A8C4-4611-8099-4AEB2E976A2E}" dt="2026-06-04T20:00:53.592" v="359" actId="6549"/>
          <ac:spMkLst>
            <pc:docMk/>
            <pc:sldMk cId="1374977604" sldId="499"/>
            <ac:spMk id="4" creationId="{64E6C5A6-C8B6-44E7-AC4F-4DD9B8000FF1}"/>
          </ac:spMkLst>
        </pc:spChg>
      </pc:sldChg>
      <pc:sldChg chg="addSp modSp mod modAnim modNotesTx">
        <pc:chgData name="Al Friend" userId="e5ed79da-d858-46d4-9eed-a7a24903f2de" providerId="ADAL" clId="{6CF5D3DD-A8C4-4611-8099-4AEB2E976A2E}" dt="2026-06-07T17:39:54.065" v="628" actId="14100"/>
        <pc:sldMkLst>
          <pc:docMk/>
          <pc:sldMk cId="1725766388" sldId="612"/>
        </pc:sldMkLst>
        <pc:spChg chg="mod">
          <ac:chgData name="Al Friend" userId="e5ed79da-d858-46d4-9eed-a7a24903f2de" providerId="ADAL" clId="{6CF5D3DD-A8C4-4611-8099-4AEB2E976A2E}" dt="2026-06-04T19:55:08.319" v="230" actId="20577"/>
          <ac:spMkLst>
            <pc:docMk/>
            <pc:sldMk cId="1725766388" sldId="612"/>
            <ac:spMk id="2" creationId="{00000000-0000-0000-0000-000000000000}"/>
          </ac:spMkLst>
        </pc:spChg>
        <pc:spChg chg="mod">
          <ac:chgData name="Al Friend" userId="e5ed79da-d858-46d4-9eed-a7a24903f2de" providerId="ADAL" clId="{6CF5D3DD-A8C4-4611-8099-4AEB2E976A2E}" dt="2026-06-07T17:39:39.305" v="624" actId="14100"/>
          <ac:spMkLst>
            <pc:docMk/>
            <pc:sldMk cId="1725766388" sldId="612"/>
            <ac:spMk id="3" creationId="{0E9DF95E-E94E-519C-BC97-FD68043A93A6}"/>
          </ac:spMkLst>
        </pc:spChg>
        <pc:spChg chg="add mod">
          <ac:chgData name="Al Friend" userId="e5ed79da-d858-46d4-9eed-a7a24903f2de" providerId="ADAL" clId="{6CF5D3DD-A8C4-4611-8099-4AEB2E976A2E}" dt="2026-06-07T17:39:54.065" v="628" actId="14100"/>
          <ac:spMkLst>
            <pc:docMk/>
            <pc:sldMk cId="1725766388" sldId="612"/>
            <ac:spMk id="4" creationId="{FE8AB782-1C09-1F87-DFCF-ACA0D0F12B4B}"/>
          </ac:spMkLst>
        </pc:spChg>
        <pc:spChg chg="mod">
          <ac:chgData name="Al Friend" userId="e5ed79da-d858-46d4-9eed-a7a24903f2de" providerId="ADAL" clId="{6CF5D3DD-A8C4-4611-8099-4AEB2E976A2E}" dt="2026-06-07T15:48:53.032" v="367" actId="108"/>
          <ac:spMkLst>
            <pc:docMk/>
            <pc:sldMk cId="1725766388" sldId="612"/>
            <ac:spMk id="9" creationId="{CE53807C-0EE1-242A-430E-565F7F51A109}"/>
          </ac:spMkLst>
        </pc:spChg>
        <pc:spChg chg="mod">
          <ac:chgData name="Al Friend" userId="e5ed79da-d858-46d4-9eed-a7a24903f2de" providerId="ADAL" clId="{6CF5D3DD-A8C4-4611-8099-4AEB2E976A2E}" dt="2026-06-07T15:48:19.843" v="365" actId="20577"/>
          <ac:spMkLst>
            <pc:docMk/>
            <pc:sldMk cId="1725766388" sldId="612"/>
            <ac:spMk id="12" creationId="{68B16E17-198B-4874-BC66-EBC5F39A6145}"/>
          </ac:spMkLst>
        </pc:spChg>
      </pc:sldChg>
      <pc:sldChg chg="modSp mod">
        <pc:chgData name="Al Friend" userId="e5ed79da-d858-46d4-9eed-a7a24903f2de" providerId="ADAL" clId="{6CF5D3DD-A8C4-4611-8099-4AEB2E976A2E}" dt="2026-06-07T15:48:09.603" v="364" actId="20577"/>
        <pc:sldMkLst>
          <pc:docMk/>
          <pc:sldMk cId="2456140403" sldId="614"/>
        </pc:sldMkLst>
        <pc:spChg chg="mod">
          <ac:chgData name="Al Friend" userId="e5ed79da-d858-46d4-9eed-a7a24903f2de" providerId="ADAL" clId="{6CF5D3DD-A8C4-4611-8099-4AEB2E976A2E}" dt="2026-06-04T19:55:03.686" v="226" actId="20577"/>
          <ac:spMkLst>
            <pc:docMk/>
            <pc:sldMk cId="2456140403" sldId="614"/>
            <ac:spMk id="2" creationId="{00000000-0000-0000-0000-000000000000}"/>
          </ac:spMkLst>
        </pc:spChg>
        <pc:spChg chg="mod">
          <ac:chgData name="Al Friend" userId="e5ed79da-d858-46d4-9eed-a7a24903f2de" providerId="ADAL" clId="{6CF5D3DD-A8C4-4611-8099-4AEB2E976A2E}" dt="2026-06-07T15:48:09.603" v="364" actId="20577"/>
          <ac:spMkLst>
            <pc:docMk/>
            <pc:sldMk cId="2456140403" sldId="614"/>
            <ac:spMk id="12" creationId="{68B16E17-198B-4874-BC66-EBC5F39A6145}"/>
          </ac:spMkLst>
        </pc:spChg>
      </pc:sldChg>
      <pc:sldChg chg="addSp delSp modSp mod delAnim modAnim">
        <pc:chgData name="Al Friend" userId="e5ed79da-d858-46d4-9eed-a7a24903f2de" providerId="ADAL" clId="{6CF5D3DD-A8C4-4611-8099-4AEB2E976A2E}" dt="2026-06-07T15:53:53.878" v="480" actId="1038"/>
        <pc:sldMkLst>
          <pc:docMk/>
          <pc:sldMk cId="3771078146" sldId="825"/>
        </pc:sldMkLst>
        <pc:spChg chg="mod">
          <ac:chgData name="Al Friend" userId="e5ed79da-d858-46d4-9eed-a7a24903f2de" providerId="ADAL" clId="{6CF5D3DD-A8C4-4611-8099-4AEB2E976A2E}" dt="2026-06-04T19:55:41.561" v="243" actId="20577"/>
          <ac:spMkLst>
            <pc:docMk/>
            <pc:sldMk cId="3771078146" sldId="825"/>
            <ac:spMk id="2" creationId="{B557248E-DB05-24FC-B97C-6526C8C2E81E}"/>
          </ac:spMkLst>
        </pc:spChg>
        <pc:spChg chg="add mod">
          <ac:chgData name="Al Friend" userId="e5ed79da-d858-46d4-9eed-a7a24903f2de" providerId="ADAL" clId="{6CF5D3DD-A8C4-4611-8099-4AEB2E976A2E}" dt="2026-06-04T19:58:46.805" v="355" actId="114"/>
          <ac:spMkLst>
            <pc:docMk/>
            <pc:sldMk cId="3771078146" sldId="825"/>
            <ac:spMk id="3" creationId="{03B565D8-44FB-BE1C-9CC0-E77B4AC0F490}"/>
          </ac:spMkLst>
        </pc:spChg>
        <pc:spChg chg="mod">
          <ac:chgData name="Al Friend" userId="e5ed79da-d858-46d4-9eed-a7a24903f2de" providerId="ADAL" clId="{6CF5D3DD-A8C4-4611-8099-4AEB2E976A2E}" dt="2026-06-07T15:53:43.111" v="475" actId="1037"/>
          <ac:spMkLst>
            <pc:docMk/>
            <pc:sldMk cId="3771078146" sldId="825"/>
            <ac:spMk id="8" creationId="{7536217B-CB3B-A512-2037-FF6D8B85D2F5}"/>
          </ac:spMkLst>
        </pc:spChg>
        <pc:spChg chg="mod">
          <ac:chgData name="Al Friend" userId="e5ed79da-d858-46d4-9eed-a7a24903f2de" providerId="ADAL" clId="{6CF5D3DD-A8C4-4611-8099-4AEB2E976A2E}" dt="2026-06-07T15:53:53.878" v="480" actId="1038"/>
          <ac:spMkLst>
            <pc:docMk/>
            <pc:sldMk cId="3771078146" sldId="825"/>
            <ac:spMk id="10" creationId="{37EE882D-DDF7-C77F-64BE-B457C07590EA}"/>
          </ac:spMkLst>
        </pc:spChg>
        <pc:spChg chg="mod">
          <ac:chgData name="Al Friend" userId="e5ed79da-d858-46d4-9eed-a7a24903f2de" providerId="ADAL" clId="{6CF5D3DD-A8C4-4611-8099-4AEB2E976A2E}" dt="2026-06-04T19:56:05.740" v="265" actId="20577"/>
          <ac:spMkLst>
            <pc:docMk/>
            <pc:sldMk cId="3771078146" sldId="825"/>
            <ac:spMk id="12" creationId="{4B10774B-6198-A85E-9F95-72368FCD20DE}"/>
          </ac:spMkLst>
        </pc:spChg>
      </pc:sldChg>
      <pc:sldChg chg="modSp mod">
        <pc:chgData name="Al Friend" userId="e5ed79da-d858-46d4-9eed-a7a24903f2de" providerId="ADAL" clId="{6CF5D3DD-A8C4-4611-8099-4AEB2E976A2E}" dt="2026-06-04T19:57:10.122" v="280" actId="20577"/>
        <pc:sldMkLst>
          <pc:docMk/>
          <pc:sldMk cId="897348652" sldId="826"/>
        </pc:sldMkLst>
        <pc:spChg chg="mod">
          <ac:chgData name="Al Friend" userId="e5ed79da-d858-46d4-9eed-a7a24903f2de" providerId="ADAL" clId="{6CF5D3DD-A8C4-4611-8099-4AEB2E976A2E}" dt="2026-06-04T19:57:10.122" v="280" actId="20577"/>
          <ac:spMkLst>
            <pc:docMk/>
            <pc:sldMk cId="897348652" sldId="826"/>
            <ac:spMk id="12" creationId="{62CB7BE2-58C6-B239-DC00-9879991981E9}"/>
          </ac:spMkLst>
        </pc:spChg>
      </pc:sldChg>
      <pc:sldChg chg="modSp mod">
        <pc:chgData name="Al Friend" userId="e5ed79da-d858-46d4-9eed-a7a24903f2de" providerId="ADAL" clId="{6CF5D3DD-A8C4-4611-8099-4AEB2E976A2E}" dt="2026-06-04T20:01:06.949" v="362" actId="6549"/>
        <pc:sldMkLst>
          <pc:docMk/>
          <pc:sldMk cId="1818297475" sldId="834"/>
        </pc:sldMkLst>
        <pc:spChg chg="mod">
          <ac:chgData name="Al Friend" userId="e5ed79da-d858-46d4-9eed-a7a24903f2de" providerId="ADAL" clId="{6CF5D3DD-A8C4-4611-8099-4AEB2E976A2E}" dt="2026-06-04T20:01:06.949" v="362" actId="6549"/>
          <ac:spMkLst>
            <pc:docMk/>
            <pc:sldMk cId="1818297475" sldId="834"/>
            <ac:spMk id="4" creationId="{25DF5874-FBC6-4C19-3BB2-89089A839384}"/>
          </ac:spMkLst>
        </pc:spChg>
      </pc:sldChg>
      <pc:sldChg chg="modSp add mod modAnim">
        <pc:chgData name="Al Friend" userId="e5ed79da-d858-46d4-9eed-a7a24903f2de" providerId="ADAL" clId="{6CF5D3DD-A8C4-4611-8099-4AEB2E976A2E}" dt="2026-06-07T17:53:36.844" v="711"/>
        <pc:sldMkLst>
          <pc:docMk/>
          <pc:sldMk cId="203769547" sldId="874"/>
        </pc:sldMkLst>
        <pc:spChg chg="mod">
          <ac:chgData name="Al Friend" userId="e5ed79da-d858-46d4-9eed-a7a24903f2de" providerId="ADAL" clId="{6CF5D3DD-A8C4-4611-8099-4AEB2E976A2E}" dt="2026-06-07T15:50:00.407" v="380" actId="20577"/>
          <ac:spMkLst>
            <pc:docMk/>
            <pc:sldMk cId="203769547" sldId="874"/>
            <ac:spMk id="2" creationId="{00BAE369-1D9E-D5DD-C32C-F4BA12F900F2}"/>
          </ac:spMkLst>
        </pc:spChg>
        <pc:spChg chg="mod">
          <ac:chgData name="Al Friend" userId="e5ed79da-d858-46d4-9eed-a7a24903f2de" providerId="ADAL" clId="{6CF5D3DD-A8C4-4611-8099-4AEB2E976A2E}" dt="2026-06-07T17:37:40.322" v="607" actId="692"/>
          <ac:spMkLst>
            <pc:docMk/>
            <pc:sldMk cId="203769547" sldId="874"/>
            <ac:spMk id="3" creationId="{257D759C-897A-47A7-F507-12879F474107}"/>
          </ac:spMkLst>
        </pc:spChg>
        <pc:spChg chg="mod">
          <ac:chgData name="Al Friend" userId="e5ed79da-d858-46d4-9eed-a7a24903f2de" providerId="ADAL" clId="{6CF5D3DD-A8C4-4611-8099-4AEB2E976A2E}" dt="2026-06-07T17:53:36.844" v="711"/>
          <ac:spMkLst>
            <pc:docMk/>
            <pc:sldMk cId="203769547" sldId="874"/>
            <ac:spMk id="12" creationId="{57AE5C30-DD9E-6A59-4D4E-D5F2862767D5}"/>
          </ac:spMkLst>
        </pc:spChg>
      </pc:sldChg>
      <pc:sldChg chg="delSp add mod modAnim modShow modNotesTx">
        <pc:chgData name="Al Friend" userId="e5ed79da-d858-46d4-9eed-a7a24903f2de" providerId="ADAL" clId="{6CF5D3DD-A8C4-4611-8099-4AEB2E976A2E}" dt="2026-06-07T18:14:46.212" v="716" actId="478"/>
        <pc:sldMkLst>
          <pc:docMk/>
          <pc:sldMk cId="4091467611" sldId="875"/>
        </pc:sldMkLst>
        <pc:spChg chg="del">
          <ac:chgData name="Al Friend" userId="e5ed79da-d858-46d4-9eed-a7a24903f2de" providerId="ADAL" clId="{6CF5D3DD-A8C4-4611-8099-4AEB2E976A2E}" dt="2026-06-07T18:14:46.212" v="716" actId="478"/>
          <ac:spMkLst>
            <pc:docMk/>
            <pc:sldMk cId="4091467611" sldId="875"/>
            <ac:spMk id="3" creationId="{46E7C72C-B461-794F-0821-8F345EEDFA28}"/>
          </ac:spMkLst>
        </pc:spChg>
      </pc:sldChg>
    </pc:docChg>
  </pc:docChgLst>
  <pc:docChgLst>
    <pc:chgData name="Al Friend" userId="e5ed79da-d858-46d4-9eed-a7a24903f2de" providerId="ADAL" clId="{0E1AE490-4385-420A-8F3B-5C4325E85BD3}"/>
    <pc:docChg chg="undo custSel addSld modSld sldOrd delSection modSection">
      <pc:chgData name="Al Friend" userId="e5ed79da-d858-46d4-9eed-a7a24903f2de" providerId="ADAL" clId="{0E1AE490-4385-420A-8F3B-5C4325E85BD3}" dt="2026-08-24T14:39:39.738" v="252" actId="27636"/>
      <pc:docMkLst>
        <pc:docMk/>
      </pc:docMkLst>
      <pc:sldChg chg="modSp modAnim">
        <pc:chgData name="Al Friend" userId="e5ed79da-d858-46d4-9eed-a7a24903f2de" providerId="ADAL" clId="{0E1AE490-4385-420A-8F3B-5C4325E85BD3}" dt="2026-08-19T10:15:14.556" v="95" actId="20577"/>
        <pc:sldMkLst>
          <pc:docMk/>
          <pc:sldMk cId="1456227709" sldId="440"/>
        </pc:sldMkLst>
        <pc:spChg chg="mod">
          <ac:chgData name="Al Friend" userId="e5ed79da-d858-46d4-9eed-a7a24903f2de" providerId="ADAL" clId="{0E1AE490-4385-420A-8F3B-5C4325E85BD3}" dt="2026-08-19T10:13:20.010" v="9" actId="20577"/>
          <ac:spMkLst>
            <pc:docMk/>
            <pc:sldMk cId="1456227709" sldId="440"/>
            <ac:spMk id="8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06.778" v="85" actId="20577"/>
          <ac:spMkLst>
            <pc:docMk/>
            <pc:sldMk cId="1456227709" sldId="440"/>
            <ac:spMk id="9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3:21.535" v="10"/>
          <ac:spMkLst>
            <pc:docMk/>
            <pc:sldMk cId="1456227709" sldId="440"/>
            <ac:spMk id="10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14.556" v="95" actId="20577"/>
          <ac:spMkLst>
            <pc:docMk/>
            <pc:sldMk cId="1456227709" sldId="440"/>
            <ac:spMk id="11" creationId="{00000000-0000-0000-0000-000000000000}"/>
          </ac:spMkLst>
        </pc:spChg>
      </pc:sldChg>
      <pc:sldChg chg="modSp">
        <pc:chgData name="Al Friend" userId="e5ed79da-d858-46d4-9eed-a7a24903f2de" providerId="ADAL" clId="{0E1AE490-4385-420A-8F3B-5C4325E85BD3}" dt="2026-08-20T10:05:37.970" v="214" actId="122"/>
        <pc:sldMkLst>
          <pc:docMk/>
          <pc:sldMk cId="370988439" sldId="456"/>
        </pc:sldMkLst>
        <pc:spChg chg="mod">
          <ac:chgData name="Al Friend" userId="e5ed79da-d858-46d4-9eed-a7a24903f2de" providerId="ADAL" clId="{0E1AE490-4385-420A-8F3B-5C4325E85BD3}" dt="2026-08-20T10:04:43.574" v="148" actId="20577"/>
          <ac:spMkLst>
            <pc:docMk/>
            <pc:sldMk cId="370988439" sldId="456"/>
            <ac:spMk id="9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20T10:05:37.970" v="214" actId="122"/>
          <ac:spMkLst>
            <pc:docMk/>
            <pc:sldMk cId="370988439" sldId="456"/>
            <ac:spMk id="10" creationId="{A377BF64-05A1-4714-A93C-E7E6D9BBDA17}"/>
          </ac:spMkLst>
        </pc:spChg>
      </pc:sldChg>
      <pc:sldChg chg="addSp modSp modAnim">
        <pc:chgData name="Al Friend" userId="e5ed79da-d858-46d4-9eed-a7a24903f2de" providerId="ADAL" clId="{0E1AE490-4385-420A-8F3B-5C4325E85BD3}" dt="2026-08-20T10:06:16.582" v="215"/>
        <pc:sldMkLst>
          <pc:docMk/>
          <pc:sldMk cId="2802556139" sldId="457"/>
        </pc:sldMkLst>
        <pc:spChg chg="mod">
          <ac:chgData name="Al Friend" userId="e5ed79da-d858-46d4-9eed-a7a24903f2de" providerId="ADAL" clId="{0E1AE490-4385-420A-8F3B-5C4325E85BD3}" dt="2026-08-20T10:04:52.326" v="164" actId="20577"/>
          <ac:spMkLst>
            <pc:docMk/>
            <pc:sldMk cId="2802556139" sldId="457"/>
            <ac:spMk id="4" creationId="{00000000-0000-0000-0000-000000000000}"/>
          </ac:spMkLst>
        </pc:spChg>
        <pc:spChg chg="add mod">
          <ac:chgData name="Al Friend" userId="e5ed79da-d858-46d4-9eed-a7a24903f2de" providerId="ADAL" clId="{0E1AE490-4385-420A-8F3B-5C4325E85BD3}" dt="2026-08-20T10:05:33.546" v="213" actId="122"/>
          <ac:spMkLst>
            <pc:docMk/>
            <pc:sldMk cId="2802556139" sldId="457"/>
            <ac:spMk id="7" creationId="{AA62AB78-4731-491C-A725-B8876DBFBBAF}"/>
          </ac:spMkLst>
        </pc:spChg>
      </pc:sldChg>
      <pc:sldChg chg="modSp ord modNotesTx">
        <pc:chgData name="Al Friend" userId="e5ed79da-d858-46d4-9eed-a7a24903f2de" providerId="ADAL" clId="{0E1AE490-4385-420A-8F3B-5C4325E85BD3}" dt="2026-08-24T14:38:32.559" v="248" actId="20577"/>
        <pc:sldMkLst>
          <pc:docMk/>
          <pc:sldMk cId="1117637440" sldId="559"/>
        </pc:sldMkLst>
        <pc:spChg chg="mod">
          <ac:chgData name="Al Friend" userId="e5ed79da-d858-46d4-9eed-a7a24903f2de" providerId="ADAL" clId="{0E1AE490-4385-420A-8F3B-5C4325E85BD3}" dt="2026-08-24T14:38:00.003" v="234" actId="20577"/>
          <ac:spMkLst>
            <pc:docMk/>
            <pc:sldMk cId="1117637440" sldId="559"/>
            <ac:spMk id="4" creationId="{64E6C5A6-C8B6-44E7-AC4F-4DD9B8000FF1}"/>
          </ac:spMkLst>
        </pc:spChg>
        <pc:spChg chg="mod">
          <ac:chgData name="Al Friend" userId="e5ed79da-d858-46d4-9eed-a7a24903f2de" providerId="ADAL" clId="{0E1AE490-4385-420A-8F3B-5C4325E85BD3}" dt="2026-08-24T14:38:14.199" v="236" actId="14100"/>
          <ac:spMkLst>
            <pc:docMk/>
            <pc:sldMk cId="1117637440" sldId="559"/>
            <ac:spMk id="7" creationId="{FFCF916D-B844-E035-FB33-215F6E9169BF}"/>
          </ac:spMkLst>
        </pc:spChg>
      </pc:sldChg>
      <pc:sldChg chg="modSp ord">
        <pc:chgData name="Al Friend" userId="e5ed79da-d858-46d4-9eed-a7a24903f2de" providerId="ADAL" clId="{0E1AE490-4385-420A-8F3B-5C4325E85BD3}" dt="2026-08-24T14:39:39.738" v="252" actId="27636"/>
        <pc:sldMkLst>
          <pc:docMk/>
          <pc:sldMk cId="2489710584" sldId="560"/>
        </pc:sldMkLst>
        <pc:spChg chg="mod">
          <ac:chgData name="Al Friend" userId="e5ed79da-d858-46d4-9eed-a7a24903f2de" providerId="ADAL" clId="{0E1AE490-4385-420A-8F3B-5C4325E85BD3}" dt="2026-08-24T14:39:39.738" v="252" actId="27636"/>
          <ac:spMkLst>
            <pc:docMk/>
            <pc:sldMk cId="2489710584" sldId="560"/>
            <ac:spMk id="4" creationId="{64E6C5A6-C8B6-44E7-AC4F-4DD9B8000FF1}"/>
          </ac:spMkLst>
        </pc:spChg>
      </pc:sldChg>
      <pc:sldChg chg="modSp ord">
        <pc:chgData name="Al Friend" userId="e5ed79da-d858-46d4-9eed-a7a24903f2de" providerId="ADAL" clId="{0E1AE490-4385-420A-8F3B-5C4325E85BD3}" dt="2026-08-24T10:18:43.713" v="227"/>
        <pc:sldMkLst>
          <pc:docMk/>
          <pc:sldMk cId="3829790090" sldId="610"/>
        </pc:sldMkLst>
        <pc:spChg chg="mod">
          <ac:chgData name="Al Friend" userId="e5ed79da-d858-46d4-9eed-a7a24903f2de" providerId="ADAL" clId="{0E1AE490-4385-420A-8F3B-5C4325E85BD3}" dt="2026-08-19T10:48:38.961" v="112" actId="14100"/>
          <ac:spMkLst>
            <pc:docMk/>
            <pc:sldMk cId="3829790090" sldId="610"/>
            <ac:spMk id="5" creationId="{8145E81F-1949-4DFF-BEDD-AF463B4A35D1}"/>
          </ac:spMkLst>
        </pc:spChg>
      </pc:sldChg>
      <pc:sldChg chg="ord">
        <pc:chgData name="Al Friend" userId="e5ed79da-d858-46d4-9eed-a7a24903f2de" providerId="ADAL" clId="{0E1AE490-4385-420A-8F3B-5C4325E85BD3}" dt="2026-08-24T10:18:43.713" v="227"/>
        <pc:sldMkLst>
          <pc:docMk/>
          <pc:sldMk cId="745160305" sldId="626"/>
        </pc:sldMkLst>
      </pc:sldChg>
      <pc:sldChg chg="ord">
        <pc:chgData name="Al Friend" userId="e5ed79da-d858-46d4-9eed-a7a24903f2de" providerId="ADAL" clId="{0E1AE490-4385-420A-8F3B-5C4325E85BD3}" dt="2026-08-24T10:18:43.713" v="227"/>
        <pc:sldMkLst>
          <pc:docMk/>
          <pc:sldMk cId="2821350884" sldId="628"/>
        </pc:sldMkLst>
      </pc:sldChg>
      <pc:sldChg chg="ord">
        <pc:chgData name="Al Friend" userId="e5ed79da-d858-46d4-9eed-a7a24903f2de" providerId="ADAL" clId="{0E1AE490-4385-420A-8F3B-5C4325E85BD3}" dt="2026-08-24T10:18:43.713" v="227"/>
        <pc:sldMkLst>
          <pc:docMk/>
          <pc:sldMk cId="2043302402" sldId="629"/>
        </pc:sldMkLst>
      </pc:sldChg>
      <pc:sldChg chg="modSp">
        <pc:chgData name="Al Friend" userId="e5ed79da-d858-46d4-9eed-a7a24903f2de" providerId="ADAL" clId="{0E1AE490-4385-420A-8F3B-5C4325E85BD3}" dt="2026-08-19T10:15:26.022" v="111" actId="20577"/>
        <pc:sldMkLst>
          <pc:docMk/>
          <pc:sldMk cId="3815233802" sldId="830"/>
        </pc:sldMkLst>
        <pc:spChg chg="mod">
          <ac:chgData name="Al Friend" userId="e5ed79da-d858-46d4-9eed-a7a24903f2de" providerId="ADAL" clId="{0E1AE490-4385-420A-8F3B-5C4325E85BD3}" dt="2026-08-19T10:14:03.119" v="19"/>
          <ac:spMkLst>
            <pc:docMk/>
            <pc:sldMk cId="3815233802" sldId="830"/>
            <ac:spMk id="8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20.694" v="99" actId="20577"/>
          <ac:spMkLst>
            <pc:docMk/>
            <pc:sldMk cId="3815233802" sldId="830"/>
            <ac:spMk id="9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4:05.280" v="20"/>
          <ac:spMkLst>
            <pc:docMk/>
            <pc:sldMk cId="3815233802" sldId="830"/>
            <ac:spMk id="10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26.022" v="111" actId="20577"/>
          <ac:spMkLst>
            <pc:docMk/>
            <pc:sldMk cId="3815233802" sldId="830"/>
            <ac:spMk id="11" creationId="{00000000-0000-0000-0000-000000000000}"/>
          </ac:spMkLst>
        </pc:spChg>
      </pc:sldChg>
      <pc:sldChg chg="modSp">
        <pc:chgData name="Al Friend" userId="e5ed79da-d858-46d4-9eed-a7a24903f2de" providerId="ADAL" clId="{0E1AE490-4385-420A-8F3B-5C4325E85BD3}" dt="2026-08-24T10:20:03.878" v="229" actId="20577"/>
        <pc:sldMkLst>
          <pc:docMk/>
          <pc:sldMk cId="633878952" sldId="840"/>
        </pc:sldMkLst>
        <pc:spChg chg="mod">
          <ac:chgData name="Al Friend" userId="e5ed79da-d858-46d4-9eed-a7a24903f2de" providerId="ADAL" clId="{0E1AE490-4385-420A-8F3B-5C4325E85BD3}" dt="2026-08-24T10:20:03.878" v="229" actId="20577"/>
          <ac:spMkLst>
            <pc:docMk/>
            <pc:sldMk cId="633878952" sldId="840"/>
            <ac:spMk id="4" creationId="{7DE14897-4D3E-7E96-8CA3-33BF97F4A567}"/>
          </ac:spMkLst>
        </pc:spChg>
      </pc:sldChg>
      <pc:sldChg chg="modSp">
        <pc:chgData name="Al Friend" userId="e5ed79da-d858-46d4-9eed-a7a24903f2de" providerId="ADAL" clId="{0E1AE490-4385-420A-8F3B-5C4325E85BD3}" dt="2026-08-24T10:20:40.121" v="231" actId="20577"/>
        <pc:sldMkLst>
          <pc:docMk/>
          <pc:sldMk cId="3487229272" sldId="842"/>
        </pc:sldMkLst>
        <pc:spChg chg="mod">
          <ac:chgData name="Al Friend" userId="e5ed79da-d858-46d4-9eed-a7a24903f2de" providerId="ADAL" clId="{0E1AE490-4385-420A-8F3B-5C4325E85BD3}" dt="2026-08-24T10:20:40.121" v="231" actId="20577"/>
          <ac:spMkLst>
            <pc:docMk/>
            <pc:sldMk cId="3487229272" sldId="842"/>
            <ac:spMk id="4" creationId="{9BD5FBB2-B33A-9334-5E60-E0F6A8E486BB}"/>
          </ac:spMkLst>
        </pc:spChg>
      </pc:sldChg>
      <pc:sldChg chg="modSp add ord modNotesTx">
        <pc:chgData name="Al Friend" userId="e5ed79da-d858-46d4-9eed-a7a24903f2de" providerId="ADAL" clId="{0E1AE490-4385-420A-8F3B-5C4325E85BD3}" dt="2026-08-20T09:33:07.759" v="132" actId="20577"/>
        <pc:sldMkLst>
          <pc:docMk/>
          <pc:sldMk cId="2069178594" sldId="880"/>
        </pc:sldMkLst>
        <pc:spChg chg="mod">
          <ac:chgData name="Al Friend" userId="e5ed79da-d858-46d4-9eed-a7a24903f2de" providerId="ADAL" clId="{0E1AE490-4385-420A-8F3B-5C4325E85BD3}" dt="2026-08-19T11:24:40.224" v="131" actId="20577"/>
          <ac:spMkLst>
            <pc:docMk/>
            <pc:sldMk cId="2069178594" sldId="880"/>
            <ac:spMk id="2" creationId="{49B72544-B514-4802-B453-B1E479937A0B}"/>
          </ac:spMkLst>
        </pc:spChg>
        <pc:spChg chg="mod">
          <ac:chgData name="Al Friend" userId="e5ed79da-d858-46d4-9eed-a7a24903f2de" providerId="ADAL" clId="{0E1AE490-4385-420A-8F3B-5C4325E85BD3}" dt="2026-08-19T11:24:27.097" v="115"/>
          <ac:spMkLst>
            <pc:docMk/>
            <pc:sldMk cId="2069178594" sldId="880"/>
            <ac:spMk id="3" creationId="{97E4E232-B738-444D-A12B-4CDB17B00A1D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/>
      <dgm:spPr/>
      <dgm:t>
        <a:bodyPr/>
        <a:lstStyle/>
        <a:p>
          <a:r>
            <a:rPr lang="en-US" dirty="0"/>
            <a:t>WDD</a:t>
          </a:r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6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6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6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6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6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6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3" presStyleCnt="6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3" presStyleCnt="6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4" presStyleCnt="6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4" presStyleCnt="6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5" presStyleCnt="6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5" presStyleCnt="6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3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4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4944EAFC-B2B0-4E7D-94E9-B17B5C2D380E}" srcId="{AADFB80D-C2E8-416C-B522-D5F6D93F18D7}" destId="{9EC5D7E7-13E1-4749-A134-4C83AB922A61}" srcOrd="5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4B8D09CE-12DA-4A98-A079-57B4B36ABD66}" type="presParOf" srcId="{7EBBDEE6-A55E-47FA-9020-5BC46200AFFC}" destId="{3E2A20E0-2799-4B60-847C-0291A143F060}" srcOrd="6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7" destOrd="0" presId="urn:microsoft.com/office/officeart/2005/8/layout/chevron2"/>
    <dgm:cxn modelId="{5FCECAA4-B55F-4524-B52B-5579AFC35055}" type="presParOf" srcId="{7EBBDEE6-A55E-47FA-9020-5BC46200AFFC}" destId="{BC0413A5-5CFC-41A1-A4D1-32D9D3A580EB}" srcOrd="8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9" destOrd="0" presId="urn:microsoft.com/office/officeart/2005/8/layout/chevron2"/>
    <dgm:cxn modelId="{9C5603DB-FB5F-489A-A5FC-119F4545BE24}" type="presParOf" srcId="{7EBBDEE6-A55E-47FA-9020-5BC46200AFFC}" destId="{5FCAE6DF-E40E-46F3-84CF-149E85A19097}" srcOrd="10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Analysis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Design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Test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Implement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Evaluate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21106" y="123128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SDD</a:t>
          </a:r>
        </a:p>
      </dsp:txBody>
      <dsp:txXfrm rot="-5400000">
        <a:off x="1" y="284603"/>
        <a:ext cx="565164" cy="242213"/>
      </dsp:txXfrm>
    </dsp:sp>
    <dsp:sp modelId="{19C32B8D-512E-49A1-A0E6-109384C61E4D}">
      <dsp:nvSpPr>
        <dsp:cNvPr id="0" name=""/>
        <dsp:cNvSpPr/>
      </dsp:nvSpPr>
      <dsp:spPr>
        <a:xfrm rot="5400000">
          <a:off x="3997824" y="-343063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565164" y="27640"/>
        <a:ext cx="7364497" cy="473559"/>
      </dsp:txXfrm>
    </dsp:sp>
    <dsp:sp modelId="{AAD30B60-88C6-4919-B6DD-9F480459E84E}">
      <dsp:nvSpPr>
        <dsp:cNvPr id="0" name=""/>
        <dsp:cNvSpPr/>
      </dsp:nvSpPr>
      <dsp:spPr>
        <a:xfrm rot="5400000">
          <a:off x="-121106" y="831111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DDD</a:t>
          </a:r>
        </a:p>
      </dsp:txBody>
      <dsp:txXfrm rot="-5400000">
        <a:off x="1" y="992586"/>
        <a:ext cx="565164" cy="242213"/>
      </dsp:txXfrm>
    </dsp:sp>
    <dsp:sp modelId="{0DFDFC6D-8604-4378-B6A3-6A6720006C95}">
      <dsp:nvSpPr>
        <dsp:cNvPr id="0" name=""/>
        <dsp:cNvSpPr/>
      </dsp:nvSpPr>
      <dsp:spPr>
        <a:xfrm rot="5400000">
          <a:off x="3997824" y="-2722655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565164" y="735623"/>
        <a:ext cx="7364497" cy="473559"/>
      </dsp:txXfrm>
    </dsp:sp>
    <dsp:sp modelId="{3451A250-69C4-4911-A975-CCB8D5F6053B}">
      <dsp:nvSpPr>
        <dsp:cNvPr id="0" name=""/>
        <dsp:cNvSpPr/>
      </dsp:nvSpPr>
      <dsp:spPr>
        <a:xfrm rot="5400000">
          <a:off x="-121106" y="1539095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WDD</a:t>
          </a:r>
        </a:p>
      </dsp:txBody>
      <dsp:txXfrm rot="-5400000">
        <a:off x="1" y="1700570"/>
        <a:ext cx="565164" cy="242213"/>
      </dsp:txXfrm>
    </dsp:sp>
    <dsp:sp modelId="{56AFEC8A-7D45-4965-A718-64DE087BA59E}">
      <dsp:nvSpPr>
        <dsp:cNvPr id="0" name=""/>
        <dsp:cNvSpPr/>
      </dsp:nvSpPr>
      <dsp:spPr>
        <a:xfrm rot="5400000">
          <a:off x="3997824" y="-2014671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565164" y="1443607"/>
        <a:ext cx="7364497" cy="473559"/>
      </dsp:txXfrm>
    </dsp:sp>
    <dsp:sp modelId="{17253025-0BE3-46B4-B2C8-BFD879D75B26}">
      <dsp:nvSpPr>
        <dsp:cNvPr id="0" name=""/>
        <dsp:cNvSpPr/>
      </dsp:nvSpPr>
      <dsp:spPr>
        <a:xfrm rot="5400000">
          <a:off x="-121106" y="2247078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2408553"/>
        <a:ext cx="565164" cy="242213"/>
      </dsp:txXfrm>
    </dsp:sp>
    <dsp:sp modelId="{B2D4CD90-7709-4B59-AC85-D09667CFC12B}">
      <dsp:nvSpPr>
        <dsp:cNvPr id="0" name=""/>
        <dsp:cNvSpPr/>
      </dsp:nvSpPr>
      <dsp:spPr>
        <a:xfrm rot="5400000">
          <a:off x="3997824" y="-130668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Assignment</a:t>
          </a:r>
        </a:p>
      </dsp:txBody>
      <dsp:txXfrm rot="-5400000">
        <a:off x="565164" y="2151590"/>
        <a:ext cx="7364497" cy="473559"/>
      </dsp:txXfrm>
    </dsp:sp>
    <dsp:sp modelId="{056CCBB6-5CE0-4348-89C6-99FB2D3AB62B}">
      <dsp:nvSpPr>
        <dsp:cNvPr id="0" name=""/>
        <dsp:cNvSpPr/>
      </dsp:nvSpPr>
      <dsp:spPr>
        <a:xfrm rot="5400000">
          <a:off x="-121106" y="2955062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C/Sys</a:t>
          </a:r>
        </a:p>
      </dsp:txBody>
      <dsp:txXfrm rot="-5400000">
        <a:off x="1" y="3116537"/>
        <a:ext cx="565164" cy="242213"/>
      </dsp:txXfrm>
    </dsp:sp>
    <dsp:sp modelId="{90709722-0E94-45E4-BEDD-48CB660682DD}">
      <dsp:nvSpPr>
        <dsp:cNvPr id="0" name=""/>
        <dsp:cNvSpPr/>
      </dsp:nvSpPr>
      <dsp:spPr>
        <a:xfrm rot="5400000">
          <a:off x="3997824" y="-598704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565164" y="2859574"/>
        <a:ext cx="7364497" cy="473559"/>
      </dsp:txXfrm>
    </dsp:sp>
    <dsp:sp modelId="{EB2E52AE-8FCF-47D0-B499-CFCFAF1883A9}">
      <dsp:nvSpPr>
        <dsp:cNvPr id="0" name=""/>
        <dsp:cNvSpPr/>
      </dsp:nvSpPr>
      <dsp:spPr>
        <a:xfrm rot="5400000">
          <a:off x="-121106" y="3663045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3824520"/>
        <a:ext cx="565164" cy="242213"/>
      </dsp:txXfrm>
    </dsp:sp>
    <dsp:sp modelId="{C92F1771-01AA-4FF3-B7EC-0229DB7A592C}">
      <dsp:nvSpPr>
        <dsp:cNvPr id="0" name=""/>
        <dsp:cNvSpPr/>
      </dsp:nvSpPr>
      <dsp:spPr>
        <a:xfrm rot="5400000">
          <a:off x="3997824" y="10927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Exam</a:t>
          </a:r>
        </a:p>
      </dsp:txBody>
      <dsp:txXfrm rot="-5400000">
        <a:off x="565164" y="3567556"/>
        <a:ext cx="7364497" cy="47355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690" y="146350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SDD</a:t>
          </a:r>
        </a:p>
      </dsp:txBody>
      <dsp:txXfrm rot="-5400000">
        <a:off x="1" y="339270"/>
        <a:ext cx="675222" cy="289381"/>
      </dsp:txXfrm>
    </dsp:sp>
    <dsp:sp modelId="{19C32B8D-512E-49A1-A0E6-109384C61E4D}">
      <dsp:nvSpPr>
        <dsp:cNvPr id="0" name=""/>
        <dsp:cNvSpPr/>
      </dsp:nvSpPr>
      <dsp:spPr>
        <a:xfrm rot="5400000">
          <a:off x="4077955" y="-3401073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5223" y="32266"/>
        <a:ext cx="7401850" cy="565778"/>
      </dsp:txXfrm>
    </dsp:sp>
    <dsp:sp modelId="{AAD30B60-88C6-4919-B6DD-9F480459E84E}">
      <dsp:nvSpPr>
        <dsp:cNvPr id="0" name=""/>
        <dsp:cNvSpPr/>
      </dsp:nvSpPr>
      <dsp:spPr>
        <a:xfrm rot="5400000">
          <a:off x="-144690" y="992203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DDD</a:t>
          </a:r>
        </a:p>
      </dsp:txBody>
      <dsp:txXfrm rot="-5400000">
        <a:off x="1" y="1185123"/>
        <a:ext cx="675222" cy="289381"/>
      </dsp:txXfrm>
    </dsp:sp>
    <dsp:sp modelId="{0DFDFC6D-8604-4378-B6A3-6A6720006C95}">
      <dsp:nvSpPr>
        <dsp:cNvPr id="0" name=""/>
        <dsp:cNvSpPr/>
      </dsp:nvSpPr>
      <dsp:spPr>
        <a:xfrm rot="5400000">
          <a:off x="4077955" y="-2555219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5223" y="878120"/>
        <a:ext cx="7401850" cy="565778"/>
      </dsp:txXfrm>
    </dsp:sp>
    <dsp:sp modelId="{17253025-0BE3-46B4-B2C8-BFD879D75B26}">
      <dsp:nvSpPr>
        <dsp:cNvPr id="0" name=""/>
        <dsp:cNvSpPr/>
      </dsp:nvSpPr>
      <dsp:spPr>
        <a:xfrm rot="5400000">
          <a:off x="-144690" y="1838057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2030977"/>
        <a:ext cx="675222" cy="289381"/>
      </dsp:txXfrm>
    </dsp:sp>
    <dsp:sp modelId="{B2D4CD90-7709-4B59-AC85-D09667CFC12B}">
      <dsp:nvSpPr>
        <dsp:cNvPr id="0" name=""/>
        <dsp:cNvSpPr/>
      </dsp:nvSpPr>
      <dsp:spPr>
        <a:xfrm rot="5400000">
          <a:off x="4077955" y="-1709365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Assignment</a:t>
          </a:r>
        </a:p>
      </dsp:txBody>
      <dsp:txXfrm rot="-5400000">
        <a:off x="675223" y="1723974"/>
        <a:ext cx="7401850" cy="565778"/>
      </dsp:txXfrm>
    </dsp:sp>
    <dsp:sp modelId="{056CCBB6-5CE0-4348-89C6-99FB2D3AB62B}">
      <dsp:nvSpPr>
        <dsp:cNvPr id="0" name=""/>
        <dsp:cNvSpPr/>
      </dsp:nvSpPr>
      <dsp:spPr>
        <a:xfrm rot="5400000">
          <a:off x="-144690" y="2683911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C/Sys</a:t>
          </a:r>
        </a:p>
      </dsp:txBody>
      <dsp:txXfrm rot="-5400000">
        <a:off x="1" y="2876831"/>
        <a:ext cx="675222" cy="289381"/>
      </dsp:txXfrm>
    </dsp:sp>
    <dsp:sp modelId="{90709722-0E94-45E4-BEDD-48CB660682DD}">
      <dsp:nvSpPr>
        <dsp:cNvPr id="0" name=""/>
        <dsp:cNvSpPr/>
      </dsp:nvSpPr>
      <dsp:spPr>
        <a:xfrm rot="5400000">
          <a:off x="4077955" y="-863511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5223" y="2569828"/>
        <a:ext cx="7401850" cy="565778"/>
      </dsp:txXfrm>
    </dsp:sp>
    <dsp:sp modelId="{EB2E52AE-8FCF-47D0-B499-CFCFAF1883A9}">
      <dsp:nvSpPr>
        <dsp:cNvPr id="0" name=""/>
        <dsp:cNvSpPr/>
      </dsp:nvSpPr>
      <dsp:spPr>
        <a:xfrm rot="5400000">
          <a:off x="-144690" y="3529765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3722685"/>
        <a:ext cx="675222" cy="289381"/>
      </dsp:txXfrm>
    </dsp:sp>
    <dsp:sp modelId="{C92F1771-01AA-4FF3-B7EC-0229DB7A592C}">
      <dsp:nvSpPr>
        <dsp:cNvPr id="0" name=""/>
        <dsp:cNvSpPr/>
      </dsp:nvSpPr>
      <dsp:spPr>
        <a:xfrm rot="5400000">
          <a:off x="4077955" y="-17657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Exam</a:t>
          </a:r>
        </a:p>
      </dsp:txBody>
      <dsp:txXfrm rot="-5400000">
        <a:off x="675223" y="3415682"/>
        <a:ext cx="7401850" cy="56577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Test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Evaluate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Analysis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Design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Implement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r">
              <a:defRPr sz="1200"/>
            </a:lvl1pPr>
          </a:lstStyle>
          <a:p>
            <a:fld id="{0E35528A-819C-4AD3-BDC3-2CDCE7BEAF53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57188" y="1241425"/>
            <a:ext cx="59547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26" tIns="47413" rIns="94826" bIns="4741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4"/>
            <a:ext cx="5335270" cy="3908614"/>
          </a:xfrm>
          <a:prstGeom prst="rect">
            <a:avLst/>
          </a:prstGeom>
        </p:spPr>
        <p:txBody>
          <a:bodyPr vert="horz" lIns="94826" tIns="47413" rIns="94826" bIns="4741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r">
              <a:defRPr sz="12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5555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2012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71805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14303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69977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5617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75652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1228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98087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37272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11513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</a:t>
            </a:r>
            <a:r>
              <a:rPr lang="en-GB" baseline="0" dirty="0"/>
              <a:t>: </a:t>
            </a:r>
            <a:r>
              <a:rPr lang="en-GB" baseline="0" dirty="0" err="1"/>
              <a:t>len</a:t>
            </a:r>
            <a:r>
              <a:rPr lang="en-GB" baseline="0" dirty="0"/>
              <a:t>("Hello") </a:t>
            </a:r>
            <a:r>
              <a:rPr lang="en-GB" baseline="0" dirty="0">
                <a:sym typeface="Wingdings" panose="05000000000000000000" pitchFamily="2" charset="2"/>
              </a:rPr>
              <a:t> 5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11408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26375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0541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Actual parameter passed to the formal parameter.</a:t>
            </a:r>
          </a:p>
          <a:p>
            <a:r>
              <a:rPr lang="en-GB" dirty="0"/>
              <a:t>Actual parameter can be a variable – value passed.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91289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57626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37268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04969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865796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210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591295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562542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61702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cs typeface="Calibri"/>
              </a:rPr>
              <a:t>Global variables can be changed in subprograms – not recommended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2996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https://peps.python.org/pep-0257/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311963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447980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F6961-CBDC-349F-8177-E828C42BD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4FA7D9-B566-1BA2-DD31-C4679F6248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CB703D-50D0-28D7-2D0F-0AB537E854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https://peps.python.org/pep-0257/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F32712-9E7D-EBD5-AB6E-31208231E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241516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93F6C-EDCB-9FCD-3B90-4F651534F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27698B-1250-7B5F-7FEA-F456F3DA1B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F73DD1-3DD5-5DDB-A36F-5316940CC5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502937-43DC-3AD4-9A8E-BEF2C51ACA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82738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Info only - Not part of Higher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9A5C8-6DE9-7ECB-AB2A-48EC0F562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6553A2-DC80-85FF-ACE7-AD2FB6581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0897B4-7A43-BFD3-1D6D-F64954A69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686F66-5C6B-DD5A-08F8-B3023DE8F5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120859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Tuple - Not part of Higher</a:t>
            </a:r>
          </a:p>
          <a:p>
            <a:r>
              <a:rPr lang="en-GB"/>
              <a:t>https://dictionary.cambridge.org/pronunciation/english/tuple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3705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577138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Like cutting up words with scissors.  Sometimes like gluing back together in a different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89563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191185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779379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02523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87997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85181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r>
              <a:rPr lang="en-GB" dirty="0"/>
              <a:t>Start value defaults to 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03232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654338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lo wo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740255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48982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world</a:t>
            </a:r>
          </a:p>
          <a:p>
            <a:r>
              <a:rPr lang="en-GB" dirty="0"/>
              <a:t>Good for excluding start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169026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8907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05038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863790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Good for including end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64465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71420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08040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8336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25420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1875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84819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786417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13 % 5 = 2 r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213630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30164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EB7E1-C4EF-7716-AE9C-0EBA1141F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8F812E-5C1C-05E6-C712-3C5F1EFC26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3B8A9F-0E6C-8DEF-C931-E89291768E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436A3-D9BD-5422-6046-52AE17B608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43986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06F2D-66E2-8F2B-11BC-AAC5C18EA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0AFE61-5AC5-F4D3-F8BC-DDBF01FA0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F8A2A8-913D-1508-70CA-F073A49C7E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B8B77-974A-CD6C-27DD-49A38A704F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4779137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26B3E-54ED-D7DA-F2C0-4EBD142A4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89AA1E-2079-35A7-531A-ECEB34981A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0635DA-4F08-86D3-B7E9-22CA14D51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5D2CE-290D-8C0F-25DA-39FC472944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855202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543432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3E78A-AF3D-4E7E-6F91-D6FB8FC46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80AFFD-07CC-2A32-FE96-2F383294C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703CC3-609D-9BE9-59E4-D08B6543B4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02698C-EDCE-919F-55EC-7539A32930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110375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0174255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06418-7486-CE3B-2833-ABD1629C0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42104D-783D-0048-B875-2250D77865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4856A6-7E21-E507-6B37-B70A7AA30C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35B2D-49CC-01FA-8274-06910FC173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9309189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266182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Display position of min / max:</a:t>
            </a:r>
          </a:p>
          <a:p>
            <a:pPr defTabSz="875264">
              <a:defRPr/>
            </a:pPr>
            <a:r>
              <a:rPr lang="en-GB" baseline="0" dirty="0"/>
              <a:t>  2.5  position = 0  # initialise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6.5  position = index  # update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8.5  print(position)  # display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828187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76946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C2C1D-75EE-144B-9B45-5A692D74A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D0C62F-4F5C-7CAE-096A-D6A5631BEA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5B1C8A-4CE2-4CEB-CCD6-4C87A69199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01DC6-E166-2786-D57B-4A8118AEEE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797057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81297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2C504-7E48-81DE-347D-8102E9D0B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A5D2A-364C-E70E-31DA-B4CFE07F15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FCF282-939D-2FE5-43F6-9FB7663397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E2EEB-6073-D697-9580-1C4C966C37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419490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162602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Everything read to, or written from, a file is a string.  It will need to be cast to the required data type</a:t>
            </a:r>
            <a:r>
              <a:rPr lang="en-GB" baseline="0" dirty="0"/>
              <a:t> if different.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85201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211818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2949433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756847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4809143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7447919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854174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9766130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8907374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16252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1111967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63001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004774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https://mrfriendcs.github.io/h-cs/sdd/H-SDD-Walking/index2.html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9566993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5822790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7259505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1164792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646559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Lines 5, 6, and 8 could be a single line – done this way due to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https://mrfriendcs.github.io/h-cs/sdd/H-SDD-Parallel/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6243875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6918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read mode</a:t>
            </a:r>
          </a:p>
          <a:p>
            <a:pPr defTabSz="875264">
              <a:defRPr/>
            </a:pPr>
            <a:r>
              <a:rPr lang="en-GB" dirty="0"/>
              <a:t>3</a:t>
            </a:r>
            <a:r>
              <a:rPr lang="en-GB" baseline="0" dirty="0"/>
              <a:t> reads the contents of the file and assigns to the variable</a:t>
            </a:r>
          </a:p>
          <a:p>
            <a:pPr defTabSz="875264">
              <a:defRPr/>
            </a:pPr>
            <a:r>
              <a:rPr lang="en-GB" baseline="0" dirty="0"/>
              <a:t>7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892094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609522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9436153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231783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Method – a function associated with an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6094708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512432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709196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15420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79073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221022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349499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9647630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sz="1200" baseline="0" dirty="0"/>
              <a:t>['UK', 'London', '66.8']</a:t>
            </a:r>
          </a:p>
          <a:p>
            <a:pPr defTabSz="875264">
              <a:defRPr/>
            </a:pPr>
            <a:r>
              <a:rPr lang="en-GB" sz="1200" baseline="0" dirty="0"/>
              <a:t>['France', 'Paris', '67.4']</a:t>
            </a:r>
          </a:p>
          <a:p>
            <a:pPr defTabSz="875264">
              <a:defRPr/>
            </a:pPr>
            <a:r>
              <a:rPr lang="en-GB" sz="1200" baseline="0" dirty="0"/>
              <a:t>['Germany', 'Berlin', '83.2']</a:t>
            </a:r>
          </a:p>
          <a:p>
            <a:pPr defTabSz="875264">
              <a:defRPr/>
            </a:pPr>
            <a:r>
              <a:rPr lang="en-GB" sz="1200" baseline="0" dirty="0"/>
              <a:t>['Norway', Oslo', '5.4']</a:t>
            </a:r>
          </a:p>
          <a:p>
            <a:pPr defTabSz="875264">
              <a:defRPr/>
            </a:pPr>
            <a:r>
              <a:rPr lang="en-GB" sz="1200" baseline="0" dirty="0"/>
              <a:t>['Spain', 'Madrid', '46.8']</a:t>
            </a:r>
          </a:p>
          <a:p>
            <a:pPr defTabSz="875264">
              <a:defRPr/>
            </a:pPr>
            <a:r>
              <a:rPr lang="en-GB" sz="1200" baseline="0" dirty="0"/>
              <a:t>['Italy', 'Rome', '60.5']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688432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258606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7825826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DBB34-4253-14DF-EFCF-FDCB605B9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36E261-289E-56BD-EAB5-F2CC5B800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D43456-2161-D1DA-A3BC-4E2F1C295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E96FAC-7395-8021-477B-8BD3D395B8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3843682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0270A-015B-B979-3456-8A125EEB5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68CA15-E4F6-5AAA-E9ED-A9EE50403C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48154A-3BA9-5530-4283-78836F8972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A268C1-3CBD-CDEF-F1D0-FC7F22779C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6588728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58FE5-74EE-E035-E2FB-CD7D87668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3E5034-760B-2302-34CD-A41B4A03FA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AD7EAE-CA3D-7441-1C7F-54FEE2839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84BE5C-A87A-C812-2302-2BD189ED9D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3041164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3713649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3934376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6391960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arrays?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34488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records?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023298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9755458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Python uses a special type of class for implementing records</a:t>
            </a:r>
          </a:p>
          <a:p>
            <a:pPr defTabSz="875264">
              <a:defRPr/>
            </a:pPr>
            <a:r>
              <a:rPr lang="en-GB" baseline="0" dirty="0"/>
              <a:t>Class name has a capital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2193020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5701344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9889637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09377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2756087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7614752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5445608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6963795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795475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1220619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1907030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1285532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364290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218860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3080587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11D1E-1DC0-7C22-E527-672F9FE10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BC165A-39FB-C043-2E6D-B7679527E1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094A4-2CDE-6A15-44C6-3DAF60978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2DB12-427D-759E-6826-128E270F24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382840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0068908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8196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5785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682397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9279782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4997683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3089057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1105690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276998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7793777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6527408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5704843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5456897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1463066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033900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997134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2158526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9437012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1279958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035975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543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smtClean="0"/>
              <a:t>24/08/2026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hemeOverride" Target="../theme/themeOverride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5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5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9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0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3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4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Higher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933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2336371"/>
              </p:ext>
            </p:extLst>
          </p:nvPr>
        </p:nvGraphicFramePr>
        <p:xfrm>
          <a:off x="2118360" y="1825625"/>
          <a:ext cx="79552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30988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8620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indent="0"/>
            <a:r>
              <a:rPr lang="en-GB" dirty="0"/>
              <a:t>SDD		67%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endParaRPr lang="en-GB" dirty="0"/>
          </a:p>
          <a:p>
            <a:pPr indent="0">
              <a:buNone/>
            </a:pPr>
            <a:endParaRPr lang="en-GB" dirty="0"/>
          </a:p>
          <a:p>
            <a:pPr indent="0"/>
            <a:r>
              <a:rPr lang="en-GB" b="1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/>
            <a:r>
              <a:rPr lang="en-GB" dirty="0"/>
              <a:t>SDD		54%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r>
              <a:rPr lang="en-GB" dirty="0"/>
              <a:t>Comp Sys		13%</a:t>
            </a:r>
          </a:p>
          <a:p>
            <a:pPr marL="0" indent="0">
              <a:buNone/>
            </a:pPr>
            <a:endParaRPr lang="en-GB" dirty="0"/>
          </a:p>
          <a:p>
            <a:pPr indent="0"/>
            <a:r>
              <a:rPr lang="en-GB" b="1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53485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52904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 – 7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</a:t>
            </a:r>
            <a:endParaRPr lang="en-GB" b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 – 5</a:t>
            </a:r>
            <a:endParaRPr lang="en-GB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3682010" y="6200487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67820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SDD 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procedures</a:t>
            </a:r>
          </a:p>
          <a:p>
            <a:r>
              <a:rPr lang="en-GB" dirty="0"/>
              <a:t>Describe, exemplify and implement functions</a:t>
            </a:r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260126" y="3324484"/>
            <a:ext cx="52164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274319" y="2185226"/>
            <a:ext cx="41948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(Zero, or more parameters)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384B7F1-BA4B-4730-F724-7D085D57DAB9}"/>
              </a:ext>
            </a:extLst>
          </p:cNvPr>
          <p:cNvSpPr txBox="1"/>
          <p:nvPr/>
        </p:nvSpPr>
        <p:spPr>
          <a:xfrm>
            <a:off x="9260126" y="5141936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924B22-3C77-4BE2-AEDF-DF4BE55E968F}"/>
              </a:ext>
            </a:extLst>
          </p:cNvPr>
          <p:cNvSpPr txBox="1"/>
          <p:nvPr/>
        </p:nvSpPr>
        <p:spPr>
          <a:xfrm flipH="1">
            <a:off x="9322845" y="2185226"/>
            <a:ext cx="16116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(A value)</a:t>
            </a:r>
          </a:p>
        </p:txBody>
      </p:sp>
    </p:spTree>
    <p:extLst>
      <p:ext uri="{BB962C8B-B14F-4D97-AF65-F5344CB8AC3E}">
        <p14:creationId xmlns:p14="http://schemas.microsoft.com/office/powerpoint/2010/main" val="3792360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80785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3.1415 </a:t>
            </a:r>
            <a:r>
              <a:rPr lang="en-US" sz="2800" dirty="0">
                <a:solidFill>
                  <a:srgbClr val="7030A0"/>
                </a:solidFill>
                <a:latin typeface="Consolas" panose="020B0609020204030204" pitchFamily="49" charset="0"/>
              </a:rPr>
              <a:t>&amp;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 2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28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2C6EB4-D9F4-40E5-BF0D-986D882CF283}"/>
              </a:ext>
            </a:extLst>
          </p:cNvPr>
          <p:cNvCxnSpPr>
            <a:cxnSpLocks/>
          </p:cNvCxnSpPr>
          <p:nvPr/>
        </p:nvCxnSpPr>
        <p:spPr>
          <a:xfrm flipV="1">
            <a:off x="6096000" y="2876543"/>
            <a:ext cx="2538845" cy="46335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AD1AF2C-C734-4487-960D-E3302B849975}"/>
              </a:ext>
            </a:extLst>
          </p:cNvPr>
          <p:cNvCxnSpPr>
            <a:cxnSpLocks/>
          </p:cNvCxnSpPr>
          <p:nvPr/>
        </p:nvCxnSpPr>
        <p:spPr>
          <a:xfrm flipV="1">
            <a:off x="6096000" y="3350250"/>
            <a:ext cx="2489730" cy="123599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463EB01-473F-40E2-9B0C-7DFD6390BBBC}"/>
              </a:ext>
            </a:extLst>
          </p:cNvPr>
          <p:cNvCxnSpPr>
            <a:cxnSpLocks/>
          </p:cNvCxnSpPr>
          <p:nvPr/>
        </p:nvCxnSpPr>
        <p:spPr>
          <a:xfrm>
            <a:off x="6830766" y="4560858"/>
            <a:ext cx="1754964" cy="14830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482037-A748-4DED-AA60-D7F19F6FED59}"/>
              </a:ext>
            </a:extLst>
          </p:cNvPr>
          <p:cNvCxnSpPr>
            <a:cxnSpLocks/>
          </p:cNvCxnSpPr>
          <p:nvPr/>
        </p:nvCxnSpPr>
        <p:spPr>
          <a:xfrm>
            <a:off x="6830766" y="4709160"/>
            <a:ext cx="1754964" cy="433900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3932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5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500"/>
                            </p:stCondLst>
                            <p:childTnLst>
                              <p:par>
                                <p:cTn id="5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3000"/>
                            </p:stCondLst>
                            <p:childTnLst>
                              <p:par>
                                <p:cTn id="5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endParaRPr lang="en-GB" sz="2800" dirty="0"/>
          </a:p>
          <a:p>
            <a:pPr marL="457200" lvl="1" indent="0">
              <a:buNone/>
            </a:pPr>
            <a:endParaRPr lang="en-GB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</p:txBody>
      </p: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41927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Sub-programs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14356" y="2490094"/>
            <a:ext cx="23749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502918" y="5874533"/>
            <a:ext cx="39776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Zero, or more parameters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F3AC664-F820-45D5-9630-647A32E2EFAD}"/>
              </a:ext>
            </a:extLst>
          </p:cNvPr>
          <p:cNvSpPr txBox="1"/>
          <p:nvPr/>
        </p:nvSpPr>
        <p:spPr>
          <a:xfrm flipH="1">
            <a:off x="7528734" y="5152839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Procedure: Returns nothing</a:t>
            </a:r>
          </a:p>
        </p:txBody>
      </p: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92457C26-605A-4186-A7CE-AF78E99BD2ED}"/>
              </a:ext>
            </a:extLst>
          </p:cNvPr>
          <p:cNvSpPr/>
          <p:nvPr/>
        </p:nvSpPr>
        <p:spPr>
          <a:xfrm>
            <a:off x="7389223" y="4243006"/>
            <a:ext cx="914400" cy="914400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81B535F1-05AC-409D-9805-4AB62261E3BC}"/>
              </a:ext>
            </a:extLst>
          </p:cNvPr>
          <p:cNvSpPr txBox="1"/>
          <p:nvPr/>
        </p:nvSpPr>
        <p:spPr>
          <a:xfrm flipH="1">
            <a:off x="7528735" y="3255852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Function: Returns a value</a:t>
            </a:r>
          </a:p>
        </p:txBody>
      </p:sp>
    </p:spTree>
    <p:extLst>
      <p:ext uri="{BB962C8B-B14F-4D97-AF65-F5344CB8AC3E}">
        <p14:creationId xmlns:p14="http://schemas.microsoft.com/office/powerpoint/2010/main" val="2157204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0" grpId="0" build="p"/>
      <p:bldP spid="41" grpId="0" animBg="1"/>
      <p:bldP spid="22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Subprogram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223576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Parameters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2195019" y="2328033"/>
            <a:ext cx="2160000" cy="2686560"/>
            <a:chOff x="5556738" y="1690688"/>
            <a:chExt cx="2160000" cy="26865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>
              <a:cxnSpLocks/>
              <a:stCxn id="12" idx="0"/>
            </p:cNvCxnSpPr>
            <p:nvPr/>
          </p:nvCxnSpPr>
          <p:spPr>
            <a:xfrm flipV="1">
              <a:off x="5933470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>
              <a:cxnSpLocks/>
              <a:endCxn id="14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D89C5284-4A04-51B8-70F1-7DD16CBE7A6B}"/>
              </a:ext>
            </a:extLst>
          </p:cNvPr>
          <p:cNvSpPr txBox="1"/>
          <p:nvPr/>
        </p:nvSpPr>
        <p:spPr>
          <a:xfrm>
            <a:off x="1747840" y="4070970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231066-41BD-96CE-1176-EBAAF6F2285A}"/>
              </a:ext>
            </a:extLst>
          </p:cNvPr>
          <p:cNvSpPr txBox="1"/>
          <p:nvPr/>
        </p:nvSpPr>
        <p:spPr>
          <a:xfrm>
            <a:off x="3214690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length</a:t>
            </a:r>
            <a:endParaRPr lang="en-GB" dirty="0">
              <a:solidFill>
                <a:srgbClr val="0086B3"/>
              </a:solidFill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0095B71-5A97-CEF8-6F91-9A8EFE2876D7}"/>
              </a:ext>
            </a:extLst>
          </p:cNvPr>
          <p:cNvGrpSpPr/>
          <p:nvPr/>
        </p:nvGrpSpPr>
        <p:grpSpPr>
          <a:xfrm>
            <a:off x="7776668" y="2328033"/>
            <a:ext cx="2160000" cy="2686560"/>
            <a:chOff x="5556738" y="1690688"/>
            <a:chExt cx="2160000" cy="268656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73DC1CE-A52A-1330-5488-1B087AB1A2EE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  <a:endParaRPr lang="en-GB" sz="2800" dirty="0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E68201B-8412-C750-1BC8-AA332AE89286}"/>
                </a:ext>
              </a:extLst>
            </p:cNvPr>
            <p:cNvCxnSpPr>
              <a:cxnSpLocks/>
              <a:stCxn id="27" idx="0"/>
            </p:cNvCxnSpPr>
            <p:nvPr/>
          </p:nvCxnSpPr>
          <p:spPr>
            <a:xfrm flipV="1">
              <a:off x="5925585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3240454E-223E-2AEE-7D1E-94574A0C1F73}"/>
                </a:ext>
              </a:extLst>
            </p:cNvPr>
            <p:cNvCxnSpPr>
              <a:cxnSpLocks/>
              <a:endCxn id="33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C85571FF-485E-8619-A541-A27851FA0889}"/>
              </a:ext>
            </a:extLst>
          </p:cNvPr>
          <p:cNvSpPr txBox="1"/>
          <p:nvPr/>
        </p:nvSpPr>
        <p:spPr>
          <a:xfrm>
            <a:off x="7206828" y="4070970"/>
            <a:ext cx="187737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number,</a:t>
            </a:r>
          </a:p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digits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A314F5F-9175-2351-371D-0500BE6C2BB1}"/>
              </a:ext>
            </a:extLst>
          </p:cNvPr>
          <p:cNvSpPr txBox="1"/>
          <p:nvPr/>
        </p:nvSpPr>
        <p:spPr>
          <a:xfrm>
            <a:off x="8796339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number</a:t>
            </a:r>
            <a:endParaRPr lang="en-GB" dirty="0">
              <a:solidFill>
                <a:srgbClr val="0086B3"/>
              </a:solidFill>
            </a:endParaRPr>
          </a:p>
        </p:txBody>
      </p:sp>
      <p:sp>
        <p:nvSpPr>
          <p:cNvPr id="50" name="Callout: Bent Line with No Border 7">
            <a:extLst>
              <a:ext uri="{FF2B5EF4-FFF2-40B4-BE49-F238E27FC236}">
                <a16:creationId xmlns:a16="http://schemas.microsoft.com/office/drawing/2014/main" id="{81CA37F2-6E2D-A1DC-901E-25458A024119}"/>
              </a:ext>
            </a:extLst>
          </p:cNvPr>
          <p:cNvSpPr/>
          <p:nvPr/>
        </p:nvSpPr>
        <p:spPr>
          <a:xfrm flipH="1">
            <a:off x="2761756" y="5880485"/>
            <a:ext cx="2916089" cy="404813"/>
          </a:xfrm>
          <a:prstGeom prst="callout2">
            <a:avLst>
              <a:gd name="adj1" fmla="val 49221"/>
              <a:gd name="adj2" fmla="val 100237"/>
              <a:gd name="adj3" fmla="val 49808"/>
              <a:gd name="adj4" fmla="val 106493"/>
              <a:gd name="adj5" fmla="val -305547"/>
              <a:gd name="adj6" fmla="val 1062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</a:t>
            </a:r>
          </a:p>
        </p:txBody>
      </p:sp>
      <p:sp>
        <p:nvSpPr>
          <p:cNvPr id="52" name="Callout: Bent Line with No Border 7">
            <a:extLst>
              <a:ext uri="{FF2B5EF4-FFF2-40B4-BE49-F238E27FC236}">
                <a16:creationId xmlns:a16="http://schemas.microsoft.com/office/drawing/2014/main" id="{219D1B4B-79CB-A1EC-BF66-8C53B909368F}"/>
              </a:ext>
            </a:extLst>
          </p:cNvPr>
          <p:cNvSpPr/>
          <p:nvPr/>
        </p:nvSpPr>
        <p:spPr>
          <a:xfrm flipH="1">
            <a:off x="6662737" y="5811125"/>
            <a:ext cx="2438396" cy="404813"/>
          </a:xfrm>
          <a:prstGeom prst="callout2">
            <a:avLst>
              <a:gd name="adj1" fmla="val 51574"/>
              <a:gd name="adj2" fmla="val -40"/>
              <a:gd name="adj3" fmla="val 52161"/>
              <a:gd name="adj4" fmla="val -21439"/>
              <a:gd name="adj5" fmla="val -55195"/>
              <a:gd name="adj6" fmla="val -214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Returned value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5FCD484-14F6-12E9-ED87-A59CEA989847}"/>
              </a:ext>
            </a:extLst>
          </p:cNvPr>
          <p:cNvSpPr txBox="1"/>
          <p:nvPr/>
        </p:nvSpPr>
        <p:spPr>
          <a:xfrm>
            <a:off x="10163175" y="0"/>
            <a:ext cx="2028825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object: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String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Array</a:t>
            </a:r>
            <a:endParaRPr lang="en-GB" dirty="0">
              <a:solidFill>
                <a:srgbClr val="18369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047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 animBg="1"/>
      <p:bldP spid="5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Procedures do not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261233" y="2192270"/>
            <a:ext cx="1574538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7515722" y="6076019"/>
            <a:ext cx="2426393" cy="416856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20250"/>
              <a:gd name="adj6" fmla="val -427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6000683" y="2390140"/>
            <a:ext cx="2728236" cy="401640"/>
          </a:xfrm>
          <a:prstGeom prst="callout2">
            <a:avLst>
              <a:gd name="adj1" fmla="val 49438"/>
              <a:gd name="adj2" fmla="val -6442"/>
              <a:gd name="adj3" fmla="val 48724"/>
              <a:gd name="adj4" fmla="val -35846"/>
              <a:gd name="adj5" fmla="val 163839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9238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25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25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91304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Functions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058916" y="2215131"/>
            <a:ext cx="1610217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805013" y="5057420"/>
            <a:ext cx="2426393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148772"/>
              <a:gd name="adj6" fmla="val -31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5500364" y="2402728"/>
            <a:ext cx="2417508" cy="505431"/>
          </a:xfrm>
          <a:prstGeom prst="callout2">
            <a:avLst>
              <a:gd name="adj1" fmla="val 50209"/>
              <a:gd name="adj2" fmla="val -31"/>
              <a:gd name="adj3" fmla="val 51080"/>
              <a:gd name="adj4" fmla="val -35944"/>
              <a:gd name="adj5" fmla="val 135057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839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352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parameter passing </a:t>
            </a:r>
            <a:r>
              <a:rPr lang="en-GB" sz="2000" dirty="0"/>
              <a:t>(formal and actual)</a:t>
            </a:r>
          </a:p>
          <a:p>
            <a:r>
              <a:rPr lang="en-GB" dirty="0"/>
              <a:t>Describe, and exemplify the scope of local and global variables</a:t>
            </a:r>
          </a:p>
        </p:txBody>
      </p:sp>
    </p:spTree>
    <p:extLst>
      <p:ext uri="{BB962C8B-B14F-4D97-AF65-F5344CB8AC3E}">
        <p14:creationId xmlns:p14="http://schemas.microsoft.com/office/powerpoint/2010/main" val="18787483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343974" y="6114682"/>
            <a:ext cx="3143176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parameter(s)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229690" y="1463745"/>
            <a:ext cx="3228760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212601"/>
              <a:gd name="adj6" fmla="val -205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Formal parameter(s)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72D29F5-849E-458B-A209-C0F25404477E}"/>
              </a:ext>
            </a:extLst>
          </p:cNvPr>
          <p:cNvSpPr/>
          <p:nvPr/>
        </p:nvSpPr>
        <p:spPr>
          <a:xfrm>
            <a:off x="8096658" y="2206761"/>
            <a:ext cx="2796780" cy="2973423"/>
          </a:xfrm>
          <a:custGeom>
            <a:avLst/>
            <a:gdLst>
              <a:gd name="connsiteX0" fmla="*/ 375138 w 3837364"/>
              <a:gd name="connsiteY0" fmla="*/ 2450038 h 2450038"/>
              <a:gd name="connsiteX1" fmla="*/ 3212123 w 3837364"/>
              <a:gd name="connsiteY1" fmla="*/ 1879514 h 2450038"/>
              <a:gd name="connsiteX2" fmla="*/ 3688861 w 3837364"/>
              <a:gd name="connsiteY2" fmla="*/ 816622 h 2450038"/>
              <a:gd name="connsiteX3" fmla="*/ 1211384 w 3837364"/>
              <a:gd name="connsiteY3" fmla="*/ 42899 h 2450038"/>
              <a:gd name="connsiteX4" fmla="*/ 0 w 3837364"/>
              <a:gd name="connsiteY4" fmla="*/ 167945 h 2450038"/>
              <a:gd name="connsiteX0" fmla="*/ 375138 w 3813094"/>
              <a:gd name="connsiteY0" fmla="*/ 2395033 h 2395033"/>
              <a:gd name="connsiteX1" fmla="*/ 3212123 w 3813094"/>
              <a:gd name="connsiteY1" fmla="*/ 1824509 h 2395033"/>
              <a:gd name="connsiteX2" fmla="*/ 3688861 w 3813094"/>
              <a:gd name="connsiteY2" fmla="*/ 761617 h 2395033"/>
              <a:gd name="connsiteX3" fmla="*/ 1541066 w 3813094"/>
              <a:gd name="connsiteY3" fmla="*/ 62539 h 2395033"/>
              <a:gd name="connsiteX4" fmla="*/ 0 w 3813094"/>
              <a:gd name="connsiteY4" fmla="*/ 112940 h 2395033"/>
              <a:gd name="connsiteX0" fmla="*/ 375138 w 3789325"/>
              <a:gd name="connsiteY0" fmla="*/ 2358161 h 2358161"/>
              <a:gd name="connsiteX1" fmla="*/ 3212123 w 3789325"/>
              <a:gd name="connsiteY1" fmla="*/ 1787637 h 2358161"/>
              <a:gd name="connsiteX2" fmla="*/ 3688861 w 3789325"/>
              <a:gd name="connsiteY2" fmla="*/ 724745 h 2358161"/>
              <a:gd name="connsiteX3" fmla="*/ 1864527 w 3789325"/>
              <a:gd name="connsiteY3" fmla="*/ 94091 h 2358161"/>
              <a:gd name="connsiteX4" fmla="*/ 0 w 3789325"/>
              <a:gd name="connsiteY4" fmla="*/ 76068 h 2358161"/>
              <a:gd name="connsiteX0" fmla="*/ 375138 w 3778377"/>
              <a:gd name="connsiteY0" fmla="*/ 2344321 h 2344321"/>
              <a:gd name="connsiteX1" fmla="*/ 3212123 w 3778377"/>
              <a:gd name="connsiteY1" fmla="*/ 1773797 h 2344321"/>
              <a:gd name="connsiteX2" fmla="*/ 3688861 w 3778377"/>
              <a:gd name="connsiteY2" fmla="*/ 710905 h 2344321"/>
              <a:gd name="connsiteX3" fmla="*/ 2013817 w 3778377"/>
              <a:gd name="connsiteY3" fmla="*/ 117573 h 2344321"/>
              <a:gd name="connsiteX4" fmla="*/ 0 w 3778377"/>
              <a:gd name="connsiteY4" fmla="*/ 62228 h 2344321"/>
              <a:gd name="connsiteX0" fmla="*/ 375138 w 3706999"/>
              <a:gd name="connsiteY0" fmla="*/ 2344321 h 2344321"/>
              <a:gd name="connsiteX1" fmla="*/ 2745593 w 3706999"/>
              <a:gd name="connsiteY1" fmla="*/ 1935528 h 2344321"/>
              <a:gd name="connsiteX2" fmla="*/ 3688861 w 3706999"/>
              <a:gd name="connsiteY2" fmla="*/ 710905 h 2344321"/>
              <a:gd name="connsiteX3" fmla="*/ 2013817 w 3706999"/>
              <a:gd name="connsiteY3" fmla="*/ 117573 h 2344321"/>
              <a:gd name="connsiteX4" fmla="*/ 0 w 3706999"/>
              <a:gd name="connsiteY4" fmla="*/ 62228 h 2344321"/>
              <a:gd name="connsiteX0" fmla="*/ 375138 w 3689161"/>
              <a:gd name="connsiteY0" fmla="*/ 2344321 h 2344321"/>
              <a:gd name="connsiteX1" fmla="*/ 2135993 w 3689161"/>
              <a:gd name="connsiteY1" fmla="*/ 2072377 h 2344321"/>
              <a:gd name="connsiteX2" fmla="*/ 3688861 w 3689161"/>
              <a:gd name="connsiteY2" fmla="*/ 710905 h 2344321"/>
              <a:gd name="connsiteX3" fmla="*/ 2013817 w 3689161"/>
              <a:gd name="connsiteY3" fmla="*/ 117573 h 2344321"/>
              <a:gd name="connsiteX4" fmla="*/ 0 w 3689161"/>
              <a:gd name="connsiteY4" fmla="*/ 62228 h 2344321"/>
              <a:gd name="connsiteX0" fmla="*/ 375138 w 3720255"/>
              <a:gd name="connsiteY0" fmla="*/ 2344321 h 2344321"/>
              <a:gd name="connsiteX1" fmla="*/ 2135993 w 3720255"/>
              <a:gd name="connsiteY1" fmla="*/ 2072377 h 2344321"/>
              <a:gd name="connsiteX2" fmla="*/ 3719963 w 3720255"/>
              <a:gd name="connsiteY2" fmla="*/ 984603 h 2344321"/>
              <a:gd name="connsiteX3" fmla="*/ 2013817 w 3720255"/>
              <a:gd name="connsiteY3" fmla="*/ 117573 h 2344321"/>
              <a:gd name="connsiteX4" fmla="*/ 0 w 3720255"/>
              <a:gd name="connsiteY4" fmla="*/ 62228 h 2344321"/>
              <a:gd name="connsiteX0" fmla="*/ 375138 w 3757570"/>
              <a:gd name="connsiteY0" fmla="*/ 2344321 h 2344321"/>
              <a:gd name="connsiteX1" fmla="*/ 2135993 w 3757570"/>
              <a:gd name="connsiteY1" fmla="*/ 2072377 h 2344321"/>
              <a:gd name="connsiteX2" fmla="*/ 3757286 w 3757570"/>
              <a:gd name="connsiteY2" fmla="*/ 1133893 h 2344321"/>
              <a:gd name="connsiteX3" fmla="*/ 2013817 w 3757570"/>
              <a:gd name="connsiteY3" fmla="*/ 117573 h 2344321"/>
              <a:gd name="connsiteX4" fmla="*/ 0 w 3757570"/>
              <a:gd name="connsiteY4" fmla="*/ 62228 h 2344321"/>
              <a:gd name="connsiteX0" fmla="*/ 375138 w 3782447"/>
              <a:gd name="connsiteY0" fmla="*/ 2344321 h 2344321"/>
              <a:gd name="connsiteX1" fmla="*/ 2135993 w 3782447"/>
              <a:gd name="connsiteY1" fmla="*/ 2072377 h 2344321"/>
              <a:gd name="connsiteX2" fmla="*/ 3782168 w 3782447"/>
              <a:gd name="connsiteY2" fmla="*/ 897518 h 2344321"/>
              <a:gd name="connsiteX3" fmla="*/ 2013817 w 3782447"/>
              <a:gd name="connsiteY3" fmla="*/ 117573 h 2344321"/>
              <a:gd name="connsiteX4" fmla="*/ 0 w 3782447"/>
              <a:gd name="connsiteY4" fmla="*/ 62228 h 2344321"/>
              <a:gd name="connsiteX0" fmla="*/ 375138 w 3552350"/>
              <a:gd name="connsiteY0" fmla="*/ 2344321 h 2344321"/>
              <a:gd name="connsiteX1" fmla="*/ 2135993 w 3552350"/>
              <a:gd name="connsiteY1" fmla="*/ 2072377 h 2344321"/>
              <a:gd name="connsiteX2" fmla="*/ 3552013 w 3552350"/>
              <a:gd name="connsiteY2" fmla="*/ 916179 h 2344321"/>
              <a:gd name="connsiteX3" fmla="*/ 2013817 w 3552350"/>
              <a:gd name="connsiteY3" fmla="*/ 117573 h 2344321"/>
              <a:gd name="connsiteX4" fmla="*/ 0 w 3552350"/>
              <a:gd name="connsiteY4" fmla="*/ 62228 h 2344321"/>
              <a:gd name="connsiteX0" fmla="*/ 375138 w 3553704"/>
              <a:gd name="connsiteY0" fmla="*/ 2344321 h 2344321"/>
              <a:gd name="connsiteX1" fmla="*/ 2272842 w 3553704"/>
              <a:gd name="connsiteY1" fmla="*/ 2022613 h 2344321"/>
              <a:gd name="connsiteX2" fmla="*/ 3552013 w 3553704"/>
              <a:gd name="connsiteY2" fmla="*/ 916179 h 2344321"/>
              <a:gd name="connsiteX3" fmla="*/ 2013817 w 3553704"/>
              <a:gd name="connsiteY3" fmla="*/ 117573 h 2344321"/>
              <a:gd name="connsiteX4" fmla="*/ 0 w 3553704"/>
              <a:gd name="connsiteY4" fmla="*/ 62228 h 2344321"/>
              <a:gd name="connsiteX0" fmla="*/ 375138 w 3553717"/>
              <a:gd name="connsiteY0" fmla="*/ 2344321 h 2344321"/>
              <a:gd name="connsiteX1" fmla="*/ 2272842 w 3553717"/>
              <a:gd name="connsiteY1" fmla="*/ 2022613 h 2344321"/>
              <a:gd name="connsiteX2" fmla="*/ 3552013 w 3553717"/>
              <a:gd name="connsiteY2" fmla="*/ 916179 h 2344321"/>
              <a:gd name="connsiteX3" fmla="*/ 2013817 w 3553717"/>
              <a:gd name="connsiteY3" fmla="*/ 117573 h 2344321"/>
              <a:gd name="connsiteX4" fmla="*/ 0 w 3553717"/>
              <a:gd name="connsiteY4" fmla="*/ 62228 h 2344321"/>
              <a:gd name="connsiteX0" fmla="*/ 375138 w 3590965"/>
              <a:gd name="connsiteY0" fmla="*/ 2344321 h 2344321"/>
              <a:gd name="connsiteX1" fmla="*/ 2272842 w 3590965"/>
              <a:gd name="connsiteY1" fmla="*/ 2022613 h 2344321"/>
              <a:gd name="connsiteX2" fmla="*/ 3589335 w 3590965"/>
              <a:gd name="connsiteY2" fmla="*/ 1015705 h 2344321"/>
              <a:gd name="connsiteX3" fmla="*/ 2013817 w 3590965"/>
              <a:gd name="connsiteY3" fmla="*/ 117573 h 2344321"/>
              <a:gd name="connsiteX4" fmla="*/ 0 w 3590965"/>
              <a:gd name="connsiteY4" fmla="*/ 62228 h 2344321"/>
              <a:gd name="connsiteX0" fmla="*/ 375138 w 3589608"/>
              <a:gd name="connsiteY0" fmla="*/ 2344321 h 2344321"/>
              <a:gd name="connsiteX1" fmla="*/ 2272842 w 3589608"/>
              <a:gd name="connsiteY1" fmla="*/ 2022613 h 2344321"/>
              <a:gd name="connsiteX2" fmla="*/ 3589335 w 3589608"/>
              <a:gd name="connsiteY2" fmla="*/ 1015705 h 2344321"/>
              <a:gd name="connsiteX3" fmla="*/ 2013817 w 3589608"/>
              <a:gd name="connsiteY3" fmla="*/ 117573 h 2344321"/>
              <a:gd name="connsiteX4" fmla="*/ 0 w 3589608"/>
              <a:gd name="connsiteY4" fmla="*/ 62228 h 2344321"/>
              <a:gd name="connsiteX0" fmla="*/ 375138 w 3591237"/>
              <a:gd name="connsiteY0" fmla="*/ 2344321 h 2344321"/>
              <a:gd name="connsiteX1" fmla="*/ 2291503 w 3591237"/>
              <a:gd name="connsiteY1" fmla="*/ 2028833 h 2344321"/>
              <a:gd name="connsiteX2" fmla="*/ 3589335 w 3591237"/>
              <a:gd name="connsiteY2" fmla="*/ 1015705 h 2344321"/>
              <a:gd name="connsiteX3" fmla="*/ 2013817 w 3591237"/>
              <a:gd name="connsiteY3" fmla="*/ 117573 h 2344321"/>
              <a:gd name="connsiteX4" fmla="*/ 0 w 3591237"/>
              <a:gd name="connsiteY4" fmla="*/ 62228 h 2344321"/>
              <a:gd name="connsiteX0" fmla="*/ 375138 w 3590424"/>
              <a:gd name="connsiteY0" fmla="*/ 2344321 h 2344321"/>
              <a:gd name="connsiteX1" fmla="*/ 2229299 w 3590424"/>
              <a:gd name="connsiteY1" fmla="*/ 2078596 h 2344321"/>
              <a:gd name="connsiteX2" fmla="*/ 3589335 w 3590424"/>
              <a:gd name="connsiteY2" fmla="*/ 1015705 h 2344321"/>
              <a:gd name="connsiteX3" fmla="*/ 2013817 w 3590424"/>
              <a:gd name="connsiteY3" fmla="*/ 117573 h 2344321"/>
              <a:gd name="connsiteX4" fmla="*/ 0 w 3590424"/>
              <a:gd name="connsiteY4" fmla="*/ 62228 h 2344321"/>
              <a:gd name="connsiteX0" fmla="*/ 375138 w 3590532"/>
              <a:gd name="connsiteY0" fmla="*/ 2344321 h 2344321"/>
              <a:gd name="connsiteX1" fmla="*/ 2229299 w 3590532"/>
              <a:gd name="connsiteY1" fmla="*/ 2078596 h 2344321"/>
              <a:gd name="connsiteX2" fmla="*/ 3589335 w 3590532"/>
              <a:gd name="connsiteY2" fmla="*/ 1015705 h 2344321"/>
              <a:gd name="connsiteX3" fmla="*/ 2013817 w 3590532"/>
              <a:gd name="connsiteY3" fmla="*/ 117573 h 2344321"/>
              <a:gd name="connsiteX4" fmla="*/ 0 w 3590532"/>
              <a:gd name="connsiteY4" fmla="*/ 62228 h 2344321"/>
              <a:gd name="connsiteX0" fmla="*/ 375138 w 3602852"/>
              <a:gd name="connsiteY0" fmla="*/ 2344321 h 2344321"/>
              <a:gd name="connsiteX1" fmla="*/ 2229299 w 3602852"/>
              <a:gd name="connsiteY1" fmla="*/ 2078596 h 2344321"/>
              <a:gd name="connsiteX2" fmla="*/ 3601776 w 3602852"/>
              <a:gd name="connsiteY2" fmla="*/ 1121452 h 2344321"/>
              <a:gd name="connsiteX3" fmla="*/ 2013817 w 3602852"/>
              <a:gd name="connsiteY3" fmla="*/ 117573 h 2344321"/>
              <a:gd name="connsiteX4" fmla="*/ 0 w 3602852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74428"/>
              <a:gd name="connsiteY0" fmla="*/ 2344321 h 2344321"/>
              <a:gd name="connsiteX1" fmla="*/ 2229299 w 3674428"/>
              <a:gd name="connsiteY1" fmla="*/ 2078596 h 2344321"/>
              <a:gd name="connsiteX2" fmla="*/ 3287252 w 3674428"/>
              <a:gd name="connsiteY2" fmla="*/ 1564537 h 2344321"/>
              <a:gd name="connsiteX3" fmla="*/ 3601776 w 3674428"/>
              <a:gd name="connsiteY3" fmla="*/ 1121452 h 2344321"/>
              <a:gd name="connsiteX4" fmla="*/ 2013817 w 3674428"/>
              <a:gd name="connsiteY4" fmla="*/ 117573 h 2344321"/>
              <a:gd name="connsiteX5" fmla="*/ 0 w 3674428"/>
              <a:gd name="connsiteY5" fmla="*/ 62228 h 2344321"/>
              <a:gd name="connsiteX0" fmla="*/ 375138 w 3784109"/>
              <a:gd name="connsiteY0" fmla="*/ 2344321 h 2344321"/>
              <a:gd name="connsiteX1" fmla="*/ 2229299 w 3784109"/>
              <a:gd name="connsiteY1" fmla="*/ 2078596 h 2344321"/>
              <a:gd name="connsiteX2" fmla="*/ 3287252 w 3784109"/>
              <a:gd name="connsiteY2" fmla="*/ 1564537 h 2344321"/>
              <a:gd name="connsiteX3" fmla="*/ 3726184 w 3784109"/>
              <a:gd name="connsiteY3" fmla="*/ 785550 h 2344321"/>
              <a:gd name="connsiteX4" fmla="*/ 2013817 w 3784109"/>
              <a:gd name="connsiteY4" fmla="*/ 117573 h 2344321"/>
              <a:gd name="connsiteX5" fmla="*/ 0 w 3784109"/>
              <a:gd name="connsiteY5" fmla="*/ 62228 h 2344321"/>
              <a:gd name="connsiteX0" fmla="*/ 375138 w 3869369"/>
              <a:gd name="connsiteY0" fmla="*/ 2344321 h 2344321"/>
              <a:gd name="connsiteX1" fmla="*/ 2229299 w 3869369"/>
              <a:gd name="connsiteY1" fmla="*/ 2078596 h 2344321"/>
              <a:gd name="connsiteX2" fmla="*/ 3616934 w 3869369"/>
              <a:gd name="connsiteY2" fmla="*/ 1701385 h 2344321"/>
              <a:gd name="connsiteX3" fmla="*/ 3726184 w 3869369"/>
              <a:gd name="connsiteY3" fmla="*/ 785550 h 2344321"/>
              <a:gd name="connsiteX4" fmla="*/ 2013817 w 3869369"/>
              <a:gd name="connsiteY4" fmla="*/ 117573 h 2344321"/>
              <a:gd name="connsiteX5" fmla="*/ 0 w 3869369"/>
              <a:gd name="connsiteY5" fmla="*/ 62228 h 2344321"/>
              <a:gd name="connsiteX0" fmla="*/ 375138 w 3837224"/>
              <a:gd name="connsiteY0" fmla="*/ 2344321 h 2344321"/>
              <a:gd name="connsiteX1" fmla="*/ 2229299 w 3837224"/>
              <a:gd name="connsiteY1" fmla="*/ 2078596 h 2344321"/>
              <a:gd name="connsiteX2" fmla="*/ 3616934 w 3837224"/>
              <a:gd name="connsiteY2" fmla="*/ 1701385 h 2344321"/>
              <a:gd name="connsiteX3" fmla="*/ 3676420 w 3837224"/>
              <a:gd name="connsiteY3" fmla="*/ 729566 h 2344321"/>
              <a:gd name="connsiteX4" fmla="*/ 2013817 w 3837224"/>
              <a:gd name="connsiteY4" fmla="*/ 117573 h 2344321"/>
              <a:gd name="connsiteX5" fmla="*/ 0 w 3837224"/>
              <a:gd name="connsiteY5" fmla="*/ 62228 h 2344321"/>
              <a:gd name="connsiteX0" fmla="*/ 375138 w 3826237"/>
              <a:gd name="connsiteY0" fmla="*/ 2344321 h 2344321"/>
              <a:gd name="connsiteX1" fmla="*/ 2229299 w 3826237"/>
              <a:gd name="connsiteY1" fmla="*/ 2078596 h 2344321"/>
              <a:gd name="connsiteX2" fmla="*/ 3592052 w 3826237"/>
              <a:gd name="connsiteY2" fmla="*/ 1744928 h 2344321"/>
              <a:gd name="connsiteX3" fmla="*/ 3676420 w 3826237"/>
              <a:gd name="connsiteY3" fmla="*/ 729566 h 2344321"/>
              <a:gd name="connsiteX4" fmla="*/ 2013817 w 3826237"/>
              <a:gd name="connsiteY4" fmla="*/ 117573 h 2344321"/>
              <a:gd name="connsiteX5" fmla="*/ 0 w 3826237"/>
              <a:gd name="connsiteY5" fmla="*/ 62228 h 2344321"/>
              <a:gd name="connsiteX0" fmla="*/ 381359 w 3832458"/>
              <a:gd name="connsiteY0" fmla="*/ 2317336 h 2317336"/>
              <a:gd name="connsiteX1" fmla="*/ 2235520 w 3832458"/>
              <a:gd name="connsiteY1" fmla="*/ 2051611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2458"/>
              <a:gd name="connsiteY0" fmla="*/ 2317336 h 2317336"/>
              <a:gd name="connsiteX1" fmla="*/ 2042687 w 3832458"/>
              <a:gd name="connsiteY1" fmla="*/ 2082713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5136"/>
              <a:gd name="connsiteY0" fmla="*/ 2317336 h 2317336"/>
              <a:gd name="connsiteX1" fmla="*/ 2042687 w 3835136"/>
              <a:gd name="connsiteY1" fmla="*/ 2082713 h 2317336"/>
              <a:gd name="connsiteX2" fmla="*/ 3604493 w 3835136"/>
              <a:gd name="connsiteY2" fmla="*/ 1724163 h 2317336"/>
              <a:gd name="connsiteX3" fmla="*/ 3682641 w 3835136"/>
              <a:gd name="connsiteY3" fmla="*/ 702581 h 2317336"/>
              <a:gd name="connsiteX4" fmla="*/ 2020038 w 3835136"/>
              <a:gd name="connsiteY4" fmla="*/ 90588 h 2317336"/>
              <a:gd name="connsiteX5" fmla="*/ 0 w 3835136"/>
              <a:gd name="connsiteY5" fmla="*/ 78786 h 2317336"/>
              <a:gd name="connsiteX0" fmla="*/ 381359 w 3824520"/>
              <a:gd name="connsiteY0" fmla="*/ 2317336 h 2317336"/>
              <a:gd name="connsiteX1" fmla="*/ 2042687 w 3824520"/>
              <a:gd name="connsiteY1" fmla="*/ 2082713 h 2317336"/>
              <a:gd name="connsiteX2" fmla="*/ 3604493 w 3824520"/>
              <a:gd name="connsiteY2" fmla="*/ 1724163 h 2317336"/>
              <a:gd name="connsiteX3" fmla="*/ 3682641 w 3824520"/>
              <a:gd name="connsiteY3" fmla="*/ 702581 h 2317336"/>
              <a:gd name="connsiteX4" fmla="*/ 2020038 w 3824520"/>
              <a:gd name="connsiteY4" fmla="*/ 90588 h 2317336"/>
              <a:gd name="connsiteX5" fmla="*/ 0 w 3824520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113815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907890"/>
              <a:gd name="connsiteY0" fmla="*/ 2317336 h 2317336"/>
              <a:gd name="connsiteX1" fmla="*/ 2042687 w 3907890"/>
              <a:gd name="connsiteY1" fmla="*/ 2113815 h 2317336"/>
              <a:gd name="connsiteX2" fmla="*/ 3728153 w 3907890"/>
              <a:gd name="connsiteY2" fmla="*/ 1686841 h 2317336"/>
              <a:gd name="connsiteX3" fmla="*/ 3682641 w 3907890"/>
              <a:gd name="connsiteY3" fmla="*/ 702581 h 2317336"/>
              <a:gd name="connsiteX4" fmla="*/ 2020038 w 3907890"/>
              <a:gd name="connsiteY4" fmla="*/ 90588 h 2317336"/>
              <a:gd name="connsiteX5" fmla="*/ 0 w 3907890"/>
              <a:gd name="connsiteY5" fmla="*/ 78786 h 2317336"/>
              <a:gd name="connsiteX0" fmla="*/ 381359 w 3780030"/>
              <a:gd name="connsiteY0" fmla="*/ 2317336 h 2317336"/>
              <a:gd name="connsiteX1" fmla="*/ 2042687 w 3780030"/>
              <a:gd name="connsiteY1" fmla="*/ 2113815 h 2317336"/>
              <a:gd name="connsiteX2" fmla="*/ 3431125 w 3780030"/>
              <a:gd name="connsiteY2" fmla="*/ 1665070 h 2317336"/>
              <a:gd name="connsiteX3" fmla="*/ 3682641 w 3780030"/>
              <a:gd name="connsiteY3" fmla="*/ 702581 h 2317336"/>
              <a:gd name="connsiteX4" fmla="*/ 2020038 w 3780030"/>
              <a:gd name="connsiteY4" fmla="*/ 90588 h 2317336"/>
              <a:gd name="connsiteX5" fmla="*/ 0 w 3780030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34200 w 3625751"/>
              <a:gd name="connsiteY1" fmla="*/ 2026729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03850"/>
              <a:gd name="connsiteY0" fmla="*/ 2317336 h 2317336"/>
              <a:gd name="connsiteX1" fmla="*/ 2034200 w 3603850"/>
              <a:gd name="connsiteY1" fmla="*/ 2026729 h 2317336"/>
              <a:gd name="connsiteX2" fmla="*/ 3388692 w 3603850"/>
              <a:gd name="connsiteY2" fmla="*/ 1512670 h 2317336"/>
              <a:gd name="connsiteX3" fmla="*/ 3453506 w 3603850"/>
              <a:gd name="connsiteY3" fmla="*/ 651781 h 2317336"/>
              <a:gd name="connsiteX4" fmla="*/ 2020038 w 3603850"/>
              <a:gd name="connsiteY4" fmla="*/ 90588 h 2317336"/>
              <a:gd name="connsiteX5" fmla="*/ 0 w 3603850"/>
              <a:gd name="connsiteY5" fmla="*/ 78786 h 2317336"/>
              <a:gd name="connsiteX0" fmla="*/ 381359 w 3603851"/>
              <a:gd name="connsiteY0" fmla="*/ 2317336 h 2317336"/>
              <a:gd name="connsiteX1" fmla="*/ 1013260 w 3603851"/>
              <a:gd name="connsiteY1" fmla="*/ 2213502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0"/>
              <a:gd name="connsiteY0" fmla="*/ 2317336 h 2317336"/>
              <a:gd name="connsiteX1" fmla="*/ 809583 w 3603850"/>
              <a:gd name="connsiteY1" fmla="*/ 2032073 h 2317336"/>
              <a:gd name="connsiteX2" fmla="*/ 2017226 w 3603850"/>
              <a:gd name="connsiteY2" fmla="*/ 1932386 h 2317336"/>
              <a:gd name="connsiteX3" fmla="*/ 3388692 w 3603850"/>
              <a:gd name="connsiteY3" fmla="*/ 1512670 h 2317336"/>
              <a:gd name="connsiteX4" fmla="*/ 3453506 w 3603850"/>
              <a:gd name="connsiteY4" fmla="*/ 651781 h 2317336"/>
              <a:gd name="connsiteX5" fmla="*/ 2020038 w 3603850"/>
              <a:gd name="connsiteY5" fmla="*/ 90588 h 2317336"/>
              <a:gd name="connsiteX6" fmla="*/ 0 w 3603850"/>
              <a:gd name="connsiteY6" fmla="*/ 78786 h 2317336"/>
              <a:gd name="connsiteX0" fmla="*/ 381359 w 3603850"/>
              <a:gd name="connsiteY0" fmla="*/ 2331812 h 2331812"/>
              <a:gd name="connsiteX1" fmla="*/ 809583 w 3603850"/>
              <a:gd name="connsiteY1" fmla="*/ 2046549 h 2331812"/>
              <a:gd name="connsiteX2" fmla="*/ 2017226 w 3603850"/>
              <a:gd name="connsiteY2" fmla="*/ 1946862 h 2331812"/>
              <a:gd name="connsiteX3" fmla="*/ 3388692 w 3603850"/>
              <a:gd name="connsiteY3" fmla="*/ 1527146 h 2331812"/>
              <a:gd name="connsiteX4" fmla="*/ 3453506 w 3603850"/>
              <a:gd name="connsiteY4" fmla="*/ 666257 h 2331812"/>
              <a:gd name="connsiteX5" fmla="*/ 2020038 w 3603850"/>
              <a:gd name="connsiteY5" fmla="*/ 105064 h 2331812"/>
              <a:gd name="connsiteX6" fmla="*/ 631367 w 3603850"/>
              <a:gd name="connsiteY6" fmla="*/ 35 h 2331812"/>
              <a:gd name="connsiteX7" fmla="*/ 0 w 3603850"/>
              <a:gd name="connsiteY7" fmla="*/ 93262 h 2331812"/>
              <a:gd name="connsiteX0" fmla="*/ 381359 w 3603850"/>
              <a:gd name="connsiteY0" fmla="*/ 2447906 h 2447906"/>
              <a:gd name="connsiteX1" fmla="*/ 809583 w 3603850"/>
              <a:gd name="connsiteY1" fmla="*/ 2162643 h 2447906"/>
              <a:gd name="connsiteX2" fmla="*/ 2017226 w 3603850"/>
              <a:gd name="connsiteY2" fmla="*/ 2062956 h 2447906"/>
              <a:gd name="connsiteX3" fmla="*/ 3388692 w 3603850"/>
              <a:gd name="connsiteY3" fmla="*/ 1643240 h 2447906"/>
              <a:gd name="connsiteX4" fmla="*/ 3453506 w 3603850"/>
              <a:gd name="connsiteY4" fmla="*/ 782351 h 2447906"/>
              <a:gd name="connsiteX5" fmla="*/ 2020038 w 3603850"/>
              <a:gd name="connsiteY5" fmla="*/ 221158 h 2447906"/>
              <a:gd name="connsiteX6" fmla="*/ 673800 w 3603850"/>
              <a:gd name="connsiteY6" fmla="*/ 14 h 2447906"/>
              <a:gd name="connsiteX7" fmla="*/ 0 w 3603850"/>
              <a:gd name="connsiteY7" fmla="*/ 209356 h 2447906"/>
              <a:gd name="connsiteX0" fmla="*/ 160709 w 3383200"/>
              <a:gd name="connsiteY0" fmla="*/ 2447907 h 2447907"/>
              <a:gd name="connsiteX1" fmla="*/ 588933 w 3383200"/>
              <a:gd name="connsiteY1" fmla="*/ 2162644 h 2447907"/>
              <a:gd name="connsiteX2" fmla="*/ 1796576 w 3383200"/>
              <a:gd name="connsiteY2" fmla="*/ 2062957 h 2447907"/>
              <a:gd name="connsiteX3" fmla="*/ 3168042 w 3383200"/>
              <a:gd name="connsiteY3" fmla="*/ 1643241 h 2447907"/>
              <a:gd name="connsiteX4" fmla="*/ 3232856 w 3383200"/>
              <a:gd name="connsiteY4" fmla="*/ 782352 h 2447907"/>
              <a:gd name="connsiteX5" fmla="*/ 1799388 w 3383200"/>
              <a:gd name="connsiteY5" fmla="*/ 221159 h 2447907"/>
              <a:gd name="connsiteX6" fmla="*/ 453150 w 3383200"/>
              <a:gd name="connsiteY6" fmla="*/ 15 h 2447907"/>
              <a:gd name="connsiteX7" fmla="*/ 0 w 3383200"/>
              <a:gd name="connsiteY7" fmla="*/ 202100 h 2447907"/>
              <a:gd name="connsiteX0" fmla="*/ 160709 w 3383200"/>
              <a:gd name="connsiteY0" fmla="*/ 2491447 h 2491447"/>
              <a:gd name="connsiteX1" fmla="*/ 588933 w 3383200"/>
              <a:gd name="connsiteY1" fmla="*/ 2206184 h 2491447"/>
              <a:gd name="connsiteX2" fmla="*/ 1796576 w 3383200"/>
              <a:gd name="connsiteY2" fmla="*/ 2106497 h 2491447"/>
              <a:gd name="connsiteX3" fmla="*/ 3168042 w 3383200"/>
              <a:gd name="connsiteY3" fmla="*/ 1686781 h 2491447"/>
              <a:gd name="connsiteX4" fmla="*/ 3232856 w 3383200"/>
              <a:gd name="connsiteY4" fmla="*/ 825892 h 2491447"/>
              <a:gd name="connsiteX5" fmla="*/ 1799388 w 3383200"/>
              <a:gd name="connsiteY5" fmla="*/ 264699 h 2491447"/>
              <a:gd name="connsiteX6" fmla="*/ 597420 w 3383200"/>
              <a:gd name="connsiteY6" fmla="*/ 12 h 2491447"/>
              <a:gd name="connsiteX7" fmla="*/ 0 w 3383200"/>
              <a:gd name="connsiteY7" fmla="*/ 245640 h 2491447"/>
              <a:gd name="connsiteX0" fmla="*/ 50384 w 3272875"/>
              <a:gd name="connsiteY0" fmla="*/ 2491446 h 2491446"/>
              <a:gd name="connsiteX1" fmla="*/ 478608 w 3272875"/>
              <a:gd name="connsiteY1" fmla="*/ 2206183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0557"/>
              <a:gd name="connsiteY0" fmla="*/ 2491446 h 2491446"/>
              <a:gd name="connsiteX1" fmla="*/ 334336 w 3270557"/>
              <a:gd name="connsiteY1" fmla="*/ 2198926 h 2491446"/>
              <a:gd name="connsiteX2" fmla="*/ 1686251 w 3270557"/>
              <a:gd name="connsiteY2" fmla="*/ 2106496 h 2491446"/>
              <a:gd name="connsiteX3" fmla="*/ 3057717 w 3270557"/>
              <a:gd name="connsiteY3" fmla="*/ 1686780 h 2491446"/>
              <a:gd name="connsiteX4" fmla="*/ 3122531 w 3270557"/>
              <a:gd name="connsiteY4" fmla="*/ 825891 h 2491446"/>
              <a:gd name="connsiteX5" fmla="*/ 1723008 w 3270557"/>
              <a:gd name="connsiteY5" fmla="*/ 235669 h 2491446"/>
              <a:gd name="connsiteX6" fmla="*/ 487095 w 3270557"/>
              <a:gd name="connsiteY6" fmla="*/ 11 h 2491446"/>
              <a:gd name="connsiteX7" fmla="*/ 0 w 3270557"/>
              <a:gd name="connsiteY7" fmla="*/ 289182 h 2491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270557" h="2491446">
                <a:moveTo>
                  <a:pt x="50384" y="2491446"/>
                </a:moveTo>
                <a:cubicBezTo>
                  <a:pt x="193125" y="2396358"/>
                  <a:pt x="-46028" y="2337557"/>
                  <a:pt x="334336" y="2198926"/>
                </a:cubicBezTo>
                <a:cubicBezTo>
                  <a:pt x="898351" y="2128719"/>
                  <a:pt x="1232354" y="2191854"/>
                  <a:pt x="1686251" y="2106496"/>
                </a:cubicBezTo>
                <a:cubicBezTo>
                  <a:pt x="2140148" y="2021138"/>
                  <a:pt x="2629918" y="1970713"/>
                  <a:pt x="3057717" y="1686780"/>
                </a:cubicBezTo>
                <a:cubicBezTo>
                  <a:pt x="3311344" y="1440171"/>
                  <a:pt x="3344983" y="1067743"/>
                  <a:pt x="3122531" y="825891"/>
                </a:cubicBezTo>
                <a:cubicBezTo>
                  <a:pt x="2900080" y="584039"/>
                  <a:pt x="2193364" y="346706"/>
                  <a:pt x="1723008" y="235669"/>
                </a:cubicBezTo>
                <a:cubicBezTo>
                  <a:pt x="1252652" y="124632"/>
                  <a:pt x="823768" y="1978"/>
                  <a:pt x="487095" y="11"/>
                </a:cubicBezTo>
                <a:cubicBezTo>
                  <a:pt x="150422" y="-1956"/>
                  <a:pt x="105228" y="273644"/>
                  <a:pt x="0" y="289182"/>
                </a:cubicBezTo>
              </a:path>
            </a:pathLst>
          </a:custGeom>
          <a:noFill/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46524B-83D6-88AD-D6B0-A21C4B2A3FB4}"/>
              </a:ext>
            </a:extLst>
          </p:cNvPr>
          <p:cNvSpPr txBox="1"/>
          <p:nvPr/>
        </p:nvSpPr>
        <p:spPr>
          <a:xfrm>
            <a:off x="10290837" y="4407583"/>
            <a:ext cx="1205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Passed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B1266723-8E56-1FE5-EA4F-33334BBB5D49}"/>
              </a:ext>
            </a:extLst>
          </p:cNvPr>
          <p:cNvSpPr/>
          <p:nvPr/>
        </p:nvSpPr>
        <p:spPr>
          <a:xfrm flipH="1">
            <a:off x="1718961" y="61075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</p:spTree>
    <p:extLst>
      <p:ext uri="{BB962C8B-B14F-4D97-AF65-F5344CB8AC3E}">
        <p14:creationId xmlns:p14="http://schemas.microsoft.com/office/powerpoint/2010/main" val="822755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7" grpId="0" animBg="1"/>
      <p:bldP spid="3" grpId="0"/>
      <p:bldP spid="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051122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6143337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</p:spTree>
    <p:extLst>
      <p:ext uri="{BB962C8B-B14F-4D97-AF65-F5344CB8AC3E}">
        <p14:creationId xmlns:p14="http://schemas.microsoft.com/office/powerpoint/2010/main" val="1401108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2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69638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5737934" y="4347325"/>
            <a:ext cx="2785421" cy="463905"/>
          </a:xfrm>
          <a:prstGeom prst="callout2">
            <a:avLst>
              <a:gd name="adj1" fmla="val 49585"/>
              <a:gd name="adj2" fmla="val -2678"/>
              <a:gd name="adj3" fmla="val 50658"/>
              <a:gd name="adj4" fmla="val -27747"/>
              <a:gd name="adj5" fmla="val 94567"/>
              <a:gd name="adj6" fmla="val -402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504010" y="1993702"/>
            <a:ext cx="2854077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110837"/>
              <a:gd name="adj6" fmla="val -318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64F822D9-BF36-4E02-A90B-2890AD4DE57B}"/>
              </a:ext>
            </a:extLst>
          </p:cNvPr>
          <p:cNvSpPr/>
          <p:nvPr/>
        </p:nvSpPr>
        <p:spPr>
          <a:xfrm>
            <a:off x="5737933" y="5873927"/>
            <a:ext cx="2785421" cy="463905"/>
          </a:xfrm>
          <a:prstGeom prst="callout2">
            <a:avLst>
              <a:gd name="adj1" fmla="val 49585"/>
              <a:gd name="adj2" fmla="val -2678"/>
              <a:gd name="adj3" fmla="val 52301"/>
              <a:gd name="adj4" fmla="val -28203"/>
              <a:gd name="adj5" fmla="val -18771"/>
              <a:gd name="adj6" fmla="val -3858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E0381D51-F992-464F-BC3E-AEED0A3A459F}"/>
              </a:ext>
            </a:extLst>
          </p:cNvPr>
          <p:cNvSpPr/>
          <p:nvPr/>
        </p:nvSpPr>
        <p:spPr>
          <a:xfrm flipH="1">
            <a:off x="125729" y="3429000"/>
            <a:ext cx="2349467" cy="505431"/>
          </a:xfrm>
          <a:prstGeom prst="callout2">
            <a:avLst>
              <a:gd name="adj1" fmla="val 49438"/>
              <a:gd name="adj2" fmla="val -6442"/>
              <a:gd name="adj3" fmla="val 47877"/>
              <a:gd name="adj4" fmla="val -31322"/>
              <a:gd name="adj5" fmla="val 11333"/>
              <a:gd name="adj6" fmla="val -569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3289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9" grpId="0" animBg="1"/>
      <p:bldP spid="1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2633925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4EC898D5-A860-4456-9BB0-AF1597733438}"/>
              </a:ext>
            </a:extLst>
          </p:cNvPr>
          <p:cNvSpPr/>
          <p:nvPr/>
        </p:nvSpPr>
        <p:spPr>
          <a:xfrm>
            <a:off x="10206346" y="2393695"/>
            <a:ext cx="720121" cy="3667402"/>
          </a:xfrm>
          <a:prstGeom prst="rightBrace">
            <a:avLst>
              <a:gd name="adj1" fmla="val 0"/>
              <a:gd name="adj2" fmla="val 50000"/>
            </a:avLst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75B97E84-D314-4DF4-AD03-F205FE5A17D3}"/>
              </a:ext>
            </a:extLst>
          </p:cNvPr>
          <p:cNvSpPr/>
          <p:nvPr/>
        </p:nvSpPr>
        <p:spPr>
          <a:xfrm>
            <a:off x="9202986" y="2644777"/>
            <a:ext cx="360257" cy="1712300"/>
          </a:xfrm>
          <a:prstGeom prst="rightBrace">
            <a:avLst>
              <a:gd name="adj1" fmla="val 5448"/>
              <a:gd name="adj2" fmla="val 50000"/>
            </a:avLst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CF5F6-9251-4A3B-9E63-3ECA5A0D8FE4}"/>
              </a:ext>
            </a:extLst>
          </p:cNvPr>
          <p:cNvSpPr txBox="1"/>
          <p:nvPr/>
        </p:nvSpPr>
        <p:spPr>
          <a:xfrm rot="16200000">
            <a:off x="9053680" y="3239317"/>
            <a:ext cx="19104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5D1C12-1DFA-49F8-8DAE-9B77E9EC1DBA}"/>
              </a:ext>
            </a:extLst>
          </p:cNvPr>
          <p:cNvSpPr txBox="1"/>
          <p:nvPr/>
        </p:nvSpPr>
        <p:spPr>
          <a:xfrm rot="16200000">
            <a:off x="10325832" y="3965785"/>
            <a:ext cx="21193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00B050"/>
                </a:solidFill>
              </a:rPr>
              <a:t>Global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82A04F-7091-4266-84FC-B7D2631DFD55}"/>
              </a:ext>
            </a:extLst>
          </p:cNvPr>
          <p:cNvSpPr txBox="1"/>
          <p:nvPr/>
        </p:nvSpPr>
        <p:spPr>
          <a:xfrm>
            <a:off x="7008343" y="800493"/>
            <a:ext cx="391812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</a:t>
            </a:r>
            <a:r>
              <a:rPr lang="en-GB" sz="2800" b="1" dirty="0">
                <a:solidFill>
                  <a:srgbClr val="7030A0"/>
                </a:solidFill>
              </a:rPr>
              <a:t> – sub-program only</a:t>
            </a:r>
          </a:p>
          <a:p>
            <a:r>
              <a:rPr lang="en-GB" sz="2800" b="1" dirty="0">
                <a:solidFill>
                  <a:srgbClr val="00B050"/>
                </a:solidFill>
              </a:rPr>
              <a:t>Global</a:t>
            </a:r>
            <a:r>
              <a:rPr lang="en-GB" sz="2800" b="1" dirty="0">
                <a:solidFill>
                  <a:srgbClr val="7030A0"/>
                </a:solidFill>
              </a:rPr>
              <a:t> – whole program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2A7B0D47-D30C-44DA-8309-5F8442B2DC71}"/>
              </a:ext>
            </a:extLst>
          </p:cNvPr>
          <p:cNvSpPr txBox="1"/>
          <p:nvPr/>
        </p:nvSpPr>
        <p:spPr>
          <a:xfrm>
            <a:off x="2277012" y="6057523"/>
            <a:ext cx="76379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Scope: where variable name is understood</a:t>
            </a:r>
          </a:p>
        </p:txBody>
      </p:sp>
    </p:spTree>
    <p:extLst>
      <p:ext uri="{BB962C8B-B14F-4D97-AF65-F5344CB8AC3E}">
        <p14:creationId xmlns:p14="http://schemas.microsoft.com/office/powerpoint/2010/main" val="1884845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7" grpId="0"/>
      <p:bldP spid="18" grpId="0"/>
      <p:bldP spid="3" grpId="0" build="p"/>
      <p:bldP spid="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6445620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42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"Subprogram: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6999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/>
              </a:rPr>
              <a:t>    </a:t>
            </a:r>
            <a:r>
              <a:rPr lang="en-US" altLang="en-US" sz="3200" dirty="0">
                <a:solidFill>
                  <a:srgbClr val="0086B3"/>
                </a:solidFill>
                <a:latin typeface="Consolas"/>
              </a:rPr>
              <a:t>global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 value</a:t>
            </a:r>
            <a:endParaRPr lang="en-US" altLang="en-US" sz="3200" dirty="0">
              <a:solidFill>
                <a:srgbClr val="0086B3"/>
              </a:solidFill>
              <a:latin typeface="Consolas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    </a:t>
            </a:r>
            <a:r>
              <a:rPr lang="en-US" sz="3200" dirty="0">
                <a:solidFill>
                  <a:srgbClr val="000000"/>
                </a:solidFill>
                <a:latin typeface="Consolas"/>
              </a:rPr>
              <a:t>value = </a:t>
            </a:r>
            <a:r>
              <a:rPr lang="en-US" sz="3200" dirty="0">
                <a:solidFill>
                  <a:srgbClr val="0086B3"/>
                </a:solidFill>
                <a:latin typeface="Consolas"/>
              </a:rPr>
              <a:t>42</a:t>
            </a: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00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Scope</a:t>
            </a:r>
            <a:r>
              <a:rPr lang="en-GB" dirty="0">
                <a:solidFill>
                  <a:srgbClr val="0070C0"/>
                </a:solidFill>
              </a:rPr>
              <a:t> </a:t>
            </a:r>
            <a:r>
              <a:rPr lang="en-GB" dirty="0"/>
              <a:t>of a Variable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3411DB-FC5C-40F5-B0C3-41B11D988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3600" dirty="0">
                <a:solidFill>
                  <a:srgbClr val="00B050"/>
                </a:solidFill>
              </a:rPr>
              <a:t>Local</a:t>
            </a:r>
            <a:endParaRPr lang="en-GB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sz="2800" dirty="0"/>
              <a:t>A local variable </a:t>
            </a:r>
            <a:r>
              <a:rPr lang="en-GB" sz="2800" b="1" dirty="0"/>
              <a:t>only</a:t>
            </a:r>
            <a:r>
              <a:rPr lang="en-GB" sz="2800" dirty="0"/>
              <a:t> exists within the subprogram that declared it.</a:t>
            </a:r>
          </a:p>
          <a:p>
            <a:pPr marL="0" indent="0">
              <a:buNone/>
            </a:pPr>
            <a:endParaRPr lang="en-GB" sz="2800" dirty="0"/>
          </a:p>
          <a:p>
            <a:r>
              <a:rPr lang="en-GB" sz="2800" dirty="0"/>
              <a:t>It can only be changed within that subprogram and will not be recognised by any other.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1B6B67C-9443-4F56-972D-37852E905B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sz="3600" dirty="0">
                <a:solidFill>
                  <a:srgbClr val="0070C0"/>
                </a:solidFill>
              </a:rPr>
              <a:t>Global</a:t>
            </a:r>
            <a:endParaRPr lang="en-GB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0647B3A-CF48-4BC1-A2B2-C646E2C6646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>
                <a:solidFill>
                  <a:prstClr val="black"/>
                </a:solidFill>
              </a:rPr>
              <a:t>A global variable can be used by all subprograms within the program. </a:t>
            </a:r>
          </a:p>
          <a:p>
            <a:pPr marL="0" indent="0">
              <a:buNone/>
            </a:pPr>
            <a:endParaRPr lang="en-GB" dirty="0">
              <a:solidFill>
                <a:prstClr val="black"/>
              </a:solidFill>
            </a:endParaRPr>
          </a:p>
          <a:p>
            <a:r>
              <a:rPr lang="en-GB" dirty="0">
                <a:solidFill>
                  <a:prstClr val="black"/>
                </a:solidFill>
              </a:rPr>
              <a:t>It can be changed by any subprogram within the program. (Not recommended!) 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6312024" y="1848497"/>
            <a:ext cx="361074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25308" y="987883"/>
            <a:ext cx="1584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u="sng" dirty="0">
                <a:solidFill>
                  <a:srgbClr val="0070C0"/>
                </a:solidFill>
                <a:latin typeface="Calibri"/>
              </a:rPr>
              <a:t> </a:t>
            </a:r>
            <a:endParaRPr lang="en-GB" b="1" u="sng" dirty="0">
              <a:solidFill>
                <a:srgbClr val="0070C0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063552" y="5733257"/>
            <a:ext cx="84969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In terms of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efficiency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of code it is recommended</a:t>
            </a:r>
          </a:p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to use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local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variables where possible. </a:t>
            </a:r>
          </a:p>
        </p:txBody>
      </p:sp>
    </p:spTree>
    <p:extLst>
      <p:ext uri="{BB962C8B-B14F-4D97-AF65-F5344CB8AC3E}">
        <p14:creationId xmlns:p14="http://schemas.microsoft.com/office/powerpoint/2010/main" val="42074504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b="1" dirty="0">
                <a:latin typeface="+mn-lt"/>
                <a:cs typeface="Arial" charset="0"/>
              </a:rPr>
              <a:t>Benefits of Sub-programs</a:t>
            </a:r>
            <a:endParaRPr lang="en-GB" sz="4000" dirty="0">
              <a:latin typeface="+mn-lt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719E29-BF4E-48F1-95E1-BEA6812C1B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Main section of code </a:t>
            </a:r>
            <a:r>
              <a:rPr lang="en-GB" sz="3600" b="1" dirty="0">
                <a:cs typeface="Arial" charset="0"/>
              </a:rPr>
              <a:t>simpler</a:t>
            </a:r>
            <a:r>
              <a:rPr lang="en-GB" sz="3600" dirty="0">
                <a:cs typeface="Arial" charset="0"/>
              </a:rPr>
              <a:t> and more </a:t>
            </a:r>
            <a:r>
              <a:rPr lang="en-GB" sz="3600" b="1" dirty="0">
                <a:cs typeface="Arial" charset="0"/>
              </a:rPr>
              <a:t>readable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</a:t>
            </a:r>
            <a:r>
              <a:rPr lang="en-GB" sz="3600" b="1" dirty="0">
                <a:cs typeface="Arial" charset="0"/>
              </a:rPr>
              <a:t>called several times</a:t>
            </a:r>
            <a:r>
              <a:rPr lang="en-GB" sz="3600" dirty="0">
                <a:cs typeface="Arial" charset="0"/>
              </a:rPr>
              <a:t> in a program</a:t>
            </a: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to </a:t>
            </a:r>
            <a:r>
              <a:rPr lang="en-GB" sz="3600" b="1" dirty="0">
                <a:cs typeface="Arial" charset="0"/>
              </a:rPr>
              <a:t>aid modularity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</a:t>
            </a:r>
            <a:r>
              <a:rPr lang="en-GB" sz="3600" b="1" dirty="0">
                <a:cs typeface="Arial" charset="0"/>
              </a:rPr>
              <a:t>for re-use in other programs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41385700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.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5908100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help(exp)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0E9DF95E-E94E-519C-BC97-FD68043A93A6}"/>
              </a:ext>
            </a:extLst>
          </p:cNvPr>
          <p:cNvSpPr/>
          <p:nvPr/>
        </p:nvSpPr>
        <p:spPr>
          <a:xfrm>
            <a:off x="9702918" y="1847725"/>
            <a:ext cx="1650882" cy="505431"/>
          </a:xfrm>
          <a:prstGeom prst="callout2">
            <a:avLst>
              <a:gd name="adj1" fmla="val 49948"/>
              <a:gd name="adj2" fmla="val -152"/>
              <a:gd name="adj3" fmla="val 50766"/>
              <a:gd name="adj4" fmla="val -35048"/>
              <a:gd name="adj5" fmla="val 196036"/>
              <a:gd name="adj6" fmla="val -58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Docstring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4" name="Callout: Bent Line with No Border 2">
            <a:extLst>
              <a:ext uri="{FF2B5EF4-FFF2-40B4-BE49-F238E27FC236}">
                <a16:creationId xmlns:a16="http://schemas.microsoft.com/office/drawing/2014/main" id="{FE8AB782-1C09-1F87-DFCF-ACA0D0F12B4B}"/>
              </a:ext>
            </a:extLst>
          </p:cNvPr>
          <p:cNvSpPr/>
          <p:nvPr/>
        </p:nvSpPr>
        <p:spPr>
          <a:xfrm>
            <a:off x="10163436" y="4077731"/>
            <a:ext cx="1279264" cy="505431"/>
          </a:xfrm>
          <a:prstGeom prst="callout2">
            <a:avLst>
              <a:gd name="adj1" fmla="val 49948"/>
              <a:gd name="adj2" fmla="val -152"/>
              <a:gd name="adj3" fmla="val 49877"/>
              <a:gd name="adj4" fmla="val -9293"/>
              <a:gd name="adj5" fmla="val -172314"/>
              <a:gd name="adj6" fmla="val -4244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Triple "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5766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3" grpId="0" animBg="1"/>
      <p:bldP spid="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.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</p:spTree>
    <p:extLst>
      <p:ext uri="{BB962C8B-B14F-4D97-AF65-F5344CB8AC3E}">
        <p14:creationId xmlns:p14="http://schemas.microsoft.com/office/powerpoint/2010/main" val="2456140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25836-514B-B5D5-F16B-7291B0D66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AE369-1D9E-D5DD-C32C-F4BA12F90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 - Multiline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AE5C30-DD9E-6A59-4D4E-D5F2862767D5}"/>
              </a:ext>
            </a:extLst>
          </p:cNvPr>
          <p:cNvSpPr txBox="1"/>
          <p:nvPr/>
        </p:nvSpPr>
        <p:spPr>
          <a:xfrm>
            <a:off x="352426" y="2274838"/>
            <a:ext cx="1122045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areaOfTri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height):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"Calculate the area of a triangle.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base   -- the measurement across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height -- the measurement up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46EF930E-E89D-3665-7E38-F8CCE36F1868}"/>
              </a:ext>
            </a:extLst>
          </p:cNvPr>
          <p:cNvSpPr txBox="1"/>
          <p:nvPr/>
        </p:nvSpPr>
        <p:spPr>
          <a:xfrm>
            <a:off x="1581689" y="5908100"/>
            <a:ext cx="90286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</a:t>
            </a:r>
            <a:r>
              <a:rPr lang="en-GB" sz="3200" b="1" dirty="0" err="1">
                <a:latin typeface="Consolas" panose="020B0609020204030204" pitchFamily="49" charset="0"/>
              </a:rPr>
              <a:t>areaOfTri</a:t>
            </a:r>
            <a:r>
              <a:rPr lang="en-GB" sz="3200" b="1" dirty="0">
                <a:latin typeface="Consolas" panose="020B0609020204030204" pitchFamily="49" charset="0"/>
              </a:rPr>
              <a:t>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257D759C-897A-47A7-F507-12879F474107}"/>
              </a:ext>
            </a:extLst>
          </p:cNvPr>
          <p:cNvSpPr/>
          <p:nvPr/>
        </p:nvSpPr>
        <p:spPr>
          <a:xfrm>
            <a:off x="3653579" y="5185727"/>
            <a:ext cx="2727686" cy="505431"/>
          </a:xfrm>
          <a:prstGeom prst="callout2">
            <a:avLst>
              <a:gd name="adj1" fmla="val 49948"/>
              <a:gd name="adj2" fmla="val -152"/>
              <a:gd name="adj3" fmla="val 49877"/>
              <a:gd name="adj4" fmla="val -9293"/>
              <a:gd name="adj5" fmla="val 8601"/>
              <a:gd name="adj6" fmla="val -324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On separate line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769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6ED35A-C4F6-06A4-00BC-4AD0A4891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CE9F7-8B22-2C9D-B9FD-1587B82CB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 - Multiline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61683F-9967-821B-F4E4-20D59D6CF14E}"/>
              </a:ext>
            </a:extLst>
          </p:cNvPr>
          <p:cNvSpPr txBox="1"/>
          <p:nvPr/>
        </p:nvSpPr>
        <p:spPr>
          <a:xfrm>
            <a:off x="352426" y="2274838"/>
            <a:ext cx="1122045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areaOfTri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height):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"Calculate the area of a triangle.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base   -- the measurement across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height -- the measurement up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C5B2E84-8DFA-8961-D30D-101D28411607}"/>
              </a:ext>
            </a:extLst>
          </p:cNvPr>
          <p:cNvSpPr txBox="1"/>
          <p:nvPr/>
        </p:nvSpPr>
        <p:spPr>
          <a:xfrm>
            <a:off x="2191824" y="5908100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help(exp)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</p:spTree>
    <p:extLst>
      <p:ext uri="{BB962C8B-B14F-4D97-AF65-F5344CB8AC3E}">
        <p14:creationId xmlns:p14="http://schemas.microsoft.com/office/powerpoint/2010/main" val="409146761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9" name="Note">
            <a:extLst>
              <a:ext uri="{FF2B5EF4-FFF2-40B4-BE49-F238E27FC236}">
                <a16:creationId xmlns:a16="http://schemas.microsoft.com/office/drawing/2014/main" id="{4B3FA018-ADC6-ED88-1676-50E7DD2ED7D8}"/>
              </a:ext>
            </a:extLst>
          </p:cNvPr>
          <p:cNvSpPr txBox="1"/>
          <p:nvPr/>
        </p:nvSpPr>
        <p:spPr>
          <a:xfrm>
            <a:off x="3096159" y="5908100"/>
            <a:ext cx="59996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 flipH="1">
            <a:off x="3750788" y="1350330"/>
            <a:ext cx="1686834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129016"/>
              <a:gd name="adj6" fmla="val -279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9457792" y="3120924"/>
            <a:ext cx="1608195" cy="866775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-25899"/>
              <a:gd name="adj6" fmla="val -540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Return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565D8-44FB-BE1C-9CC0-E77B4AC0F490}"/>
              </a:ext>
            </a:extLst>
          </p:cNvPr>
          <p:cNvSpPr txBox="1"/>
          <p:nvPr/>
        </p:nvSpPr>
        <p:spPr>
          <a:xfrm>
            <a:off x="7385091" y="593537"/>
            <a:ext cx="4410028" cy="1077218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3200" b="1" dirty="0">
                <a:solidFill>
                  <a:srgbClr val="7030A0"/>
                </a:solidFill>
              </a:rPr>
              <a:t>Code in (</a:t>
            </a:r>
            <a:r>
              <a:rPr lang="pt-BR" sz="3200" b="1" i="1" dirty="0">
                <a:solidFill>
                  <a:srgbClr val="7030A0"/>
                </a:solidFill>
              </a:rPr>
              <a:t>brackets</a:t>
            </a:r>
            <a:r>
              <a:rPr lang="pt-BR" sz="3200" b="1" dirty="0">
                <a:solidFill>
                  <a:srgbClr val="7030A0"/>
                </a:solidFill>
              </a:rPr>
              <a:t>) can be split over multiple lines</a:t>
            </a:r>
            <a:endParaRPr lang="pt-BR" sz="32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8" grpId="0" animBg="1"/>
      <p:bldP spid="10" grpId="0" animBg="1"/>
      <p:bldP spid="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9CB8B6-129C-192F-E41E-54EE682C0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847A0-4195-2FEB-C9F8-78695EA96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CB7BE2-58C6-B239-DC00-9879991981E9}"/>
              </a:ext>
            </a:extLst>
          </p:cNvPr>
          <p:cNvSpPr txBox="1"/>
          <p:nvPr/>
        </p:nvSpPr>
        <p:spPr>
          <a:xfrm>
            <a:off x="1744314" y="1814235"/>
            <a:ext cx="870336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73486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 – Multiple Return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902274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tuple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7704345" y="2611037"/>
            <a:ext cx="3428481" cy="566503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1847"/>
              <a:gd name="adj5" fmla="val -40296"/>
              <a:gd name="adj6" fmla="val -179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Return data structure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C947E42-B85F-43EA-9809-1408F1740C1D}"/>
              </a:ext>
            </a:extLst>
          </p:cNvPr>
          <p:cNvSpPr/>
          <p:nvPr/>
        </p:nvSpPr>
        <p:spPr>
          <a:xfrm>
            <a:off x="6892290" y="1536565"/>
            <a:ext cx="4668103" cy="2673434"/>
          </a:xfrm>
          <a:custGeom>
            <a:avLst/>
            <a:gdLst>
              <a:gd name="connsiteX0" fmla="*/ 2617470 w 4668103"/>
              <a:gd name="connsiteY0" fmla="*/ 406535 h 2673434"/>
              <a:gd name="connsiteX1" fmla="*/ 3051810 w 4668103"/>
              <a:gd name="connsiteY1" fmla="*/ 97925 h 2673434"/>
              <a:gd name="connsiteX2" fmla="*/ 3817620 w 4668103"/>
              <a:gd name="connsiteY2" fmla="*/ 6485 h 2673434"/>
              <a:gd name="connsiteX3" fmla="*/ 4229100 w 4668103"/>
              <a:gd name="connsiteY3" fmla="*/ 246515 h 2673434"/>
              <a:gd name="connsiteX4" fmla="*/ 4560570 w 4668103"/>
              <a:gd name="connsiteY4" fmla="*/ 829445 h 2673434"/>
              <a:gd name="connsiteX5" fmla="*/ 4629150 w 4668103"/>
              <a:gd name="connsiteY5" fmla="*/ 1720985 h 2673434"/>
              <a:gd name="connsiteX6" fmla="*/ 4000500 w 4668103"/>
              <a:gd name="connsiteY6" fmla="*/ 2383925 h 2673434"/>
              <a:gd name="connsiteX7" fmla="*/ 3166110 w 4668103"/>
              <a:gd name="connsiteY7" fmla="*/ 2612525 h 2673434"/>
              <a:gd name="connsiteX8" fmla="*/ 1954530 w 4668103"/>
              <a:gd name="connsiteY8" fmla="*/ 2669675 h 2673434"/>
              <a:gd name="connsiteX9" fmla="*/ 914400 w 4668103"/>
              <a:gd name="connsiteY9" fmla="*/ 2532515 h 2673434"/>
              <a:gd name="connsiteX10" fmla="*/ 331470 w 4668103"/>
              <a:gd name="connsiteY10" fmla="*/ 2223905 h 2673434"/>
              <a:gd name="connsiteX11" fmla="*/ 0 w 4668103"/>
              <a:gd name="connsiteY11" fmla="*/ 1926725 h 2673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668103" h="2673434">
                <a:moveTo>
                  <a:pt x="2617470" y="406535"/>
                </a:moveTo>
                <a:cubicBezTo>
                  <a:pt x="2734627" y="285567"/>
                  <a:pt x="2851785" y="164600"/>
                  <a:pt x="3051810" y="97925"/>
                </a:cubicBezTo>
                <a:cubicBezTo>
                  <a:pt x="3251835" y="31250"/>
                  <a:pt x="3621405" y="-18280"/>
                  <a:pt x="3817620" y="6485"/>
                </a:cubicBezTo>
                <a:cubicBezTo>
                  <a:pt x="4013835" y="31250"/>
                  <a:pt x="4105275" y="109355"/>
                  <a:pt x="4229100" y="246515"/>
                </a:cubicBezTo>
                <a:cubicBezTo>
                  <a:pt x="4352925" y="383675"/>
                  <a:pt x="4493895" y="583700"/>
                  <a:pt x="4560570" y="829445"/>
                </a:cubicBezTo>
                <a:cubicBezTo>
                  <a:pt x="4627245" y="1075190"/>
                  <a:pt x="4722495" y="1461905"/>
                  <a:pt x="4629150" y="1720985"/>
                </a:cubicBezTo>
                <a:cubicBezTo>
                  <a:pt x="4535805" y="1980065"/>
                  <a:pt x="4244340" y="2235335"/>
                  <a:pt x="4000500" y="2383925"/>
                </a:cubicBezTo>
                <a:cubicBezTo>
                  <a:pt x="3756660" y="2532515"/>
                  <a:pt x="3507105" y="2564900"/>
                  <a:pt x="3166110" y="2612525"/>
                </a:cubicBezTo>
                <a:cubicBezTo>
                  <a:pt x="2825115" y="2660150"/>
                  <a:pt x="2329815" y="2683010"/>
                  <a:pt x="1954530" y="2669675"/>
                </a:cubicBezTo>
                <a:cubicBezTo>
                  <a:pt x="1579245" y="2656340"/>
                  <a:pt x="1184910" y="2606810"/>
                  <a:pt x="914400" y="2532515"/>
                </a:cubicBezTo>
                <a:cubicBezTo>
                  <a:pt x="643890" y="2458220"/>
                  <a:pt x="483870" y="2324870"/>
                  <a:pt x="331470" y="2223905"/>
                </a:cubicBezTo>
                <a:cubicBezTo>
                  <a:pt x="179070" y="2122940"/>
                  <a:pt x="89535" y="2024832"/>
                  <a:pt x="0" y="1926725"/>
                </a:cubicBezTo>
              </a:path>
            </a:pathLst>
          </a:cu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2800" b="1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4508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6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10" grpId="0" animBg="1"/>
      <p:bldP spid="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 – Multiple Return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902274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tuple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291282541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Create and use substrings</a:t>
            </a:r>
          </a:p>
        </p:txBody>
      </p:sp>
    </p:spTree>
    <p:extLst>
      <p:ext uri="{BB962C8B-B14F-4D97-AF65-F5344CB8AC3E}">
        <p14:creationId xmlns:p14="http://schemas.microsoft.com/office/powerpoint/2010/main" val="353137514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907320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218593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5520155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5838700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90449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14" name="An array is">
            <a:extLst>
              <a:ext uri="{FF2B5EF4-FFF2-40B4-BE49-F238E27FC236}">
                <a16:creationId xmlns:a16="http://schemas.microsoft.com/office/drawing/2014/main" id="{BE9EBAD2-B6BA-4ACA-93C0-E172AEB63A0E}"/>
              </a:ext>
            </a:extLst>
          </p:cNvPr>
          <p:cNvSpPr txBox="1"/>
          <p:nvPr/>
        </p:nvSpPr>
        <p:spPr>
          <a:xfrm>
            <a:off x="3431014" y="5444556"/>
            <a:ext cx="53299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Think: An </a:t>
            </a:r>
            <a:r>
              <a:rPr lang="en-GB" sz="3200" b="1" i="1" dirty="0">
                <a:solidFill>
                  <a:srgbClr val="7030A0"/>
                </a:solidFill>
              </a:rPr>
              <a:t>array</a:t>
            </a:r>
            <a:r>
              <a:rPr lang="en-GB" sz="3200" b="1" dirty="0">
                <a:solidFill>
                  <a:srgbClr val="7030A0"/>
                </a:solidFill>
              </a:rPr>
              <a:t> of characters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14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13930969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5646312A-E3B2-4F22-B910-312355F92D6F}"/>
              </a:ext>
            </a:extLst>
          </p:cNvPr>
          <p:cNvSpPr/>
          <p:nvPr/>
        </p:nvSpPr>
        <p:spPr>
          <a:xfrm>
            <a:off x="7206654" y="4859294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438886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569862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02EDABEA-F160-4918-98F6-FA9D8938A541}"/>
              </a:ext>
            </a:extLst>
          </p:cNvPr>
          <p:cNvSpPr/>
          <p:nvPr/>
        </p:nvSpPr>
        <p:spPr>
          <a:xfrm>
            <a:off x="7832296" y="4732106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BA5F4D72-4401-430D-88EA-B709CAFF3DB8}"/>
              </a:ext>
            </a:extLst>
          </p:cNvPr>
          <p:cNvSpPr/>
          <p:nvPr/>
        </p:nvSpPr>
        <p:spPr>
          <a:xfrm>
            <a:off x="4515844" y="4732106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7BB33C6-A613-EE2A-C9BD-B6F67DB8F502}"/>
              </a:ext>
            </a:extLst>
          </p:cNvPr>
          <p:cNvSpPr txBox="1"/>
          <p:nvPr/>
        </p:nvSpPr>
        <p:spPr>
          <a:xfrm>
            <a:off x="2968338" y="5785715"/>
            <a:ext cx="62553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962929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  <p:bldP spid="5" grpId="0" animBg="1"/>
      <p:bldP spid="3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283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Callout: Bent Line with No Border 7">
            <a:extLst>
              <a:ext uri="{FF2B5EF4-FFF2-40B4-BE49-F238E27FC236}">
                <a16:creationId xmlns:a16="http://schemas.microsoft.com/office/drawing/2014/main" id="{1F8C218C-5664-7811-6EA1-9711998690C6}"/>
              </a:ext>
            </a:extLst>
          </p:cNvPr>
          <p:cNvSpPr/>
          <p:nvPr/>
        </p:nvSpPr>
        <p:spPr>
          <a:xfrm>
            <a:off x="4473804" y="4826697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 omitted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7CCC04E2-551F-44D1-9FB9-AFC861A9CF17}"/>
              </a:ext>
            </a:extLst>
          </p:cNvPr>
          <p:cNvSpPr txBox="1"/>
          <p:nvPr/>
        </p:nvSpPr>
        <p:spPr>
          <a:xfrm>
            <a:off x="4473804" y="6026347"/>
            <a:ext cx="32399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Start value = 0</a:t>
            </a:r>
          </a:p>
        </p:txBody>
      </p:sp>
    </p:spTree>
    <p:extLst>
      <p:ext uri="{BB962C8B-B14F-4D97-AF65-F5344CB8AC3E}">
        <p14:creationId xmlns:p14="http://schemas.microsoft.com/office/powerpoint/2010/main" val="765643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3" grpId="0" animBg="1"/>
      <p:bldP spid="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65052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5332CB2-0AF3-D45E-A0B6-F136520B1798}"/>
              </a:ext>
            </a:extLst>
          </p:cNvPr>
          <p:cNvSpPr txBox="1"/>
          <p:nvPr/>
        </p:nvSpPr>
        <p:spPr>
          <a:xfrm>
            <a:off x="2999510" y="5785716"/>
            <a:ext cx="61929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236895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3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05940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853050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7802263" y="564089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1514697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9" y="2367171"/>
            <a:ext cx="8853051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507956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-11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-4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-3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-2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478737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500"/>
                            </p:stCondLst>
                            <p:childTnLst>
                              <p:par>
                                <p:cTn id="4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8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sp>
        <p:nvSpPr>
          <p:cNvPr id="12" name="Callout: Line with No Border 11">
            <a:extLst>
              <a:ext uri="{FF2B5EF4-FFF2-40B4-BE49-F238E27FC236}">
                <a16:creationId xmlns:a16="http://schemas.microsoft.com/office/drawing/2014/main" id="{52226A47-3D24-4E25-819A-AA7547E560DC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3" name="Callout: Line with No Border 12">
            <a:extLst>
              <a:ext uri="{FF2B5EF4-FFF2-40B4-BE49-F238E27FC236}">
                <a16:creationId xmlns:a16="http://schemas.microsoft.com/office/drawing/2014/main" id="{D6C14A21-8AF8-40C2-A655-1B06E3DF300E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4" name="Callout: Line with No Border 13">
            <a:extLst>
              <a:ext uri="{FF2B5EF4-FFF2-40B4-BE49-F238E27FC236}">
                <a16:creationId xmlns:a16="http://schemas.microsoft.com/office/drawing/2014/main" id="{68F0D888-968A-4CDD-AB03-F02C133DC338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5" name="Callout: Line with No Border 14">
            <a:extLst>
              <a:ext uri="{FF2B5EF4-FFF2-40B4-BE49-F238E27FC236}">
                <a16:creationId xmlns:a16="http://schemas.microsoft.com/office/drawing/2014/main" id="{33EBF56C-BCE4-403C-ADEF-EAFFE4EC2F5E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6" name="Callout: Line with No Border 15">
            <a:extLst>
              <a:ext uri="{FF2B5EF4-FFF2-40B4-BE49-F238E27FC236}">
                <a16:creationId xmlns:a16="http://schemas.microsoft.com/office/drawing/2014/main" id="{B24ECF08-A6D9-4497-8F69-07CE5BB8041F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3056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914642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8103053" y="560553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2517025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913499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620501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Convert from character to ASCII</a:t>
            </a:r>
          </a:p>
          <a:p>
            <a:r>
              <a:rPr lang="en-GB" dirty="0"/>
              <a:t>Convert from ASCII to character</a:t>
            </a:r>
          </a:p>
          <a:p>
            <a:r>
              <a:rPr lang="en-GB" dirty="0"/>
              <a:t>Convert floating-point numbers to integers</a:t>
            </a:r>
          </a:p>
          <a:p>
            <a:r>
              <a:rPr lang="en-GB" dirty="0"/>
              <a:t>Describe, exemplify and implement modulus</a:t>
            </a:r>
          </a:p>
        </p:txBody>
      </p:sp>
    </p:spTree>
    <p:extLst>
      <p:ext uri="{BB962C8B-B14F-4D97-AF65-F5344CB8AC3E}">
        <p14:creationId xmlns:p14="http://schemas.microsoft.com/office/powerpoint/2010/main" val="198304127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249592" y="1972139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7" y="2008714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49591" y="3334278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"c"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"£"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163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Convert to ASCII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26135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4837215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872238" y="5416317"/>
            <a:ext cx="644753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 character to ASCII value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72047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80363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797670" y="5416317"/>
            <a:ext cx="659667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4314977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Character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ord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0713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65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95360" y="5222856"/>
            <a:ext cx="33052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56285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396675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78608" y="1972139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1816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578607" y="3334278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163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"£"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ASCII to character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69570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167" y="5911406"/>
            <a:ext cx="22944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4256083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18963" y="5416317"/>
            <a:ext cx="695408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an ASCII value to a character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3759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05364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454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18749" y="5416317"/>
            <a:ext cx="715452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65935621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3454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10222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chr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"a"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80120" y="5222856"/>
            <a:ext cx="33204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</p:spTree>
    <p:extLst>
      <p:ext uri="{BB962C8B-B14F-4D97-AF65-F5344CB8AC3E}">
        <p14:creationId xmlns:p14="http://schemas.microsoft.com/office/powerpoint/2010/main" val="1262159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32882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942094" y="2008715"/>
            <a:ext cx="145914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99.9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00457" y="3334278"/>
            <a:ext cx="12007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5.5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5356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241240" y="4659841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-1.059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91929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12431" y="5911406"/>
            <a:ext cx="1813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Real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24462" y="5911406"/>
            <a:ext cx="1801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39378659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90" y="5416317"/>
            <a:ext cx="443602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real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8850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128202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4337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913353" y="5416317"/>
            <a:ext cx="436529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56724962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Floating-point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int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6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Floating-point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3146001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52658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42610" y="4132699"/>
            <a:ext cx="293550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04789" y="5416317"/>
            <a:ext cx="698242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Returns the remainder from a division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41826A-CF9C-4989-9083-EC24C85EE8A9}"/>
              </a:ext>
            </a:extLst>
          </p:cNvPr>
          <p:cNvSpPr txBox="1"/>
          <p:nvPr/>
        </p:nvSpPr>
        <p:spPr>
          <a:xfrm>
            <a:off x="8530389" y="1299889"/>
            <a:ext cx="3290820" cy="707886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4000" b="1" dirty="0">
                <a:solidFill>
                  <a:srgbClr val="7030A0"/>
                </a:solidFill>
              </a:rPr>
              <a:t>13 </a:t>
            </a:r>
            <a:r>
              <a:rPr lang="pt-BR" sz="4000" b="1" dirty="0"/>
              <a:t>÷</a:t>
            </a:r>
            <a:r>
              <a:rPr lang="pt-BR" sz="4000" b="1" dirty="0">
                <a:solidFill>
                  <a:srgbClr val="7030A0"/>
                </a:solidFill>
              </a:rPr>
              <a:t> 5 </a:t>
            </a:r>
            <a:r>
              <a:rPr lang="pt-BR" sz="4000" b="1" dirty="0"/>
              <a:t>=</a:t>
            </a:r>
            <a:r>
              <a:rPr lang="pt-BR" sz="4000" b="1" dirty="0">
                <a:solidFill>
                  <a:srgbClr val="7030A0"/>
                </a:solidFill>
              </a:rPr>
              <a:t> 2 </a:t>
            </a:r>
            <a:r>
              <a:rPr lang="pt-BR" sz="4000" b="1" dirty="0"/>
              <a:t>r</a:t>
            </a:r>
            <a:r>
              <a:rPr lang="pt-BR" sz="4000" b="1" dirty="0">
                <a:solidFill>
                  <a:srgbClr val="7030A0"/>
                </a:solidFill>
              </a:rPr>
              <a:t> </a:t>
            </a:r>
            <a:r>
              <a:rPr lang="pt-BR" sz="4000" b="1" dirty="0">
                <a:solidFill>
                  <a:srgbClr val="FF000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35506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7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58214" y="5416317"/>
            <a:ext cx="687560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6936853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1425744" y="4837267"/>
            <a:ext cx="307786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6606"/>
              <a:gd name="adj5" fmla="val -43235"/>
              <a:gd name="adj6" fmla="val -167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Division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Remainder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3800015" y="2609428"/>
            <a:ext cx="2226716" cy="1356803"/>
            <a:chOff x="4725129" y="2391718"/>
            <a:chExt cx="2704005" cy="135680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5735392" y="2054779"/>
              <a:ext cx="683479" cy="270400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5391153" y="2391718"/>
              <a:ext cx="16666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Division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51861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7" grpId="0" animBg="1"/>
      <p:bldP spid="8" grpId="0"/>
      <p:bldP spid="9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77652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standard algorithms:</a:t>
            </a:r>
          </a:p>
          <a:p>
            <a:pPr lvl="1"/>
            <a:r>
              <a:rPr lang="en-GB" sz="2800" dirty="0"/>
              <a:t>linear search</a:t>
            </a:r>
          </a:p>
          <a:p>
            <a:pPr lvl="1"/>
            <a:r>
              <a:rPr lang="en-GB" sz="2800" dirty="0"/>
              <a:t>find minimum and maximum</a:t>
            </a:r>
          </a:p>
          <a:p>
            <a:pPr lvl="1"/>
            <a:r>
              <a:rPr lang="en-GB" sz="2800" dirty="0"/>
              <a:t>count occurrences</a:t>
            </a:r>
          </a:p>
        </p:txBody>
      </p:sp>
    </p:spTree>
    <p:extLst>
      <p:ext uri="{BB962C8B-B14F-4D97-AF65-F5344CB8AC3E}">
        <p14:creationId xmlns:p14="http://schemas.microsoft.com/office/powerpoint/2010/main" val="386115484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20027-F85B-37BC-5382-1AACF0BB5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E8E7B3-BE90-845C-9F30-F4228585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F8AD8-1ED3-DB18-D1D4-4FACDA1D9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found to False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 or until found is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Set found to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36E8A1-643E-A13C-B3DF-8586F549C29D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07827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127B2-A813-4432-2A7A-ED9E48AFC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16BE1A8-C3CA-21F4-675E-654448CF8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4C349F-ACCF-C4D0-04C5-E162BCEF5B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A749B7F-A9B4-4804-B8AF-4220974312E9}"/>
              </a:ext>
            </a:extLst>
          </p:cNvPr>
          <p:cNvSpPr/>
          <p:nvPr/>
        </p:nvSpPr>
        <p:spPr>
          <a:xfrm>
            <a:off x="4678268" y="2414528"/>
            <a:ext cx="1417732" cy="485083"/>
          </a:xfrm>
          <a:prstGeom prst="callout2">
            <a:avLst>
              <a:gd name="adj1" fmla="val 50566"/>
              <a:gd name="adj2" fmla="val 514"/>
              <a:gd name="adj3" fmla="val 52597"/>
              <a:gd name="adj4" fmla="val -114983"/>
              <a:gd name="adj5" fmla="val 106524"/>
              <a:gd name="adj6" fmla="val -1350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Flag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EE51F00C-B8E1-5F0A-04E5-4AE9AA4A9DAC}"/>
              </a:ext>
            </a:extLst>
          </p:cNvPr>
          <p:cNvSpPr/>
          <p:nvPr/>
        </p:nvSpPr>
        <p:spPr>
          <a:xfrm>
            <a:off x="5433918" y="4400896"/>
            <a:ext cx="31322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16690"/>
              <a:gd name="adj5" fmla="val -23072"/>
              <a:gd name="adj6" fmla="val -2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search for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C3D931-F43B-1614-EE8A-48F5B9554C83}"/>
              </a:ext>
            </a:extLst>
          </p:cNvPr>
          <p:cNvSpPr/>
          <p:nvPr/>
        </p:nvSpPr>
        <p:spPr>
          <a:xfrm>
            <a:off x="7675468" y="1340542"/>
            <a:ext cx="3132232" cy="485083"/>
          </a:xfrm>
          <a:prstGeom prst="callout2">
            <a:avLst>
              <a:gd name="adj1" fmla="val 49585"/>
              <a:gd name="adj2" fmla="val -18"/>
              <a:gd name="adj3" fmla="val 49325"/>
              <a:gd name="adj4" fmla="val -16994"/>
              <a:gd name="adj5" fmla="val 118306"/>
              <a:gd name="adj6" fmla="val -289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search</a:t>
            </a:r>
          </a:p>
        </p:txBody>
      </p:sp>
    </p:spTree>
    <p:extLst>
      <p:ext uri="{BB962C8B-B14F-4D97-AF65-F5344CB8AC3E}">
        <p14:creationId xmlns:p14="http://schemas.microsoft.com/office/powerpoint/2010/main" val="195889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ABB985B-A7D8-EF29-8A2C-8535F1922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A5518F5-3477-04BD-09BD-7A7BA54F4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5DF20D-F6AF-B8DA-FC53-05268ADD08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464558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5429D9-585C-F5EB-7A50-4D2D05F4022F}"/>
              </a:ext>
            </a:extLst>
          </p:cNvPr>
          <p:cNvSpPr txBox="1"/>
          <p:nvPr/>
        </p:nvSpPr>
        <p:spPr>
          <a:xfrm>
            <a:off x="7410450" y="3903405"/>
            <a:ext cx="449580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Will stop looping if search value found, or at end of array</a:t>
            </a:r>
          </a:p>
        </p:txBody>
      </p:sp>
    </p:spTree>
    <p:extLst>
      <p:ext uri="{BB962C8B-B14F-4D97-AF65-F5344CB8AC3E}">
        <p14:creationId xmlns:p14="http://schemas.microsoft.com/office/powerpoint/2010/main" val="3844814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7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ACD1614-11BF-B3B8-7AED-F70F610DD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FA614BA-45F0-E2A2-650E-83B717FB7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208C93-4CF9-9DED-C70A-6AA98A22C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13376517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==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CE1A51E-3F82-3AD1-8CB2-6C79475581CF}"/>
              </a:ext>
            </a:extLst>
          </p:cNvPr>
          <p:cNvSpPr/>
          <p:nvPr/>
        </p:nvSpPr>
        <p:spPr>
          <a:xfrm>
            <a:off x="4506818" y="1448146"/>
            <a:ext cx="1417732" cy="485083"/>
          </a:xfrm>
          <a:prstGeom prst="callout2">
            <a:avLst>
              <a:gd name="adj1" fmla="val 50076"/>
              <a:gd name="adj2" fmla="val -327"/>
              <a:gd name="adj3" fmla="val 50470"/>
              <a:gd name="adj4" fmla="val -47910"/>
              <a:gd name="adj5" fmla="val 103906"/>
              <a:gd name="adj6" fmla="val -767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374977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A70EE4B-C31B-22FE-E505-893DA47E6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EFA71C8-B946-287A-F634-36557ADCD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DF5874-FBC6-4C19-3BB2-89089A839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829747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maximum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Store first value as the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remaining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is bigger than maximum,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Store current value as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506FC4-1315-A160-3087-BDB7683CC0CC}"/>
              </a:ext>
            </a:extLst>
          </p:cNvPr>
          <p:cNvSpPr txBox="1"/>
          <p:nvPr/>
        </p:nvSpPr>
        <p:spPr>
          <a:xfrm>
            <a:off x="6238240" y="5908100"/>
            <a:ext cx="51155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1658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958E7E9-47BD-4932-9A33-7D87103BF3AA}"/>
              </a:ext>
            </a:extLst>
          </p:cNvPr>
          <p:cNvSpPr/>
          <p:nvPr/>
        </p:nvSpPr>
        <p:spPr>
          <a:xfrm>
            <a:off x="6962573" y="24334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52677"/>
              <a:gd name="adj6" fmla="val -409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First value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208F4821-DCA7-4182-B540-6A5D897B39F4}"/>
              </a:ext>
            </a:extLst>
          </p:cNvPr>
          <p:cNvSpPr/>
          <p:nvPr/>
        </p:nvSpPr>
        <p:spPr>
          <a:xfrm>
            <a:off x="7642047" y="3057385"/>
            <a:ext cx="2785421" cy="463905"/>
          </a:xfrm>
          <a:prstGeom prst="callout2">
            <a:avLst>
              <a:gd name="adj1" fmla="val 49585"/>
              <a:gd name="adj2" fmla="val -2678"/>
              <a:gd name="adj3" fmla="val 54122"/>
              <a:gd name="adj4" fmla="val -50921"/>
              <a:gd name="adj5" fmla="val 113965"/>
              <a:gd name="adj6" fmla="val -611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Second value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B8C24A-DF22-D8B4-79C3-2F928A19557F}"/>
              </a:ext>
            </a:extLst>
          </p:cNvPr>
          <p:cNvSpPr txBox="1"/>
          <p:nvPr/>
        </p:nvSpPr>
        <p:spPr>
          <a:xfrm>
            <a:off x="7449294" y="297656"/>
            <a:ext cx="459740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from second value to end of array</a:t>
            </a:r>
          </a:p>
        </p:txBody>
      </p:sp>
    </p:spTree>
    <p:extLst>
      <p:ext uri="{BB962C8B-B14F-4D97-AF65-F5344CB8AC3E}">
        <p14:creationId xmlns:p14="http://schemas.microsoft.com/office/powerpoint/2010/main" val="2118686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8" grpId="0" uiExpand="1" animBg="1"/>
      <p:bldP spid="9" grpId="0" uiExpand="1" animBg="1"/>
      <p:bldP spid="2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96259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C64EE-D30C-D6E7-24E9-C3B1A0E84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FD871AC-C30E-3013-CE64-FB1D56272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2F2364-A116-F269-DF48-E06833A23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count to zero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Add one to count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A73B82-8BD6-2D0F-FE7A-ABC7F68CC664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64616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A73B94B-BFD1-E87B-7AA0-7CDB29557638}"/>
              </a:ext>
            </a:extLst>
          </p:cNvPr>
          <p:cNvSpPr/>
          <p:nvPr/>
        </p:nvSpPr>
        <p:spPr>
          <a:xfrm>
            <a:off x="7694518" y="5359746"/>
            <a:ext cx="17987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26928"/>
              <a:gd name="adj5" fmla="val -21763"/>
              <a:gd name="adj6" fmla="val -424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Increment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472711-2FC8-1452-F693-5A2DCBC06AC0}"/>
              </a:ext>
            </a:extLst>
          </p:cNvPr>
          <p:cNvSpPr txBox="1"/>
          <p:nvPr/>
        </p:nvSpPr>
        <p:spPr>
          <a:xfrm>
            <a:off x="8318500" y="230188"/>
            <a:ext cx="3505944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for every value in array</a:t>
            </a:r>
          </a:p>
        </p:txBody>
      </p:sp>
    </p:spTree>
    <p:extLst>
      <p:ext uri="{BB962C8B-B14F-4D97-AF65-F5344CB8AC3E}">
        <p14:creationId xmlns:p14="http://schemas.microsoft.com/office/powerpoint/2010/main" val="3419363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  <p:bldP spid="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D934003-4A56-A6F9-C28E-BBD959A71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E5502E-D683-68F3-7097-4F4D32E1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91C02B-DB34-E7B0-B4E5-4793982C34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2055710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open / create</a:t>
            </a:r>
          </a:p>
          <a:p>
            <a:pPr lvl="1"/>
            <a:r>
              <a:rPr lang="en-GB" sz="2800" dirty="0"/>
              <a:t>read / 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257088554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Write to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Open / create a file</a:t>
            </a:r>
          </a:p>
          <a:p>
            <a:r>
              <a:rPr lang="en-GB" dirty="0"/>
              <a:t>Write the data to the file</a:t>
            </a:r>
          </a:p>
          <a:p>
            <a:r>
              <a:rPr lang="en-GB" dirty="0"/>
              <a:t>Close the connection to the file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Read from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Open a connection to a file</a:t>
            </a:r>
          </a:p>
          <a:p>
            <a:r>
              <a:rPr lang="en-GB" dirty="0"/>
              <a:t>Read the data from the file</a:t>
            </a:r>
          </a:p>
          <a:p>
            <a:r>
              <a:rPr lang="en-GB" dirty="0"/>
              <a:t>Close the connection to the file</a:t>
            </a:r>
          </a:p>
          <a:p>
            <a:endParaRPr lang="en-GB" dirty="0"/>
          </a:p>
        </p:txBody>
      </p:sp>
      <p:sp>
        <p:nvSpPr>
          <p:cNvPr id="12" name="TextBox 11"/>
          <p:cNvSpPr txBox="1"/>
          <p:nvPr/>
        </p:nvSpPr>
        <p:spPr>
          <a:xfrm>
            <a:off x="2952231" y="5055325"/>
            <a:ext cx="62875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(read / written) is a string</a:t>
            </a:r>
          </a:p>
          <a:p>
            <a:pPr algn="ctr"/>
            <a:r>
              <a:rPr lang="en-GB" sz="2800" dirty="0"/>
              <a:t>(just like the keyboard)</a:t>
            </a:r>
          </a:p>
        </p:txBody>
      </p:sp>
    </p:spTree>
    <p:extLst>
      <p:ext uri="{BB962C8B-B14F-4D97-AF65-F5344CB8AC3E}">
        <p14:creationId xmlns:p14="http://schemas.microsoft.com/office/powerpoint/2010/main" val="1456227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9" grpId="0" build="p"/>
      <p:bldP spid="10" grpId="0" build="p"/>
      <p:bldP spid="11" grpId="0" build="p"/>
      <p:bldP spid="12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Write to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                               a file</a:t>
            </a:r>
          </a:p>
          <a:p>
            <a:r>
              <a:rPr lang="en-GB" dirty="0"/>
              <a:t>             the data to the file</a:t>
            </a:r>
          </a:p>
          <a:p>
            <a:r>
              <a:rPr lang="en-GB" dirty="0"/>
              <a:t>             the connection to the file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Read from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             a connection to a file</a:t>
            </a:r>
          </a:p>
          <a:p>
            <a:r>
              <a:rPr lang="en-GB" dirty="0"/>
              <a:t>             the data from the file</a:t>
            </a:r>
          </a:p>
          <a:p>
            <a:r>
              <a:rPr lang="en-GB" dirty="0"/>
              <a:t>             the connection to the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83427" y="5055325"/>
            <a:ext cx="70251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                               ) is a string</a:t>
            </a:r>
          </a:p>
        </p:txBody>
      </p:sp>
    </p:spTree>
    <p:extLst>
      <p:ext uri="{BB962C8B-B14F-4D97-AF65-F5344CB8AC3E}">
        <p14:creationId xmlns:p14="http://schemas.microsoft.com/office/powerpoint/2010/main" val="381523380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create</a:t>
            </a:r>
          </a:p>
          <a:p>
            <a:pPr lvl="1"/>
            <a:r>
              <a:rPr lang="en-GB" sz="2800" dirty="0"/>
              <a:t>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79979333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481342" y="5074026"/>
            <a:ext cx="4471868" cy="431321"/>
          </a:xfrm>
          <a:prstGeom prst="callout2">
            <a:avLst>
              <a:gd name="adj1" fmla="val 50541"/>
              <a:gd name="adj2" fmla="val -92"/>
              <a:gd name="adj3" fmla="val 49989"/>
              <a:gd name="adj4" fmla="val -13346"/>
              <a:gd name="adj5" fmla="val -63395"/>
              <a:gd name="adj6" fmla="val -194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&amp; finish writing to file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9026346" y="2478840"/>
            <a:ext cx="1967554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28877"/>
              <a:gd name="adj5" fmla="val -22470"/>
              <a:gd name="adj6" fmla="val -490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Write mode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(Create)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9883517-6FF7-4EB0-9AB0-592F52CF09BC}"/>
              </a:ext>
            </a:extLst>
          </p:cNvPr>
          <p:cNvSpPr/>
          <p:nvPr/>
        </p:nvSpPr>
        <p:spPr>
          <a:xfrm>
            <a:off x="7081435" y="860844"/>
            <a:ext cx="3620432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18275"/>
              <a:gd name="adj5" fmla="val 135332"/>
              <a:gd name="adj6" fmla="val -301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 &amp; type (</a:t>
            </a:r>
            <a:r>
              <a:rPr lang="en-GB" sz="2800" b="1" dirty="0">
                <a:solidFill>
                  <a:srgbClr val="FF0000"/>
                </a:solidFill>
              </a:rPr>
              <a:t>csv</a:t>
            </a:r>
            <a:r>
              <a:rPr lang="en-GB" sz="2800" b="1" dirty="0">
                <a:solidFill>
                  <a:srgbClr val="7030A0"/>
                </a:solidFill>
              </a:rPr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6B1460-4B6F-4EDC-0A27-D3CCFE497E3B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132077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2" grpId="0" uiExpand="1" build="p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</p:spTree>
    <p:extLst>
      <p:ext uri="{BB962C8B-B14F-4D97-AF65-F5344CB8AC3E}">
        <p14:creationId xmlns:p14="http://schemas.microsoft.com/office/powerpoint/2010/main" val="2483932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  <p:sp>
        <p:nvSpPr>
          <p:cNvPr id="9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13073" y="4001294"/>
            <a:ext cx="196755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32508"/>
              <a:gd name="adj5" fmla="val -21767"/>
              <a:gd name="adj6" fmla="val -583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New line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1FE8654A-7AA3-4CFE-8E43-920214FDBA0E}"/>
              </a:ext>
            </a:extLst>
          </p:cNvPr>
          <p:cNvSpPr txBox="1"/>
          <p:nvPr/>
        </p:nvSpPr>
        <p:spPr>
          <a:xfrm>
            <a:off x="4566783" y="5908100"/>
            <a:ext cx="30584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  <a:latin typeface="Consolas" panose="020B0609020204030204" pitchFamily="49" charset="0"/>
              </a:rPr>
              <a:t>\n </a:t>
            </a:r>
            <a:r>
              <a:rPr lang="en-GB" sz="3200" b="1" dirty="0">
                <a:solidFill>
                  <a:srgbClr val="7030A0"/>
                </a:solidFill>
              </a:rPr>
              <a:t>= New line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F99AB6-0230-47B0-BA58-ED6EDC8E53B3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2577301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9" grpId="0" animBg="1"/>
      <p:bldP spid="5" grpId="0"/>
      <p:bldP spid="6" grpId="0" uiExpand="1" build="p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</p:spTree>
    <p:extLst>
      <p:ext uri="{BB962C8B-B14F-4D97-AF65-F5344CB8AC3E}">
        <p14:creationId xmlns:p14="http://schemas.microsoft.com/office/powerpoint/2010/main" val="30759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(1)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71987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(1)</a:t>
            </a:r>
          </a:p>
        </p:txBody>
      </p:sp>
    </p:spTree>
    <p:extLst>
      <p:ext uri="{BB962C8B-B14F-4D97-AF65-F5344CB8AC3E}">
        <p14:creationId xmlns:p14="http://schemas.microsoft.com/office/powerpoint/2010/main" val="2581650874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(2)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395973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(2)</a:t>
            </a:r>
          </a:p>
        </p:txBody>
      </p:sp>
    </p:spTree>
    <p:extLst>
      <p:ext uri="{BB962C8B-B14F-4D97-AF65-F5344CB8AC3E}">
        <p14:creationId xmlns:p14="http://schemas.microsoft.com/office/powerpoint/2010/main" val="117796866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(4)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EDF525-8233-4863-80FA-1DD393D57035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71084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280" y="1825624"/>
            <a:ext cx="1162812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"example6.csv"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text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(6)</a:t>
            </a:r>
          </a:p>
        </p:txBody>
      </p:sp>
    </p:spTree>
    <p:extLst>
      <p:ext uri="{BB962C8B-B14F-4D97-AF65-F5344CB8AC3E}">
        <p14:creationId xmlns:p14="http://schemas.microsoft.com/office/powerpoint/2010/main" val="3835580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Walking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https://mrfriendcs.github.io/h-cs/sdd/H-SDD-Walking/</a:t>
            </a:r>
          </a:p>
        </p:txBody>
      </p:sp>
    </p:spTree>
    <p:extLst>
      <p:ext uri="{BB962C8B-B14F-4D97-AF65-F5344CB8AC3E}">
        <p14:creationId xmlns:p14="http://schemas.microsoft.com/office/powerpoint/2010/main" val="2517065374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parallel 1D arrays</a:t>
            </a:r>
          </a:p>
        </p:txBody>
      </p:sp>
    </p:spTree>
    <p:extLst>
      <p:ext uri="{BB962C8B-B14F-4D97-AF65-F5344CB8AC3E}">
        <p14:creationId xmlns:p14="http://schemas.microsoft.com/office/powerpoint/2010/main" val="309796935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231294"/>
              </p:ext>
            </p:extLst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936709" y="3298249"/>
            <a:ext cx="4036554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  <a:p>
            <a:r>
              <a:rPr lang="en-GB" sz="2800" dirty="0">
                <a:solidFill>
                  <a:srgbClr val="7030A0"/>
                </a:solidFill>
              </a:rPr>
              <a:t>Data is related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467588" y="6075361"/>
            <a:ext cx="5256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8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370988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3580204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20786" y="2736502"/>
            <a:ext cx="4036554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  <a:p>
            <a:r>
              <a:rPr lang="en-GB" sz="2800" dirty="0">
                <a:solidFill>
                  <a:srgbClr val="7030A0"/>
                </a:solidFill>
              </a:rPr>
              <a:t>Data is related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1383574" y="2261400"/>
            <a:ext cx="0" cy="234000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reeform 10"/>
          <p:cNvSpPr/>
          <p:nvPr/>
        </p:nvSpPr>
        <p:spPr>
          <a:xfrm>
            <a:off x="3235721" y="2261400"/>
            <a:ext cx="731468" cy="2340000"/>
          </a:xfrm>
          <a:custGeom>
            <a:avLst/>
            <a:gdLst>
              <a:gd name="connsiteX0" fmla="*/ 384174 w 731468"/>
              <a:gd name="connsiteY0" fmla="*/ 0 h 2331720"/>
              <a:gd name="connsiteX1" fmla="*/ 719454 w 731468"/>
              <a:gd name="connsiteY1" fmla="*/ 929640 h 2331720"/>
              <a:gd name="connsiteX2" fmla="*/ 3174 w 731468"/>
              <a:gd name="connsiteY2" fmla="*/ 1584960 h 2331720"/>
              <a:gd name="connsiteX3" fmla="*/ 506094 w 731468"/>
              <a:gd name="connsiteY3" fmla="*/ 2331720 h 233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1468" h="2331720">
                <a:moveTo>
                  <a:pt x="384174" y="0"/>
                </a:moveTo>
                <a:cubicBezTo>
                  <a:pt x="583564" y="332740"/>
                  <a:pt x="782954" y="665480"/>
                  <a:pt x="719454" y="929640"/>
                </a:cubicBezTo>
                <a:cubicBezTo>
                  <a:pt x="655954" y="1193800"/>
                  <a:pt x="38734" y="1351280"/>
                  <a:pt x="3174" y="1584960"/>
                </a:cubicBezTo>
                <a:cubicBezTo>
                  <a:pt x="-32386" y="1818640"/>
                  <a:pt x="236854" y="2075180"/>
                  <a:pt x="506094" y="2331720"/>
                </a:cubicBezTo>
              </a:path>
            </a:pathLst>
          </a:custGeom>
          <a:noFill/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62AB78-4731-491C-A725-B8876DBFBBAF}"/>
              </a:ext>
            </a:extLst>
          </p:cNvPr>
          <p:cNvSpPr txBox="1"/>
          <p:nvPr/>
        </p:nvSpPr>
        <p:spPr>
          <a:xfrm>
            <a:off x="2833087" y="6089518"/>
            <a:ext cx="65258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csv: </a:t>
            </a:r>
            <a:r>
              <a:rPr lang="en-GB" sz="2800" dirty="0">
                <a:solidFill>
                  <a:srgbClr val="7030A0"/>
                </a:solidFill>
              </a:rPr>
              <a:t>a text file with a different file extension</a:t>
            </a:r>
          </a:p>
        </p:txBody>
      </p:sp>
    </p:spTree>
    <p:extLst>
      <p:ext uri="{BB962C8B-B14F-4D97-AF65-F5344CB8AC3E}">
        <p14:creationId xmlns:p14="http://schemas.microsoft.com/office/powerpoint/2010/main" val="2802556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1" grpId="0" animBg="1"/>
      <p:bldP spid="7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</p:spTree>
    <p:extLst>
      <p:ext uri="{BB962C8B-B14F-4D97-AF65-F5344CB8AC3E}">
        <p14:creationId xmlns:p14="http://schemas.microsoft.com/office/powerpoint/2010/main" val="1197381379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"Pete"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750836" y="5592188"/>
            <a:ext cx="86903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Parallel arrays have the same number of elements</a:t>
            </a:r>
          </a:p>
        </p:txBody>
      </p:sp>
      <p:sp>
        <p:nvSpPr>
          <p:cNvPr id="5" name="Multiply 4"/>
          <p:cNvSpPr/>
          <p:nvPr/>
        </p:nvSpPr>
        <p:spPr>
          <a:xfrm>
            <a:off x="9721164" y="2389456"/>
            <a:ext cx="1440000" cy="1440000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642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names[index] +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 is 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text = text +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3600" dirty="0"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Traverse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Practise Data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https://mrfriendcs.github.io/h-cs/sdd/H-SDD-Parallel/</a:t>
            </a:r>
          </a:p>
        </p:txBody>
      </p:sp>
    </p:spTree>
    <p:extLst>
      <p:ext uri="{BB962C8B-B14F-4D97-AF65-F5344CB8AC3E}">
        <p14:creationId xmlns:p14="http://schemas.microsoft.com/office/powerpoint/2010/main" val="2069178594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Countries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https://mrfriendcs.github.io/h-cs/sdd/H-SDD-Countries/</a:t>
            </a:r>
          </a:p>
        </p:txBody>
      </p:sp>
    </p:spTree>
    <p:extLst>
      <p:ext uri="{BB962C8B-B14F-4D97-AF65-F5344CB8AC3E}">
        <p14:creationId xmlns:p14="http://schemas.microsoft.com/office/powerpoint/2010/main" val="211793397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file handling using:</a:t>
            </a:r>
          </a:p>
          <a:p>
            <a:pPr lvl="1"/>
            <a:r>
              <a:rPr lang="en-GB" sz="3200" dirty="0"/>
              <a:t>open</a:t>
            </a:r>
          </a:p>
          <a:p>
            <a:pPr lvl="1"/>
            <a:r>
              <a:rPr lang="en-GB" sz="3200" dirty="0"/>
              <a:t>read</a:t>
            </a:r>
          </a:p>
          <a:p>
            <a:pPr lvl="1"/>
            <a:r>
              <a:rPr lang="en-GB" sz="32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58069241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776396" y="2539801"/>
            <a:ext cx="1619892" cy="862642"/>
          </a:xfrm>
          <a:prstGeom prst="callout2">
            <a:avLst>
              <a:gd name="adj1" fmla="val 50542"/>
              <a:gd name="adj2" fmla="val -481"/>
              <a:gd name="adj3" fmla="val 50541"/>
              <a:gd name="adj4" fmla="val -31332"/>
              <a:gd name="adj5" fmla="val -23460"/>
              <a:gd name="adj6" fmla="val -594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214752" y="3876881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38981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entire file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1E4F0FA-641B-7BBB-4A91-53AF18F36B37}"/>
              </a:ext>
            </a:extLst>
          </p:cNvPr>
          <p:cNvSpPr/>
          <p:nvPr/>
        </p:nvSpPr>
        <p:spPr>
          <a:xfrm>
            <a:off x="10078677" y="2566358"/>
            <a:ext cx="1919929" cy="862642"/>
          </a:xfrm>
          <a:prstGeom prst="callout2">
            <a:avLst>
              <a:gd name="adj1" fmla="val 49806"/>
              <a:gd name="adj2" fmla="val 337"/>
              <a:gd name="adj3" fmla="val 49805"/>
              <a:gd name="adj4" fmla="val -25502"/>
              <a:gd name="adj5" fmla="val -21767"/>
              <a:gd name="adj6" fmla="val -486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mode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DD7CFB5D-8D75-BBA7-21D4-45F85FBF6B79}"/>
              </a:ext>
            </a:extLst>
          </p:cNvPr>
          <p:cNvSpPr/>
          <p:nvPr/>
        </p:nvSpPr>
        <p:spPr>
          <a:xfrm>
            <a:off x="4704202" y="6311900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41395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file</a:t>
            </a:r>
          </a:p>
        </p:txBody>
      </p:sp>
    </p:spTree>
    <p:extLst>
      <p:ext uri="{BB962C8B-B14F-4D97-AF65-F5344CB8AC3E}">
        <p14:creationId xmlns:p14="http://schemas.microsoft.com/office/powerpoint/2010/main" val="3802701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</p:spTree>
    <p:extLst>
      <p:ext uri="{BB962C8B-B14F-4D97-AF65-F5344CB8AC3E}">
        <p14:creationId xmlns:p14="http://schemas.microsoft.com/office/powerpoint/2010/main" val="3075148250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329802" y="4789036"/>
            <a:ext cx="2905767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-22871"/>
              <a:gd name="adj6" fmla="val -308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a single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C2EA3EC2-0EA3-52F8-BE2F-82AE8846A15B}"/>
              </a:ext>
            </a:extLst>
          </p:cNvPr>
          <p:cNvSpPr/>
          <p:nvPr/>
        </p:nvSpPr>
        <p:spPr>
          <a:xfrm>
            <a:off x="7598801" y="3393801"/>
            <a:ext cx="3754999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13265"/>
              <a:gd name="adj6" fmla="val -2029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of rows to read</a:t>
            </a:r>
          </a:p>
        </p:txBody>
      </p:sp>
    </p:spTree>
    <p:extLst>
      <p:ext uri="{BB962C8B-B14F-4D97-AF65-F5344CB8AC3E}">
        <p14:creationId xmlns:p14="http://schemas.microsoft.com/office/powerpoint/2010/main" val="1426775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</p:spTree>
    <p:extLst>
      <p:ext uri="{BB962C8B-B14F-4D97-AF65-F5344CB8AC3E}">
        <p14:creationId xmlns:p14="http://schemas.microsoft.com/office/powerpoint/2010/main" val="1692260887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61883" y="3810513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-69164"/>
              <a:gd name="adj6" fmla="val -40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259674" y="4819065"/>
            <a:ext cx="5618108" cy="829844"/>
          </a:xfrm>
          <a:prstGeom prst="callout2">
            <a:avLst>
              <a:gd name="adj1" fmla="val 49990"/>
              <a:gd name="adj2" fmla="val -67"/>
              <a:gd name="adj3" fmla="val 50876"/>
              <a:gd name="adj4" fmla="val -13227"/>
              <a:gd name="adj5" fmla="val -5106"/>
              <a:gd name="adj6" fmla="val -169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Leading and trailing whitespace and non-printing characters removed 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839BE1AD-091F-48F2-B203-ACCF688B1848}"/>
              </a:ext>
            </a:extLst>
          </p:cNvPr>
          <p:cNvSpPr/>
          <p:nvPr/>
        </p:nvSpPr>
        <p:spPr>
          <a:xfrm>
            <a:off x="6512951" y="2171088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12608"/>
              <a:gd name="adj6" fmla="val -99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894983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</p:spTree>
    <p:extLst>
      <p:ext uri="{BB962C8B-B14F-4D97-AF65-F5344CB8AC3E}">
        <p14:creationId xmlns:p14="http://schemas.microsoft.com/office/powerpoint/2010/main" val="4043431165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54628" y="2003312"/>
            <a:ext cx="31795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  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151808" y="1998323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108368" y="3323887"/>
            <a:ext cx="2725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   123"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141419" y="3334277"/>
            <a:ext cx="250926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"123"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38200" y="4659841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 Bye  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151806" y="4649449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"Bye"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058723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Strip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121143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150626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3701465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04491" y="2379807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146478"/>
              <a:gd name="adj6" fmla="val -463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657502" y="4931032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 of strings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EFAC910-A8C7-33C9-36B7-2120EE1CDF72}"/>
              </a:ext>
            </a:extLst>
          </p:cNvPr>
          <p:cNvSpPr/>
          <p:nvPr/>
        </p:nvSpPr>
        <p:spPr>
          <a:xfrm>
            <a:off x="7952971" y="3690061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Where to split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448DFDA-C240-45D3-A110-E175FA4E5745}"/>
              </a:ext>
            </a:extLst>
          </p:cNvPr>
          <p:cNvSpPr/>
          <p:nvPr/>
        </p:nvSpPr>
        <p:spPr>
          <a:xfrm>
            <a:off x="6548900" y="1783619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90431"/>
              <a:gd name="adj6" fmla="val -1205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3829790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</p:spTree>
    <p:extLst>
      <p:ext uri="{BB962C8B-B14F-4D97-AF65-F5344CB8AC3E}">
        <p14:creationId xmlns:p14="http://schemas.microsoft.com/office/powerpoint/2010/main" val="745160305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76306" y="2013703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A,B,C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7573385" y="2008714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A","B","C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"]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876306" y="3334278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"1,2,3"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7562996" y="3344668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["1","2","3"]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59777" y="4670232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0.9,9.4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7573383" y="4659840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["0.9","9.4"]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76306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69" y="5911406"/>
            <a:ext cx="38682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Array of strings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Split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82135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43302402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6314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C9C1C709-4D47-F58B-E061-28DF9D479173}"/>
              </a:ext>
            </a:extLst>
          </p:cNvPr>
          <p:cNvSpPr/>
          <p:nvPr/>
        </p:nvSpPr>
        <p:spPr>
          <a:xfrm>
            <a:off x="7287508" y="4763709"/>
            <a:ext cx="3517775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16188"/>
              <a:gd name="adj6" fmla="val -344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 array of strings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FFCF916D-B844-E035-FB33-215F6E9169BF}"/>
              </a:ext>
            </a:extLst>
          </p:cNvPr>
          <p:cNvSpPr/>
          <p:nvPr/>
        </p:nvSpPr>
        <p:spPr>
          <a:xfrm>
            <a:off x="8287379" y="3402278"/>
            <a:ext cx="2635574" cy="862642"/>
          </a:xfrm>
          <a:prstGeom prst="callout2">
            <a:avLst>
              <a:gd name="adj1" fmla="val 51278"/>
              <a:gd name="adj2" fmla="val -295"/>
              <a:gd name="adj3" fmla="val 52495"/>
              <a:gd name="adj4" fmla="val -42571"/>
              <a:gd name="adj5" fmla="val 86323"/>
              <a:gd name="adj6" fmla="val -5158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 at commas</a:t>
            </a:r>
          </a:p>
        </p:txBody>
      </p:sp>
    </p:spTree>
    <p:extLst>
      <p:ext uri="{BB962C8B-B14F-4D97-AF65-F5344CB8AC3E}">
        <p14:creationId xmlns:p14="http://schemas.microsoft.com/office/powerpoint/2010/main" val="1117637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7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.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489710584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7795338" y="5105996"/>
            <a:ext cx="1903471" cy="862642"/>
          </a:xfrm>
          <a:prstGeom prst="callout2">
            <a:avLst>
              <a:gd name="adj1" fmla="val 49854"/>
              <a:gd name="adj2" fmla="val 100428"/>
              <a:gd name="adj3" fmla="val 50016"/>
              <a:gd name="adj4" fmla="val 120470"/>
              <a:gd name="adj5" fmla="val -11133"/>
              <a:gd name="adj6" fmla="val 1279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Removes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whitespace</a:t>
            </a:r>
          </a:p>
        </p:txBody>
      </p:sp>
    </p:spTree>
    <p:extLst>
      <p:ext uri="{BB962C8B-B14F-4D97-AF65-F5344CB8AC3E}">
        <p14:creationId xmlns:p14="http://schemas.microsoft.com/office/powerpoint/2010/main" val="26721427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A71A9-46AA-E8B0-550C-15560E560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7CAA0AB-71B4-2551-B2BC-2E8359775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BEABD4-FA7B-4812-9FFD-2B43F59335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2590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429D9D-B17C-D7EE-9BCC-229EB4D76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17C408B-7D9A-D040-05F7-2D6CC30D4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E14897-4D3E-7E96-8CA3-33BF97F4A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3C1CED58-7D33-14B9-215F-9BF9E29D8D2F}"/>
              </a:ext>
            </a:extLst>
          </p:cNvPr>
          <p:cNvSpPr/>
          <p:nvPr/>
        </p:nvSpPr>
        <p:spPr>
          <a:xfrm>
            <a:off x="10472669" y="5265420"/>
            <a:ext cx="1384052" cy="1282700"/>
          </a:xfrm>
          <a:prstGeom prst="callout2">
            <a:avLst>
              <a:gd name="adj1" fmla="val 473"/>
              <a:gd name="adj2" fmla="val -593"/>
              <a:gd name="adj3" fmla="val -44083"/>
              <a:gd name="adj4" fmla="val -311"/>
              <a:gd name="adj5" fmla="val -54802"/>
              <a:gd name="adj6" fmla="val -2230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strings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193012EF-BB2A-BBC4-FC37-7DF74E6982FF}"/>
              </a:ext>
            </a:extLst>
          </p:cNvPr>
          <p:cNvSpPr/>
          <p:nvPr/>
        </p:nvSpPr>
        <p:spPr>
          <a:xfrm>
            <a:off x="10521309" y="2705504"/>
            <a:ext cx="1493213" cy="1252134"/>
          </a:xfrm>
          <a:prstGeom prst="callout2">
            <a:avLst>
              <a:gd name="adj1" fmla="val 100686"/>
              <a:gd name="adj2" fmla="val 407"/>
              <a:gd name="adj3" fmla="val 115328"/>
              <a:gd name="adj4" fmla="val 248"/>
              <a:gd name="adj5" fmla="val 124219"/>
              <a:gd name="adj6" fmla="val -2352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commas</a:t>
            </a:r>
          </a:p>
        </p:txBody>
      </p:sp>
    </p:spTree>
    <p:extLst>
      <p:ext uri="{BB962C8B-B14F-4D97-AF65-F5344CB8AC3E}">
        <p14:creationId xmlns:p14="http://schemas.microsoft.com/office/powerpoint/2010/main" val="6338789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A83387-5AE9-CBA0-98AF-B8C63BDA8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01A076-38E4-A3FE-208E-438363498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D5FBB2-B33A-9334-5E60-E0F6A8E48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72292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753935" y="531432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21767"/>
              <a:gd name="adj6" fmla="val -405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next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5986377" y="286947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40425"/>
              <a:gd name="adj5" fmla="val 80700"/>
              <a:gd name="adj6" fmla="val -487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True, if line read</a:t>
            </a:r>
          </a:p>
        </p:txBody>
      </p:sp>
    </p:spTree>
    <p:extLst>
      <p:ext uri="{BB962C8B-B14F-4D97-AF65-F5344CB8AC3E}">
        <p14:creationId xmlns:p14="http://schemas.microsoft.com/office/powerpoint/2010/main" val="458947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98536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records</a:t>
            </a:r>
          </a:p>
          <a:p>
            <a:r>
              <a:rPr lang="en-GB" sz="2800" dirty="0"/>
              <a:t>Describe, exemplify and implement arrays of records </a:t>
            </a:r>
          </a:p>
        </p:txBody>
      </p:sp>
    </p:spTree>
    <p:extLst>
      <p:ext uri="{BB962C8B-B14F-4D97-AF65-F5344CB8AC3E}">
        <p14:creationId xmlns:p14="http://schemas.microsoft.com/office/powerpoint/2010/main" val="4284783190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- Revision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348717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758597" y="6075361"/>
            <a:ext cx="4674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4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906495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>
            <a:cxnSpLocks/>
          </p:cNvCxnSpPr>
          <p:nvPr/>
        </p:nvCxnSpPr>
        <p:spPr>
          <a:xfrm>
            <a:off x="1353285" y="3353413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>
            <a:cxnSpLocks/>
          </p:cNvCxnSpPr>
          <p:nvPr/>
        </p:nvCxnSpPr>
        <p:spPr>
          <a:xfrm>
            <a:off x="1353285" y="421777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cxnSpLocks/>
          </p:cNvCxnSpPr>
          <p:nvPr/>
        </p:nvCxnSpPr>
        <p:spPr>
          <a:xfrm>
            <a:off x="1353285" y="5000365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283526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Related items of data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2667978" y="6070111"/>
            <a:ext cx="68560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 of Records: </a:t>
            </a:r>
            <a:r>
              <a:rPr lang="en-GB" sz="2400" dirty="0">
                <a:solidFill>
                  <a:srgbClr val="7030A0"/>
                </a:solidFill>
              </a:rPr>
              <a:t>used to hold more than 1 record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F33892E-A36E-47F8-A248-A37215353470}"/>
              </a:ext>
            </a:extLst>
          </p:cNvPr>
          <p:cNvCxnSpPr>
            <a:cxnSpLocks/>
          </p:cNvCxnSpPr>
          <p:nvPr/>
        </p:nvCxnSpPr>
        <p:spPr>
          <a:xfrm>
            <a:off x="1353285" y="587040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7164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5045065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4ED02BE-AD7E-412A-A83A-702DE77E5156}"/>
              </a:ext>
            </a:extLst>
          </p:cNvPr>
          <p:cNvSpPr/>
          <p:nvPr/>
        </p:nvSpPr>
        <p:spPr>
          <a:xfrm>
            <a:off x="342901" y="6136438"/>
            <a:ext cx="1863636" cy="463905"/>
          </a:xfrm>
          <a:prstGeom prst="callout2">
            <a:avLst>
              <a:gd name="adj1" fmla="val 51124"/>
              <a:gd name="adj2" fmla="val 100316"/>
              <a:gd name="adj3" fmla="val 52918"/>
              <a:gd name="adj4" fmla="val 122868"/>
              <a:gd name="adj5" fmla="val 12503"/>
              <a:gd name="adj6" fmla="val 13536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field name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42215BD-0F6F-40B3-9355-2CADF4251B4D}"/>
              </a:ext>
            </a:extLst>
          </p:cNvPr>
          <p:cNvSpPr/>
          <p:nvPr/>
        </p:nvSpPr>
        <p:spPr>
          <a:xfrm>
            <a:off x="6139320" y="61364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3955"/>
              <a:gd name="adj6" fmla="val -554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72950DBA-CBBD-4D67-AFB5-C4B28864A134}"/>
              </a:ext>
            </a:extLst>
          </p:cNvPr>
          <p:cNvSpPr/>
          <p:nvPr/>
        </p:nvSpPr>
        <p:spPr>
          <a:xfrm>
            <a:off x="5002253" y="2475402"/>
            <a:ext cx="3145912" cy="404813"/>
          </a:xfrm>
          <a:prstGeom prst="callout2">
            <a:avLst>
              <a:gd name="adj1" fmla="val 52750"/>
              <a:gd name="adj2" fmla="val -2245"/>
              <a:gd name="adj3" fmla="val 53926"/>
              <a:gd name="adj4" fmla="val -21684"/>
              <a:gd name="adj5" fmla="val 138893"/>
              <a:gd name="adj6" fmla="val -417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decorator - Python</a:t>
            </a:r>
          </a:p>
        </p:txBody>
      </p:sp>
      <p:sp>
        <p:nvSpPr>
          <p:cNvPr id="8" name="Callout: Line with No Border 7">
            <a:extLst>
              <a:ext uri="{FF2B5EF4-FFF2-40B4-BE49-F238E27FC236}">
                <a16:creationId xmlns:a16="http://schemas.microsoft.com/office/drawing/2014/main" id="{E133D613-C835-4E92-9C28-72C1031D7A31}"/>
              </a:ext>
            </a:extLst>
          </p:cNvPr>
          <p:cNvSpPr/>
          <p:nvPr/>
        </p:nvSpPr>
        <p:spPr>
          <a:xfrm>
            <a:off x="9199886" y="861409"/>
            <a:ext cx="2051050" cy="612648"/>
          </a:xfrm>
          <a:prstGeom prst="callout1">
            <a:avLst>
              <a:gd name="adj1" fmla="val 52371"/>
              <a:gd name="adj2" fmla="val -245"/>
              <a:gd name="adj3" fmla="val 106059"/>
              <a:gd name="adj4" fmla="val -782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import code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811B7CE-1D17-1179-994F-0605D4762274}"/>
              </a:ext>
            </a:extLst>
          </p:cNvPr>
          <p:cNvSpPr/>
          <p:nvPr/>
        </p:nvSpPr>
        <p:spPr>
          <a:xfrm>
            <a:off x="7663319" y="5303012"/>
            <a:ext cx="2133823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111519"/>
              <a:gd name="adj6" fmla="val -517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0C286765-4C98-85D7-5366-7BB3B4C18559}"/>
              </a:ext>
            </a:extLst>
          </p:cNvPr>
          <p:cNvSpPr/>
          <p:nvPr/>
        </p:nvSpPr>
        <p:spPr>
          <a:xfrm>
            <a:off x="9958845" y="45743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12168"/>
              <a:gd name="adj6" fmla="val -468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docstring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382E824D-7C3E-1FB6-59A7-317202192D15}"/>
              </a:ext>
            </a:extLst>
          </p:cNvPr>
          <p:cNvSpPr/>
          <p:nvPr/>
        </p:nvSpPr>
        <p:spPr>
          <a:xfrm>
            <a:off x="4918324" y="3169664"/>
            <a:ext cx="3313770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81253"/>
              <a:gd name="adj6" fmla="val -330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record type</a:t>
            </a:r>
          </a:p>
        </p:txBody>
      </p:sp>
    </p:spTree>
    <p:extLst>
      <p:ext uri="{BB962C8B-B14F-4D97-AF65-F5344CB8AC3E}">
        <p14:creationId xmlns:p14="http://schemas.microsoft.com/office/powerpoint/2010/main" val="1219291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50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8" grpId="0" animBg="1"/>
      <p:bldP spid="2" grpId="0" animBg="1"/>
      <p:bldP spid="11" grpId="0" animBg="1"/>
      <p:bldP spid="12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</p:spTree>
    <p:extLst>
      <p:ext uri="{BB962C8B-B14F-4D97-AF65-F5344CB8AC3E}">
        <p14:creationId xmlns:p14="http://schemas.microsoft.com/office/powerpoint/2010/main" val="758771808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700322" y="242612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460201" y="5450364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8347"/>
              <a:gd name="adj6" fmla="val -314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869927" y="26502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83770"/>
              <a:gd name="adj6" fmla="val -35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sp>
        <p:nvSpPr>
          <p:cNvPr id="16" name="Callout: Bent Line with No Border 15">
            <a:extLst>
              <a:ext uri="{FF2B5EF4-FFF2-40B4-BE49-F238E27FC236}">
                <a16:creationId xmlns:a16="http://schemas.microsoft.com/office/drawing/2014/main" id="{FE1433C9-49A0-44F8-BAF4-4E37D416EDFF}"/>
              </a:ext>
            </a:extLst>
          </p:cNvPr>
          <p:cNvSpPr/>
          <p:nvPr/>
        </p:nvSpPr>
        <p:spPr>
          <a:xfrm>
            <a:off x="7176411" y="1268851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130895"/>
              <a:gd name="adj6" fmla="val -6725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06058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  <p:bldP spid="16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748937002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678288" y="242630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975422" y="555028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57346"/>
              <a:gd name="adj6" fmla="val -306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911086" y="27982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105143"/>
              <a:gd name="adj6" fmla="val -3628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92F59C-90FE-D2E8-75E2-5FA414EE51A2}"/>
              </a:ext>
            </a:extLst>
          </p:cNvPr>
          <p:cNvGrpSpPr/>
          <p:nvPr/>
        </p:nvGrpSpPr>
        <p:grpSpPr>
          <a:xfrm>
            <a:off x="5601848" y="2343923"/>
            <a:ext cx="4445122" cy="686240"/>
            <a:chOff x="5231130" y="2343922"/>
            <a:chExt cx="4445122" cy="686240"/>
          </a:xfrm>
        </p:grpSpPr>
        <p:sp>
          <p:nvSpPr>
            <p:cNvPr id="16" name="Callout: Bent Line with No Border 15">
              <a:extLst>
                <a:ext uri="{FF2B5EF4-FFF2-40B4-BE49-F238E27FC236}">
                  <a16:creationId xmlns:a16="http://schemas.microsoft.com/office/drawing/2014/main" id="{FE1433C9-49A0-44F8-BAF4-4E37D416EDFF}"/>
                </a:ext>
              </a:extLst>
            </p:cNvPr>
            <p:cNvSpPr/>
            <p:nvPr/>
          </p:nvSpPr>
          <p:spPr>
            <a:xfrm>
              <a:off x="8418847" y="2566257"/>
              <a:ext cx="1257405" cy="463905"/>
            </a:xfrm>
            <a:prstGeom prst="callout2">
              <a:avLst>
                <a:gd name="adj1" fmla="val 49585"/>
                <a:gd name="adj2" fmla="val -658"/>
                <a:gd name="adj3" fmla="val 50932"/>
                <a:gd name="adj4" fmla="val -41611"/>
                <a:gd name="adj5" fmla="val -33316"/>
                <a:gd name="adj6" fmla="val -64277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values</a:t>
              </a: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B28E02D-93F2-3F67-BDC6-6F59F4E49182}"/>
                </a:ext>
              </a:extLst>
            </p:cNvPr>
            <p:cNvCxnSpPr>
              <a:cxnSpLocks/>
            </p:cNvCxnSpPr>
            <p:nvPr/>
          </p:nvCxnSpPr>
          <p:spPr>
            <a:xfrm>
              <a:off x="5231130" y="2343922"/>
              <a:ext cx="3017520" cy="0"/>
            </a:xfrm>
            <a:prstGeom prst="line">
              <a:avLst/>
            </a:prstGeom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13533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2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3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</p:spTree>
    <p:extLst>
      <p:ext uri="{BB962C8B-B14F-4D97-AF65-F5344CB8AC3E}">
        <p14:creationId xmlns:p14="http://schemas.microsoft.com/office/powerpoint/2010/main" val="2550659541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396679" y="2276831"/>
            <a:ext cx="990600" cy="463905"/>
          </a:xfrm>
          <a:prstGeom prst="callout2">
            <a:avLst>
              <a:gd name="adj1" fmla="val 49585"/>
              <a:gd name="adj2" fmla="val 143"/>
              <a:gd name="adj3" fmla="val 49837"/>
              <a:gd name="adj4" fmla="val -58665"/>
              <a:gd name="adj5" fmla="val 155079"/>
              <a:gd name="adj6" fmla="val -1845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7EA0E43-E02C-9B4C-1036-BEF470080271}"/>
              </a:ext>
            </a:extLst>
          </p:cNvPr>
          <p:cNvSpPr/>
          <p:nvPr/>
        </p:nvSpPr>
        <p:spPr>
          <a:xfrm>
            <a:off x="6891979" y="3422930"/>
            <a:ext cx="1116641" cy="463905"/>
          </a:xfrm>
          <a:prstGeom prst="callout2">
            <a:avLst>
              <a:gd name="adj1" fmla="val 49585"/>
              <a:gd name="adj2" fmla="val 143"/>
              <a:gd name="adj3" fmla="val 48194"/>
              <a:gd name="adj4" fmla="val -37739"/>
              <a:gd name="adj5" fmla="val -29422"/>
              <a:gd name="adj6" fmla="val -703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12A04143-BB03-AA3E-856E-A455EFEE3FE4}"/>
              </a:ext>
            </a:extLst>
          </p:cNvPr>
          <p:cNvSpPr/>
          <p:nvPr/>
        </p:nvSpPr>
        <p:spPr>
          <a:xfrm>
            <a:off x="3608170" y="2235230"/>
            <a:ext cx="1161537" cy="463905"/>
          </a:xfrm>
          <a:prstGeom prst="callout2">
            <a:avLst>
              <a:gd name="adj1" fmla="val 49585"/>
              <a:gd name="adj2" fmla="val 143"/>
              <a:gd name="adj3" fmla="val 52500"/>
              <a:gd name="adj4" fmla="val -41202"/>
              <a:gd name="adj5" fmla="val 157743"/>
              <a:gd name="adj6" fmla="val -922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</p:txBody>
      </p:sp>
    </p:spTree>
    <p:extLst>
      <p:ext uri="{BB962C8B-B14F-4D97-AF65-F5344CB8AC3E}">
        <p14:creationId xmlns:p14="http://schemas.microsoft.com/office/powerpoint/2010/main" val="626675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uiExpand="1" animBg="1"/>
      <p:bldP spid="2" grpId="0" uiExpand="1" animBg="1"/>
      <p:bldP spid="5" grpId="0" uiExpand="1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</p:spTree>
    <p:extLst>
      <p:ext uri="{BB962C8B-B14F-4D97-AF65-F5344CB8AC3E}">
        <p14:creationId xmlns:p14="http://schemas.microsoft.com/office/powerpoint/2010/main" val="272444949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9E68474-6857-4EA0-95E3-9F1EEDCC2EC9}"/>
              </a:ext>
            </a:extLst>
          </p:cNvPr>
          <p:cNvSpPr/>
          <p:nvPr/>
        </p:nvSpPr>
        <p:spPr>
          <a:xfrm>
            <a:off x="6653150" y="6150253"/>
            <a:ext cx="946785" cy="463905"/>
          </a:xfrm>
          <a:prstGeom prst="callout2">
            <a:avLst>
              <a:gd name="adj1" fmla="val 49585"/>
              <a:gd name="adj2" fmla="val -285"/>
              <a:gd name="adj3" fmla="val 51891"/>
              <a:gd name="adj4" fmla="val -53866"/>
              <a:gd name="adj5" fmla="val -58715"/>
              <a:gd name="adj6" fmla="val -836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2C195ACB-5188-EDB0-9E44-CBD5D80EB338}"/>
              </a:ext>
            </a:extLst>
          </p:cNvPr>
          <p:cNvSpPr/>
          <p:nvPr/>
        </p:nvSpPr>
        <p:spPr>
          <a:xfrm>
            <a:off x="5815966" y="4668164"/>
            <a:ext cx="1166726" cy="463905"/>
          </a:xfrm>
          <a:prstGeom prst="callout2">
            <a:avLst>
              <a:gd name="adj1" fmla="val 49585"/>
              <a:gd name="adj2" fmla="val -285"/>
              <a:gd name="adj3" fmla="val 51206"/>
              <a:gd name="adj4" fmla="val -55591"/>
              <a:gd name="adj5" fmla="val 158271"/>
              <a:gd name="adj6" fmla="val -745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F3CC013-8FE9-C0CA-8AC8-6D174F8AE526}"/>
              </a:ext>
            </a:extLst>
          </p:cNvPr>
          <p:cNvSpPr/>
          <p:nvPr/>
        </p:nvSpPr>
        <p:spPr>
          <a:xfrm>
            <a:off x="3719831" y="6150253"/>
            <a:ext cx="1242060" cy="463905"/>
          </a:xfrm>
          <a:prstGeom prst="callout2">
            <a:avLst>
              <a:gd name="adj1" fmla="val 49585"/>
              <a:gd name="adj2" fmla="val -285"/>
              <a:gd name="adj3" fmla="val 49837"/>
              <a:gd name="adj4" fmla="val -31499"/>
              <a:gd name="adj5" fmla="val -62821"/>
              <a:gd name="adj6" fmla="val -482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</a:t>
            </a:r>
          </a:p>
        </p:txBody>
      </p:sp>
    </p:spTree>
    <p:extLst>
      <p:ext uri="{BB962C8B-B14F-4D97-AF65-F5344CB8AC3E}">
        <p14:creationId xmlns:p14="http://schemas.microsoft.com/office/powerpoint/2010/main" val="4105150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</p:spTree>
    <p:extLst>
      <p:ext uri="{BB962C8B-B14F-4D97-AF65-F5344CB8AC3E}">
        <p14:creationId xmlns:p14="http://schemas.microsoft.com/office/powerpoint/2010/main" val="2404841556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empty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16819B7-F732-406F-82A3-A8ACB9F1F119}"/>
              </a:ext>
            </a:extLst>
          </p:cNvPr>
          <p:cNvSpPr/>
          <p:nvPr/>
        </p:nvSpPr>
        <p:spPr>
          <a:xfrm>
            <a:off x="6559191" y="2965095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-129254"/>
              <a:gd name="adj6" fmla="val -5692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5D4475-70EC-71C2-5BC2-80CAC7A39D1D}"/>
              </a:ext>
            </a:extLst>
          </p:cNvPr>
          <p:cNvSpPr txBox="1"/>
          <p:nvPr/>
        </p:nvSpPr>
        <p:spPr>
          <a:xfrm>
            <a:off x="3788220" y="5908100"/>
            <a:ext cx="46155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Data will be read from file</a:t>
            </a:r>
          </a:p>
        </p:txBody>
      </p:sp>
    </p:spTree>
    <p:extLst>
      <p:ext uri="{BB962C8B-B14F-4D97-AF65-F5344CB8AC3E}">
        <p14:creationId xmlns:p14="http://schemas.microsoft.com/office/powerpoint/2010/main" val="624294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3593729528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11701" y="3496395"/>
            <a:ext cx="3080074" cy="523220"/>
          </a:xfrm>
          <a:prstGeom prst="callout2">
            <a:avLst>
              <a:gd name="adj1" fmla="val 50266"/>
              <a:gd name="adj2" fmla="val 125"/>
              <a:gd name="adj3" fmla="val 51645"/>
              <a:gd name="adj4" fmla="val -24545"/>
              <a:gd name="adj5" fmla="val 145715"/>
              <a:gd name="adj6" fmla="val -535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Assign to field</a:t>
            </a:r>
          </a:p>
        </p:txBody>
      </p:sp>
    </p:spTree>
    <p:extLst>
      <p:ext uri="{BB962C8B-B14F-4D97-AF65-F5344CB8AC3E}">
        <p14:creationId xmlns:p14="http://schemas.microsoft.com/office/powerpoint/2010/main" val="203029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136933799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3138878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 and compare the development methodologies:</a:t>
            </a:r>
          </a:p>
          <a:p>
            <a:pPr lvl="1"/>
            <a:r>
              <a:rPr lang="en-GB" sz="2800" dirty="0"/>
              <a:t>iterative development process</a:t>
            </a:r>
          </a:p>
          <a:p>
            <a:pPr lvl="1"/>
            <a:r>
              <a:rPr lang="en-GB" sz="2800" dirty="0"/>
              <a:t>agile methodologies</a:t>
            </a:r>
          </a:p>
        </p:txBody>
      </p:sp>
    </p:spTree>
    <p:extLst>
      <p:ext uri="{BB962C8B-B14F-4D97-AF65-F5344CB8AC3E}">
        <p14:creationId xmlns:p14="http://schemas.microsoft.com/office/powerpoint/2010/main" val="1233716877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9FB69-D53A-6660-FB68-8218DCEB3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0ED4ECF-7BD1-7EB0-200D-B6DB443C0AE4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Analysis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5AF1F5D-C679-62DA-6770-60F5265FCE10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Design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89BA54C-62E0-F38E-27A3-030CD27329B2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Implement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809A755-FE5D-4D89-9AB3-6469D2C8B0C8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Test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88E7D8E-C0E0-CBBF-9115-CDC123025BF6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Evaluate</a:t>
            </a:r>
          </a:p>
        </p:txBody>
      </p:sp>
      <p:sp>
        <p:nvSpPr>
          <p:cNvPr id="18" name="Arrow: Bent-Up 17">
            <a:extLst>
              <a:ext uri="{FF2B5EF4-FFF2-40B4-BE49-F238E27FC236}">
                <a16:creationId xmlns:a16="http://schemas.microsoft.com/office/drawing/2014/main" id="{2428E936-1A3C-6DCD-757C-0540AB273042}"/>
              </a:ext>
            </a:extLst>
          </p:cNvPr>
          <p:cNvSpPr/>
          <p:nvPr/>
        </p:nvSpPr>
        <p:spPr>
          <a:xfrm flipV="1">
            <a:off x="3136252" y="2230675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Arrow: Bent-Up 18">
            <a:extLst>
              <a:ext uri="{FF2B5EF4-FFF2-40B4-BE49-F238E27FC236}">
                <a16:creationId xmlns:a16="http://schemas.microsoft.com/office/drawing/2014/main" id="{8285A10A-A73B-461C-796E-F5953146F748}"/>
              </a:ext>
            </a:extLst>
          </p:cNvPr>
          <p:cNvSpPr/>
          <p:nvPr/>
        </p:nvSpPr>
        <p:spPr>
          <a:xfrm flipV="1">
            <a:off x="5116252" y="3130688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Arrow: Bent-Up 19">
            <a:extLst>
              <a:ext uri="{FF2B5EF4-FFF2-40B4-BE49-F238E27FC236}">
                <a16:creationId xmlns:a16="http://schemas.microsoft.com/office/drawing/2014/main" id="{A5D5CD53-132B-7606-5636-C06D403170C5}"/>
              </a:ext>
            </a:extLst>
          </p:cNvPr>
          <p:cNvSpPr/>
          <p:nvPr/>
        </p:nvSpPr>
        <p:spPr>
          <a:xfrm flipV="1">
            <a:off x="7096252" y="40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Bent-Up 20">
            <a:extLst>
              <a:ext uri="{FF2B5EF4-FFF2-40B4-BE49-F238E27FC236}">
                <a16:creationId xmlns:a16="http://schemas.microsoft.com/office/drawing/2014/main" id="{9AB81E07-75CF-D56C-8C8C-C26C6B27877A}"/>
              </a:ext>
            </a:extLst>
          </p:cNvPr>
          <p:cNvSpPr/>
          <p:nvPr/>
        </p:nvSpPr>
        <p:spPr>
          <a:xfrm flipV="1">
            <a:off x="9078156" y="49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Arrow: Bent-Up 21">
            <a:extLst>
              <a:ext uri="{FF2B5EF4-FFF2-40B4-BE49-F238E27FC236}">
                <a16:creationId xmlns:a16="http://schemas.microsoft.com/office/drawing/2014/main" id="{3E7C17EF-E89B-24EA-A124-FE4533E085AD}"/>
              </a:ext>
            </a:extLst>
          </p:cNvPr>
          <p:cNvSpPr/>
          <p:nvPr/>
        </p:nvSpPr>
        <p:spPr>
          <a:xfrm rot="5400000" flipH="1" flipV="1">
            <a:off x="3660832" y="1334037"/>
            <a:ext cx="732058" cy="1781218"/>
          </a:xfrm>
          <a:prstGeom prst="bentUpArrow">
            <a:avLst>
              <a:gd name="adj1" fmla="val 3447"/>
              <a:gd name="adj2" fmla="val 7962"/>
              <a:gd name="adj3" fmla="val 16075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Arrow: Bent-Up 22">
            <a:extLst>
              <a:ext uri="{FF2B5EF4-FFF2-40B4-BE49-F238E27FC236}">
                <a16:creationId xmlns:a16="http://schemas.microsoft.com/office/drawing/2014/main" id="{887DEF9B-D923-71E4-2C97-5735C3C1D8CF}"/>
              </a:ext>
            </a:extLst>
          </p:cNvPr>
          <p:cNvSpPr/>
          <p:nvPr/>
        </p:nvSpPr>
        <p:spPr>
          <a:xfrm rot="5400000" flipH="1" flipV="1">
            <a:off x="5640832" y="2234050"/>
            <a:ext cx="732058" cy="1781218"/>
          </a:xfrm>
          <a:prstGeom prst="bentUpArrow">
            <a:avLst>
              <a:gd name="adj1" fmla="val 3447"/>
              <a:gd name="adj2" fmla="val 8251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Arrow: Bent-Up 23">
            <a:extLst>
              <a:ext uri="{FF2B5EF4-FFF2-40B4-BE49-F238E27FC236}">
                <a16:creationId xmlns:a16="http://schemas.microsoft.com/office/drawing/2014/main" id="{F6A50A06-12E2-7F54-6AA1-FE855FF38FEF}"/>
              </a:ext>
            </a:extLst>
          </p:cNvPr>
          <p:cNvSpPr/>
          <p:nvPr/>
        </p:nvSpPr>
        <p:spPr>
          <a:xfrm rot="5400000" flipH="1" flipV="1">
            <a:off x="7620832" y="3125978"/>
            <a:ext cx="732058" cy="1781218"/>
          </a:xfrm>
          <a:prstGeom prst="bentUpArrow">
            <a:avLst>
              <a:gd name="adj1" fmla="val 3447"/>
              <a:gd name="adj2" fmla="val 8540"/>
              <a:gd name="adj3" fmla="val 14340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Arrow: Bent-Up 24">
            <a:extLst>
              <a:ext uri="{FF2B5EF4-FFF2-40B4-BE49-F238E27FC236}">
                <a16:creationId xmlns:a16="http://schemas.microsoft.com/office/drawing/2014/main" id="{4A189424-F74C-4B05-ADA6-6E15E7541414}"/>
              </a:ext>
            </a:extLst>
          </p:cNvPr>
          <p:cNvSpPr/>
          <p:nvPr/>
        </p:nvSpPr>
        <p:spPr>
          <a:xfrm rot="5400000" flipH="1" flipV="1">
            <a:off x="9600832" y="4034063"/>
            <a:ext cx="732058" cy="1781218"/>
          </a:xfrm>
          <a:prstGeom prst="bentUpArrow">
            <a:avLst>
              <a:gd name="adj1" fmla="val 3447"/>
              <a:gd name="adj2" fmla="val 9407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459A50-5A9D-8801-CE6F-F647A37F2AE0}"/>
              </a:ext>
            </a:extLst>
          </p:cNvPr>
          <p:cNvSpPr txBox="1"/>
          <p:nvPr/>
        </p:nvSpPr>
        <p:spPr>
          <a:xfrm>
            <a:off x="4210871" y="1591349"/>
            <a:ext cx="805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Iterate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9D49289-0D6F-CD4D-3334-B6F9438AA54B}"/>
              </a:ext>
            </a:extLst>
          </p:cNvPr>
          <p:cNvSpPr txBox="1"/>
          <p:nvPr/>
        </p:nvSpPr>
        <p:spPr>
          <a:xfrm>
            <a:off x="184704" y="1817522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F403D5B-2A57-A887-161D-CCC1D1AB23B0}"/>
              </a:ext>
            </a:extLst>
          </p:cNvPr>
          <p:cNvSpPr txBox="1"/>
          <p:nvPr/>
        </p:nvSpPr>
        <p:spPr>
          <a:xfrm>
            <a:off x="11056252" y="5417535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A9101-EE60-4018-909D-839C91061246}"/>
              </a:ext>
            </a:extLst>
          </p:cNvPr>
          <p:cNvSpPr txBox="1"/>
          <p:nvPr/>
        </p:nvSpPr>
        <p:spPr>
          <a:xfrm>
            <a:off x="421628" y="5969655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1249946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5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500"/>
                            </p:stCondLst>
                            <p:childTnLst>
                              <p:par>
                                <p:cTn id="5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000"/>
                            </p:stCondLst>
                            <p:childTnLst>
                              <p:par>
                                <p:cTn id="6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/>
      <p:bldP spid="27" grpId="0"/>
      <p:bldP spid="28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8F82A98-D7EF-E03A-FBD6-108D4288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9C5DC-072B-2CC5-DB2F-B97B4F524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0835A72-2CAD-31D5-8838-80E1853D3E0D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BE6E169-6423-AB60-B016-1A0F4EE917A9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2B9E7AC-AA42-6D4E-2AA6-B461C707B267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45678DF-F934-A550-E072-F99E4CE84FD9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77EA91E-6E83-9A04-8708-B5F438396639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826777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8AE6D-22D2-5587-600C-AAEE59413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00E8C34-5B7F-CE90-4A7A-C4371B6D29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5528050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774452F0-0F5D-C692-4A82-8545E849287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6CF334BD-1594-D397-6F3D-E9C7916BAC14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699A3C-5B24-B75E-B1CF-00089DAAB1F4}"/>
              </a:ext>
            </a:extLst>
          </p:cNvPr>
          <p:cNvSpPr txBox="1"/>
          <p:nvPr/>
        </p:nvSpPr>
        <p:spPr>
          <a:xfrm>
            <a:off x="5278581" y="2951946"/>
            <a:ext cx="16348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Repeat as required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CB535-55CC-48EC-7C5F-447037C12AF2}"/>
              </a:ext>
            </a:extLst>
          </p:cNvPr>
          <p:cNvSpPr txBox="1"/>
          <p:nvPr/>
        </p:nvSpPr>
        <p:spPr>
          <a:xfrm>
            <a:off x="2661804" y="6176963"/>
            <a:ext cx="68683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solidFill>
                  <a:srgbClr val="7030A0"/>
                </a:solidFill>
              </a:rPr>
              <a:t>A burst of activity to create working software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9CFEDD-0BDC-5DFC-C335-7216E1AC42BD}"/>
              </a:ext>
            </a:extLst>
          </p:cNvPr>
          <p:cNvSpPr txBox="1"/>
          <p:nvPr/>
        </p:nvSpPr>
        <p:spPr>
          <a:xfrm>
            <a:off x="5610225" y="4269320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pPr algn="ctr"/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589393-1E80-464A-B58D-D41808E3F3E9}"/>
              </a:ext>
            </a:extLst>
          </p:cNvPr>
          <p:cNvSpPr txBox="1"/>
          <p:nvPr/>
        </p:nvSpPr>
        <p:spPr>
          <a:xfrm>
            <a:off x="5610225" y="550852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839811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2" dur="2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  <p:bldP spid="5" grpId="0" animBg="1"/>
      <p:bldP spid="6" grpId="0" animBg="1"/>
      <p:bldP spid="7" grpId="0"/>
      <p:bldP spid="8" grpId="0"/>
      <p:bldP spid="9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A6563E-B3B3-480C-819D-7EEB14864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1545A-0F0D-56E3-B527-5BEA8A028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E47976F-3DFD-5EE0-8117-254624D3DB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2052602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0ED1A261-972F-4B3F-8687-D6E551FD83C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051FF5C-EE5A-D0F2-EA10-E187CB3F9D5D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1624521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3" name="Rectangle 41">
            <a:extLst>
              <a:ext uri="{FF2B5EF4-FFF2-40B4-BE49-F238E27FC236}">
                <a16:creationId xmlns:a16="http://schemas.microsoft.com/office/drawing/2014/main" id="{369D6254-9F22-4EBE-A340-0571B6FBC2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2487613"/>
            <a:ext cx="25765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At the beginning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4" name="Rectangle 42">
            <a:extLst>
              <a:ext uri="{FF2B5EF4-FFF2-40B4-BE49-F238E27FC236}">
                <a16:creationId xmlns:a16="http://schemas.microsoft.com/office/drawing/2014/main" id="{A7799AE2-3729-4668-B68D-74067EB7AF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2487613"/>
            <a:ext cx="18907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Throughout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6" name="Rectangle 44">
            <a:extLst>
              <a:ext uri="{FF2B5EF4-FFF2-40B4-BE49-F238E27FC236}">
                <a16:creationId xmlns:a16="http://schemas.microsoft.com/office/drawing/2014/main" id="{E070F3EA-B536-4EEE-8CE6-4786DDF1B6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001963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Separate teams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7" name="Rectangle 45">
            <a:extLst>
              <a:ext uri="{FF2B5EF4-FFF2-40B4-BE49-F238E27FC236}">
                <a16:creationId xmlns:a16="http://schemas.microsoft.com/office/drawing/2014/main" id="{D04BCA7D-6945-40B9-B64B-9D1E509C0A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001963"/>
            <a:ext cx="2135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Collaboration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9" name="Rectangle 47">
            <a:extLst>
              <a:ext uri="{FF2B5EF4-FFF2-40B4-BE49-F238E27FC236}">
                <a16:creationId xmlns:a16="http://schemas.microsoft.com/office/drawing/2014/main" id="{E4A38C0E-A544-4BB0-8E42-7231B403F0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521075"/>
            <a:ext cx="32956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Detailed specification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0" name="Rectangle 48">
            <a:extLst>
              <a:ext uri="{FF2B5EF4-FFF2-40B4-BE49-F238E27FC236}">
                <a16:creationId xmlns:a16="http://schemas.microsoft.com/office/drawing/2014/main" id="{EC1912A6-2D06-466B-82C1-DEDC50B852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521075"/>
            <a:ext cx="1373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Minimal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3" name="Rectangle 51">
            <a:extLst>
              <a:ext uri="{FF2B5EF4-FFF2-40B4-BE49-F238E27FC236}">
                <a16:creationId xmlns:a16="http://schemas.microsoft.com/office/drawing/2014/main" id="{50306D9E-4F58-4B77-8461-9CC5C6AE31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035425"/>
            <a:ext cx="16478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Strict plan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4" name="Rectangle 52">
            <a:extLst>
              <a:ext uri="{FF2B5EF4-FFF2-40B4-BE49-F238E27FC236}">
                <a16:creationId xmlns:a16="http://schemas.microsoft.com/office/drawing/2014/main" id="{91BE8DA9-9765-497A-8967-14BCEB0C7A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035425"/>
            <a:ext cx="118586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Sprints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6" name="Rectangle 54">
            <a:extLst>
              <a:ext uri="{FF2B5EF4-FFF2-40B4-BE49-F238E27FC236}">
                <a16:creationId xmlns:a16="http://schemas.microsoft.com/office/drawing/2014/main" id="{BDA2AA89-3E6C-4847-9733-CDBC10C8A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979988"/>
            <a:ext cx="16256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7" name="Rectangle 55">
            <a:extLst>
              <a:ext uri="{FF2B5EF4-FFF2-40B4-BE49-F238E27FC236}">
                <a16:creationId xmlns:a16="http://schemas.microsoft.com/office/drawing/2014/main" id="{23BB5F91-210F-4BF8-BC33-24C0B1BE1A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979988"/>
            <a:ext cx="1471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9" name="Rectangle 57">
            <a:extLst>
              <a:ext uri="{FF2B5EF4-FFF2-40B4-BE49-F238E27FC236}">
                <a16:creationId xmlns:a16="http://schemas.microsoft.com/office/drawing/2014/main" id="{C712CDE4-0039-47E8-8CA5-5075E87512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5494338"/>
            <a:ext cx="33210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After implementation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0" name="Rectangle 58">
            <a:extLst>
              <a:ext uri="{FF2B5EF4-FFF2-40B4-BE49-F238E27FC236}">
                <a16:creationId xmlns:a16="http://schemas.microsoft.com/office/drawing/2014/main" id="{F2673D40-7B0B-4240-9186-2725948942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5494338"/>
            <a:ext cx="29321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With programming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643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3" grpId="0"/>
      <p:bldP spid="54" grpId="0"/>
      <p:bldP spid="55" grpId="0"/>
      <p:bldP spid="56" grpId="0"/>
      <p:bldP spid="57" grpId="0"/>
      <p:bldP spid="58" grpId="0"/>
      <p:bldP spid="59" grpId="0"/>
      <p:bldP spid="60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8832260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6100732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Identify the: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scope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boundaries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functional requirements, in terms of: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inputs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processes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337968010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A general description of the software: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Reason for creating the software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Problem to be solved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do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be used for</a:t>
            </a:r>
          </a:p>
        </p:txBody>
      </p:sp>
    </p:spTree>
    <p:extLst>
      <p:ext uri="{BB962C8B-B14F-4D97-AF65-F5344CB8AC3E}">
        <p14:creationId xmlns:p14="http://schemas.microsoft.com/office/powerpoint/2010/main" val="3673258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95888790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r>
              <a:rPr lang="en-GB" sz="3200" dirty="0"/>
              <a:t>A list of what will be delivered to the client, such as:</a:t>
            </a:r>
          </a:p>
          <a:p>
            <a:pPr lvl="1"/>
            <a:r>
              <a:rPr lang="en-GB" sz="3200" dirty="0"/>
              <a:t>Detailed design</a:t>
            </a:r>
          </a:p>
          <a:p>
            <a:pPr lvl="1"/>
            <a:r>
              <a:rPr lang="en-GB" sz="3200" dirty="0"/>
              <a:t>Test plan and results</a:t>
            </a:r>
          </a:p>
          <a:p>
            <a:pPr lvl="1"/>
            <a:r>
              <a:rPr lang="en-GB" sz="3200" dirty="0"/>
              <a:t>Final program</a:t>
            </a:r>
          </a:p>
          <a:p>
            <a:r>
              <a:rPr lang="en-GB" sz="3200" dirty="0"/>
              <a:t>Timescales:</a:t>
            </a:r>
          </a:p>
          <a:p>
            <a:pPr lvl="1"/>
            <a:r>
              <a:rPr lang="en-GB" sz="3200" dirty="0"/>
              <a:t>start date</a:t>
            </a:r>
          </a:p>
          <a:p>
            <a:pPr lvl="1"/>
            <a:r>
              <a:rPr lang="en-GB" sz="3200" dirty="0"/>
              <a:t>end date</a:t>
            </a:r>
          </a:p>
          <a:p>
            <a:r>
              <a:rPr lang="en-GB" sz="3200" dirty="0"/>
              <a:t>Cost</a:t>
            </a:r>
          </a:p>
        </p:txBody>
      </p:sp>
    </p:spTree>
    <p:extLst>
      <p:ext uri="{BB962C8B-B14F-4D97-AF65-F5344CB8AC3E}">
        <p14:creationId xmlns:p14="http://schemas.microsoft.com/office/powerpoint/2010/main" val="596336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A list of what will be delivered to the client, such as: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Timescales: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11983536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What the software should do</a:t>
            </a:r>
          </a:p>
          <a:p>
            <a:r>
              <a:rPr lang="en-GB" sz="3600" dirty="0"/>
              <a:t>What the software should not do</a:t>
            </a:r>
          </a:p>
          <a:p>
            <a:r>
              <a:rPr lang="en-GB" sz="3600" dirty="0"/>
              <a:t>Assumptions</a:t>
            </a:r>
          </a:p>
        </p:txBody>
      </p:sp>
    </p:spTree>
    <p:extLst>
      <p:ext uri="{BB962C8B-B14F-4D97-AF65-F5344CB8AC3E}">
        <p14:creationId xmlns:p14="http://schemas.microsoft.com/office/powerpoint/2010/main" val="3092738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17122040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79E48-D1B8-56ED-89FB-965149EEA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97233-5500-FE22-C9D1-12FECB01E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 (IPO)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2448E-12FD-CF5F-C29D-76073CE6B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Data from the user</a:t>
            </a:r>
          </a:p>
          <a:p>
            <a:r>
              <a:rPr lang="en-GB" sz="3600" dirty="0"/>
              <a:t>Data from a file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What the program does with the data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Output to the screen</a:t>
            </a:r>
          </a:p>
          <a:p>
            <a:r>
              <a:rPr lang="en-GB" sz="3600" dirty="0"/>
              <a:t>Output to a file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44FC77-6CD5-8AEF-33EE-CDC95D00CB89}"/>
              </a:ext>
            </a:extLst>
          </p:cNvPr>
          <p:cNvSpPr txBox="1"/>
          <p:nvPr/>
        </p:nvSpPr>
        <p:spPr>
          <a:xfrm>
            <a:off x="5240383" y="2037806"/>
            <a:ext cx="185178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Input(s)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ACC06D-C05C-4F32-DFEC-BA65AFC86642}"/>
              </a:ext>
            </a:extLst>
          </p:cNvPr>
          <p:cNvSpPr txBox="1"/>
          <p:nvPr/>
        </p:nvSpPr>
        <p:spPr>
          <a:xfrm>
            <a:off x="8937171" y="3601631"/>
            <a:ext cx="25764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Process(es)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ED17AD-637F-05B8-BF90-C1591FB6DA09}"/>
              </a:ext>
            </a:extLst>
          </p:cNvPr>
          <p:cNvSpPr txBox="1"/>
          <p:nvPr/>
        </p:nvSpPr>
        <p:spPr>
          <a:xfrm>
            <a:off x="5240383" y="5129349"/>
            <a:ext cx="22397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>
                <a:solidFill>
                  <a:srgbClr val="7030A0"/>
                </a:solidFill>
              </a:rPr>
              <a:t>Output(s)</a:t>
            </a:r>
            <a:endParaRPr lang="en-GB" sz="40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425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5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75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  <p:bldP spid="5" grpId="0"/>
      <p:bldP spid="6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4642112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3217686171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Read and understand designs of solutions to problems at this level, using the following design techniques: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structure diagrams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pseudocode</a:t>
            </a:r>
          </a:p>
        </p:txBody>
      </p:sp>
    </p:spTree>
    <p:extLst>
      <p:ext uri="{BB962C8B-B14F-4D97-AF65-F5344CB8AC3E}">
        <p14:creationId xmlns:p14="http://schemas.microsoft.com/office/powerpoint/2010/main" val="782545373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Procedure</a:t>
            </a:r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CFBE373-1958-B3D3-7F42-8080D8091B9A}"/>
              </a:ext>
            </a:extLst>
          </p:cNvPr>
          <p:cNvCxnSpPr/>
          <p:nvPr/>
        </p:nvCxnSpPr>
        <p:spPr>
          <a:xfrm>
            <a:off x="2677112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638636C-E328-2806-524C-5F3AED639523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5226CD-812A-6164-BB87-C71D9A66E6AF}"/>
              </a:ext>
            </a:extLst>
          </p:cNvPr>
          <p:cNvSpPr txBox="1"/>
          <p:nvPr/>
        </p:nvSpPr>
        <p:spPr>
          <a:xfrm>
            <a:off x="1949701" y="5351540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16455B3-929B-7214-F6AF-B0C896003347}"/>
              </a:ext>
            </a:extLst>
          </p:cNvPr>
          <p:cNvCxnSpPr/>
          <p:nvPr/>
        </p:nvCxnSpPr>
        <p:spPr>
          <a:xfrm>
            <a:off x="6491357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CBC6DD8-2A8C-1D34-05E1-D3131303F6D0}"/>
              </a:ext>
            </a:extLst>
          </p:cNvPr>
          <p:cNvSpPr txBox="1"/>
          <p:nvPr/>
        </p:nvSpPr>
        <p:spPr>
          <a:xfrm>
            <a:off x="5031537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</a:t>
            </a:r>
            <a:r>
              <a:rPr lang="en-GB" sz="2800"/>
              <a:t>(name, age)</a:t>
            </a:r>
            <a:endParaRPr lang="en-GB" sz="2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DF0EB1-32F1-D5CB-9026-932BE05E8735}"/>
              </a:ext>
            </a:extLst>
          </p:cNvPr>
          <p:cNvSpPr txBox="1"/>
          <p:nvPr/>
        </p:nvSpPr>
        <p:spPr>
          <a:xfrm>
            <a:off x="5740414" y="5351540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1053E00-B369-CF5B-7E16-9338B4D76F00}"/>
              </a:ext>
            </a:extLst>
          </p:cNvPr>
          <p:cNvCxnSpPr>
            <a:cxnSpLocks/>
          </p:cNvCxnSpPr>
          <p:nvPr/>
        </p:nvCxnSpPr>
        <p:spPr>
          <a:xfrm flipV="1">
            <a:off x="9508341" y="3610857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7291030-9749-7D56-8C6A-396F07A8DB58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05104B-ACD8-3F03-5D01-C5B7220A193A}"/>
              </a:ext>
            </a:extLst>
          </p:cNvPr>
          <p:cNvSpPr txBox="1"/>
          <p:nvPr/>
        </p:nvSpPr>
        <p:spPr>
          <a:xfrm>
            <a:off x="8923084" y="5368578"/>
            <a:ext cx="117051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7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5" grpId="0"/>
      <p:bldP spid="17" grpId="0"/>
      <p:bldP spid="20" grpId="0"/>
      <p:bldP spid="21" grpId="0"/>
      <p:bldP spid="31" grpId="0"/>
      <p:bldP spid="32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5D9D590-7520-AB07-6FB9-58E8EF6E0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FF2DC-BD08-9935-7663-ED5D9D104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DA0D10-C1F4-005E-3327-C2EFC20F2FA3}"/>
              </a:ext>
            </a:extLst>
          </p:cNvPr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D3948E-22B4-867B-34C2-F995863CEB42}"/>
              </a:ext>
            </a:extLst>
          </p:cNvPr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7A0722-9C0E-94B2-9426-F92A353B404A}"/>
              </a:ext>
            </a:extLst>
          </p:cNvPr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F186AD-8596-ADDD-E48D-C219038058EA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DDCCA6-8285-EA8A-5DE0-AEF683F633A5}"/>
              </a:ext>
            </a:extLst>
          </p:cNvPr>
          <p:cNvSpPr txBox="1"/>
          <p:nvPr/>
        </p:nvSpPr>
        <p:spPr>
          <a:xfrm>
            <a:off x="5031538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people(name, age)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0FCD491-BE05-3725-A251-9C52336364C0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</p:spTree>
    <p:extLst>
      <p:ext uri="{BB962C8B-B14F-4D97-AF65-F5344CB8AC3E}">
        <p14:creationId xmlns:p14="http://schemas.microsoft.com/office/powerpoint/2010/main" val="597242855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Function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Function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Procedure		IN: count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D2E19-B1B5-CEAA-C1D8-DF77920407E2}"/>
              </a:ext>
            </a:extLst>
          </p:cNvPr>
          <p:cNvSpPr txBox="1"/>
          <p:nvPr/>
        </p:nvSpPr>
        <p:spPr>
          <a:xfrm>
            <a:off x="10353808" y="2165293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797441-ABCF-4FA9-668F-DE8232019BBE}"/>
              </a:ext>
            </a:extLst>
          </p:cNvPr>
          <p:cNvSpPr txBox="1"/>
          <p:nvPr/>
        </p:nvSpPr>
        <p:spPr>
          <a:xfrm>
            <a:off x="10353808" y="3802038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E2792F-B00B-8051-0C24-1876C4506410}"/>
              </a:ext>
            </a:extLst>
          </p:cNvPr>
          <p:cNvSpPr txBox="1"/>
          <p:nvPr/>
        </p:nvSpPr>
        <p:spPr>
          <a:xfrm>
            <a:off x="10353808" y="5417758"/>
            <a:ext cx="117051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2763073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		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		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				IN: count</a:t>
            </a:r>
          </a:p>
        </p:txBody>
      </p:sp>
    </p:spTree>
    <p:extLst>
      <p:ext uri="{BB962C8B-B14F-4D97-AF65-F5344CB8AC3E}">
        <p14:creationId xmlns:p14="http://schemas.microsoft.com/office/powerpoint/2010/main" val="571892223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Exemplify and implement efficient design solutions to a problem, using a recognised design technique, showing: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top level design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the data flow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refinements</a:t>
            </a:r>
          </a:p>
        </p:txBody>
      </p:sp>
    </p:spTree>
    <p:extLst>
      <p:ext uri="{BB962C8B-B14F-4D97-AF65-F5344CB8AC3E}">
        <p14:creationId xmlns:p14="http://schemas.microsoft.com/office/powerpoint/2010/main" val="1511439392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928485270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2000468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a comprehensive final test plan to show that the functional requirements are met.</a:t>
            </a:r>
          </a:p>
          <a:p>
            <a:r>
              <a:rPr lang="en-GB" sz="3200" dirty="0"/>
              <a:t>Identify syntax, execution, and logic errors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1679320925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All functional requirements are tested</a:t>
            </a:r>
          </a:p>
          <a:p>
            <a:r>
              <a:rPr lang="en-GB" dirty="0"/>
              <a:t>Links back </a:t>
            </a:r>
            <a:r>
              <a:rPr lang="en-GB"/>
              <a:t>to analysis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87391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50097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sz="3200" dirty="0"/>
              <a:t>Describe and exemplify debugging techniques: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dry runs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trace tables/tools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breakpoints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watchpoints</a:t>
            </a:r>
          </a:p>
        </p:txBody>
      </p:sp>
    </p:spTree>
    <p:extLst>
      <p:ext uri="{BB962C8B-B14F-4D97-AF65-F5344CB8AC3E}">
        <p14:creationId xmlns:p14="http://schemas.microsoft.com/office/powerpoint/2010/main" val="1702556701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Proof reading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Mentally predicting what will happen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Useful for locating errors</a:t>
            </a:r>
          </a:p>
        </p:txBody>
      </p:sp>
    </p:spTree>
    <p:extLst>
      <p:ext uri="{BB962C8B-B14F-4D97-AF65-F5344CB8AC3E}">
        <p14:creationId xmlns:p14="http://schemas.microsoft.com/office/powerpoint/2010/main" val="998219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51375629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Stepping through the program, or part of it, line by line</a:t>
            </a:r>
          </a:p>
          <a:p>
            <a:r>
              <a:rPr lang="en-GB" dirty="0"/>
              <a:t>Uses test data</a:t>
            </a:r>
          </a:p>
          <a:p>
            <a:r>
              <a:rPr lang="en-GB" dirty="0"/>
              <a:t>Changing variable values recorded in a table</a:t>
            </a:r>
          </a:p>
          <a:p>
            <a:r>
              <a:rPr lang="en-GB" dirty="0"/>
              <a:t>Useful for locating logic errors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2241811"/>
              </p:ext>
            </p:extLst>
          </p:nvPr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24267" y="4065131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04241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/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67026" y="4332466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36362312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CE85E75A-F1A5-B7BB-D4EB-E152ADB93F9C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3"/>
          <a:stretch>
            <a:fillRect/>
          </a:stretch>
        </p:blipFill>
        <p:spPr>
          <a:xfrm>
            <a:off x="6736080" y="1447481"/>
            <a:ext cx="5212746" cy="2592000"/>
          </a:xfr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 pauses at predefined point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BA56E959-DD0F-44B2-A9C5-260EC19836CD}"/>
              </a:ext>
            </a:extLst>
          </p:cNvPr>
          <p:cNvCxnSpPr>
            <a:cxnSpLocks/>
          </p:cNvCxnSpPr>
          <p:nvPr/>
        </p:nvCxnSpPr>
        <p:spPr>
          <a:xfrm rot="16200000" flipH="1">
            <a:off x="5996092" y="2679277"/>
            <a:ext cx="1481247" cy="306069"/>
          </a:xfrm>
          <a:prstGeom prst="bentConnector3">
            <a:avLst>
              <a:gd name="adj1" fmla="val 9987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208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</a:t>
            </a:r>
          </a:p>
          <a:p>
            <a:pPr>
              <a:spcAft>
                <a:spcPts val="1800"/>
              </a:spcAft>
            </a:pPr>
            <a:r>
              <a:rPr lang="en-GB" dirty="0"/>
              <a:t>Values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298898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break, e.g. when a variable equals a value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 when condition met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92795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</p:spTree>
    <p:extLst>
      <p:ext uri="{BB962C8B-B14F-4D97-AF65-F5344CB8AC3E}">
        <p14:creationId xmlns:p14="http://schemas.microsoft.com/office/powerpoint/2010/main" val="3815900931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29510366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Describe, identify and exemplify the evaluation of a solution in terms of: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fitness for 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efficient use of coding constructs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usability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maintainability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robustness</a:t>
            </a:r>
          </a:p>
        </p:txBody>
      </p:sp>
    </p:spTree>
    <p:extLst>
      <p:ext uri="{BB962C8B-B14F-4D97-AF65-F5344CB8AC3E}">
        <p14:creationId xmlns:p14="http://schemas.microsoft.com/office/powerpoint/2010/main" val="1934322149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use of coding constructs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Suitable data types or structures </a:t>
            </a:r>
          </a:p>
          <a:p>
            <a:pPr>
              <a:spcAft>
                <a:spcPts val="1200"/>
              </a:spcAft>
            </a:pPr>
            <a:r>
              <a:rPr lang="en-GB" dirty="0"/>
              <a:t>Conditional or fixed loops  </a:t>
            </a:r>
          </a:p>
          <a:p>
            <a:pPr>
              <a:spcAft>
                <a:spcPts val="1200"/>
              </a:spcAft>
            </a:pPr>
            <a:r>
              <a:rPr lang="en-GB" dirty="0"/>
              <a:t>Arrays </a:t>
            </a:r>
          </a:p>
          <a:p>
            <a:pPr>
              <a:spcAft>
                <a:spcPts val="1200"/>
              </a:spcAft>
            </a:pPr>
            <a:r>
              <a:rPr lang="en-GB" dirty="0"/>
              <a:t>Nested selection </a:t>
            </a:r>
          </a:p>
          <a:p>
            <a:pPr>
              <a:spcAft>
                <a:spcPts val="1200"/>
              </a:spcAft>
            </a:pPr>
            <a:r>
              <a:rPr lang="en-GB" dirty="0"/>
              <a:t>Procedures or functions with parameter passing </a:t>
            </a:r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Ease of use</a:t>
            </a:r>
          </a:p>
          <a:p>
            <a:pPr>
              <a:spcAft>
                <a:spcPts val="1200"/>
              </a:spcAft>
            </a:pPr>
            <a:r>
              <a:rPr lang="en-GB" dirty="0"/>
              <a:t>Layout of user interface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user instructions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error messages</a:t>
            </a:r>
          </a:p>
          <a:p>
            <a:pPr>
              <a:spcAft>
                <a:spcPts val="1200"/>
              </a:spcAft>
            </a:pPr>
            <a:r>
              <a:rPr lang="en-GB" dirty="0"/>
              <a:t>Formatting of output</a:t>
            </a:r>
          </a:p>
          <a:p>
            <a:pPr>
              <a:spcAft>
                <a:spcPts val="1200"/>
              </a:spcAft>
            </a:pPr>
            <a:r>
              <a:rPr lang="en-GB" dirty="0"/>
              <a:t>Help screens</a:t>
            </a:r>
          </a:p>
        </p:txBody>
      </p:sp>
    </p:spTree>
    <p:extLst>
      <p:ext uri="{BB962C8B-B14F-4D97-AF65-F5344CB8AC3E}">
        <p14:creationId xmlns:p14="http://schemas.microsoft.com/office/powerpoint/2010/main" val="2194133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752824477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 to explain code to another programmer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 allow modules to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tested independently</a:t>
            </a:r>
          </a:p>
        </p:txBody>
      </p:sp>
    </p:spTree>
    <p:extLst>
      <p:ext uri="{BB962C8B-B14F-4D97-AF65-F5344CB8AC3E}">
        <p14:creationId xmlns:p14="http://schemas.microsoft.com/office/powerpoint/2010/main" val="2568420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</p:txBody>
      </p:sp>
    </p:spTree>
    <p:extLst>
      <p:ext uri="{BB962C8B-B14F-4D97-AF65-F5344CB8AC3E}">
        <p14:creationId xmlns:p14="http://schemas.microsoft.com/office/powerpoint/2010/main" val="1509309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478</TotalTime>
  <Words>8162</Words>
  <Application>Microsoft Office PowerPoint</Application>
  <PresentationFormat>Widescreen</PresentationFormat>
  <Paragraphs>1880</Paragraphs>
  <Slides>202</Slides>
  <Notes>157</Notes>
  <HiddenSlides>88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202</vt:i4>
      </vt:variant>
    </vt:vector>
  </HeadingPairs>
  <TitlesOfParts>
    <vt:vector size="208" baseType="lpstr">
      <vt:lpstr>Arial</vt:lpstr>
      <vt:lpstr>Calibri</vt:lpstr>
      <vt:lpstr>Calibri Light</vt:lpstr>
      <vt:lpstr>Consolas</vt:lpstr>
      <vt:lpstr>Wingdings</vt:lpstr>
      <vt:lpstr>Office Theme</vt:lpstr>
      <vt:lpstr>Higher Computing Science</vt:lpstr>
      <vt:lpstr>Plan</vt:lpstr>
      <vt:lpstr>Plan</vt:lpstr>
      <vt:lpstr>Assessment</vt:lpstr>
      <vt:lpstr>Assessment</vt:lpstr>
      <vt:lpstr>SDD Implementation</vt:lpstr>
      <vt:lpstr>Learning Intentions</vt:lpstr>
      <vt:lpstr>N5 Functions – Overview</vt:lpstr>
      <vt:lpstr>N5 Functions – Overview</vt:lpstr>
      <vt:lpstr>Data Flow</vt:lpstr>
      <vt:lpstr>Data Flow</vt:lpstr>
      <vt:lpstr>Sub-programs – Overview</vt:lpstr>
      <vt:lpstr>Subprogram – Overview</vt:lpstr>
      <vt:lpstr>N5 Functions – Parameters</vt:lpstr>
      <vt:lpstr>Declare a Procedure</vt:lpstr>
      <vt:lpstr>Declare a Procedure</vt:lpstr>
      <vt:lpstr>Declare a Function</vt:lpstr>
      <vt:lpstr>Declare a Function</vt:lpstr>
      <vt:lpstr>Learning Intentions</vt:lpstr>
      <vt:lpstr>Parameter Passing</vt:lpstr>
      <vt:lpstr>Parameter Passing</vt:lpstr>
      <vt:lpstr>Positional Parameters (Order Matters)</vt:lpstr>
      <vt:lpstr>Positional Parameters (Order Matters)</vt:lpstr>
      <vt:lpstr>Global and Local Variables</vt:lpstr>
      <vt:lpstr>Global and Local Variables</vt:lpstr>
      <vt:lpstr>Variable Scope</vt:lpstr>
      <vt:lpstr>Variable Scope</vt:lpstr>
      <vt:lpstr>Variable Scope – Example</vt:lpstr>
      <vt:lpstr>Variable Scope – Example 2</vt:lpstr>
      <vt:lpstr>Scope of a Variable</vt:lpstr>
      <vt:lpstr>Benefits of Sub-programs</vt:lpstr>
      <vt:lpstr>Docstrings</vt:lpstr>
      <vt:lpstr>Docstrings</vt:lpstr>
      <vt:lpstr>Docstrings - Multiline</vt:lpstr>
      <vt:lpstr>Docstrings - Multiline</vt:lpstr>
      <vt:lpstr>Type Hinting</vt:lpstr>
      <vt:lpstr>Type Hinting</vt:lpstr>
      <vt:lpstr>Type Hinting – Multiple Return Values</vt:lpstr>
      <vt:lpstr>Type Hinting – Multiple Return Values</vt:lpstr>
      <vt:lpstr>Learning Intentions</vt:lpstr>
      <vt:lpstr>String as an Array</vt:lpstr>
      <vt:lpstr>String as an Array</vt:lpstr>
      <vt:lpstr>Select a Character</vt:lpstr>
      <vt:lpstr>Select a Character</vt:lpstr>
      <vt:lpstr>Select Multiple Characters</vt:lpstr>
      <vt:lpstr>Select Multiple Characters</vt:lpstr>
      <vt:lpstr>Left Substring</vt:lpstr>
      <vt:lpstr>Left Substring</vt:lpstr>
      <vt:lpstr>Mid Substring</vt:lpstr>
      <vt:lpstr>Mid Substring</vt:lpstr>
      <vt:lpstr>Right Substring</vt:lpstr>
      <vt:lpstr>Right Substring</vt:lpstr>
      <vt:lpstr>Negative Index</vt:lpstr>
      <vt:lpstr>Negative Index</vt:lpstr>
      <vt:lpstr>Right Substring – Negative Index</vt:lpstr>
      <vt:lpstr>Right Substring – Negative Index</vt:lpstr>
      <vt:lpstr>Learning Intentions</vt:lpstr>
      <vt:lpstr>Character to ASCII</vt:lpstr>
      <vt:lpstr>Character to ASCII</vt:lpstr>
      <vt:lpstr>ord() - Example</vt:lpstr>
      <vt:lpstr>ord() - Example</vt:lpstr>
      <vt:lpstr>Character to ASCII</vt:lpstr>
      <vt:lpstr>Character to ASCII</vt:lpstr>
      <vt:lpstr>ASCII to Character</vt:lpstr>
      <vt:lpstr>ASCII to Character</vt:lpstr>
      <vt:lpstr>chr() - Example</vt:lpstr>
      <vt:lpstr>chr() - Example</vt:lpstr>
      <vt:lpstr>ASCII to Character</vt:lpstr>
      <vt:lpstr>ASCII to Character</vt:lpstr>
      <vt:lpstr>Cast Real to Integer</vt:lpstr>
      <vt:lpstr>Cast Real to Integer</vt:lpstr>
      <vt:lpstr>int() - Example</vt:lpstr>
      <vt:lpstr>int() - Example</vt:lpstr>
      <vt:lpstr>Floating-point to Integer</vt:lpstr>
      <vt:lpstr>Floating-point to Integer</vt:lpstr>
      <vt:lpstr>Modulus</vt:lpstr>
      <vt:lpstr>Modulus</vt:lpstr>
      <vt:lpstr>Modulus</vt:lpstr>
      <vt:lpstr>Modulus</vt:lpstr>
      <vt:lpstr>Learning Intentions</vt:lpstr>
      <vt:lpstr>Linear search algorithm</vt:lpstr>
      <vt:lpstr>Linear search (1/3)</vt:lpstr>
      <vt:lpstr>Linear search (1/3)</vt:lpstr>
      <vt:lpstr>Linear search (2/3)</vt:lpstr>
      <vt:lpstr>Linear search (2/3)</vt:lpstr>
      <vt:lpstr>Linear search (3/3)</vt:lpstr>
      <vt:lpstr>Linear search (3/3)</vt:lpstr>
      <vt:lpstr>Find maximum algorithm</vt:lpstr>
      <vt:lpstr>Find minimum / maximum</vt:lpstr>
      <vt:lpstr>Find minimum / maximum</vt:lpstr>
      <vt:lpstr>Count occurrences algorithm</vt:lpstr>
      <vt:lpstr>Count occurrences</vt:lpstr>
      <vt:lpstr>Count occurrences</vt:lpstr>
      <vt:lpstr>Learning Intentions</vt:lpstr>
      <vt:lpstr>File handling - overview</vt:lpstr>
      <vt:lpstr>File handling - overview</vt:lpstr>
      <vt:lpstr>Learning Intentions</vt:lpstr>
      <vt:lpstr>Writing to a file (1)</vt:lpstr>
      <vt:lpstr>Writing to a file (1)</vt:lpstr>
      <vt:lpstr>Writing to a file (2)</vt:lpstr>
      <vt:lpstr>Writing to a file (2)</vt:lpstr>
      <vt:lpstr>Writing: Array (1)</vt:lpstr>
      <vt:lpstr>Writing: Array (1)</vt:lpstr>
      <vt:lpstr>Writing: Array (2)</vt:lpstr>
      <vt:lpstr>Writing: Array (2)</vt:lpstr>
      <vt:lpstr>Writing to a file (4)</vt:lpstr>
      <vt:lpstr>Writing to a file (6)</vt:lpstr>
      <vt:lpstr>Task – Walking</vt:lpstr>
      <vt:lpstr>Learning Intentions</vt:lpstr>
      <vt:lpstr>Parallel Arrays – Table</vt:lpstr>
      <vt:lpstr>Parallel Arrays – Table</vt:lpstr>
      <vt:lpstr>Comma Separated Values (csv)</vt:lpstr>
      <vt:lpstr>Comma Separated Values (csv)</vt:lpstr>
      <vt:lpstr>Parallel Arrays?</vt:lpstr>
      <vt:lpstr>Traverse Parallel Arrays</vt:lpstr>
      <vt:lpstr>Practise Data</vt:lpstr>
      <vt:lpstr>Task – Countries</vt:lpstr>
      <vt:lpstr>Learning Intentions</vt:lpstr>
      <vt:lpstr>Reading: Everything at once</vt:lpstr>
      <vt:lpstr>Reading: Everything at once</vt:lpstr>
      <vt:lpstr>Reading: One line at a time</vt:lpstr>
      <vt:lpstr>Reading: One line at a time</vt:lpstr>
      <vt:lpstr>String Method – Strip</vt:lpstr>
      <vt:lpstr>String Method – Strip</vt:lpstr>
      <vt:lpstr>STRING.strip()</vt:lpstr>
      <vt:lpstr>STRING.strip()</vt:lpstr>
      <vt:lpstr>String Methods – Split</vt:lpstr>
      <vt:lpstr>String Methods – Split</vt:lpstr>
      <vt:lpstr>STRING.split(",")</vt:lpstr>
      <vt:lpstr>STRING.split(",")</vt:lpstr>
      <vt:lpstr>Reading parallel arrays</vt:lpstr>
      <vt:lpstr>Reading parallel arrays</vt:lpstr>
      <vt:lpstr>Reading: Storing data for later (1) </vt:lpstr>
      <vt:lpstr>Reading: Storing data for later (1) </vt:lpstr>
      <vt:lpstr>Reading: Storing data for later (2)</vt:lpstr>
      <vt:lpstr>Reading: Storing data for later (2)</vt:lpstr>
      <vt:lpstr>Reading: Unknown file length</vt:lpstr>
      <vt:lpstr>Reading: Unknown file length</vt:lpstr>
      <vt:lpstr>Learning Intentions</vt:lpstr>
      <vt:lpstr>Parallel Arrays - Revision</vt:lpstr>
      <vt:lpstr>Records</vt:lpstr>
      <vt:lpstr>Records</vt:lpstr>
      <vt:lpstr>Define a record</vt:lpstr>
      <vt:lpstr>Define a record</vt:lpstr>
      <vt:lpstr>Create a record with default values</vt:lpstr>
      <vt:lpstr>Create a record with default values</vt:lpstr>
      <vt:lpstr>Create a record with specific values</vt:lpstr>
      <vt:lpstr>Create a record with specific values</vt:lpstr>
      <vt:lpstr>Modify a record</vt:lpstr>
      <vt:lpstr>Modify a record</vt:lpstr>
      <vt:lpstr>Create an array of records</vt:lpstr>
      <vt:lpstr>Create an array of records</vt:lpstr>
      <vt:lpstr>Create an array of empty records</vt:lpstr>
      <vt:lpstr>Create an array of records with default values</vt:lpstr>
      <vt:lpstr>Array of records – Reading from file</vt:lpstr>
      <vt:lpstr>Array of records – Reading from file</vt:lpstr>
      <vt:lpstr>Development methodologies</vt:lpstr>
      <vt:lpstr>Learning Intentions</vt:lpstr>
      <vt:lpstr>Iterative - Waterfall</vt:lpstr>
      <vt:lpstr>Iterative - Waterfall</vt:lpstr>
      <vt:lpstr>Agile - Sprint</vt:lpstr>
      <vt:lpstr>Agile - Sprint</vt:lpstr>
      <vt:lpstr>Development methodologies</vt:lpstr>
      <vt:lpstr>Development methodologies</vt:lpstr>
      <vt:lpstr>Analysis</vt:lpstr>
      <vt:lpstr>Learning Intentions</vt:lpstr>
      <vt:lpstr>Purpose</vt:lpstr>
      <vt:lpstr>Purpose</vt:lpstr>
      <vt:lpstr>Scope</vt:lpstr>
      <vt:lpstr>Scope</vt:lpstr>
      <vt:lpstr>Boundaries</vt:lpstr>
      <vt:lpstr>Boundaries</vt:lpstr>
      <vt:lpstr>Functional Requirements (IPO)</vt:lpstr>
      <vt:lpstr>Design</vt:lpstr>
      <vt:lpstr>Learning Intentions</vt:lpstr>
      <vt:lpstr>Learning Intentions</vt:lpstr>
      <vt:lpstr>Structure Diagram</vt:lpstr>
      <vt:lpstr>Structure Diagram</vt:lpstr>
      <vt:lpstr>Pseudocode</vt:lpstr>
      <vt:lpstr>Pseudocode</vt:lpstr>
      <vt:lpstr>Learning Intentions</vt:lpstr>
      <vt:lpstr>Learning Intentions</vt:lpstr>
      <vt:lpstr>Testing</vt:lpstr>
      <vt:lpstr>Learning Intentions</vt:lpstr>
      <vt:lpstr>Comprehensive Test Plan</vt:lpstr>
      <vt:lpstr>Comprehensive Test Plan</vt:lpstr>
      <vt:lpstr>Learning Intentions</vt:lpstr>
      <vt:lpstr>Dry Run</vt:lpstr>
      <vt:lpstr>Dry Run</vt:lpstr>
      <vt:lpstr>Trace Table</vt:lpstr>
      <vt:lpstr>Trace Table</vt:lpstr>
      <vt:lpstr>Breakpoint</vt:lpstr>
      <vt:lpstr>Breakpoint</vt:lpstr>
      <vt:lpstr>Watchpoint</vt:lpstr>
      <vt:lpstr>Watchpoint</vt:lpstr>
      <vt:lpstr>Evaluation</vt:lpstr>
      <vt:lpstr>Learning Intentions</vt:lpstr>
      <vt:lpstr>Efficient use of coding constructs</vt:lpstr>
      <vt:lpstr>Usability</vt:lpstr>
      <vt:lpstr>Usability</vt:lpstr>
      <vt:lpstr>Maintainability</vt:lpstr>
      <vt:lpstr>Maintainability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 Friend</dc:creator>
  <cp:lastModifiedBy>Al Friend</cp:lastModifiedBy>
  <cp:revision>300</cp:revision>
  <cp:lastPrinted>2022-12-12T09:57:02Z</cp:lastPrinted>
  <dcterms:created xsi:type="dcterms:W3CDTF">2020-11-23T14:36:09Z</dcterms:created>
  <dcterms:modified xsi:type="dcterms:W3CDTF">2026-08-24T14:40:49Z</dcterms:modified>
</cp:coreProperties>
</file>