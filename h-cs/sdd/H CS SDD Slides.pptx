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109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110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111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131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5"/>
  </p:notesMasterIdLst>
  <p:sldIdLst>
    <p:sldId id="434" r:id="rId2"/>
    <p:sldId id="435" r:id="rId3"/>
    <p:sldId id="506" r:id="rId4"/>
    <p:sldId id="507" r:id="rId5"/>
    <p:sldId id="787" r:id="rId6"/>
    <p:sldId id="262" r:id="rId7"/>
    <p:sldId id="275" r:id="rId8"/>
    <p:sldId id="634" r:id="rId9"/>
    <p:sldId id="867" r:id="rId10"/>
    <p:sldId id="632" r:id="rId11"/>
    <p:sldId id="866" r:id="rId12"/>
    <p:sldId id="535" r:id="rId13"/>
    <p:sldId id="546" r:id="rId14"/>
    <p:sldId id="633" r:id="rId15"/>
    <p:sldId id="539" r:id="rId16"/>
    <p:sldId id="855" r:id="rId17"/>
    <p:sldId id="611" r:id="rId18"/>
    <p:sldId id="541" r:id="rId19"/>
    <p:sldId id="425" r:id="rId20"/>
    <p:sldId id="428" r:id="rId21"/>
    <p:sldId id="856" r:id="rId22"/>
    <p:sldId id="537" r:id="rId23"/>
    <p:sldId id="860" r:id="rId24"/>
    <p:sldId id="854" r:id="rId25"/>
    <p:sldId id="859" r:id="rId26"/>
    <p:sldId id="857" r:id="rId27"/>
    <p:sldId id="858" r:id="rId28"/>
    <p:sldId id="505" r:id="rId29"/>
    <p:sldId id="624" r:id="rId30"/>
    <p:sldId id="472" r:id="rId31"/>
    <p:sldId id="471" r:id="rId32"/>
    <p:sldId id="612" r:id="rId33"/>
    <p:sldId id="614" r:id="rId34"/>
    <p:sldId id="874" r:id="rId35"/>
    <p:sldId id="875" r:id="rId36"/>
    <p:sldId id="825" r:id="rId37"/>
    <p:sldId id="826" r:id="rId38"/>
    <p:sldId id="876" r:id="rId39"/>
    <p:sldId id="877" r:id="rId40"/>
    <p:sldId id="480" r:id="rId41"/>
    <p:sldId id="358" r:id="rId42"/>
    <p:sldId id="487" r:id="rId43"/>
    <p:sldId id="481" r:id="rId44"/>
    <p:sldId id="623" r:id="rId45"/>
    <p:sldId id="482" r:id="rId46"/>
    <p:sldId id="488" r:id="rId47"/>
    <p:sldId id="483" r:id="rId48"/>
    <p:sldId id="492" r:id="rId49"/>
    <p:sldId id="485" r:id="rId50"/>
    <p:sldId id="489" r:id="rId51"/>
    <p:sldId id="486" r:id="rId52"/>
    <p:sldId id="491" r:id="rId53"/>
    <p:sldId id="484" r:id="rId54"/>
    <p:sldId id="545" r:id="rId55"/>
    <p:sldId id="547" r:id="rId56"/>
    <p:sldId id="549" r:id="rId57"/>
    <p:sldId id="424" r:id="rId58"/>
    <p:sldId id="564" r:id="rId59"/>
    <p:sldId id="615" r:id="rId60"/>
    <p:sldId id="514" r:id="rId61"/>
    <p:sldId id="616" r:id="rId62"/>
    <p:sldId id="336" r:id="rId63"/>
    <p:sldId id="476" r:id="rId64"/>
    <p:sldId id="563" r:id="rId65"/>
    <p:sldId id="617" r:id="rId66"/>
    <p:sldId id="565" r:id="rId67"/>
    <p:sldId id="618" r:id="rId68"/>
    <p:sldId id="421" r:id="rId69"/>
    <p:sldId id="477" r:id="rId70"/>
    <p:sldId id="512" r:id="rId71"/>
    <p:sldId id="619" r:id="rId72"/>
    <p:sldId id="566" r:id="rId73"/>
    <p:sldId id="620" r:id="rId74"/>
    <p:sldId id="422" r:id="rId75"/>
    <p:sldId id="478" r:id="rId76"/>
    <p:sldId id="621" r:id="rId77"/>
    <p:sldId id="622" r:id="rId78"/>
    <p:sldId id="423" r:id="rId79"/>
    <p:sldId id="479" r:id="rId80"/>
    <p:sldId id="496" r:id="rId81"/>
    <p:sldId id="607" r:id="rId82"/>
    <p:sldId id="606" r:id="rId83"/>
    <p:sldId id="832" r:id="rId84"/>
    <p:sldId id="498" r:id="rId85"/>
    <p:sldId id="833" r:id="rId86"/>
    <p:sldId id="499" r:id="rId87"/>
    <p:sldId id="834" r:id="rId88"/>
    <p:sldId id="497" r:id="rId89"/>
    <p:sldId id="500" r:id="rId90"/>
    <p:sldId id="835" r:id="rId91"/>
    <p:sldId id="608" r:id="rId92"/>
    <p:sldId id="501" r:id="rId93"/>
    <p:sldId id="831" r:id="rId94"/>
    <p:sldId id="437" r:id="rId95"/>
    <p:sldId id="440" r:id="rId96"/>
    <p:sldId id="830" r:id="rId97"/>
    <p:sldId id="562" r:id="rId98"/>
    <p:sldId id="609" r:id="rId99"/>
    <p:sldId id="451" r:id="rId100"/>
    <p:sldId id="450" r:id="rId101"/>
    <p:sldId id="452" r:id="rId102"/>
    <p:sldId id="444" r:id="rId103"/>
    <p:sldId id="878" r:id="rId104"/>
    <p:sldId id="836" r:id="rId105"/>
    <p:sldId id="879" r:id="rId106"/>
    <p:sldId id="453" r:id="rId107"/>
    <p:sldId id="454" r:id="rId108"/>
    <p:sldId id="837" r:id="rId109"/>
    <p:sldId id="445" r:id="rId110"/>
    <p:sldId id="456" r:id="rId111"/>
    <p:sldId id="556" r:id="rId112"/>
    <p:sldId id="457" r:id="rId113"/>
    <p:sldId id="557" r:id="rId114"/>
    <p:sldId id="446" r:id="rId115"/>
    <p:sldId id="380" r:id="rId116"/>
    <p:sldId id="880" r:id="rId117"/>
    <p:sldId id="838" r:id="rId118"/>
    <p:sldId id="561" r:id="rId119"/>
    <p:sldId id="438" r:id="rId120"/>
    <p:sldId id="827" r:id="rId121"/>
    <p:sldId id="550" r:id="rId122"/>
    <p:sldId id="828" r:id="rId123"/>
    <p:sldId id="442" r:id="rId124"/>
    <p:sldId id="625" r:id="rId125"/>
    <p:sldId id="630" r:id="rId126"/>
    <p:sldId id="631" r:id="rId127"/>
    <p:sldId id="610" r:id="rId128"/>
    <p:sldId id="626" r:id="rId129"/>
    <p:sldId id="628" r:id="rId130"/>
    <p:sldId id="629" r:id="rId131"/>
    <p:sldId id="559" r:id="rId132"/>
    <p:sldId id="560" r:id="rId133"/>
    <p:sldId id="552" r:id="rId134"/>
    <p:sldId id="841" r:id="rId135"/>
    <p:sldId id="840" r:id="rId136"/>
    <p:sldId id="842" r:id="rId137"/>
    <p:sldId id="458" r:id="rId138"/>
    <p:sldId id="460" r:id="rId139"/>
    <p:sldId id="461" r:id="rId140"/>
    <p:sldId id="465" r:id="rId141"/>
    <p:sldId id="462" r:id="rId142"/>
    <p:sldId id="646" r:id="rId143"/>
    <p:sldId id="636" r:id="rId144"/>
    <p:sldId id="640" r:id="rId145"/>
    <p:sldId id="463" r:id="rId146"/>
    <p:sldId id="641" r:id="rId147"/>
    <p:sldId id="639" r:id="rId148"/>
    <p:sldId id="642" r:id="rId149"/>
    <p:sldId id="468" r:id="rId150"/>
    <p:sldId id="643" r:id="rId151"/>
    <p:sldId id="627" r:id="rId152"/>
    <p:sldId id="644" r:id="rId153"/>
    <p:sldId id="638" r:id="rId154"/>
    <p:sldId id="645" r:id="rId155"/>
    <p:sldId id="554" r:id="rId156"/>
    <p:sldId id="839" r:id="rId157"/>
    <p:sldId id="567" r:id="rId158"/>
    <p:sldId id="568" r:id="rId159"/>
    <p:sldId id="820" r:id="rId160"/>
    <p:sldId id="822" r:id="rId161"/>
    <p:sldId id="821" r:id="rId162"/>
    <p:sldId id="823" r:id="rId163"/>
    <p:sldId id="516" r:id="rId164"/>
    <p:sldId id="853" r:id="rId165"/>
    <p:sldId id="495" r:id="rId166"/>
    <p:sldId id="579" r:id="rId167"/>
    <p:sldId id="600" r:id="rId168"/>
    <p:sldId id="848" r:id="rId169"/>
    <p:sldId id="602" r:id="rId170"/>
    <p:sldId id="849" r:id="rId171"/>
    <p:sldId id="603" r:id="rId172"/>
    <p:sldId id="850" r:id="rId173"/>
    <p:sldId id="873" r:id="rId174"/>
    <p:sldId id="881" r:id="rId175"/>
    <p:sldId id="572" r:id="rId176"/>
    <p:sldId id="573" r:id="rId177"/>
    <p:sldId id="574" r:id="rId178"/>
    <p:sldId id="420" r:id="rId179"/>
    <p:sldId id="862" r:id="rId180"/>
    <p:sldId id="861" r:id="rId181"/>
    <p:sldId id="864" r:id="rId182"/>
    <p:sldId id="575" r:id="rId183"/>
    <p:sldId id="576" r:id="rId184"/>
    <p:sldId id="502" r:id="rId185"/>
    <p:sldId id="504" r:id="rId186"/>
    <p:sldId id="870" r:id="rId187"/>
    <p:sldId id="871" r:id="rId188"/>
    <p:sldId id="503" r:id="rId189"/>
    <p:sldId id="816" r:id="rId190"/>
    <p:sldId id="847" r:id="rId191"/>
    <p:sldId id="817" r:id="rId192"/>
    <p:sldId id="868" r:id="rId193"/>
    <p:sldId id="818" r:id="rId194"/>
    <p:sldId id="869" r:id="rId195"/>
    <p:sldId id="824" r:id="rId196"/>
    <p:sldId id="846" r:id="rId197"/>
    <p:sldId id="577" r:id="rId198"/>
    <p:sldId id="578" r:id="rId199"/>
    <p:sldId id="814" r:id="rId200"/>
    <p:sldId id="872" r:id="rId201"/>
    <p:sldId id="843" r:id="rId202"/>
    <p:sldId id="815" r:id="rId203"/>
    <p:sldId id="844" r:id="rId204"/>
  </p:sldIdLst>
  <p:sldSz cx="12192000" cy="6858000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CD916D4-C61B-4DE1-BA53-06CFF0F5F6D1}">
          <p14:sldIdLst>
            <p14:sldId id="434"/>
            <p14:sldId id="435"/>
            <p14:sldId id="506"/>
            <p14:sldId id="507"/>
            <p14:sldId id="787"/>
            <p14:sldId id="262"/>
          </p14:sldIdLst>
        </p14:section>
        <p14:section name="Sub-programs" id="{8FF03462-626E-4D1D-AC9E-9B36ACF6C895}">
          <p14:sldIdLst>
            <p14:sldId id="275"/>
            <p14:sldId id="634"/>
            <p14:sldId id="867"/>
            <p14:sldId id="632"/>
            <p14:sldId id="866"/>
            <p14:sldId id="535"/>
            <p14:sldId id="546"/>
            <p14:sldId id="633"/>
          </p14:sldIdLst>
        </p14:section>
        <p14:section name="Procedures" id="{0446BE94-8ADA-48AF-88F3-D7BA88F04A9C}">
          <p14:sldIdLst>
            <p14:sldId id="539"/>
            <p14:sldId id="855"/>
          </p14:sldIdLst>
        </p14:section>
        <p14:section name="Functions" id="{22570074-18AC-408D-8B76-3C7AB9AA3B2B}">
          <p14:sldIdLst>
            <p14:sldId id="611"/>
            <p14:sldId id="541"/>
          </p14:sldIdLst>
        </p14:section>
        <p14:section name="Parameters" id="{A6A60A23-F0D8-431E-9149-B46BF3C7F826}">
          <p14:sldIdLst>
            <p14:sldId id="425"/>
            <p14:sldId id="428"/>
            <p14:sldId id="856"/>
            <p14:sldId id="537"/>
            <p14:sldId id="860"/>
          </p14:sldIdLst>
        </p14:section>
        <p14:section name="Scope" id="{4CDC0A38-68CB-42CA-A631-07397F462125}">
          <p14:sldIdLst>
            <p14:sldId id="854"/>
            <p14:sldId id="859"/>
            <p14:sldId id="857"/>
            <p14:sldId id="858"/>
            <p14:sldId id="505"/>
            <p14:sldId id="624"/>
            <p14:sldId id="472"/>
            <p14:sldId id="471"/>
          </p14:sldIdLst>
        </p14:section>
        <p14:section name="Docstrings" id="{DF996860-EB1A-480C-AA1F-27D98870420D}">
          <p14:sldIdLst>
            <p14:sldId id="612"/>
            <p14:sldId id="614"/>
            <p14:sldId id="874"/>
            <p14:sldId id="875"/>
          </p14:sldIdLst>
        </p14:section>
        <p14:section name="Type Hinting" id="{9D9B57EF-8A60-4815-A39C-E205A49C59C9}">
          <p14:sldIdLst>
            <p14:sldId id="825"/>
            <p14:sldId id="826"/>
            <p14:sldId id="876"/>
            <p14:sldId id="877"/>
          </p14:sldIdLst>
        </p14:section>
        <p14:section name="Substrings" id="{731C3143-E5D4-42ED-B181-9F3D68DFC047}">
          <p14:sldIdLst>
            <p14:sldId id="480"/>
            <p14:sldId id="358"/>
            <p14:sldId id="487"/>
            <p14:sldId id="481"/>
            <p14:sldId id="623"/>
            <p14:sldId id="482"/>
            <p14:sldId id="488"/>
            <p14:sldId id="483"/>
            <p14:sldId id="492"/>
            <p14:sldId id="485"/>
            <p14:sldId id="489"/>
            <p14:sldId id="486"/>
            <p14:sldId id="491"/>
            <p14:sldId id="484"/>
            <p14:sldId id="545"/>
            <p14:sldId id="547"/>
            <p14:sldId id="549"/>
          </p14:sldIdLst>
        </p14:section>
        <p14:section name="Built-in functions" id="{0974E8DD-2EA4-4A23-B91F-D3B995670CD9}">
          <p14:sldIdLst>
            <p14:sldId id="424"/>
            <p14:sldId id="564"/>
            <p14:sldId id="615"/>
            <p14:sldId id="514"/>
            <p14:sldId id="616"/>
            <p14:sldId id="336"/>
            <p14:sldId id="476"/>
            <p14:sldId id="563"/>
            <p14:sldId id="617"/>
            <p14:sldId id="565"/>
            <p14:sldId id="618"/>
            <p14:sldId id="421"/>
            <p14:sldId id="477"/>
            <p14:sldId id="512"/>
            <p14:sldId id="619"/>
            <p14:sldId id="566"/>
            <p14:sldId id="620"/>
            <p14:sldId id="422"/>
            <p14:sldId id="478"/>
            <p14:sldId id="621"/>
            <p14:sldId id="622"/>
            <p14:sldId id="423"/>
            <p14:sldId id="479"/>
          </p14:sldIdLst>
        </p14:section>
        <p14:section name="Standard algorithms" id="{E51287A6-0098-4174-B5E3-AB1589BC3F19}">
          <p14:sldIdLst>
            <p14:sldId id="496"/>
            <p14:sldId id="607"/>
            <p14:sldId id="606"/>
            <p14:sldId id="832"/>
            <p14:sldId id="498"/>
            <p14:sldId id="833"/>
            <p14:sldId id="499"/>
            <p14:sldId id="834"/>
            <p14:sldId id="497"/>
            <p14:sldId id="500"/>
            <p14:sldId id="835"/>
            <p14:sldId id="608"/>
            <p14:sldId id="501"/>
            <p14:sldId id="831"/>
          </p14:sldIdLst>
        </p14:section>
        <p14:section name="File handling" id="{23B890E6-00E8-435C-932B-6DC621F1AE2B}">
          <p14:sldIdLst>
            <p14:sldId id="437"/>
            <p14:sldId id="440"/>
            <p14:sldId id="830"/>
          </p14:sldIdLst>
        </p14:section>
        <p14:section name="Writing" id="{D707A455-FD14-4C27-8423-FE3FE7520C4C}">
          <p14:sldIdLst>
            <p14:sldId id="562"/>
            <p14:sldId id="609"/>
            <p14:sldId id="451"/>
            <p14:sldId id="450"/>
            <p14:sldId id="452"/>
            <p14:sldId id="444"/>
            <p14:sldId id="878"/>
            <p14:sldId id="836"/>
            <p14:sldId id="879"/>
            <p14:sldId id="453"/>
            <p14:sldId id="454"/>
          </p14:sldIdLst>
        </p14:section>
        <p14:section name="Writing task 1" id="{330133D2-C8A5-4B9D-AC15-4BBAD75CF50F}">
          <p14:sldIdLst>
            <p14:sldId id="837"/>
          </p14:sldIdLst>
        </p14:section>
        <p14:section name="Parallel arrays (1)" id="{C0FDE390-6223-4AF2-BB4E-476FE9E483E5}">
          <p14:sldIdLst>
            <p14:sldId id="445"/>
            <p14:sldId id="456"/>
            <p14:sldId id="556"/>
            <p14:sldId id="457"/>
            <p14:sldId id="557"/>
            <p14:sldId id="446"/>
            <p14:sldId id="380"/>
            <p14:sldId id="880"/>
          </p14:sldIdLst>
        </p14:section>
        <p14:section name="Writing task 2" id="{8C7F4DA2-F77A-4AEA-BFC8-C65168F4375B}">
          <p14:sldIdLst>
            <p14:sldId id="838"/>
          </p14:sldIdLst>
        </p14:section>
        <p14:section name="Reading" id="{17A086BB-64EF-4CA8-8DEB-63034AFA8CD0}">
          <p14:sldIdLst>
            <p14:sldId id="561"/>
            <p14:sldId id="438"/>
            <p14:sldId id="827"/>
            <p14:sldId id="550"/>
            <p14:sldId id="828"/>
          </p14:sldIdLst>
        </p14:section>
        <p14:section name="strip() method" id="{7D19C5E7-FE7B-473C-8FFC-74BCB6AC1A1D}">
          <p14:sldIdLst>
            <p14:sldId id="442"/>
            <p14:sldId id="625"/>
            <p14:sldId id="630"/>
            <p14:sldId id="631"/>
          </p14:sldIdLst>
        </p14:section>
        <p14:section name="split() method" id="{C607EDD3-B8FA-497D-9B5E-A329AE1F92C7}">
          <p14:sldIdLst>
            <p14:sldId id="610"/>
            <p14:sldId id="626"/>
            <p14:sldId id="628"/>
            <p14:sldId id="629"/>
          </p14:sldIdLst>
        </p14:section>
        <p14:section name="Reading paralle arrays" id="{6159BFAF-42CF-4E7B-BCC4-375369AAA1B7}">
          <p14:sldIdLst>
            <p14:sldId id="559"/>
            <p14:sldId id="560"/>
            <p14:sldId id="552"/>
            <p14:sldId id="841"/>
            <p14:sldId id="840"/>
            <p14:sldId id="842"/>
          </p14:sldIdLst>
        </p14:section>
        <p14:section name="Records" id="{54C7EC2B-18DD-42A6-B223-526F78267F8B}">
          <p14:sldIdLst>
            <p14:sldId id="458"/>
            <p14:sldId id="460"/>
            <p14:sldId id="461"/>
            <p14:sldId id="465"/>
            <p14:sldId id="462"/>
            <p14:sldId id="646"/>
            <p14:sldId id="636"/>
            <p14:sldId id="640"/>
            <p14:sldId id="463"/>
            <p14:sldId id="641"/>
            <p14:sldId id="639"/>
            <p14:sldId id="642"/>
            <p14:sldId id="468"/>
            <p14:sldId id="643"/>
          </p14:sldIdLst>
        </p14:section>
        <p14:section name="Array of records" id="{B8E57B2B-BCE4-425F-A6CE-460073C2E56B}">
          <p14:sldIdLst>
            <p14:sldId id="627"/>
            <p14:sldId id="644"/>
            <p14:sldId id="638"/>
            <p14:sldId id="645"/>
          </p14:sldIdLst>
        </p14:section>
        <p14:section name="Unknown file length" id="{7B7B6852-9426-4EA1-9189-00FA8A011E39}">
          <p14:sldIdLst>
            <p14:sldId id="554"/>
            <p14:sldId id="839"/>
          </p14:sldIdLst>
        </p14:section>
        <p14:section name="Development methodologies" id="{A958A167-9AA3-4385-979F-F80AA5C022CF}">
          <p14:sldIdLst>
            <p14:sldId id="567"/>
            <p14:sldId id="568"/>
            <p14:sldId id="820"/>
            <p14:sldId id="822"/>
            <p14:sldId id="821"/>
            <p14:sldId id="823"/>
            <p14:sldId id="516"/>
            <p14:sldId id="853"/>
          </p14:sldIdLst>
        </p14:section>
        <p14:section name="Analysis" id="{6E24B6D2-07E9-47FF-9E1B-1B50F0549632}">
          <p14:sldIdLst>
            <p14:sldId id="495"/>
            <p14:sldId id="579"/>
            <p14:sldId id="600"/>
            <p14:sldId id="848"/>
            <p14:sldId id="602"/>
            <p14:sldId id="849"/>
            <p14:sldId id="603"/>
            <p14:sldId id="850"/>
            <p14:sldId id="873"/>
            <p14:sldId id="881"/>
          </p14:sldIdLst>
        </p14:section>
        <p14:section name="Design" id="{B827E20A-BD4C-41A2-AC82-E4B2DA16FE42}">
          <p14:sldIdLst>
            <p14:sldId id="572"/>
            <p14:sldId id="573"/>
            <p14:sldId id="574"/>
            <p14:sldId id="420"/>
            <p14:sldId id="862"/>
            <p14:sldId id="861"/>
            <p14:sldId id="864"/>
          </p14:sldIdLst>
        </p14:section>
        <p14:section name="Refinements" id="{7B2FDA0D-B0C3-42E4-9B46-03E1ED044A70}">
          <p14:sldIdLst>
            <p14:sldId id="575"/>
          </p14:sldIdLst>
        </p14:section>
        <p14:section name="User interface" id="{B545EC0C-55E9-472B-B3C6-D29990B9BBB9}">
          <p14:sldIdLst>
            <p14:sldId id="576"/>
          </p14:sldIdLst>
        </p14:section>
        <p14:section name="Testing" id="{89DD8F3D-7BDB-479D-BE4D-586144FA2248}">
          <p14:sldIdLst>
            <p14:sldId id="502"/>
            <p14:sldId id="504"/>
            <p14:sldId id="870"/>
            <p14:sldId id="871"/>
            <p14:sldId id="503"/>
            <p14:sldId id="816"/>
            <p14:sldId id="847"/>
            <p14:sldId id="817"/>
            <p14:sldId id="868"/>
            <p14:sldId id="818"/>
            <p14:sldId id="869"/>
            <p14:sldId id="824"/>
            <p14:sldId id="846"/>
          </p14:sldIdLst>
        </p14:section>
        <p14:section name="Evaluation" id="{0F7A6070-A7E2-43C1-8140-267CAC25D84D}">
          <p14:sldIdLst>
            <p14:sldId id="577"/>
            <p14:sldId id="578"/>
            <p14:sldId id="814"/>
            <p14:sldId id="872"/>
            <p14:sldId id="843"/>
            <p14:sldId id="815"/>
            <p14:sldId id="84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6B3"/>
    <a:srgbClr val="183691"/>
    <a:srgbClr val="00864F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73" autoAdjust="0"/>
    <p:restoredTop sz="84840" autoAdjust="0"/>
  </p:normalViewPr>
  <p:slideViewPr>
    <p:cSldViewPr snapToGrid="0" showGuides="1">
      <p:cViewPr varScale="1">
        <p:scale>
          <a:sx n="56" d="100"/>
          <a:sy n="56" d="100"/>
        </p:scale>
        <p:origin x="296" y="5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68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10" Type="http://schemas.microsoft.com/office/2016/11/relationships/changesInfo" Target="changesInfos/changesInfo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 Friend" userId="e5ed79da-d858-46d4-9eed-a7a24903f2de" providerId="ADAL" clId="{2CC28D5A-E59E-4A37-B8C3-56A229B86017}"/>
  </pc:docChgLst>
  <pc:docChgLst>
    <pc:chgData name="Al Friend" userId="e5ed79da-d858-46d4-9eed-a7a24903f2de" providerId="ADAL" clId="{6CF5D3DD-A8C4-4611-8099-4AEB2E976A2E}"/>
  </pc:docChgLst>
  <pc:docChgLst>
    <pc:chgData name="Al Friend" userId="e5ed79da-d858-46d4-9eed-a7a24903f2de" providerId="ADAL" clId="{0E1AE490-4385-420A-8F3B-5C4325E85BD3}"/>
    <pc:docChg chg="undo custSel addSld modSld sldOrd delSection modSection">
      <pc:chgData name="Al Friend" userId="e5ed79da-d858-46d4-9eed-a7a24903f2de" providerId="ADAL" clId="{0E1AE490-4385-420A-8F3B-5C4325E85BD3}" dt="2026-09-29T10:15:22.168" v="590"/>
      <pc:docMkLst>
        <pc:docMk/>
      </pc:docMkLst>
      <pc:sldChg chg="modSp modAnim">
        <pc:chgData name="Al Friend" userId="e5ed79da-d858-46d4-9eed-a7a24903f2de" providerId="ADAL" clId="{0E1AE490-4385-420A-8F3B-5C4325E85BD3}" dt="2026-08-19T10:15:14.556" v="95" actId="20577"/>
        <pc:sldMkLst>
          <pc:docMk/>
          <pc:sldMk cId="1456227709" sldId="440"/>
        </pc:sldMkLst>
        <pc:spChg chg="mod">
          <ac:chgData name="Al Friend" userId="e5ed79da-d858-46d4-9eed-a7a24903f2de" providerId="ADAL" clId="{0E1AE490-4385-420A-8F3B-5C4325E85BD3}" dt="2026-08-19T10:13:20.010" v="9" actId="20577"/>
          <ac:spMkLst>
            <pc:docMk/>
            <pc:sldMk cId="1456227709" sldId="440"/>
            <ac:spMk id="8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5:06.778" v="85" actId="20577"/>
          <ac:spMkLst>
            <pc:docMk/>
            <pc:sldMk cId="1456227709" sldId="440"/>
            <ac:spMk id="9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3:21.535" v="10"/>
          <ac:spMkLst>
            <pc:docMk/>
            <pc:sldMk cId="1456227709" sldId="440"/>
            <ac:spMk id="10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5:14.556" v="95" actId="20577"/>
          <ac:spMkLst>
            <pc:docMk/>
            <pc:sldMk cId="1456227709" sldId="440"/>
            <ac:spMk id="11" creationId="{00000000-0000-0000-0000-000000000000}"/>
          </ac:spMkLst>
        </pc:spChg>
      </pc:sldChg>
      <pc:sldChg chg="modSp">
        <pc:chgData name="Al Friend" userId="e5ed79da-d858-46d4-9eed-a7a24903f2de" providerId="ADAL" clId="{0E1AE490-4385-420A-8F3B-5C4325E85BD3}" dt="2026-08-20T10:05:37.970" v="214" actId="122"/>
        <pc:sldMkLst>
          <pc:docMk/>
          <pc:sldMk cId="370988439" sldId="456"/>
        </pc:sldMkLst>
        <pc:spChg chg="mod">
          <ac:chgData name="Al Friend" userId="e5ed79da-d858-46d4-9eed-a7a24903f2de" providerId="ADAL" clId="{0E1AE490-4385-420A-8F3B-5C4325E85BD3}" dt="2026-08-20T10:04:43.574" v="148" actId="20577"/>
          <ac:spMkLst>
            <pc:docMk/>
            <pc:sldMk cId="370988439" sldId="456"/>
            <ac:spMk id="9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20T10:05:37.970" v="214" actId="122"/>
          <ac:spMkLst>
            <pc:docMk/>
            <pc:sldMk cId="370988439" sldId="456"/>
            <ac:spMk id="10" creationId="{A377BF64-05A1-4714-A93C-E7E6D9BBDA17}"/>
          </ac:spMkLst>
        </pc:spChg>
      </pc:sldChg>
      <pc:sldChg chg="addSp modSp modAnim">
        <pc:chgData name="Al Friend" userId="e5ed79da-d858-46d4-9eed-a7a24903f2de" providerId="ADAL" clId="{0E1AE490-4385-420A-8F3B-5C4325E85BD3}" dt="2026-08-20T10:06:16.582" v="215"/>
        <pc:sldMkLst>
          <pc:docMk/>
          <pc:sldMk cId="2802556139" sldId="457"/>
        </pc:sldMkLst>
        <pc:spChg chg="mod">
          <ac:chgData name="Al Friend" userId="e5ed79da-d858-46d4-9eed-a7a24903f2de" providerId="ADAL" clId="{0E1AE490-4385-420A-8F3B-5C4325E85BD3}" dt="2026-08-20T10:04:52.326" v="164" actId="20577"/>
          <ac:spMkLst>
            <pc:docMk/>
            <pc:sldMk cId="2802556139" sldId="457"/>
            <ac:spMk id="4" creationId="{00000000-0000-0000-0000-000000000000}"/>
          </ac:spMkLst>
        </pc:spChg>
        <pc:spChg chg="add mod">
          <ac:chgData name="Al Friend" userId="e5ed79da-d858-46d4-9eed-a7a24903f2de" providerId="ADAL" clId="{0E1AE490-4385-420A-8F3B-5C4325E85BD3}" dt="2026-08-20T10:05:33.546" v="213" actId="122"/>
          <ac:spMkLst>
            <pc:docMk/>
            <pc:sldMk cId="2802556139" sldId="457"/>
            <ac:spMk id="7" creationId="{AA62AB78-4731-491C-A725-B8876DBFBBAF}"/>
          </ac:spMkLst>
        </pc:spChg>
      </pc:sldChg>
      <pc:sldChg chg="addSp delSp modAnim">
        <pc:chgData name="Al Friend" userId="e5ed79da-d858-46d4-9eed-a7a24903f2de" providerId="ADAL" clId="{0E1AE490-4385-420A-8F3B-5C4325E85BD3}" dt="2026-09-01T10:17:21.964" v="334"/>
        <pc:sldMkLst>
          <pc:docMk/>
          <pc:sldMk cId="813533798" sldId="463"/>
        </pc:sldMkLst>
        <pc:spChg chg="add del">
          <ac:chgData name="Al Friend" userId="e5ed79da-d858-46d4-9eed-a7a24903f2de" providerId="ADAL" clId="{0E1AE490-4385-420A-8F3B-5C4325E85BD3}" dt="2026-09-01T10:16:49.297" v="331"/>
          <ac:spMkLst>
            <pc:docMk/>
            <pc:sldMk cId="813533798" sldId="463"/>
            <ac:spMk id="10" creationId="{79169C6A-6FB6-4FC9-A009-5E1CB0A64633}"/>
          </ac:spMkLst>
        </pc:spChg>
        <pc:spChg chg="add">
          <ac:chgData name="Al Friend" userId="e5ed79da-d858-46d4-9eed-a7a24903f2de" providerId="ADAL" clId="{0E1AE490-4385-420A-8F3B-5C4325E85BD3}" dt="2026-09-01T10:17:17.759" v="333"/>
          <ac:spMkLst>
            <pc:docMk/>
            <pc:sldMk cId="813533798" sldId="463"/>
            <ac:spMk id="11" creationId="{038B7AE7-FFE9-4DF8-883B-60DDD260FA13}"/>
          </ac:spMkLst>
        </pc:spChg>
      </pc:sldChg>
      <pc:sldChg chg="addSp modSp modAnim">
        <pc:chgData name="Al Friend" userId="e5ed79da-d858-46d4-9eed-a7a24903f2de" providerId="ADAL" clId="{0E1AE490-4385-420A-8F3B-5C4325E85BD3}" dt="2026-09-01T10:31:30.963" v="362"/>
        <pc:sldMkLst>
          <pc:docMk/>
          <pc:sldMk cId="4105150459" sldId="468"/>
        </pc:sldMkLst>
        <pc:spChg chg="add mod">
          <ac:chgData name="Al Friend" userId="e5ed79da-d858-46d4-9eed-a7a24903f2de" providerId="ADAL" clId="{0E1AE490-4385-420A-8F3B-5C4325E85BD3}" dt="2026-09-01T10:31:25.378" v="359" actId="14100"/>
          <ac:spMkLst>
            <pc:docMk/>
            <pc:sldMk cId="4105150459" sldId="468"/>
            <ac:spMk id="7" creationId="{5B642EF0-6A58-4C7C-B14E-CE66B01C9A7D}"/>
          </ac:spMkLst>
        </pc:spChg>
      </pc:sldChg>
      <pc:sldChg chg="modTransition">
        <pc:chgData name="Al Friend" userId="e5ed79da-d858-46d4-9eed-a7a24903f2de" providerId="ADAL" clId="{0E1AE490-4385-420A-8F3B-5C4325E85BD3}" dt="2026-08-25T09:59:45.369" v="255"/>
        <pc:sldMkLst>
          <pc:docMk/>
          <pc:sldMk cId="2672142775" sldId="552"/>
        </pc:sldMkLst>
      </pc:sldChg>
      <pc:sldChg chg="ord">
        <pc:chgData name="Al Friend" userId="e5ed79da-d858-46d4-9eed-a7a24903f2de" providerId="ADAL" clId="{0E1AE490-4385-420A-8F3B-5C4325E85BD3}" dt="2026-09-01T09:52:42.699" v="287"/>
        <pc:sldMkLst>
          <pc:docMk/>
          <pc:sldMk cId="458947270" sldId="554"/>
        </pc:sldMkLst>
      </pc:sldChg>
      <pc:sldChg chg="modSp ord modNotesTx">
        <pc:chgData name="Al Friend" userId="e5ed79da-d858-46d4-9eed-a7a24903f2de" providerId="ADAL" clId="{0E1AE490-4385-420A-8F3B-5C4325E85BD3}" dt="2026-08-24T14:38:32.559" v="248" actId="20577"/>
        <pc:sldMkLst>
          <pc:docMk/>
          <pc:sldMk cId="1117637440" sldId="559"/>
        </pc:sldMkLst>
        <pc:spChg chg="mod">
          <ac:chgData name="Al Friend" userId="e5ed79da-d858-46d4-9eed-a7a24903f2de" providerId="ADAL" clId="{0E1AE490-4385-420A-8F3B-5C4325E85BD3}" dt="2026-08-24T14:38:00.003" v="234" actId="20577"/>
          <ac:spMkLst>
            <pc:docMk/>
            <pc:sldMk cId="1117637440" sldId="559"/>
            <ac:spMk id="4" creationId="{64E6C5A6-C8B6-44E7-AC4F-4DD9B8000FF1}"/>
          </ac:spMkLst>
        </pc:spChg>
        <pc:spChg chg="mod">
          <ac:chgData name="Al Friend" userId="e5ed79da-d858-46d4-9eed-a7a24903f2de" providerId="ADAL" clId="{0E1AE490-4385-420A-8F3B-5C4325E85BD3}" dt="2026-08-24T14:38:14.199" v="236" actId="14100"/>
          <ac:spMkLst>
            <pc:docMk/>
            <pc:sldMk cId="1117637440" sldId="559"/>
            <ac:spMk id="7" creationId="{FFCF916D-B844-E035-FB33-215F6E9169BF}"/>
          </ac:spMkLst>
        </pc:spChg>
      </pc:sldChg>
      <pc:sldChg chg="modSp ord">
        <pc:chgData name="Al Friend" userId="e5ed79da-d858-46d4-9eed-a7a24903f2de" providerId="ADAL" clId="{0E1AE490-4385-420A-8F3B-5C4325E85BD3}" dt="2026-08-24T14:39:39.738" v="252" actId="27636"/>
        <pc:sldMkLst>
          <pc:docMk/>
          <pc:sldMk cId="2489710584" sldId="560"/>
        </pc:sldMkLst>
        <pc:spChg chg="mod">
          <ac:chgData name="Al Friend" userId="e5ed79da-d858-46d4-9eed-a7a24903f2de" providerId="ADAL" clId="{0E1AE490-4385-420A-8F3B-5C4325E85BD3}" dt="2026-08-24T14:39:39.738" v="252" actId="27636"/>
          <ac:spMkLst>
            <pc:docMk/>
            <pc:sldMk cId="2489710584" sldId="560"/>
            <ac:spMk id="4" creationId="{64E6C5A6-C8B6-44E7-AC4F-4DD9B8000FF1}"/>
          </ac:spMkLst>
        </pc:spChg>
      </pc:sldChg>
      <pc:sldChg chg="ord">
        <pc:chgData name="Al Friend" userId="e5ed79da-d858-46d4-9eed-a7a24903f2de" providerId="ADAL" clId="{0E1AE490-4385-420A-8F3B-5C4325E85BD3}" dt="2026-09-23T12:10:40.074" v="398"/>
        <pc:sldMkLst>
          <pc:docMk/>
          <pc:sldMk cId="1511439392" sldId="575"/>
        </pc:sldMkLst>
      </pc:sldChg>
      <pc:sldChg chg="ord">
        <pc:chgData name="Al Friend" userId="e5ed79da-d858-46d4-9eed-a7a24903f2de" providerId="ADAL" clId="{0E1AE490-4385-420A-8F3B-5C4325E85BD3}" dt="2026-09-23T12:10:28.517" v="397"/>
        <pc:sldMkLst>
          <pc:docMk/>
          <pc:sldMk cId="928485270" sldId="576"/>
        </pc:sldMkLst>
      </pc:sldChg>
      <pc:sldChg chg="modSp ord">
        <pc:chgData name="Al Friend" userId="e5ed79da-d858-46d4-9eed-a7a24903f2de" providerId="ADAL" clId="{0E1AE490-4385-420A-8F3B-5C4325E85BD3}" dt="2026-08-24T10:18:43.713" v="227"/>
        <pc:sldMkLst>
          <pc:docMk/>
          <pc:sldMk cId="3829790090" sldId="610"/>
        </pc:sldMkLst>
        <pc:spChg chg="mod">
          <ac:chgData name="Al Friend" userId="e5ed79da-d858-46d4-9eed-a7a24903f2de" providerId="ADAL" clId="{0E1AE490-4385-420A-8F3B-5C4325E85BD3}" dt="2026-08-19T10:48:38.961" v="112" actId="14100"/>
          <ac:spMkLst>
            <pc:docMk/>
            <pc:sldMk cId="3829790090" sldId="610"/>
            <ac:spMk id="5" creationId="{8145E81F-1949-4DFF-BEDD-AF463B4A35D1}"/>
          </ac:spMkLst>
        </pc:spChg>
      </pc:sldChg>
      <pc:sldChg chg="ord">
        <pc:chgData name="Al Friend" userId="e5ed79da-d858-46d4-9eed-a7a24903f2de" providerId="ADAL" clId="{0E1AE490-4385-420A-8F3B-5C4325E85BD3}" dt="2026-08-24T10:18:43.713" v="227"/>
        <pc:sldMkLst>
          <pc:docMk/>
          <pc:sldMk cId="745160305" sldId="626"/>
        </pc:sldMkLst>
      </pc:sldChg>
      <pc:sldChg chg="modSp modAnim">
        <pc:chgData name="Al Friend" userId="e5ed79da-d858-46d4-9eed-a7a24903f2de" providerId="ADAL" clId="{0E1AE490-4385-420A-8F3B-5C4325E85BD3}" dt="2026-09-02T12:27:15.403" v="385"/>
        <pc:sldMkLst>
          <pc:docMk/>
          <pc:sldMk cId="624294451" sldId="627"/>
        </pc:sldMkLst>
        <pc:spChg chg="mod">
          <ac:chgData name="Al Friend" userId="e5ed79da-d858-46d4-9eed-a7a24903f2de" providerId="ADAL" clId="{0E1AE490-4385-420A-8F3B-5C4325E85BD3}" dt="2026-09-02T12:26:45.075" v="384" actId="12788"/>
          <ac:spMkLst>
            <pc:docMk/>
            <pc:sldMk cId="624294451" sldId="627"/>
            <ac:spMk id="2" creationId="{475D4475-70EC-71C2-5BC2-80CAC7A39D1D}"/>
          </ac:spMkLst>
        </pc:spChg>
        <pc:spChg chg="mod">
          <ac:chgData name="Al Friend" userId="e5ed79da-d858-46d4-9eed-a7a24903f2de" providerId="ADAL" clId="{0E1AE490-4385-420A-8F3B-5C4325E85BD3}" dt="2026-09-02T12:27:15.403" v="385"/>
          <ac:spMkLst>
            <pc:docMk/>
            <pc:sldMk cId="624294451" sldId="627"/>
            <ac:spMk id="3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9-01T10:34:41.722" v="363" actId="20577"/>
          <ac:spMkLst>
            <pc:docMk/>
            <pc:sldMk cId="624294451" sldId="627"/>
            <ac:spMk id="4" creationId="{64E6C5A6-C8B6-44E7-AC4F-4DD9B8000FF1}"/>
          </ac:spMkLst>
        </pc:spChg>
      </pc:sldChg>
      <pc:sldChg chg="ord">
        <pc:chgData name="Al Friend" userId="e5ed79da-d858-46d4-9eed-a7a24903f2de" providerId="ADAL" clId="{0E1AE490-4385-420A-8F3B-5C4325E85BD3}" dt="2026-08-24T10:18:43.713" v="227"/>
        <pc:sldMkLst>
          <pc:docMk/>
          <pc:sldMk cId="2821350884" sldId="628"/>
        </pc:sldMkLst>
      </pc:sldChg>
      <pc:sldChg chg="ord">
        <pc:chgData name="Al Friend" userId="e5ed79da-d858-46d4-9eed-a7a24903f2de" providerId="ADAL" clId="{0E1AE490-4385-420A-8F3B-5C4325E85BD3}" dt="2026-08-24T10:18:43.713" v="227"/>
        <pc:sldMkLst>
          <pc:docMk/>
          <pc:sldMk cId="2043302402" sldId="629"/>
        </pc:sldMkLst>
      </pc:sldChg>
      <pc:sldChg chg="addSp modSp modAnim">
        <pc:chgData name="Al Friend" userId="e5ed79da-d858-46d4-9eed-a7a24903f2de" providerId="ADAL" clId="{0E1AE490-4385-420A-8F3B-5C4325E85BD3}" dt="2026-09-01T10:17:13.644" v="332" actId="14100"/>
        <pc:sldMkLst>
          <pc:docMk/>
          <pc:sldMk cId="206058122" sldId="636"/>
        </pc:sldMkLst>
        <pc:spChg chg="add mod">
          <ac:chgData name="Al Friend" userId="e5ed79da-d858-46d4-9eed-a7a24903f2de" providerId="ADAL" clId="{0E1AE490-4385-420A-8F3B-5C4325E85BD3}" dt="2026-09-01T10:17:13.644" v="332" actId="14100"/>
          <ac:spMkLst>
            <pc:docMk/>
            <pc:sldMk cId="206058122" sldId="636"/>
            <ac:spMk id="8" creationId="{7C5DA59C-0962-4D0F-A8C5-85F728AD07E2}"/>
          </ac:spMkLst>
        </pc:spChg>
        <pc:spChg chg="mod">
          <ac:chgData name="Al Friend" userId="e5ed79da-d858-46d4-9eed-a7a24903f2de" providerId="ADAL" clId="{0E1AE490-4385-420A-8F3B-5C4325E85BD3}" dt="2026-09-01T10:10:26.765" v="308" actId="14100"/>
          <ac:spMkLst>
            <pc:docMk/>
            <pc:sldMk cId="206058122" sldId="636"/>
            <ac:spMk id="14" creationId="{3722D76D-4B2B-4731-B9D8-21D6BAF98E92}"/>
          </ac:spMkLst>
        </pc:spChg>
        <pc:spChg chg="mod">
          <ac:chgData name="Al Friend" userId="e5ed79da-d858-46d4-9eed-a7a24903f2de" providerId="ADAL" clId="{0E1AE490-4385-420A-8F3B-5C4325E85BD3}" dt="2026-09-01T10:11:34.877" v="329" actId="14100"/>
          <ac:spMkLst>
            <pc:docMk/>
            <pc:sldMk cId="206058122" sldId="636"/>
            <ac:spMk id="16" creationId="{FE1433C9-49A0-44F8-BAF4-4E37D416EDFF}"/>
          </ac:spMkLst>
        </pc:spChg>
      </pc:sldChg>
      <pc:sldChg chg="modAnim">
        <pc:chgData name="Al Friend" userId="e5ed79da-d858-46d4-9eed-a7a24903f2de" providerId="ADAL" clId="{0E1AE490-4385-420A-8F3B-5C4325E85BD3}" dt="2026-09-29T10:05:47.938" v="541"/>
        <pc:sldMkLst>
          <pc:docMk/>
          <pc:sldMk cId="998219706" sldId="816"/>
        </pc:sldMkLst>
      </pc:sldChg>
      <pc:sldChg chg="modSp modNotesTx">
        <pc:chgData name="Al Friend" userId="e5ed79da-d858-46d4-9eed-a7a24903f2de" providerId="ADAL" clId="{0E1AE490-4385-420A-8F3B-5C4325E85BD3}" dt="2026-09-29T10:06:36.233" v="543" actId="6549"/>
        <pc:sldMkLst>
          <pc:docMk/>
          <pc:sldMk cId="2304241816" sldId="817"/>
        </pc:sldMkLst>
        <pc:spChg chg="mod">
          <ac:chgData name="Al Friend" userId="e5ed79da-d858-46d4-9eed-a7a24903f2de" providerId="ADAL" clId="{0E1AE490-4385-420A-8F3B-5C4325E85BD3}" dt="2026-09-17T09:30:35.358" v="390" actId="20577"/>
          <ac:spMkLst>
            <pc:docMk/>
            <pc:sldMk cId="2304241816" sldId="817"/>
            <ac:spMk id="5" creationId="{54C8157B-430A-4486-9B0E-EAA8CFF447AC}"/>
          </ac:spMkLst>
        </pc:spChg>
        <pc:graphicFrameChg chg="mod modGraphic">
          <ac:chgData name="Al Friend" userId="e5ed79da-d858-46d4-9eed-a7a24903f2de" providerId="ADAL" clId="{0E1AE490-4385-420A-8F3B-5C4325E85BD3}" dt="2026-09-29T10:06:36.233" v="543" actId="6549"/>
          <ac:graphicFrameMkLst>
            <pc:docMk/>
            <pc:sldMk cId="2304241816" sldId="817"/>
            <ac:graphicFrameMk id="4" creationId="{59DA7D17-4468-976A-8F8C-E41B1DAA56EB}"/>
          </ac:graphicFrameMkLst>
        </pc:graphicFrameChg>
      </pc:sldChg>
      <pc:sldChg chg="modAnim">
        <pc:chgData name="Al Friend" userId="e5ed79da-d858-46d4-9eed-a7a24903f2de" providerId="ADAL" clId="{0E1AE490-4385-420A-8F3B-5C4325E85BD3}" dt="2026-09-29T10:14:17.093" v="586"/>
        <pc:sldMkLst>
          <pc:docMk/>
          <pc:sldMk cId="2621208104" sldId="818"/>
        </pc:sldMkLst>
      </pc:sldChg>
      <pc:sldChg chg="addSp modSp modAnim">
        <pc:chgData name="Al Friend" userId="e5ed79da-d858-46d4-9eed-a7a24903f2de" providerId="ADAL" clId="{0E1AE490-4385-420A-8F3B-5C4325E85BD3}" dt="2026-09-23T13:44:47.819" v="503"/>
        <pc:sldMkLst>
          <pc:docMk/>
          <pc:sldMk cId="839811114" sldId="821"/>
        </pc:sldMkLst>
        <pc:spChg chg="add mod">
          <ac:chgData name="Al Friend" userId="e5ed79da-d858-46d4-9eed-a7a24903f2de" providerId="ADAL" clId="{0E1AE490-4385-420A-8F3B-5C4325E85BD3}" dt="2026-09-23T13:43:50.844" v="482" actId="1076"/>
          <ac:spMkLst>
            <pc:docMk/>
            <pc:sldMk cId="839811114" sldId="821"/>
            <ac:spMk id="11" creationId="{B44B99B0-3B87-48DC-911B-AAC30E55F589}"/>
          </ac:spMkLst>
        </pc:spChg>
        <pc:spChg chg="add mod">
          <ac:chgData name="Al Friend" userId="e5ed79da-d858-46d4-9eed-a7a24903f2de" providerId="ADAL" clId="{0E1AE490-4385-420A-8F3B-5C4325E85BD3}" dt="2026-09-23T13:44:07.042" v="499" actId="6549"/>
          <ac:spMkLst>
            <pc:docMk/>
            <pc:sldMk cId="839811114" sldId="821"/>
            <ac:spMk id="12" creationId="{0F9F886D-0978-4014-ABD8-61F4D7DEC836}"/>
          </ac:spMkLst>
        </pc:spChg>
      </pc:sldChg>
      <pc:sldChg chg="modSp modAnim">
        <pc:chgData name="Al Friend" userId="e5ed79da-d858-46d4-9eed-a7a24903f2de" providerId="ADAL" clId="{0E1AE490-4385-420A-8F3B-5C4325E85BD3}" dt="2026-09-29T10:15:22.168" v="590"/>
        <pc:sldMkLst>
          <pc:docMk/>
          <pc:sldMk cId="4292795641" sldId="824"/>
        </pc:sldMkLst>
        <pc:spChg chg="mod">
          <ac:chgData name="Al Friend" userId="e5ed79da-d858-46d4-9eed-a7a24903f2de" providerId="ADAL" clId="{0E1AE490-4385-420A-8F3B-5C4325E85BD3}" dt="2026-09-29T10:13:35.697" v="585" actId="6549"/>
          <ac:spMkLst>
            <pc:docMk/>
            <pc:sldMk cId="4292795641" sldId="824"/>
            <ac:spMk id="3" creationId="{2AD39CA1-AAE8-C6AA-1B03-2FFEC411448C}"/>
          </ac:spMkLst>
        </pc:spChg>
      </pc:sldChg>
      <pc:sldChg chg="modSp">
        <pc:chgData name="Al Friend" userId="e5ed79da-d858-46d4-9eed-a7a24903f2de" providerId="ADAL" clId="{0E1AE490-4385-420A-8F3B-5C4325E85BD3}" dt="2026-08-19T10:15:26.022" v="111" actId="20577"/>
        <pc:sldMkLst>
          <pc:docMk/>
          <pc:sldMk cId="3815233802" sldId="830"/>
        </pc:sldMkLst>
        <pc:spChg chg="mod">
          <ac:chgData name="Al Friend" userId="e5ed79da-d858-46d4-9eed-a7a24903f2de" providerId="ADAL" clId="{0E1AE490-4385-420A-8F3B-5C4325E85BD3}" dt="2026-08-19T10:14:03.119" v="19"/>
          <ac:spMkLst>
            <pc:docMk/>
            <pc:sldMk cId="3815233802" sldId="830"/>
            <ac:spMk id="8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5:20.694" v="99" actId="20577"/>
          <ac:spMkLst>
            <pc:docMk/>
            <pc:sldMk cId="3815233802" sldId="830"/>
            <ac:spMk id="9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4:05.280" v="20"/>
          <ac:spMkLst>
            <pc:docMk/>
            <pc:sldMk cId="3815233802" sldId="830"/>
            <ac:spMk id="10" creationId="{00000000-0000-0000-0000-000000000000}"/>
          </ac:spMkLst>
        </pc:spChg>
        <pc:spChg chg="mod">
          <ac:chgData name="Al Friend" userId="e5ed79da-d858-46d4-9eed-a7a24903f2de" providerId="ADAL" clId="{0E1AE490-4385-420A-8F3B-5C4325E85BD3}" dt="2026-08-19T10:15:26.022" v="111" actId="20577"/>
          <ac:spMkLst>
            <pc:docMk/>
            <pc:sldMk cId="3815233802" sldId="830"/>
            <ac:spMk id="11" creationId="{00000000-0000-0000-0000-000000000000}"/>
          </ac:spMkLst>
        </pc:spChg>
      </pc:sldChg>
      <pc:sldChg chg="ord">
        <pc:chgData name="Al Friend" userId="e5ed79da-d858-46d4-9eed-a7a24903f2de" providerId="ADAL" clId="{0E1AE490-4385-420A-8F3B-5C4325E85BD3}" dt="2026-09-01T09:52:42.699" v="287"/>
        <pc:sldMkLst>
          <pc:docMk/>
          <pc:sldMk cId="1619853656" sldId="839"/>
        </pc:sldMkLst>
      </pc:sldChg>
      <pc:sldChg chg="addSp modSp modAnim">
        <pc:chgData name="Al Friend" userId="e5ed79da-d858-46d4-9eed-a7a24903f2de" providerId="ADAL" clId="{0E1AE490-4385-420A-8F3B-5C4325E85BD3}" dt="2026-08-25T10:08:24.580" v="285"/>
        <pc:sldMkLst>
          <pc:docMk/>
          <pc:sldMk cId="633878952" sldId="840"/>
        </pc:sldMkLst>
        <pc:spChg chg="mod">
          <ac:chgData name="Al Friend" userId="e5ed79da-d858-46d4-9eed-a7a24903f2de" providerId="ADAL" clId="{0E1AE490-4385-420A-8F3B-5C4325E85BD3}" dt="2026-08-25T09:59:57.159" v="263" actId="20577"/>
          <ac:spMkLst>
            <pc:docMk/>
            <pc:sldMk cId="633878952" sldId="840"/>
            <ac:spMk id="3" creationId="{F17C408B-7D9A-D040-05F7-2D6CC30D4373}"/>
          </ac:spMkLst>
        </pc:spChg>
        <pc:spChg chg="mod">
          <ac:chgData name="Al Friend" userId="e5ed79da-d858-46d4-9eed-a7a24903f2de" providerId="ADAL" clId="{0E1AE490-4385-420A-8F3B-5C4325E85BD3}" dt="2026-08-25T10:08:24.580" v="285"/>
          <ac:spMkLst>
            <pc:docMk/>
            <pc:sldMk cId="633878952" sldId="840"/>
            <ac:spMk id="4" creationId="{7DE14897-4D3E-7E96-8CA3-33BF97F4A567}"/>
          </ac:spMkLst>
        </pc:spChg>
        <pc:spChg chg="add mod">
          <ac:chgData name="Al Friend" userId="e5ed79da-d858-46d4-9eed-a7a24903f2de" providerId="ADAL" clId="{0E1AE490-4385-420A-8F3B-5C4325E85BD3}" dt="2026-08-25T09:59:37.990" v="254" actId="1076"/>
          <ac:spMkLst>
            <pc:docMk/>
            <pc:sldMk cId="633878952" sldId="840"/>
            <ac:spMk id="6" creationId="{E1610AC8-9912-4DB7-96F7-5B76D3910D34}"/>
          </ac:spMkLst>
        </pc:spChg>
      </pc:sldChg>
      <pc:sldChg chg="modSp">
        <pc:chgData name="Al Friend" userId="e5ed79da-d858-46d4-9eed-a7a24903f2de" providerId="ADAL" clId="{0E1AE490-4385-420A-8F3B-5C4325E85BD3}" dt="2026-08-25T10:08:14.804" v="284" actId="20577"/>
        <pc:sldMkLst>
          <pc:docMk/>
          <pc:sldMk cId="3487229272" sldId="842"/>
        </pc:sldMkLst>
        <pc:spChg chg="mod">
          <ac:chgData name="Al Friend" userId="e5ed79da-d858-46d4-9eed-a7a24903f2de" providerId="ADAL" clId="{0E1AE490-4385-420A-8F3B-5C4325E85BD3}" dt="2026-08-25T10:08:14.804" v="284" actId="20577"/>
          <ac:spMkLst>
            <pc:docMk/>
            <pc:sldMk cId="3487229272" sldId="842"/>
            <ac:spMk id="4" creationId="{9BD5FBB2-B33A-9334-5E60-E0F6A8E486BB}"/>
          </ac:spMkLst>
        </pc:spChg>
      </pc:sldChg>
      <pc:sldChg chg="modSp">
        <pc:chgData name="Al Friend" userId="e5ed79da-d858-46d4-9eed-a7a24903f2de" providerId="ADAL" clId="{0E1AE490-4385-420A-8F3B-5C4325E85BD3}" dt="2026-09-29T10:06:01.307" v="542" actId="6549"/>
        <pc:sldMkLst>
          <pc:docMk/>
          <pc:sldMk cId="2336362312" sldId="868"/>
        </pc:sldMkLst>
        <pc:spChg chg="mod">
          <ac:chgData name="Al Friend" userId="e5ed79da-d858-46d4-9eed-a7a24903f2de" providerId="ADAL" clId="{0E1AE490-4385-420A-8F3B-5C4325E85BD3}" dt="2026-09-17T09:30:42.748" v="395" actId="20577"/>
          <ac:spMkLst>
            <pc:docMk/>
            <pc:sldMk cId="2336362312" sldId="868"/>
            <ac:spMk id="5" creationId="{54C8157B-430A-4486-9B0E-EAA8CFF447AC}"/>
          </ac:spMkLst>
        </pc:spChg>
        <pc:graphicFrameChg chg="modGraphic">
          <ac:chgData name="Al Friend" userId="e5ed79da-d858-46d4-9eed-a7a24903f2de" providerId="ADAL" clId="{0E1AE490-4385-420A-8F3B-5C4325E85BD3}" dt="2026-09-29T10:06:01.307" v="542" actId="6549"/>
          <ac:graphicFrameMkLst>
            <pc:docMk/>
            <pc:sldMk cId="2336362312" sldId="868"/>
            <ac:graphicFrameMk id="4" creationId="{59DA7D17-4468-976A-8F8C-E41B1DAA56EB}"/>
          </ac:graphicFrameMkLst>
        </pc:graphicFrameChg>
      </pc:sldChg>
      <pc:sldChg chg="modSp add ord modNotesTx">
        <pc:chgData name="Al Friend" userId="e5ed79da-d858-46d4-9eed-a7a24903f2de" providerId="ADAL" clId="{0E1AE490-4385-420A-8F3B-5C4325E85BD3}" dt="2026-08-20T09:33:07.759" v="132" actId="20577"/>
        <pc:sldMkLst>
          <pc:docMk/>
          <pc:sldMk cId="2069178594" sldId="880"/>
        </pc:sldMkLst>
        <pc:spChg chg="mod">
          <ac:chgData name="Al Friend" userId="e5ed79da-d858-46d4-9eed-a7a24903f2de" providerId="ADAL" clId="{0E1AE490-4385-420A-8F3B-5C4325E85BD3}" dt="2026-08-19T11:24:40.224" v="131" actId="20577"/>
          <ac:spMkLst>
            <pc:docMk/>
            <pc:sldMk cId="2069178594" sldId="880"/>
            <ac:spMk id="2" creationId="{49B72544-B514-4802-B453-B1E479937A0B}"/>
          </ac:spMkLst>
        </pc:spChg>
        <pc:spChg chg="mod">
          <ac:chgData name="Al Friend" userId="e5ed79da-d858-46d4-9eed-a7a24903f2de" providerId="ADAL" clId="{0E1AE490-4385-420A-8F3B-5C4325E85BD3}" dt="2026-08-19T11:24:27.097" v="115"/>
          <ac:spMkLst>
            <pc:docMk/>
            <pc:sldMk cId="2069178594" sldId="880"/>
            <ac:spMk id="3" creationId="{97E4E232-B738-444D-A12B-4CDB17B00A1D}"/>
          </ac:spMkLst>
        </pc:spChg>
      </pc:sldChg>
      <pc:sldChg chg="delSp modSp add modTransition delAnim modAnim">
        <pc:chgData name="Al Friend" userId="e5ed79da-d858-46d4-9eed-a7a24903f2de" providerId="ADAL" clId="{0E1AE490-4385-420A-8F3B-5C4325E85BD3}" dt="2026-09-23T12:46:02.473" v="459"/>
        <pc:sldMkLst>
          <pc:docMk/>
          <pc:sldMk cId="940594858" sldId="881"/>
        </pc:sldMkLst>
        <pc:spChg chg="mod">
          <ac:chgData name="Al Friend" userId="e5ed79da-d858-46d4-9eed-a7a24903f2de" providerId="ADAL" clId="{0E1AE490-4385-420A-8F3B-5C4325E85BD3}" dt="2026-09-23T12:45:58.219" v="457" actId="6549"/>
          <ac:spMkLst>
            <pc:docMk/>
            <pc:sldMk cId="940594858" sldId="881"/>
            <ac:spMk id="3" creationId="{72D2448E-12FD-CF5F-C29D-76073CE6BC25}"/>
          </ac:spMkLst>
        </pc:spChg>
        <pc:spChg chg="del">
          <ac:chgData name="Al Friend" userId="e5ed79da-d858-46d4-9eed-a7a24903f2de" providerId="ADAL" clId="{0E1AE490-4385-420A-8F3B-5C4325E85BD3}" dt="2026-09-23T12:45:40.834" v="419" actId="478"/>
          <ac:spMkLst>
            <pc:docMk/>
            <pc:sldMk cId="940594858" sldId="881"/>
            <ac:spMk id="4" creationId="{6D44FC77-6CD5-8AEF-33EE-CDC95D00CB89}"/>
          </ac:spMkLst>
        </pc:spChg>
        <pc:spChg chg="del">
          <ac:chgData name="Al Friend" userId="e5ed79da-d858-46d4-9eed-a7a24903f2de" providerId="ADAL" clId="{0E1AE490-4385-420A-8F3B-5C4325E85BD3}" dt="2026-09-23T12:45:42.503" v="420" actId="478"/>
          <ac:spMkLst>
            <pc:docMk/>
            <pc:sldMk cId="940594858" sldId="881"/>
            <ac:spMk id="5" creationId="{C2ACC06D-C05C-4F32-DFEC-BA65AFC86642}"/>
          </ac:spMkLst>
        </pc:spChg>
        <pc:spChg chg="del">
          <ac:chgData name="Al Friend" userId="e5ed79da-d858-46d4-9eed-a7a24903f2de" providerId="ADAL" clId="{0E1AE490-4385-420A-8F3B-5C4325E85BD3}" dt="2026-09-23T12:45:44.758" v="421" actId="478"/>
          <ac:spMkLst>
            <pc:docMk/>
            <pc:sldMk cId="940594858" sldId="881"/>
            <ac:spMk id="6" creationId="{6AED17AD-637F-05B8-BF90-C1591FB6DA09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(40%)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(25%)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C2AC2DB-DA7B-4EE8-A271-F42910EF38FA}">
      <dgm:prSet phldrT="[Text]"/>
      <dgm:spPr/>
      <dgm:t>
        <a:bodyPr/>
        <a:lstStyle/>
        <a:p>
          <a:r>
            <a:rPr lang="en-US" dirty="0"/>
            <a:t>WDD</a:t>
          </a:r>
        </a:p>
      </dgm:t>
    </dgm:pt>
    <dgm:pt modelId="{4DCD8EEA-C4AA-404D-A26F-F433BB0189EA}" type="parTrans" cxnId="{F4016BC7-2E72-4F45-A906-6E7F3BDA4E2F}">
      <dgm:prSet/>
      <dgm:spPr/>
      <dgm:t>
        <a:bodyPr/>
        <a:lstStyle/>
        <a:p>
          <a:endParaRPr lang="en-US"/>
        </a:p>
      </dgm:t>
    </dgm:pt>
    <dgm:pt modelId="{E3247148-B6B0-4C23-B610-041B2044E035}" type="sibTrans" cxnId="{F4016BC7-2E72-4F45-A906-6E7F3BDA4E2F}">
      <dgm:prSet/>
      <dgm:spPr/>
      <dgm:t>
        <a:bodyPr/>
        <a:lstStyle/>
        <a:p>
          <a:endParaRPr lang="en-US"/>
        </a:p>
      </dgm:t>
    </dgm:pt>
    <dgm:pt modelId="{6F17941D-CCAD-4AF8-9198-4E8B5F9AEDC2}">
      <dgm:prSet phldrT="[Text]"/>
      <dgm:spPr/>
      <dgm:t>
        <a:bodyPr/>
        <a:lstStyle/>
        <a:p>
          <a:r>
            <a:rPr lang="en-US" dirty="0"/>
            <a:t>Web Design and Development (25%)</a:t>
          </a:r>
        </a:p>
      </dgm:t>
    </dgm:pt>
    <dgm:pt modelId="{6A62EC5C-257B-4078-AC75-009164CBD245}" type="parTrans" cxnId="{9A2AE9EC-1703-4071-9D5B-2F76EC9F4AA5}">
      <dgm:prSet/>
      <dgm:spPr/>
      <dgm:t>
        <a:bodyPr/>
        <a:lstStyle/>
        <a:p>
          <a:endParaRPr lang="en-US"/>
        </a:p>
      </dgm:t>
    </dgm:pt>
    <dgm:pt modelId="{6908D1C2-C5D8-437D-AE20-3870EC3D4B13}" type="sibTrans" cxnId="{9A2AE9EC-1703-4071-9D5B-2F76EC9F4AA5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 dirty="0"/>
            <a:t>Assignment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(10%)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 dirty="0"/>
            <a:t>Exam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 dirty="0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6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6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6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6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D4F01D1E-88B7-466D-B76A-F726FF7DE3F8}" type="pres">
      <dgm:prSet presAssocID="{4C2AC2DB-DA7B-4EE8-A271-F42910EF38FA}" presName="composite" presStyleCnt="0"/>
      <dgm:spPr/>
    </dgm:pt>
    <dgm:pt modelId="{3451A250-69C4-4911-A975-CCB8D5F6053B}" type="pres">
      <dgm:prSet presAssocID="{4C2AC2DB-DA7B-4EE8-A271-F42910EF38FA}" presName="parentText" presStyleLbl="alignNode1" presStyleIdx="2" presStyleCnt="6">
        <dgm:presLayoutVars>
          <dgm:chMax val="1"/>
          <dgm:bulletEnabled val="1"/>
        </dgm:presLayoutVars>
      </dgm:prSet>
      <dgm:spPr/>
    </dgm:pt>
    <dgm:pt modelId="{56AFEC8A-7D45-4965-A718-64DE087BA59E}" type="pres">
      <dgm:prSet presAssocID="{4C2AC2DB-DA7B-4EE8-A271-F42910EF38FA}" presName="descendantText" presStyleLbl="alignAcc1" presStyleIdx="2" presStyleCnt="6">
        <dgm:presLayoutVars>
          <dgm:bulletEnabled val="1"/>
        </dgm:presLayoutVars>
      </dgm:prSet>
      <dgm:spPr/>
    </dgm:pt>
    <dgm:pt modelId="{E061B53C-41F2-4FB1-8AB8-871078ECF09F}" type="pres">
      <dgm:prSet presAssocID="{E3247148-B6B0-4C23-B610-041B2044E035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3" presStyleCnt="6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3" presStyleCnt="6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4" presStyleCnt="6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4" presStyleCnt="6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5" presStyleCnt="6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5" presStyleCnt="6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75D9DC0C-11C7-49DD-8A71-811F74721BA7}" type="presOf" srcId="{4C2AC2DB-DA7B-4EE8-A271-F42910EF38FA}" destId="{3451A250-69C4-4911-A975-CCB8D5F6053B}" srcOrd="0" destOrd="0" presId="urn:microsoft.com/office/officeart/2005/8/layout/chevron2"/>
    <dgm:cxn modelId="{0113120F-3FE7-4154-8079-D7AA5B4E9BD0}" type="presOf" srcId="{6F17941D-CCAD-4AF8-9198-4E8B5F9AEDC2}" destId="{56AFEC8A-7D45-4965-A718-64DE087BA59E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3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4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F4016BC7-2E72-4F45-A906-6E7F3BDA4E2F}" srcId="{AADFB80D-C2E8-416C-B522-D5F6D93F18D7}" destId="{4C2AC2DB-DA7B-4EE8-A271-F42910EF38FA}" srcOrd="2" destOrd="0" parTransId="{4DCD8EEA-C4AA-404D-A26F-F433BB0189EA}" sibTransId="{E3247148-B6B0-4C23-B610-041B2044E035}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9A2AE9EC-1703-4071-9D5B-2F76EC9F4AA5}" srcId="{4C2AC2DB-DA7B-4EE8-A271-F42910EF38FA}" destId="{6F17941D-CCAD-4AF8-9198-4E8B5F9AEDC2}" srcOrd="0" destOrd="0" parTransId="{6A62EC5C-257B-4078-AC75-009164CBD245}" sibTransId="{6908D1C2-C5D8-437D-AE20-3870EC3D4B13}"/>
    <dgm:cxn modelId="{4944EAFC-B2B0-4E7D-94E9-B17B5C2D380E}" srcId="{AADFB80D-C2E8-416C-B522-D5F6D93F18D7}" destId="{9EC5D7E7-13E1-4749-A134-4C83AB922A61}" srcOrd="5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EAF4121D-00B1-46BD-B1F6-93EB6FBED3D3}" type="presParOf" srcId="{7EBBDEE6-A55E-47FA-9020-5BC46200AFFC}" destId="{D4F01D1E-88B7-466D-B76A-F726FF7DE3F8}" srcOrd="4" destOrd="0" presId="urn:microsoft.com/office/officeart/2005/8/layout/chevron2"/>
    <dgm:cxn modelId="{460F7729-81B3-46BB-891B-6E4175CCD089}" type="presParOf" srcId="{D4F01D1E-88B7-466D-B76A-F726FF7DE3F8}" destId="{3451A250-69C4-4911-A975-CCB8D5F6053B}" srcOrd="0" destOrd="0" presId="urn:microsoft.com/office/officeart/2005/8/layout/chevron2"/>
    <dgm:cxn modelId="{A48AB365-FFFF-4401-96B5-C1A6F80EE146}" type="presParOf" srcId="{D4F01D1E-88B7-466D-B76A-F726FF7DE3F8}" destId="{56AFEC8A-7D45-4965-A718-64DE087BA59E}" srcOrd="1" destOrd="0" presId="urn:microsoft.com/office/officeart/2005/8/layout/chevron2"/>
    <dgm:cxn modelId="{A114524B-CDF1-4D77-9C13-30CC18B34AFA}" type="presParOf" srcId="{7EBBDEE6-A55E-47FA-9020-5BC46200AFFC}" destId="{E061B53C-41F2-4FB1-8AB8-871078ECF09F}" srcOrd="5" destOrd="0" presId="urn:microsoft.com/office/officeart/2005/8/layout/chevron2"/>
    <dgm:cxn modelId="{4B8D09CE-12DA-4A98-A079-57B4B36ABD66}" type="presParOf" srcId="{7EBBDEE6-A55E-47FA-9020-5BC46200AFFC}" destId="{3E2A20E0-2799-4B60-847C-0291A143F060}" srcOrd="6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7" destOrd="0" presId="urn:microsoft.com/office/officeart/2005/8/layout/chevron2"/>
    <dgm:cxn modelId="{5FCECAA4-B55F-4524-B52B-5579AFC35055}" type="presParOf" srcId="{7EBBDEE6-A55E-47FA-9020-5BC46200AFFC}" destId="{BC0413A5-5CFC-41A1-A4D1-32D9D3A580EB}" srcOrd="8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9" destOrd="0" presId="urn:microsoft.com/office/officeart/2005/8/layout/chevron2"/>
    <dgm:cxn modelId="{9C5603DB-FB5F-489A-A5FC-119F4545BE24}" type="presParOf" srcId="{7EBBDEE6-A55E-47FA-9020-5BC46200AFFC}" destId="{5FCAE6DF-E40E-46F3-84CF-149E85A19097}" srcOrd="10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ADFB80D-C2E8-416C-B522-D5F6D93F18D7}" type="doc">
      <dgm:prSet loTypeId="urn:microsoft.com/office/officeart/2005/8/layout/chevron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3A3E740-D063-442F-85E3-8C13FFBDAFFB}">
      <dgm:prSet phldrT="[Text]"/>
      <dgm:spPr/>
      <dgm:t>
        <a:bodyPr/>
        <a:lstStyle/>
        <a:p>
          <a:r>
            <a:rPr lang="en-US" dirty="0"/>
            <a:t>SDD</a:t>
          </a:r>
        </a:p>
      </dgm:t>
    </dgm:pt>
    <dgm:pt modelId="{055E1BD7-FB8E-4E56-9F39-EF9F6386A053}" type="parTrans" cxnId="{1B5B31EC-2D9A-481F-92B4-9BD3DD315797}">
      <dgm:prSet/>
      <dgm:spPr/>
      <dgm:t>
        <a:bodyPr/>
        <a:lstStyle/>
        <a:p>
          <a:endParaRPr lang="en-US"/>
        </a:p>
      </dgm:t>
    </dgm:pt>
    <dgm:pt modelId="{87670CDC-835B-4F9F-927F-1317C8E87F86}" type="sibTrans" cxnId="{1B5B31EC-2D9A-481F-92B4-9BD3DD315797}">
      <dgm:prSet/>
      <dgm:spPr/>
      <dgm:t>
        <a:bodyPr/>
        <a:lstStyle/>
        <a:p>
          <a:endParaRPr lang="en-US"/>
        </a:p>
      </dgm:t>
    </dgm:pt>
    <dgm:pt modelId="{AC2B0C85-A34A-449C-BDB1-A298878DE704}">
      <dgm:prSet phldrT="[Text]"/>
      <dgm:spPr/>
      <dgm:t>
        <a:bodyPr/>
        <a:lstStyle/>
        <a:p>
          <a:r>
            <a:rPr lang="en-US" dirty="0"/>
            <a:t>Software Design and Development (54%)</a:t>
          </a:r>
        </a:p>
      </dgm:t>
    </dgm:pt>
    <dgm:pt modelId="{E5225F41-044B-4F7C-A813-74912B7609F7}" type="parTrans" cxnId="{A2F04726-03B2-41D7-AC39-4EB0FD25F0DB}">
      <dgm:prSet/>
      <dgm:spPr/>
      <dgm:t>
        <a:bodyPr/>
        <a:lstStyle/>
        <a:p>
          <a:endParaRPr lang="en-US"/>
        </a:p>
      </dgm:t>
    </dgm:pt>
    <dgm:pt modelId="{C96E9F27-EE7F-4F89-BD19-DC4C6EA4193D}" type="sibTrans" cxnId="{A2F04726-03B2-41D7-AC39-4EB0FD25F0DB}">
      <dgm:prSet/>
      <dgm:spPr/>
      <dgm:t>
        <a:bodyPr/>
        <a:lstStyle/>
        <a:p>
          <a:endParaRPr lang="en-US"/>
        </a:p>
      </dgm:t>
    </dgm:pt>
    <dgm:pt modelId="{711BDD39-3FCE-427A-B0DC-2C28CEED9EDF}">
      <dgm:prSet phldrT="[Text]"/>
      <dgm:spPr/>
      <dgm:t>
        <a:bodyPr/>
        <a:lstStyle/>
        <a:p>
          <a:r>
            <a:rPr lang="en-US" dirty="0"/>
            <a:t>DDD</a:t>
          </a:r>
        </a:p>
      </dgm:t>
    </dgm:pt>
    <dgm:pt modelId="{2D0B9227-5F25-49F4-84E9-F7E211C285CA}" type="parTrans" cxnId="{07BC019F-EA5F-4290-A7F2-F044F5CF5F67}">
      <dgm:prSet/>
      <dgm:spPr/>
      <dgm:t>
        <a:bodyPr/>
        <a:lstStyle/>
        <a:p>
          <a:endParaRPr lang="en-US"/>
        </a:p>
      </dgm:t>
    </dgm:pt>
    <dgm:pt modelId="{56806687-EA3D-424E-8880-B9427A94FF7E}" type="sibTrans" cxnId="{07BC019F-EA5F-4290-A7F2-F044F5CF5F67}">
      <dgm:prSet/>
      <dgm:spPr/>
      <dgm:t>
        <a:bodyPr/>
        <a:lstStyle/>
        <a:p>
          <a:endParaRPr lang="en-US"/>
        </a:p>
      </dgm:t>
    </dgm:pt>
    <dgm:pt modelId="{856C5D97-053A-4768-924C-7BBED1694139}">
      <dgm:prSet phldrT="[Text]"/>
      <dgm:spPr/>
      <dgm:t>
        <a:bodyPr/>
        <a:lstStyle/>
        <a:p>
          <a:r>
            <a:rPr lang="en-US" dirty="0"/>
            <a:t>Database Design and Development (33%)</a:t>
          </a:r>
        </a:p>
      </dgm:t>
    </dgm:pt>
    <dgm:pt modelId="{5882EAA0-9B73-4D58-9B28-101A1A118DA7}" type="parTrans" cxnId="{5ED434D9-CD48-4632-9238-0AD1DC8B7F67}">
      <dgm:prSet/>
      <dgm:spPr/>
      <dgm:t>
        <a:bodyPr/>
        <a:lstStyle/>
        <a:p>
          <a:endParaRPr lang="en-US"/>
        </a:p>
      </dgm:t>
    </dgm:pt>
    <dgm:pt modelId="{FB282A4C-1B09-4A3E-BA59-953ECF9E16C0}" type="sibTrans" cxnId="{5ED434D9-CD48-4632-9238-0AD1DC8B7F67}">
      <dgm:prSet/>
      <dgm:spPr/>
      <dgm:t>
        <a:bodyPr/>
        <a:lstStyle/>
        <a:p>
          <a:endParaRPr lang="en-US"/>
        </a:p>
      </dgm:t>
    </dgm:pt>
    <dgm:pt modelId="{4A3955F4-B1A6-4812-98ED-2D6D02D94E35}">
      <dgm:prSet phldrT="[Text]"/>
      <dgm:spPr/>
      <dgm:t>
        <a:bodyPr/>
        <a:lstStyle/>
        <a:p>
          <a:r>
            <a:rPr lang="en-US" b="1"/>
            <a:t>Assignment</a:t>
          </a:r>
        </a:p>
      </dgm:t>
    </dgm:pt>
    <dgm:pt modelId="{1EF809BA-BB9B-41F6-9A35-2C78CE3A0913}" type="parTrans" cxnId="{7E5A0596-4D16-4207-B5F3-C2FD778C5412}">
      <dgm:prSet/>
      <dgm:spPr/>
      <dgm:t>
        <a:bodyPr/>
        <a:lstStyle/>
        <a:p>
          <a:endParaRPr lang="en-US"/>
        </a:p>
      </dgm:t>
    </dgm:pt>
    <dgm:pt modelId="{10EB35A1-EA5F-40EF-95CA-BDAB4D957484}" type="sibTrans" cxnId="{7E5A0596-4D16-4207-B5F3-C2FD778C5412}">
      <dgm:prSet/>
      <dgm:spPr/>
      <dgm:t>
        <a:bodyPr/>
        <a:lstStyle/>
        <a:p>
          <a:endParaRPr lang="en-US"/>
        </a:p>
      </dgm:t>
    </dgm:pt>
    <dgm:pt modelId="{4C515B8D-87D1-4362-95C3-18B42B452625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3413E62F-FACB-412C-9FEF-2E9D080F65F5}" type="parTrans" cxnId="{4AB28759-DCAB-43B1-B5BE-36D4FCDBAA0B}">
      <dgm:prSet/>
      <dgm:spPr/>
      <dgm:t>
        <a:bodyPr/>
        <a:lstStyle/>
        <a:p>
          <a:endParaRPr lang="en-US"/>
        </a:p>
      </dgm:t>
    </dgm:pt>
    <dgm:pt modelId="{387E11D6-6F89-470A-86BE-C608C2106AF6}" type="sibTrans" cxnId="{4AB28759-DCAB-43B1-B5BE-36D4FCDBAA0B}">
      <dgm:prSet/>
      <dgm:spPr/>
      <dgm:t>
        <a:bodyPr/>
        <a:lstStyle/>
        <a:p>
          <a:endParaRPr lang="en-US"/>
        </a:p>
      </dgm:t>
    </dgm:pt>
    <dgm:pt modelId="{E2BA0B41-F146-425E-9754-1E81B83EDF8B}">
      <dgm:prSet phldrT="[Text]"/>
      <dgm:spPr/>
      <dgm:t>
        <a:bodyPr/>
        <a:lstStyle/>
        <a:p>
          <a:r>
            <a:rPr lang="en-US" dirty="0"/>
            <a:t>Computer Systems (13%)</a:t>
          </a:r>
        </a:p>
      </dgm:t>
    </dgm:pt>
    <dgm:pt modelId="{09E005FD-F987-4EBD-9D26-CE4C06669AB5}" type="parTrans" cxnId="{56AEC75D-06D3-4BA4-8933-FE1A0F7AE162}">
      <dgm:prSet/>
      <dgm:spPr/>
      <dgm:t>
        <a:bodyPr/>
        <a:lstStyle/>
        <a:p>
          <a:endParaRPr lang="en-US"/>
        </a:p>
      </dgm:t>
    </dgm:pt>
    <dgm:pt modelId="{017B98FE-F345-4459-B767-E6B696310854}" type="sibTrans" cxnId="{56AEC75D-06D3-4BA4-8933-FE1A0F7AE162}">
      <dgm:prSet/>
      <dgm:spPr/>
      <dgm:t>
        <a:bodyPr/>
        <a:lstStyle/>
        <a:p>
          <a:endParaRPr lang="en-US"/>
        </a:p>
      </dgm:t>
    </dgm:pt>
    <dgm:pt modelId="{780589F0-2154-4E4C-8595-8806E5EF917A}">
      <dgm:prSet phldrT="[Text]"/>
      <dgm:spPr/>
      <dgm:t>
        <a:bodyPr/>
        <a:lstStyle/>
        <a:p>
          <a:r>
            <a:rPr lang="en-US" dirty="0"/>
            <a:t>C/Sys</a:t>
          </a:r>
        </a:p>
      </dgm:t>
    </dgm:pt>
    <dgm:pt modelId="{F00962FA-5389-4E36-9ABB-07A219FF91D3}" type="parTrans" cxnId="{AAFC0F9A-ADA1-4827-BB1A-86C8E3CBC8EB}">
      <dgm:prSet/>
      <dgm:spPr/>
      <dgm:t>
        <a:bodyPr/>
        <a:lstStyle/>
        <a:p>
          <a:endParaRPr lang="en-US"/>
        </a:p>
      </dgm:t>
    </dgm:pt>
    <dgm:pt modelId="{DED9E408-00AC-4B08-A19D-D94226C9548F}" type="sibTrans" cxnId="{AAFC0F9A-ADA1-4827-BB1A-86C8E3CBC8EB}">
      <dgm:prSet/>
      <dgm:spPr/>
      <dgm:t>
        <a:bodyPr/>
        <a:lstStyle/>
        <a:p>
          <a:endParaRPr lang="en-US"/>
        </a:p>
      </dgm:t>
    </dgm:pt>
    <dgm:pt modelId="{75E710BF-3292-4B3F-A454-B7E6BF72E2C7}">
      <dgm:prSet phldrT="[Text]"/>
      <dgm:spPr/>
      <dgm:t>
        <a:bodyPr/>
        <a:lstStyle/>
        <a:p>
          <a:r>
            <a:rPr lang="en-US" b="1"/>
            <a:t>Exam</a:t>
          </a:r>
        </a:p>
      </dgm:t>
    </dgm:pt>
    <dgm:pt modelId="{E03E4501-7796-49DD-B7C4-88D3AB91E6DB}" type="parTrans" cxnId="{F320287E-B3C2-4880-9516-FFD6695AE0E7}">
      <dgm:prSet/>
      <dgm:spPr/>
      <dgm:t>
        <a:bodyPr/>
        <a:lstStyle/>
        <a:p>
          <a:endParaRPr lang="en-US"/>
        </a:p>
      </dgm:t>
    </dgm:pt>
    <dgm:pt modelId="{7BCEDD18-C1A5-4D74-BD02-31A9F5C8DF2C}" type="sibTrans" cxnId="{F320287E-B3C2-4880-9516-FFD6695AE0E7}">
      <dgm:prSet/>
      <dgm:spPr/>
      <dgm:t>
        <a:bodyPr/>
        <a:lstStyle/>
        <a:p>
          <a:endParaRPr lang="en-US"/>
        </a:p>
      </dgm:t>
    </dgm:pt>
    <dgm:pt modelId="{9EC5D7E7-13E1-4749-A134-4C83AB922A61}">
      <dgm:prSet phldrT="[Text]"/>
      <dgm:spPr>
        <a:solidFill>
          <a:srgbClr val="FF0000"/>
        </a:solidFill>
        <a:ln>
          <a:solidFill>
            <a:srgbClr val="FF0000"/>
          </a:solidFill>
        </a:ln>
      </dgm:spPr>
      <dgm:t>
        <a:bodyPr/>
        <a:lstStyle/>
        <a:p>
          <a:endParaRPr lang="en-US"/>
        </a:p>
      </dgm:t>
    </dgm:pt>
    <dgm:pt modelId="{5C3B17FD-DFBE-4B56-9F97-5E041A0D5E90}" type="parTrans" cxnId="{4944EAFC-B2B0-4E7D-94E9-B17B5C2D380E}">
      <dgm:prSet/>
      <dgm:spPr/>
      <dgm:t>
        <a:bodyPr/>
        <a:lstStyle/>
        <a:p>
          <a:endParaRPr lang="en-US"/>
        </a:p>
      </dgm:t>
    </dgm:pt>
    <dgm:pt modelId="{B7023446-8BB7-45ED-9CB6-4F5FC1A1AF95}" type="sibTrans" cxnId="{4944EAFC-B2B0-4E7D-94E9-B17B5C2D380E}">
      <dgm:prSet/>
      <dgm:spPr/>
      <dgm:t>
        <a:bodyPr/>
        <a:lstStyle/>
        <a:p>
          <a:endParaRPr lang="en-US"/>
        </a:p>
      </dgm:t>
    </dgm:pt>
    <dgm:pt modelId="{7EBBDEE6-A55E-47FA-9020-5BC46200AFFC}" type="pres">
      <dgm:prSet presAssocID="{AADFB80D-C2E8-416C-B522-D5F6D93F18D7}" presName="linearFlow" presStyleCnt="0">
        <dgm:presLayoutVars>
          <dgm:dir/>
          <dgm:animLvl val="lvl"/>
          <dgm:resizeHandles val="exact"/>
        </dgm:presLayoutVars>
      </dgm:prSet>
      <dgm:spPr/>
    </dgm:pt>
    <dgm:pt modelId="{C2DD6752-EEDA-4174-9D58-1EADF09490B5}" type="pres">
      <dgm:prSet presAssocID="{13A3E740-D063-442F-85E3-8C13FFBDAFFB}" presName="composite" presStyleCnt="0"/>
      <dgm:spPr/>
    </dgm:pt>
    <dgm:pt modelId="{DFA48299-B840-4714-A5F6-769C74D74113}" type="pres">
      <dgm:prSet presAssocID="{13A3E740-D063-442F-85E3-8C13FFBDAFFB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19C32B8D-512E-49A1-A0E6-109384C61E4D}" type="pres">
      <dgm:prSet presAssocID="{13A3E740-D063-442F-85E3-8C13FFBDAFFB}" presName="descendantText" presStyleLbl="alignAcc1" presStyleIdx="0" presStyleCnt="5">
        <dgm:presLayoutVars>
          <dgm:bulletEnabled val="1"/>
        </dgm:presLayoutVars>
      </dgm:prSet>
      <dgm:spPr/>
    </dgm:pt>
    <dgm:pt modelId="{EB6649E3-7C43-464A-A458-4DE8A2D95277}" type="pres">
      <dgm:prSet presAssocID="{87670CDC-835B-4F9F-927F-1317C8E87F86}" presName="sp" presStyleCnt="0"/>
      <dgm:spPr/>
    </dgm:pt>
    <dgm:pt modelId="{B03EC7DE-1F17-45FD-8EC4-5657CB3CA06B}" type="pres">
      <dgm:prSet presAssocID="{711BDD39-3FCE-427A-B0DC-2C28CEED9EDF}" presName="composite" presStyleCnt="0"/>
      <dgm:spPr/>
    </dgm:pt>
    <dgm:pt modelId="{AAD30B60-88C6-4919-B6DD-9F480459E84E}" type="pres">
      <dgm:prSet presAssocID="{711BDD39-3FCE-427A-B0DC-2C28CEED9ED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0DFDFC6D-8604-4378-B6A3-6A6720006C95}" type="pres">
      <dgm:prSet presAssocID="{711BDD39-3FCE-427A-B0DC-2C28CEED9EDF}" presName="descendantText" presStyleLbl="alignAcc1" presStyleIdx="1" presStyleCnt="5">
        <dgm:presLayoutVars>
          <dgm:bulletEnabled val="1"/>
        </dgm:presLayoutVars>
      </dgm:prSet>
      <dgm:spPr/>
    </dgm:pt>
    <dgm:pt modelId="{8738B044-A46F-4E69-BD1E-16537D77F816}" type="pres">
      <dgm:prSet presAssocID="{56806687-EA3D-424E-8880-B9427A94FF7E}" presName="sp" presStyleCnt="0"/>
      <dgm:spPr/>
    </dgm:pt>
    <dgm:pt modelId="{3E2A20E0-2799-4B60-847C-0291A143F060}" type="pres">
      <dgm:prSet presAssocID="{4C515B8D-87D1-4362-95C3-18B42B452625}" presName="composite" presStyleCnt="0"/>
      <dgm:spPr/>
    </dgm:pt>
    <dgm:pt modelId="{17253025-0BE3-46B4-B2C8-BFD879D75B26}" type="pres">
      <dgm:prSet presAssocID="{4C515B8D-87D1-4362-95C3-18B42B452625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B2D4CD90-7709-4B59-AC85-D09667CFC12B}" type="pres">
      <dgm:prSet presAssocID="{4C515B8D-87D1-4362-95C3-18B42B452625}" presName="descendantText" presStyleLbl="alignAcc1" presStyleIdx="2" presStyleCnt="5">
        <dgm:presLayoutVars>
          <dgm:bulletEnabled val="1"/>
        </dgm:presLayoutVars>
      </dgm:prSet>
      <dgm:spPr/>
    </dgm:pt>
    <dgm:pt modelId="{FCA35A52-5E56-41CA-AAAA-74E510180904}" type="pres">
      <dgm:prSet presAssocID="{387E11D6-6F89-470A-86BE-C608C2106AF6}" presName="sp" presStyleCnt="0"/>
      <dgm:spPr/>
    </dgm:pt>
    <dgm:pt modelId="{BC0413A5-5CFC-41A1-A4D1-32D9D3A580EB}" type="pres">
      <dgm:prSet presAssocID="{780589F0-2154-4E4C-8595-8806E5EF917A}" presName="composite" presStyleCnt="0"/>
      <dgm:spPr/>
    </dgm:pt>
    <dgm:pt modelId="{056CCBB6-5CE0-4348-89C6-99FB2D3AB62B}" type="pres">
      <dgm:prSet presAssocID="{780589F0-2154-4E4C-8595-8806E5EF917A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90709722-0E94-45E4-BEDD-48CB660682DD}" type="pres">
      <dgm:prSet presAssocID="{780589F0-2154-4E4C-8595-8806E5EF917A}" presName="descendantText" presStyleLbl="alignAcc1" presStyleIdx="3" presStyleCnt="5">
        <dgm:presLayoutVars>
          <dgm:bulletEnabled val="1"/>
        </dgm:presLayoutVars>
      </dgm:prSet>
      <dgm:spPr/>
    </dgm:pt>
    <dgm:pt modelId="{13B0A0BF-E273-47AE-B262-3C6C9C4E8968}" type="pres">
      <dgm:prSet presAssocID="{DED9E408-00AC-4B08-A19D-D94226C9548F}" presName="sp" presStyleCnt="0"/>
      <dgm:spPr/>
    </dgm:pt>
    <dgm:pt modelId="{5FCAE6DF-E40E-46F3-84CF-149E85A19097}" type="pres">
      <dgm:prSet presAssocID="{9EC5D7E7-13E1-4749-A134-4C83AB922A61}" presName="composite" presStyleCnt="0"/>
      <dgm:spPr/>
    </dgm:pt>
    <dgm:pt modelId="{EB2E52AE-8FCF-47D0-B499-CFCFAF1883A9}" type="pres">
      <dgm:prSet presAssocID="{9EC5D7E7-13E1-4749-A134-4C83AB922A61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C92F1771-01AA-4FF3-B7EC-0229DB7A592C}" type="pres">
      <dgm:prSet presAssocID="{9EC5D7E7-13E1-4749-A134-4C83AB922A61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B5BAA509-F012-4E82-9E50-DD70E5E7F1B2}" type="presOf" srcId="{AADFB80D-C2E8-416C-B522-D5F6D93F18D7}" destId="{7EBBDEE6-A55E-47FA-9020-5BC46200AFFC}" srcOrd="0" destOrd="0" presId="urn:microsoft.com/office/officeart/2005/8/layout/chevron2"/>
    <dgm:cxn modelId="{51AC560A-15D5-4873-A728-46FA9B3877F9}" type="presOf" srcId="{780589F0-2154-4E4C-8595-8806E5EF917A}" destId="{056CCBB6-5CE0-4348-89C6-99FB2D3AB62B}" srcOrd="0" destOrd="0" presId="urn:microsoft.com/office/officeart/2005/8/layout/chevron2"/>
    <dgm:cxn modelId="{6521D611-0B51-48EB-B293-CE7ADA48FE29}" type="presOf" srcId="{711BDD39-3FCE-427A-B0DC-2C28CEED9EDF}" destId="{AAD30B60-88C6-4919-B6DD-9F480459E84E}" srcOrd="0" destOrd="0" presId="urn:microsoft.com/office/officeart/2005/8/layout/chevron2"/>
    <dgm:cxn modelId="{A2F04726-03B2-41D7-AC39-4EB0FD25F0DB}" srcId="{13A3E740-D063-442F-85E3-8C13FFBDAFFB}" destId="{AC2B0C85-A34A-449C-BDB1-A298878DE704}" srcOrd="0" destOrd="0" parTransId="{E5225F41-044B-4F7C-A813-74912B7609F7}" sibTransId="{C96E9F27-EE7F-4F89-BD19-DC4C6EA4193D}"/>
    <dgm:cxn modelId="{D49F1534-E21B-49CA-902B-89FB72311FD2}" type="presOf" srcId="{4C515B8D-87D1-4362-95C3-18B42B452625}" destId="{17253025-0BE3-46B4-B2C8-BFD879D75B26}" srcOrd="0" destOrd="0" presId="urn:microsoft.com/office/officeart/2005/8/layout/chevron2"/>
    <dgm:cxn modelId="{465C8D34-FC72-4D1A-9E65-4F4016ABC282}" type="presOf" srcId="{13A3E740-D063-442F-85E3-8C13FFBDAFFB}" destId="{DFA48299-B840-4714-A5F6-769C74D74113}" srcOrd="0" destOrd="0" presId="urn:microsoft.com/office/officeart/2005/8/layout/chevron2"/>
    <dgm:cxn modelId="{56AEC75D-06D3-4BA4-8933-FE1A0F7AE162}" srcId="{780589F0-2154-4E4C-8595-8806E5EF917A}" destId="{E2BA0B41-F146-425E-9754-1E81B83EDF8B}" srcOrd="0" destOrd="0" parTransId="{09E005FD-F987-4EBD-9D26-CE4C06669AB5}" sibTransId="{017B98FE-F345-4459-B767-E6B696310854}"/>
    <dgm:cxn modelId="{2B7AD66F-7BCF-434E-A3B5-2F39AADE0BF7}" type="presOf" srcId="{E2BA0B41-F146-425E-9754-1E81B83EDF8B}" destId="{90709722-0E94-45E4-BEDD-48CB660682DD}" srcOrd="0" destOrd="0" presId="urn:microsoft.com/office/officeart/2005/8/layout/chevron2"/>
    <dgm:cxn modelId="{5C508956-AB66-4052-8A09-9D7A16ABB973}" type="presOf" srcId="{4A3955F4-B1A6-4812-98ED-2D6D02D94E35}" destId="{B2D4CD90-7709-4B59-AC85-D09667CFC12B}" srcOrd="0" destOrd="0" presId="urn:microsoft.com/office/officeart/2005/8/layout/chevron2"/>
    <dgm:cxn modelId="{4AB28759-DCAB-43B1-B5BE-36D4FCDBAA0B}" srcId="{AADFB80D-C2E8-416C-B522-D5F6D93F18D7}" destId="{4C515B8D-87D1-4362-95C3-18B42B452625}" srcOrd="2" destOrd="0" parTransId="{3413E62F-FACB-412C-9FEF-2E9D080F65F5}" sibTransId="{387E11D6-6F89-470A-86BE-C608C2106AF6}"/>
    <dgm:cxn modelId="{F320287E-B3C2-4880-9516-FFD6695AE0E7}" srcId="{9EC5D7E7-13E1-4749-A134-4C83AB922A61}" destId="{75E710BF-3292-4B3F-A454-B7E6BF72E2C7}" srcOrd="0" destOrd="0" parTransId="{E03E4501-7796-49DD-B7C4-88D3AB91E6DB}" sibTransId="{7BCEDD18-C1A5-4D74-BD02-31A9F5C8DF2C}"/>
    <dgm:cxn modelId="{D36EDC8C-BDD1-4F1F-9AB5-8EDEF33F628F}" type="presOf" srcId="{75E710BF-3292-4B3F-A454-B7E6BF72E2C7}" destId="{C92F1771-01AA-4FF3-B7EC-0229DB7A592C}" srcOrd="0" destOrd="0" presId="urn:microsoft.com/office/officeart/2005/8/layout/chevron2"/>
    <dgm:cxn modelId="{7E5A0596-4D16-4207-B5F3-C2FD778C5412}" srcId="{4C515B8D-87D1-4362-95C3-18B42B452625}" destId="{4A3955F4-B1A6-4812-98ED-2D6D02D94E35}" srcOrd="0" destOrd="0" parTransId="{1EF809BA-BB9B-41F6-9A35-2C78CE3A0913}" sibTransId="{10EB35A1-EA5F-40EF-95CA-BDAB4D957484}"/>
    <dgm:cxn modelId="{AAFC0F9A-ADA1-4827-BB1A-86C8E3CBC8EB}" srcId="{AADFB80D-C2E8-416C-B522-D5F6D93F18D7}" destId="{780589F0-2154-4E4C-8595-8806E5EF917A}" srcOrd="3" destOrd="0" parTransId="{F00962FA-5389-4E36-9ABB-07A219FF91D3}" sibTransId="{DED9E408-00AC-4B08-A19D-D94226C9548F}"/>
    <dgm:cxn modelId="{07BC019F-EA5F-4290-A7F2-F044F5CF5F67}" srcId="{AADFB80D-C2E8-416C-B522-D5F6D93F18D7}" destId="{711BDD39-3FCE-427A-B0DC-2C28CEED9EDF}" srcOrd="1" destOrd="0" parTransId="{2D0B9227-5F25-49F4-84E9-F7E211C285CA}" sibTransId="{56806687-EA3D-424E-8880-B9427A94FF7E}"/>
    <dgm:cxn modelId="{2AB70DB2-120D-4916-A542-8BD092D58E08}" type="presOf" srcId="{AC2B0C85-A34A-449C-BDB1-A298878DE704}" destId="{19C32B8D-512E-49A1-A0E6-109384C61E4D}" srcOrd="0" destOrd="0" presId="urn:microsoft.com/office/officeart/2005/8/layout/chevron2"/>
    <dgm:cxn modelId="{95BAE2D2-7669-469D-9AF0-D651B51FCE91}" type="presOf" srcId="{9EC5D7E7-13E1-4749-A134-4C83AB922A61}" destId="{EB2E52AE-8FCF-47D0-B499-CFCFAF1883A9}" srcOrd="0" destOrd="0" presId="urn:microsoft.com/office/officeart/2005/8/layout/chevron2"/>
    <dgm:cxn modelId="{5ED434D9-CD48-4632-9238-0AD1DC8B7F67}" srcId="{711BDD39-3FCE-427A-B0DC-2C28CEED9EDF}" destId="{856C5D97-053A-4768-924C-7BBED1694139}" srcOrd="0" destOrd="0" parTransId="{5882EAA0-9B73-4D58-9B28-101A1A118DA7}" sibTransId="{FB282A4C-1B09-4A3E-BA59-953ECF9E16C0}"/>
    <dgm:cxn modelId="{37E82DE3-0EF4-4A02-AA7D-36369B21C5B2}" type="presOf" srcId="{856C5D97-053A-4768-924C-7BBED1694139}" destId="{0DFDFC6D-8604-4378-B6A3-6A6720006C95}" srcOrd="0" destOrd="0" presId="urn:microsoft.com/office/officeart/2005/8/layout/chevron2"/>
    <dgm:cxn modelId="{1B5B31EC-2D9A-481F-92B4-9BD3DD315797}" srcId="{AADFB80D-C2E8-416C-B522-D5F6D93F18D7}" destId="{13A3E740-D063-442F-85E3-8C13FFBDAFFB}" srcOrd="0" destOrd="0" parTransId="{055E1BD7-FB8E-4E56-9F39-EF9F6386A053}" sibTransId="{87670CDC-835B-4F9F-927F-1317C8E87F86}"/>
    <dgm:cxn modelId="{4944EAFC-B2B0-4E7D-94E9-B17B5C2D380E}" srcId="{AADFB80D-C2E8-416C-B522-D5F6D93F18D7}" destId="{9EC5D7E7-13E1-4749-A134-4C83AB922A61}" srcOrd="4" destOrd="0" parTransId="{5C3B17FD-DFBE-4B56-9F97-5E041A0D5E90}" sibTransId="{B7023446-8BB7-45ED-9CB6-4F5FC1A1AF95}"/>
    <dgm:cxn modelId="{2CC3E848-3291-4CD0-B317-41F5D7C45A7F}" type="presParOf" srcId="{7EBBDEE6-A55E-47FA-9020-5BC46200AFFC}" destId="{C2DD6752-EEDA-4174-9D58-1EADF09490B5}" srcOrd="0" destOrd="0" presId="urn:microsoft.com/office/officeart/2005/8/layout/chevron2"/>
    <dgm:cxn modelId="{F2611B9D-ED34-4E48-B173-7425A1C12702}" type="presParOf" srcId="{C2DD6752-EEDA-4174-9D58-1EADF09490B5}" destId="{DFA48299-B840-4714-A5F6-769C74D74113}" srcOrd="0" destOrd="0" presId="urn:microsoft.com/office/officeart/2005/8/layout/chevron2"/>
    <dgm:cxn modelId="{0339950F-F790-4C54-B5C5-7E748C166A64}" type="presParOf" srcId="{C2DD6752-EEDA-4174-9D58-1EADF09490B5}" destId="{19C32B8D-512E-49A1-A0E6-109384C61E4D}" srcOrd="1" destOrd="0" presId="urn:microsoft.com/office/officeart/2005/8/layout/chevron2"/>
    <dgm:cxn modelId="{8C3B7F65-E991-4727-96FD-4A397BC99530}" type="presParOf" srcId="{7EBBDEE6-A55E-47FA-9020-5BC46200AFFC}" destId="{EB6649E3-7C43-464A-A458-4DE8A2D95277}" srcOrd="1" destOrd="0" presId="urn:microsoft.com/office/officeart/2005/8/layout/chevron2"/>
    <dgm:cxn modelId="{67686BDB-624B-4768-B17C-649608EC595D}" type="presParOf" srcId="{7EBBDEE6-A55E-47FA-9020-5BC46200AFFC}" destId="{B03EC7DE-1F17-45FD-8EC4-5657CB3CA06B}" srcOrd="2" destOrd="0" presId="urn:microsoft.com/office/officeart/2005/8/layout/chevron2"/>
    <dgm:cxn modelId="{E384677C-5D5C-4BA0-9373-811233886715}" type="presParOf" srcId="{B03EC7DE-1F17-45FD-8EC4-5657CB3CA06B}" destId="{AAD30B60-88C6-4919-B6DD-9F480459E84E}" srcOrd="0" destOrd="0" presId="urn:microsoft.com/office/officeart/2005/8/layout/chevron2"/>
    <dgm:cxn modelId="{990050CC-88AF-4BFD-BA57-27FA9CC550C6}" type="presParOf" srcId="{B03EC7DE-1F17-45FD-8EC4-5657CB3CA06B}" destId="{0DFDFC6D-8604-4378-B6A3-6A6720006C95}" srcOrd="1" destOrd="0" presId="urn:microsoft.com/office/officeart/2005/8/layout/chevron2"/>
    <dgm:cxn modelId="{577D7B9B-111D-49E5-8B31-17247683DAAB}" type="presParOf" srcId="{7EBBDEE6-A55E-47FA-9020-5BC46200AFFC}" destId="{8738B044-A46F-4E69-BD1E-16537D77F816}" srcOrd="3" destOrd="0" presId="urn:microsoft.com/office/officeart/2005/8/layout/chevron2"/>
    <dgm:cxn modelId="{4B8D09CE-12DA-4A98-A079-57B4B36ABD66}" type="presParOf" srcId="{7EBBDEE6-A55E-47FA-9020-5BC46200AFFC}" destId="{3E2A20E0-2799-4B60-847C-0291A143F060}" srcOrd="4" destOrd="0" presId="urn:microsoft.com/office/officeart/2005/8/layout/chevron2"/>
    <dgm:cxn modelId="{DD09799F-3B55-4A21-B1D8-51D0255A8FC0}" type="presParOf" srcId="{3E2A20E0-2799-4B60-847C-0291A143F060}" destId="{17253025-0BE3-46B4-B2C8-BFD879D75B26}" srcOrd="0" destOrd="0" presId="urn:microsoft.com/office/officeart/2005/8/layout/chevron2"/>
    <dgm:cxn modelId="{B28B55D1-C1C4-4929-B387-2753095F16BC}" type="presParOf" srcId="{3E2A20E0-2799-4B60-847C-0291A143F060}" destId="{B2D4CD90-7709-4B59-AC85-D09667CFC12B}" srcOrd="1" destOrd="0" presId="urn:microsoft.com/office/officeart/2005/8/layout/chevron2"/>
    <dgm:cxn modelId="{14614803-1AE9-4484-B475-713BAB65206C}" type="presParOf" srcId="{7EBBDEE6-A55E-47FA-9020-5BC46200AFFC}" destId="{FCA35A52-5E56-41CA-AAAA-74E510180904}" srcOrd="5" destOrd="0" presId="urn:microsoft.com/office/officeart/2005/8/layout/chevron2"/>
    <dgm:cxn modelId="{5FCECAA4-B55F-4524-B52B-5579AFC35055}" type="presParOf" srcId="{7EBBDEE6-A55E-47FA-9020-5BC46200AFFC}" destId="{BC0413A5-5CFC-41A1-A4D1-32D9D3A580EB}" srcOrd="6" destOrd="0" presId="urn:microsoft.com/office/officeart/2005/8/layout/chevron2"/>
    <dgm:cxn modelId="{A5C36485-CCE1-4523-911E-6345AFDCF231}" type="presParOf" srcId="{BC0413A5-5CFC-41A1-A4D1-32D9D3A580EB}" destId="{056CCBB6-5CE0-4348-89C6-99FB2D3AB62B}" srcOrd="0" destOrd="0" presId="urn:microsoft.com/office/officeart/2005/8/layout/chevron2"/>
    <dgm:cxn modelId="{49CDF3A4-EBDD-472A-8CEE-35499F216772}" type="presParOf" srcId="{BC0413A5-5CFC-41A1-A4D1-32D9D3A580EB}" destId="{90709722-0E94-45E4-BEDD-48CB660682DD}" srcOrd="1" destOrd="0" presId="urn:microsoft.com/office/officeart/2005/8/layout/chevron2"/>
    <dgm:cxn modelId="{5DA3A105-B2B5-4570-ACCF-A2B4BFFDA4E8}" type="presParOf" srcId="{7EBBDEE6-A55E-47FA-9020-5BC46200AFFC}" destId="{13B0A0BF-E273-47AE-B262-3C6C9C4E8968}" srcOrd="7" destOrd="0" presId="urn:microsoft.com/office/officeart/2005/8/layout/chevron2"/>
    <dgm:cxn modelId="{9C5603DB-FB5F-489A-A5FC-119F4545BE24}" type="presParOf" srcId="{7EBBDEE6-A55E-47FA-9020-5BC46200AFFC}" destId="{5FCAE6DF-E40E-46F3-84CF-149E85A19097}" srcOrd="8" destOrd="0" presId="urn:microsoft.com/office/officeart/2005/8/layout/chevron2"/>
    <dgm:cxn modelId="{F75C00D0-5E0F-413E-AC94-1D55800F95C3}" type="presParOf" srcId="{5FCAE6DF-E40E-46F3-84CF-149E85A19097}" destId="{EB2E52AE-8FCF-47D0-B499-CFCFAF1883A9}" srcOrd="0" destOrd="0" presId="urn:microsoft.com/office/officeart/2005/8/layout/chevron2"/>
    <dgm:cxn modelId="{3052A6C1-D8FE-443D-9D61-8901A566CBC1}" type="presParOf" srcId="{5FCAE6DF-E40E-46F3-84CF-149E85A19097}" destId="{C92F1771-01AA-4FF3-B7EC-0229DB7A592C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C654DD-B66D-49B2-B60C-C36917F5F1F8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E95A991-3ED1-451F-A375-E245E0AE92CF}">
      <dgm:prSet phldrT="[Text]"/>
      <dgm:spPr/>
      <dgm:t>
        <a:bodyPr/>
        <a:lstStyle/>
        <a:p>
          <a:r>
            <a:rPr lang="en-GB" dirty="0"/>
            <a:t>Analysis</a:t>
          </a:r>
        </a:p>
      </dgm:t>
    </dgm:pt>
    <dgm:pt modelId="{DC348D97-2342-4344-9014-5171FC6EE62B}" type="parTrans" cxnId="{2E57B817-5C68-4B7E-84BB-50F381D99997}">
      <dgm:prSet/>
      <dgm:spPr/>
      <dgm:t>
        <a:bodyPr/>
        <a:lstStyle/>
        <a:p>
          <a:endParaRPr lang="en-GB"/>
        </a:p>
      </dgm:t>
    </dgm:pt>
    <dgm:pt modelId="{CC8ED691-21DE-4433-94FA-F10D8C6FCB7A}" type="sibTrans" cxnId="{2E57B817-5C68-4B7E-84BB-50F381D99997}">
      <dgm:prSet/>
      <dgm:spPr/>
      <dgm:t>
        <a:bodyPr/>
        <a:lstStyle/>
        <a:p>
          <a:endParaRPr lang="en-GB"/>
        </a:p>
      </dgm:t>
    </dgm:pt>
    <dgm:pt modelId="{DBE256A1-494A-4477-A5C1-DF1DF5524CFC}">
      <dgm:prSet phldrT="[Text]"/>
      <dgm:spPr/>
      <dgm:t>
        <a:bodyPr/>
        <a:lstStyle/>
        <a:p>
          <a:r>
            <a:rPr lang="en-GB" dirty="0"/>
            <a:t>Design</a:t>
          </a:r>
        </a:p>
      </dgm:t>
    </dgm:pt>
    <dgm:pt modelId="{36A6F2D1-7DDC-487D-9B81-ADE7B32F093A}" type="parTrans" cxnId="{9EB0CD73-A7B8-403A-9E57-356C00F3BE53}">
      <dgm:prSet/>
      <dgm:spPr/>
      <dgm:t>
        <a:bodyPr/>
        <a:lstStyle/>
        <a:p>
          <a:endParaRPr lang="en-GB"/>
        </a:p>
      </dgm:t>
    </dgm:pt>
    <dgm:pt modelId="{0DD1A172-5866-421A-BE1E-049087FEB7B5}" type="sibTrans" cxnId="{9EB0CD73-A7B8-403A-9E57-356C00F3BE53}">
      <dgm:prSet/>
      <dgm:spPr/>
      <dgm:t>
        <a:bodyPr/>
        <a:lstStyle/>
        <a:p>
          <a:endParaRPr lang="en-GB"/>
        </a:p>
      </dgm:t>
    </dgm:pt>
    <dgm:pt modelId="{812A3815-5D8D-46A9-BB56-6B74225C78B0}">
      <dgm:prSet phldrT="[Text]"/>
      <dgm:spPr/>
      <dgm:t>
        <a:bodyPr/>
        <a:lstStyle/>
        <a:p>
          <a:r>
            <a:rPr lang="en-GB" dirty="0"/>
            <a:t>Test</a:t>
          </a:r>
        </a:p>
      </dgm:t>
    </dgm:pt>
    <dgm:pt modelId="{EC998C42-8F68-4FC9-AEC5-C822631A34BF}" type="parTrans" cxnId="{A7506B53-C236-4AE4-98A5-4D67E485ABD2}">
      <dgm:prSet/>
      <dgm:spPr/>
      <dgm:t>
        <a:bodyPr/>
        <a:lstStyle/>
        <a:p>
          <a:endParaRPr lang="en-GB"/>
        </a:p>
      </dgm:t>
    </dgm:pt>
    <dgm:pt modelId="{A224DBB1-E4BF-4B68-81DD-5A223559F751}" type="sibTrans" cxnId="{A7506B53-C236-4AE4-98A5-4D67E485ABD2}">
      <dgm:prSet/>
      <dgm:spPr/>
      <dgm:t>
        <a:bodyPr/>
        <a:lstStyle/>
        <a:p>
          <a:endParaRPr lang="en-GB"/>
        </a:p>
      </dgm:t>
    </dgm:pt>
    <dgm:pt modelId="{83F8E2F0-445E-4D11-A56F-2187CC6C419B}">
      <dgm:prSet phldrT="[Text]"/>
      <dgm:spPr/>
      <dgm:t>
        <a:bodyPr/>
        <a:lstStyle/>
        <a:p>
          <a:r>
            <a:rPr lang="en-GB" dirty="0"/>
            <a:t>Implement</a:t>
          </a:r>
        </a:p>
      </dgm:t>
    </dgm:pt>
    <dgm:pt modelId="{3206BD5F-F58F-49D8-B5EA-E53D1CFE6139}" type="parTrans" cxnId="{05705275-AE53-4C1F-9D7A-04A4D9A93AA9}">
      <dgm:prSet/>
      <dgm:spPr/>
      <dgm:t>
        <a:bodyPr/>
        <a:lstStyle/>
        <a:p>
          <a:endParaRPr lang="en-GB"/>
        </a:p>
      </dgm:t>
    </dgm:pt>
    <dgm:pt modelId="{F4D9A09B-B139-4751-87E4-611F2D28FAD1}" type="sibTrans" cxnId="{05705275-AE53-4C1F-9D7A-04A4D9A93AA9}">
      <dgm:prSet/>
      <dgm:spPr/>
      <dgm:t>
        <a:bodyPr/>
        <a:lstStyle/>
        <a:p>
          <a:endParaRPr lang="en-GB"/>
        </a:p>
      </dgm:t>
    </dgm:pt>
    <dgm:pt modelId="{D2281E51-0E7B-4383-ADF4-D3EF0F4D76BA}">
      <dgm:prSet phldrT="[Text]"/>
      <dgm:spPr/>
      <dgm:t>
        <a:bodyPr/>
        <a:lstStyle/>
        <a:p>
          <a:r>
            <a:rPr lang="en-GB" dirty="0"/>
            <a:t>Evaluate</a:t>
          </a:r>
        </a:p>
      </dgm:t>
    </dgm:pt>
    <dgm:pt modelId="{C92CFB98-7E5A-4EE6-B87A-50884725ABD5}" type="parTrans" cxnId="{8A6FB929-A58F-44D8-9107-69DE3A1C528E}">
      <dgm:prSet/>
      <dgm:spPr/>
      <dgm:t>
        <a:bodyPr/>
        <a:lstStyle/>
        <a:p>
          <a:endParaRPr lang="en-GB"/>
        </a:p>
      </dgm:t>
    </dgm:pt>
    <dgm:pt modelId="{5D20AFB8-5E97-4A20-AC54-FA6C48DE35A3}" type="sibTrans" cxnId="{8A6FB929-A58F-44D8-9107-69DE3A1C528E}">
      <dgm:prSet/>
      <dgm:spPr/>
      <dgm:t>
        <a:bodyPr/>
        <a:lstStyle/>
        <a:p>
          <a:endParaRPr lang="en-GB"/>
        </a:p>
      </dgm:t>
    </dgm:pt>
    <dgm:pt modelId="{8790CD42-5928-4D1A-8CDA-A0CB41A2C62E}" type="pres">
      <dgm:prSet presAssocID="{54C654DD-B66D-49B2-B60C-C36917F5F1F8}" presName="cycle" presStyleCnt="0">
        <dgm:presLayoutVars>
          <dgm:dir val="rev"/>
          <dgm:resizeHandles val="exact"/>
        </dgm:presLayoutVars>
      </dgm:prSet>
      <dgm:spPr/>
    </dgm:pt>
    <dgm:pt modelId="{4DB0DCCC-1F17-464B-9F20-ADE776F7747E}" type="pres">
      <dgm:prSet presAssocID="{812A3815-5D8D-46A9-BB56-6B74225C78B0}" presName="dummy" presStyleCnt="0"/>
      <dgm:spPr/>
    </dgm:pt>
    <dgm:pt modelId="{688E48D3-F35B-4834-AAEA-75047E433A9B}" type="pres">
      <dgm:prSet presAssocID="{812A3815-5D8D-46A9-BB56-6B74225C78B0}" presName="node" presStyleLbl="revTx" presStyleIdx="0" presStyleCnt="5">
        <dgm:presLayoutVars>
          <dgm:bulletEnabled val="1"/>
        </dgm:presLayoutVars>
      </dgm:prSet>
      <dgm:spPr/>
    </dgm:pt>
    <dgm:pt modelId="{81D98F37-62D4-411E-B078-2BD9760E7E91}" type="pres">
      <dgm:prSet presAssocID="{A224DBB1-E4BF-4B68-81DD-5A223559F751}" presName="sibTrans" presStyleLbl="node1" presStyleIdx="0" presStyleCnt="5"/>
      <dgm:spPr/>
    </dgm:pt>
    <dgm:pt modelId="{4E1CC1C7-C76B-4937-824E-5EB96ABF5EB4}" type="pres">
      <dgm:prSet presAssocID="{D2281E51-0E7B-4383-ADF4-D3EF0F4D76BA}" presName="dummy" presStyleCnt="0"/>
      <dgm:spPr/>
    </dgm:pt>
    <dgm:pt modelId="{7E0F4B62-BE56-4A5A-A363-BB52474AE6E1}" type="pres">
      <dgm:prSet presAssocID="{D2281E51-0E7B-4383-ADF4-D3EF0F4D76BA}" presName="node" presStyleLbl="revTx" presStyleIdx="1" presStyleCnt="5">
        <dgm:presLayoutVars>
          <dgm:bulletEnabled val="1"/>
        </dgm:presLayoutVars>
      </dgm:prSet>
      <dgm:spPr/>
    </dgm:pt>
    <dgm:pt modelId="{BE1FE457-B8F9-46BA-BC03-DB26BC4F41D4}" type="pres">
      <dgm:prSet presAssocID="{5D20AFB8-5E97-4A20-AC54-FA6C48DE35A3}" presName="sibTrans" presStyleLbl="node1" presStyleIdx="1" presStyleCnt="5"/>
      <dgm:spPr/>
    </dgm:pt>
    <dgm:pt modelId="{8E9A3BA7-F7B8-47FF-A751-CE99C50B7506}" type="pres">
      <dgm:prSet presAssocID="{AE95A991-3ED1-451F-A375-E245E0AE92CF}" presName="dummy" presStyleCnt="0"/>
      <dgm:spPr/>
    </dgm:pt>
    <dgm:pt modelId="{E1E292C5-2FD8-41F2-95BE-C6E54AB76903}" type="pres">
      <dgm:prSet presAssocID="{AE95A991-3ED1-451F-A375-E245E0AE92CF}" presName="node" presStyleLbl="revTx" presStyleIdx="2" presStyleCnt="5">
        <dgm:presLayoutVars>
          <dgm:bulletEnabled val="1"/>
        </dgm:presLayoutVars>
      </dgm:prSet>
      <dgm:spPr/>
    </dgm:pt>
    <dgm:pt modelId="{6CE8F274-EDEC-4803-AB06-5890FCAAEB76}" type="pres">
      <dgm:prSet presAssocID="{CC8ED691-21DE-4433-94FA-F10D8C6FCB7A}" presName="sibTrans" presStyleLbl="node1" presStyleIdx="2" presStyleCnt="5"/>
      <dgm:spPr/>
    </dgm:pt>
    <dgm:pt modelId="{BE01AFFF-81F4-40D3-94D8-F513BD04313A}" type="pres">
      <dgm:prSet presAssocID="{DBE256A1-494A-4477-A5C1-DF1DF5524CFC}" presName="dummy" presStyleCnt="0"/>
      <dgm:spPr/>
    </dgm:pt>
    <dgm:pt modelId="{3BB72574-5C87-4E03-84A7-019984D43F8C}" type="pres">
      <dgm:prSet presAssocID="{DBE256A1-494A-4477-A5C1-DF1DF5524CFC}" presName="node" presStyleLbl="revTx" presStyleIdx="3" presStyleCnt="5">
        <dgm:presLayoutVars>
          <dgm:bulletEnabled val="1"/>
        </dgm:presLayoutVars>
      </dgm:prSet>
      <dgm:spPr/>
    </dgm:pt>
    <dgm:pt modelId="{36315BE6-C08C-4427-91CC-2D7D2CEBA375}" type="pres">
      <dgm:prSet presAssocID="{0DD1A172-5866-421A-BE1E-049087FEB7B5}" presName="sibTrans" presStyleLbl="node1" presStyleIdx="3" presStyleCnt="5"/>
      <dgm:spPr/>
    </dgm:pt>
    <dgm:pt modelId="{22A384D5-B710-4C2A-B107-76F10FA975F6}" type="pres">
      <dgm:prSet presAssocID="{83F8E2F0-445E-4D11-A56F-2187CC6C419B}" presName="dummy" presStyleCnt="0"/>
      <dgm:spPr/>
    </dgm:pt>
    <dgm:pt modelId="{7227B38F-4EEF-4214-BDC0-2A7F35EE956C}" type="pres">
      <dgm:prSet presAssocID="{83F8E2F0-445E-4D11-A56F-2187CC6C419B}" presName="node" presStyleLbl="revTx" presStyleIdx="4" presStyleCnt="5">
        <dgm:presLayoutVars>
          <dgm:bulletEnabled val="1"/>
        </dgm:presLayoutVars>
      </dgm:prSet>
      <dgm:spPr/>
    </dgm:pt>
    <dgm:pt modelId="{FD53522B-F308-4BD2-8228-A0D26D600545}" type="pres">
      <dgm:prSet presAssocID="{F4D9A09B-B139-4751-87E4-611F2D28FAD1}" presName="sibTrans" presStyleLbl="node1" presStyleIdx="4" presStyleCnt="5"/>
      <dgm:spPr/>
    </dgm:pt>
  </dgm:ptLst>
  <dgm:cxnLst>
    <dgm:cxn modelId="{CC3EC709-1CEC-46E6-A1EA-0CC4B1EECFF2}" type="presOf" srcId="{83F8E2F0-445E-4D11-A56F-2187CC6C419B}" destId="{7227B38F-4EEF-4214-BDC0-2A7F35EE956C}" srcOrd="0" destOrd="0" presId="urn:microsoft.com/office/officeart/2005/8/layout/cycle1"/>
    <dgm:cxn modelId="{FE586A12-E345-4E75-B30F-7FA7C1952768}" type="presOf" srcId="{F4D9A09B-B139-4751-87E4-611F2D28FAD1}" destId="{FD53522B-F308-4BD2-8228-A0D26D600545}" srcOrd="0" destOrd="0" presId="urn:microsoft.com/office/officeart/2005/8/layout/cycle1"/>
    <dgm:cxn modelId="{2E57B817-5C68-4B7E-84BB-50F381D99997}" srcId="{54C654DD-B66D-49B2-B60C-C36917F5F1F8}" destId="{AE95A991-3ED1-451F-A375-E245E0AE92CF}" srcOrd="2" destOrd="0" parTransId="{DC348D97-2342-4344-9014-5171FC6EE62B}" sibTransId="{CC8ED691-21DE-4433-94FA-F10D8C6FCB7A}"/>
    <dgm:cxn modelId="{8A6FB929-A58F-44D8-9107-69DE3A1C528E}" srcId="{54C654DD-B66D-49B2-B60C-C36917F5F1F8}" destId="{D2281E51-0E7B-4383-ADF4-D3EF0F4D76BA}" srcOrd="1" destOrd="0" parTransId="{C92CFB98-7E5A-4EE6-B87A-50884725ABD5}" sibTransId="{5D20AFB8-5E97-4A20-AC54-FA6C48DE35A3}"/>
    <dgm:cxn modelId="{A4517441-E9BB-49C9-A5E5-3E53507025AE}" type="presOf" srcId="{812A3815-5D8D-46A9-BB56-6B74225C78B0}" destId="{688E48D3-F35B-4834-AAEA-75047E433A9B}" srcOrd="0" destOrd="0" presId="urn:microsoft.com/office/officeart/2005/8/layout/cycle1"/>
    <dgm:cxn modelId="{A7506B53-C236-4AE4-98A5-4D67E485ABD2}" srcId="{54C654DD-B66D-49B2-B60C-C36917F5F1F8}" destId="{812A3815-5D8D-46A9-BB56-6B74225C78B0}" srcOrd="0" destOrd="0" parTransId="{EC998C42-8F68-4FC9-AEC5-C822631A34BF}" sibTransId="{A224DBB1-E4BF-4B68-81DD-5A223559F751}"/>
    <dgm:cxn modelId="{9EB0CD73-A7B8-403A-9E57-356C00F3BE53}" srcId="{54C654DD-B66D-49B2-B60C-C36917F5F1F8}" destId="{DBE256A1-494A-4477-A5C1-DF1DF5524CFC}" srcOrd="3" destOrd="0" parTransId="{36A6F2D1-7DDC-487D-9B81-ADE7B32F093A}" sibTransId="{0DD1A172-5866-421A-BE1E-049087FEB7B5}"/>
    <dgm:cxn modelId="{05705275-AE53-4C1F-9D7A-04A4D9A93AA9}" srcId="{54C654DD-B66D-49B2-B60C-C36917F5F1F8}" destId="{83F8E2F0-445E-4D11-A56F-2187CC6C419B}" srcOrd="4" destOrd="0" parTransId="{3206BD5F-F58F-49D8-B5EA-E53D1CFE6139}" sibTransId="{F4D9A09B-B139-4751-87E4-611F2D28FAD1}"/>
    <dgm:cxn modelId="{F944A783-69A1-4415-9875-ED2A8391C9C7}" type="presOf" srcId="{CC8ED691-21DE-4433-94FA-F10D8C6FCB7A}" destId="{6CE8F274-EDEC-4803-AB06-5890FCAAEB76}" srcOrd="0" destOrd="0" presId="urn:microsoft.com/office/officeart/2005/8/layout/cycle1"/>
    <dgm:cxn modelId="{FA35ED8B-EC2B-4195-98F2-60A57D169C75}" type="presOf" srcId="{0DD1A172-5866-421A-BE1E-049087FEB7B5}" destId="{36315BE6-C08C-4427-91CC-2D7D2CEBA375}" srcOrd="0" destOrd="0" presId="urn:microsoft.com/office/officeart/2005/8/layout/cycle1"/>
    <dgm:cxn modelId="{75CA4E92-356D-48DF-AA2E-7B8AB13DF532}" type="presOf" srcId="{DBE256A1-494A-4477-A5C1-DF1DF5524CFC}" destId="{3BB72574-5C87-4E03-84A7-019984D43F8C}" srcOrd="0" destOrd="0" presId="urn:microsoft.com/office/officeart/2005/8/layout/cycle1"/>
    <dgm:cxn modelId="{30ED2394-B2EB-4118-A937-C86B5B90A979}" type="presOf" srcId="{AE95A991-3ED1-451F-A375-E245E0AE92CF}" destId="{E1E292C5-2FD8-41F2-95BE-C6E54AB76903}" srcOrd="0" destOrd="0" presId="urn:microsoft.com/office/officeart/2005/8/layout/cycle1"/>
    <dgm:cxn modelId="{9EF7C2A5-6049-4B76-AEFB-63DD739CA3F1}" type="presOf" srcId="{5D20AFB8-5E97-4A20-AC54-FA6C48DE35A3}" destId="{BE1FE457-B8F9-46BA-BC03-DB26BC4F41D4}" srcOrd="0" destOrd="0" presId="urn:microsoft.com/office/officeart/2005/8/layout/cycle1"/>
    <dgm:cxn modelId="{23A780CA-5A53-4848-87A0-35A48CAB8E86}" type="presOf" srcId="{A224DBB1-E4BF-4B68-81DD-5A223559F751}" destId="{81D98F37-62D4-411E-B078-2BD9760E7E91}" srcOrd="0" destOrd="0" presId="urn:microsoft.com/office/officeart/2005/8/layout/cycle1"/>
    <dgm:cxn modelId="{275B82EF-D7B6-49D6-ADC9-DF44BC008179}" type="presOf" srcId="{D2281E51-0E7B-4383-ADF4-D3EF0F4D76BA}" destId="{7E0F4B62-BE56-4A5A-A363-BB52474AE6E1}" srcOrd="0" destOrd="0" presId="urn:microsoft.com/office/officeart/2005/8/layout/cycle1"/>
    <dgm:cxn modelId="{E1955EFD-4E28-4491-88DF-10FD38BA4601}" type="presOf" srcId="{54C654DD-B66D-49B2-B60C-C36917F5F1F8}" destId="{8790CD42-5928-4D1A-8CDA-A0CB41A2C62E}" srcOrd="0" destOrd="0" presId="urn:microsoft.com/office/officeart/2005/8/layout/cycle1"/>
    <dgm:cxn modelId="{99CFF060-53E5-4F7A-8D7C-B11CF6FA7852}" type="presParOf" srcId="{8790CD42-5928-4D1A-8CDA-A0CB41A2C62E}" destId="{4DB0DCCC-1F17-464B-9F20-ADE776F7747E}" srcOrd="0" destOrd="0" presId="urn:microsoft.com/office/officeart/2005/8/layout/cycle1"/>
    <dgm:cxn modelId="{94D15172-8522-4E91-8DA7-D0255A9F8F01}" type="presParOf" srcId="{8790CD42-5928-4D1A-8CDA-A0CB41A2C62E}" destId="{688E48D3-F35B-4834-AAEA-75047E433A9B}" srcOrd="1" destOrd="0" presId="urn:microsoft.com/office/officeart/2005/8/layout/cycle1"/>
    <dgm:cxn modelId="{A40EF13B-BB15-4A78-B566-086F5209CC96}" type="presParOf" srcId="{8790CD42-5928-4D1A-8CDA-A0CB41A2C62E}" destId="{81D98F37-62D4-411E-B078-2BD9760E7E91}" srcOrd="2" destOrd="0" presId="urn:microsoft.com/office/officeart/2005/8/layout/cycle1"/>
    <dgm:cxn modelId="{DB54B8A4-08B7-4392-9A53-68D1B67F28AA}" type="presParOf" srcId="{8790CD42-5928-4D1A-8CDA-A0CB41A2C62E}" destId="{4E1CC1C7-C76B-4937-824E-5EB96ABF5EB4}" srcOrd="3" destOrd="0" presId="urn:microsoft.com/office/officeart/2005/8/layout/cycle1"/>
    <dgm:cxn modelId="{1EAAF8E1-BBEA-4234-86C1-47E616526784}" type="presParOf" srcId="{8790CD42-5928-4D1A-8CDA-A0CB41A2C62E}" destId="{7E0F4B62-BE56-4A5A-A363-BB52474AE6E1}" srcOrd="4" destOrd="0" presId="urn:microsoft.com/office/officeart/2005/8/layout/cycle1"/>
    <dgm:cxn modelId="{F21A69BA-7611-40F1-96EC-BAC5058ED27D}" type="presParOf" srcId="{8790CD42-5928-4D1A-8CDA-A0CB41A2C62E}" destId="{BE1FE457-B8F9-46BA-BC03-DB26BC4F41D4}" srcOrd="5" destOrd="0" presId="urn:microsoft.com/office/officeart/2005/8/layout/cycle1"/>
    <dgm:cxn modelId="{54F32D2A-C561-41EB-B0CD-E7C7CFD870A4}" type="presParOf" srcId="{8790CD42-5928-4D1A-8CDA-A0CB41A2C62E}" destId="{8E9A3BA7-F7B8-47FF-A751-CE99C50B7506}" srcOrd="6" destOrd="0" presId="urn:microsoft.com/office/officeart/2005/8/layout/cycle1"/>
    <dgm:cxn modelId="{7659401B-9585-4F35-96DC-CE858782A141}" type="presParOf" srcId="{8790CD42-5928-4D1A-8CDA-A0CB41A2C62E}" destId="{E1E292C5-2FD8-41F2-95BE-C6E54AB76903}" srcOrd="7" destOrd="0" presId="urn:microsoft.com/office/officeart/2005/8/layout/cycle1"/>
    <dgm:cxn modelId="{02567E9B-9207-4A7B-AF09-19C8AFD37D8B}" type="presParOf" srcId="{8790CD42-5928-4D1A-8CDA-A0CB41A2C62E}" destId="{6CE8F274-EDEC-4803-AB06-5890FCAAEB76}" srcOrd="8" destOrd="0" presId="urn:microsoft.com/office/officeart/2005/8/layout/cycle1"/>
    <dgm:cxn modelId="{CF4550F1-75B6-408E-872B-78777DA5147C}" type="presParOf" srcId="{8790CD42-5928-4D1A-8CDA-A0CB41A2C62E}" destId="{BE01AFFF-81F4-40D3-94D8-F513BD04313A}" srcOrd="9" destOrd="0" presId="urn:microsoft.com/office/officeart/2005/8/layout/cycle1"/>
    <dgm:cxn modelId="{50CB3CD7-5E63-4A15-AE34-00368F79F424}" type="presParOf" srcId="{8790CD42-5928-4D1A-8CDA-A0CB41A2C62E}" destId="{3BB72574-5C87-4E03-84A7-019984D43F8C}" srcOrd="10" destOrd="0" presId="urn:microsoft.com/office/officeart/2005/8/layout/cycle1"/>
    <dgm:cxn modelId="{8B5406F0-B85D-41B5-9914-A9AA3D6B7B55}" type="presParOf" srcId="{8790CD42-5928-4D1A-8CDA-A0CB41A2C62E}" destId="{36315BE6-C08C-4427-91CC-2D7D2CEBA375}" srcOrd="11" destOrd="0" presId="urn:microsoft.com/office/officeart/2005/8/layout/cycle1"/>
    <dgm:cxn modelId="{D7E5787A-F997-4DC6-80A5-1F828EF92F32}" type="presParOf" srcId="{8790CD42-5928-4D1A-8CDA-A0CB41A2C62E}" destId="{22A384D5-B710-4C2A-B107-76F10FA975F6}" srcOrd="12" destOrd="0" presId="urn:microsoft.com/office/officeart/2005/8/layout/cycle1"/>
    <dgm:cxn modelId="{46136142-16AD-4490-9DE5-BA6121EBAD34}" type="presParOf" srcId="{8790CD42-5928-4D1A-8CDA-A0CB41A2C62E}" destId="{7227B38F-4EEF-4214-BDC0-2A7F35EE956C}" srcOrd="13" destOrd="0" presId="urn:microsoft.com/office/officeart/2005/8/layout/cycle1"/>
    <dgm:cxn modelId="{D60AE16A-96AD-4383-97C1-A580C1BD58C6}" type="presParOf" srcId="{8790CD42-5928-4D1A-8CDA-A0CB41A2C62E}" destId="{FD53522B-F308-4BD2-8228-A0D26D600545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C654DD-B66D-49B2-B60C-C36917F5F1F8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E95A991-3ED1-451F-A375-E245E0AE92CF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DC348D97-2342-4344-9014-5171FC6EE62B}" type="parTrans" cxnId="{2E57B817-5C68-4B7E-84BB-50F381D99997}">
      <dgm:prSet/>
      <dgm:spPr/>
      <dgm:t>
        <a:bodyPr/>
        <a:lstStyle/>
        <a:p>
          <a:endParaRPr lang="en-GB"/>
        </a:p>
      </dgm:t>
    </dgm:pt>
    <dgm:pt modelId="{CC8ED691-21DE-4433-94FA-F10D8C6FCB7A}" type="sibTrans" cxnId="{2E57B817-5C68-4B7E-84BB-50F381D99997}">
      <dgm:prSet/>
      <dgm:spPr/>
      <dgm:t>
        <a:bodyPr/>
        <a:lstStyle/>
        <a:p>
          <a:endParaRPr lang="en-GB"/>
        </a:p>
      </dgm:t>
    </dgm:pt>
    <dgm:pt modelId="{DBE256A1-494A-4477-A5C1-DF1DF5524CFC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36A6F2D1-7DDC-487D-9B81-ADE7B32F093A}" type="parTrans" cxnId="{9EB0CD73-A7B8-403A-9E57-356C00F3BE53}">
      <dgm:prSet/>
      <dgm:spPr/>
      <dgm:t>
        <a:bodyPr/>
        <a:lstStyle/>
        <a:p>
          <a:endParaRPr lang="en-GB"/>
        </a:p>
      </dgm:t>
    </dgm:pt>
    <dgm:pt modelId="{0DD1A172-5866-421A-BE1E-049087FEB7B5}" type="sibTrans" cxnId="{9EB0CD73-A7B8-403A-9E57-356C00F3BE53}">
      <dgm:prSet/>
      <dgm:spPr/>
      <dgm:t>
        <a:bodyPr/>
        <a:lstStyle/>
        <a:p>
          <a:endParaRPr lang="en-GB"/>
        </a:p>
      </dgm:t>
    </dgm:pt>
    <dgm:pt modelId="{812A3815-5D8D-46A9-BB56-6B74225C78B0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EC998C42-8F68-4FC9-AEC5-C822631A34BF}" type="parTrans" cxnId="{A7506B53-C236-4AE4-98A5-4D67E485ABD2}">
      <dgm:prSet/>
      <dgm:spPr/>
      <dgm:t>
        <a:bodyPr/>
        <a:lstStyle/>
        <a:p>
          <a:endParaRPr lang="en-GB"/>
        </a:p>
      </dgm:t>
    </dgm:pt>
    <dgm:pt modelId="{A224DBB1-E4BF-4B68-81DD-5A223559F751}" type="sibTrans" cxnId="{A7506B53-C236-4AE4-98A5-4D67E485ABD2}">
      <dgm:prSet/>
      <dgm:spPr/>
      <dgm:t>
        <a:bodyPr/>
        <a:lstStyle/>
        <a:p>
          <a:endParaRPr lang="en-GB"/>
        </a:p>
      </dgm:t>
    </dgm:pt>
    <dgm:pt modelId="{83F8E2F0-445E-4D11-A56F-2187CC6C419B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3206BD5F-F58F-49D8-B5EA-E53D1CFE6139}" type="parTrans" cxnId="{05705275-AE53-4C1F-9D7A-04A4D9A93AA9}">
      <dgm:prSet/>
      <dgm:spPr/>
      <dgm:t>
        <a:bodyPr/>
        <a:lstStyle/>
        <a:p>
          <a:endParaRPr lang="en-GB"/>
        </a:p>
      </dgm:t>
    </dgm:pt>
    <dgm:pt modelId="{F4D9A09B-B139-4751-87E4-611F2D28FAD1}" type="sibTrans" cxnId="{05705275-AE53-4C1F-9D7A-04A4D9A93AA9}">
      <dgm:prSet/>
      <dgm:spPr/>
      <dgm:t>
        <a:bodyPr/>
        <a:lstStyle/>
        <a:p>
          <a:endParaRPr lang="en-GB"/>
        </a:p>
      </dgm:t>
    </dgm:pt>
    <dgm:pt modelId="{D2281E51-0E7B-4383-ADF4-D3EF0F4D76BA}">
      <dgm:prSet phldrT="[Text]"/>
      <dgm:spPr/>
      <dgm:t>
        <a:bodyPr/>
        <a:lstStyle/>
        <a:p>
          <a:r>
            <a:rPr lang="en-GB" dirty="0"/>
            <a:t> </a:t>
          </a:r>
        </a:p>
      </dgm:t>
    </dgm:pt>
    <dgm:pt modelId="{C92CFB98-7E5A-4EE6-B87A-50884725ABD5}" type="parTrans" cxnId="{8A6FB929-A58F-44D8-9107-69DE3A1C528E}">
      <dgm:prSet/>
      <dgm:spPr/>
      <dgm:t>
        <a:bodyPr/>
        <a:lstStyle/>
        <a:p>
          <a:endParaRPr lang="en-GB"/>
        </a:p>
      </dgm:t>
    </dgm:pt>
    <dgm:pt modelId="{5D20AFB8-5E97-4A20-AC54-FA6C48DE35A3}" type="sibTrans" cxnId="{8A6FB929-A58F-44D8-9107-69DE3A1C528E}">
      <dgm:prSet/>
      <dgm:spPr/>
      <dgm:t>
        <a:bodyPr/>
        <a:lstStyle/>
        <a:p>
          <a:endParaRPr lang="en-GB"/>
        </a:p>
      </dgm:t>
    </dgm:pt>
    <dgm:pt modelId="{8790CD42-5928-4D1A-8CDA-A0CB41A2C62E}" type="pres">
      <dgm:prSet presAssocID="{54C654DD-B66D-49B2-B60C-C36917F5F1F8}" presName="cycle" presStyleCnt="0">
        <dgm:presLayoutVars>
          <dgm:dir val="rev"/>
          <dgm:resizeHandles val="exact"/>
        </dgm:presLayoutVars>
      </dgm:prSet>
      <dgm:spPr/>
    </dgm:pt>
    <dgm:pt modelId="{4DB0DCCC-1F17-464B-9F20-ADE776F7747E}" type="pres">
      <dgm:prSet presAssocID="{812A3815-5D8D-46A9-BB56-6B74225C78B0}" presName="dummy" presStyleCnt="0"/>
      <dgm:spPr/>
    </dgm:pt>
    <dgm:pt modelId="{688E48D3-F35B-4834-AAEA-75047E433A9B}" type="pres">
      <dgm:prSet presAssocID="{812A3815-5D8D-46A9-BB56-6B74225C78B0}" presName="node" presStyleLbl="revTx" presStyleIdx="0" presStyleCnt="5">
        <dgm:presLayoutVars>
          <dgm:bulletEnabled val="1"/>
        </dgm:presLayoutVars>
      </dgm:prSet>
      <dgm:spPr/>
    </dgm:pt>
    <dgm:pt modelId="{81D98F37-62D4-411E-B078-2BD9760E7E91}" type="pres">
      <dgm:prSet presAssocID="{A224DBB1-E4BF-4B68-81DD-5A223559F751}" presName="sibTrans" presStyleLbl="node1" presStyleIdx="0" presStyleCnt="5"/>
      <dgm:spPr/>
    </dgm:pt>
    <dgm:pt modelId="{4E1CC1C7-C76B-4937-824E-5EB96ABF5EB4}" type="pres">
      <dgm:prSet presAssocID="{D2281E51-0E7B-4383-ADF4-D3EF0F4D76BA}" presName="dummy" presStyleCnt="0"/>
      <dgm:spPr/>
    </dgm:pt>
    <dgm:pt modelId="{7E0F4B62-BE56-4A5A-A363-BB52474AE6E1}" type="pres">
      <dgm:prSet presAssocID="{D2281E51-0E7B-4383-ADF4-D3EF0F4D76BA}" presName="node" presStyleLbl="revTx" presStyleIdx="1" presStyleCnt="5">
        <dgm:presLayoutVars>
          <dgm:bulletEnabled val="1"/>
        </dgm:presLayoutVars>
      </dgm:prSet>
      <dgm:spPr/>
    </dgm:pt>
    <dgm:pt modelId="{BE1FE457-B8F9-46BA-BC03-DB26BC4F41D4}" type="pres">
      <dgm:prSet presAssocID="{5D20AFB8-5E97-4A20-AC54-FA6C48DE35A3}" presName="sibTrans" presStyleLbl="node1" presStyleIdx="1" presStyleCnt="5"/>
      <dgm:spPr/>
    </dgm:pt>
    <dgm:pt modelId="{8E9A3BA7-F7B8-47FF-A751-CE99C50B7506}" type="pres">
      <dgm:prSet presAssocID="{AE95A991-3ED1-451F-A375-E245E0AE92CF}" presName="dummy" presStyleCnt="0"/>
      <dgm:spPr/>
    </dgm:pt>
    <dgm:pt modelId="{E1E292C5-2FD8-41F2-95BE-C6E54AB76903}" type="pres">
      <dgm:prSet presAssocID="{AE95A991-3ED1-451F-A375-E245E0AE92CF}" presName="node" presStyleLbl="revTx" presStyleIdx="2" presStyleCnt="5">
        <dgm:presLayoutVars>
          <dgm:bulletEnabled val="1"/>
        </dgm:presLayoutVars>
      </dgm:prSet>
      <dgm:spPr/>
    </dgm:pt>
    <dgm:pt modelId="{6CE8F274-EDEC-4803-AB06-5890FCAAEB76}" type="pres">
      <dgm:prSet presAssocID="{CC8ED691-21DE-4433-94FA-F10D8C6FCB7A}" presName="sibTrans" presStyleLbl="node1" presStyleIdx="2" presStyleCnt="5"/>
      <dgm:spPr/>
    </dgm:pt>
    <dgm:pt modelId="{BE01AFFF-81F4-40D3-94D8-F513BD04313A}" type="pres">
      <dgm:prSet presAssocID="{DBE256A1-494A-4477-A5C1-DF1DF5524CFC}" presName="dummy" presStyleCnt="0"/>
      <dgm:spPr/>
    </dgm:pt>
    <dgm:pt modelId="{3BB72574-5C87-4E03-84A7-019984D43F8C}" type="pres">
      <dgm:prSet presAssocID="{DBE256A1-494A-4477-A5C1-DF1DF5524CFC}" presName="node" presStyleLbl="revTx" presStyleIdx="3" presStyleCnt="5">
        <dgm:presLayoutVars>
          <dgm:bulletEnabled val="1"/>
        </dgm:presLayoutVars>
      </dgm:prSet>
      <dgm:spPr/>
    </dgm:pt>
    <dgm:pt modelId="{36315BE6-C08C-4427-91CC-2D7D2CEBA375}" type="pres">
      <dgm:prSet presAssocID="{0DD1A172-5866-421A-BE1E-049087FEB7B5}" presName="sibTrans" presStyleLbl="node1" presStyleIdx="3" presStyleCnt="5"/>
      <dgm:spPr/>
    </dgm:pt>
    <dgm:pt modelId="{22A384D5-B710-4C2A-B107-76F10FA975F6}" type="pres">
      <dgm:prSet presAssocID="{83F8E2F0-445E-4D11-A56F-2187CC6C419B}" presName="dummy" presStyleCnt="0"/>
      <dgm:spPr/>
    </dgm:pt>
    <dgm:pt modelId="{7227B38F-4EEF-4214-BDC0-2A7F35EE956C}" type="pres">
      <dgm:prSet presAssocID="{83F8E2F0-445E-4D11-A56F-2187CC6C419B}" presName="node" presStyleLbl="revTx" presStyleIdx="4" presStyleCnt="5">
        <dgm:presLayoutVars>
          <dgm:bulletEnabled val="1"/>
        </dgm:presLayoutVars>
      </dgm:prSet>
      <dgm:spPr/>
    </dgm:pt>
    <dgm:pt modelId="{FD53522B-F308-4BD2-8228-A0D26D600545}" type="pres">
      <dgm:prSet presAssocID="{F4D9A09B-B139-4751-87E4-611F2D28FAD1}" presName="sibTrans" presStyleLbl="node1" presStyleIdx="4" presStyleCnt="5"/>
      <dgm:spPr/>
    </dgm:pt>
  </dgm:ptLst>
  <dgm:cxnLst>
    <dgm:cxn modelId="{CC3EC709-1CEC-46E6-A1EA-0CC4B1EECFF2}" type="presOf" srcId="{83F8E2F0-445E-4D11-A56F-2187CC6C419B}" destId="{7227B38F-4EEF-4214-BDC0-2A7F35EE956C}" srcOrd="0" destOrd="0" presId="urn:microsoft.com/office/officeart/2005/8/layout/cycle1"/>
    <dgm:cxn modelId="{FE586A12-E345-4E75-B30F-7FA7C1952768}" type="presOf" srcId="{F4D9A09B-B139-4751-87E4-611F2D28FAD1}" destId="{FD53522B-F308-4BD2-8228-A0D26D600545}" srcOrd="0" destOrd="0" presId="urn:microsoft.com/office/officeart/2005/8/layout/cycle1"/>
    <dgm:cxn modelId="{2E57B817-5C68-4B7E-84BB-50F381D99997}" srcId="{54C654DD-B66D-49B2-B60C-C36917F5F1F8}" destId="{AE95A991-3ED1-451F-A375-E245E0AE92CF}" srcOrd="2" destOrd="0" parTransId="{DC348D97-2342-4344-9014-5171FC6EE62B}" sibTransId="{CC8ED691-21DE-4433-94FA-F10D8C6FCB7A}"/>
    <dgm:cxn modelId="{8A6FB929-A58F-44D8-9107-69DE3A1C528E}" srcId="{54C654DD-B66D-49B2-B60C-C36917F5F1F8}" destId="{D2281E51-0E7B-4383-ADF4-D3EF0F4D76BA}" srcOrd="1" destOrd="0" parTransId="{C92CFB98-7E5A-4EE6-B87A-50884725ABD5}" sibTransId="{5D20AFB8-5E97-4A20-AC54-FA6C48DE35A3}"/>
    <dgm:cxn modelId="{A4517441-E9BB-49C9-A5E5-3E53507025AE}" type="presOf" srcId="{812A3815-5D8D-46A9-BB56-6B74225C78B0}" destId="{688E48D3-F35B-4834-AAEA-75047E433A9B}" srcOrd="0" destOrd="0" presId="urn:microsoft.com/office/officeart/2005/8/layout/cycle1"/>
    <dgm:cxn modelId="{A7506B53-C236-4AE4-98A5-4D67E485ABD2}" srcId="{54C654DD-B66D-49B2-B60C-C36917F5F1F8}" destId="{812A3815-5D8D-46A9-BB56-6B74225C78B0}" srcOrd="0" destOrd="0" parTransId="{EC998C42-8F68-4FC9-AEC5-C822631A34BF}" sibTransId="{A224DBB1-E4BF-4B68-81DD-5A223559F751}"/>
    <dgm:cxn modelId="{9EB0CD73-A7B8-403A-9E57-356C00F3BE53}" srcId="{54C654DD-B66D-49B2-B60C-C36917F5F1F8}" destId="{DBE256A1-494A-4477-A5C1-DF1DF5524CFC}" srcOrd="3" destOrd="0" parTransId="{36A6F2D1-7DDC-487D-9B81-ADE7B32F093A}" sibTransId="{0DD1A172-5866-421A-BE1E-049087FEB7B5}"/>
    <dgm:cxn modelId="{05705275-AE53-4C1F-9D7A-04A4D9A93AA9}" srcId="{54C654DD-B66D-49B2-B60C-C36917F5F1F8}" destId="{83F8E2F0-445E-4D11-A56F-2187CC6C419B}" srcOrd="4" destOrd="0" parTransId="{3206BD5F-F58F-49D8-B5EA-E53D1CFE6139}" sibTransId="{F4D9A09B-B139-4751-87E4-611F2D28FAD1}"/>
    <dgm:cxn modelId="{F944A783-69A1-4415-9875-ED2A8391C9C7}" type="presOf" srcId="{CC8ED691-21DE-4433-94FA-F10D8C6FCB7A}" destId="{6CE8F274-EDEC-4803-AB06-5890FCAAEB76}" srcOrd="0" destOrd="0" presId="urn:microsoft.com/office/officeart/2005/8/layout/cycle1"/>
    <dgm:cxn modelId="{FA35ED8B-EC2B-4195-98F2-60A57D169C75}" type="presOf" srcId="{0DD1A172-5866-421A-BE1E-049087FEB7B5}" destId="{36315BE6-C08C-4427-91CC-2D7D2CEBA375}" srcOrd="0" destOrd="0" presId="urn:microsoft.com/office/officeart/2005/8/layout/cycle1"/>
    <dgm:cxn modelId="{75CA4E92-356D-48DF-AA2E-7B8AB13DF532}" type="presOf" srcId="{DBE256A1-494A-4477-A5C1-DF1DF5524CFC}" destId="{3BB72574-5C87-4E03-84A7-019984D43F8C}" srcOrd="0" destOrd="0" presId="urn:microsoft.com/office/officeart/2005/8/layout/cycle1"/>
    <dgm:cxn modelId="{30ED2394-B2EB-4118-A937-C86B5B90A979}" type="presOf" srcId="{AE95A991-3ED1-451F-A375-E245E0AE92CF}" destId="{E1E292C5-2FD8-41F2-95BE-C6E54AB76903}" srcOrd="0" destOrd="0" presId="urn:microsoft.com/office/officeart/2005/8/layout/cycle1"/>
    <dgm:cxn modelId="{9EF7C2A5-6049-4B76-AEFB-63DD739CA3F1}" type="presOf" srcId="{5D20AFB8-5E97-4A20-AC54-FA6C48DE35A3}" destId="{BE1FE457-B8F9-46BA-BC03-DB26BC4F41D4}" srcOrd="0" destOrd="0" presId="urn:microsoft.com/office/officeart/2005/8/layout/cycle1"/>
    <dgm:cxn modelId="{23A780CA-5A53-4848-87A0-35A48CAB8E86}" type="presOf" srcId="{A224DBB1-E4BF-4B68-81DD-5A223559F751}" destId="{81D98F37-62D4-411E-B078-2BD9760E7E91}" srcOrd="0" destOrd="0" presId="urn:microsoft.com/office/officeart/2005/8/layout/cycle1"/>
    <dgm:cxn modelId="{275B82EF-D7B6-49D6-ADC9-DF44BC008179}" type="presOf" srcId="{D2281E51-0E7B-4383-ADF4-D3EF0F4D76BA}" destId="{7E0F4B62-BE56-4A5A-A363-BB52474AE6E1}" srcOrd="0" destOrd="0" presId="urn:microsoft.com/office/officeart/2005/8/layout/cycle1"/>
    <dgm:cxn modelId="{E1955EFD-4E28-4491-88DF-10FD38BA4601}" type="presOf" srcId="{54C654DD-B66D-49B2-B60C-C36917F5F1F8}" destId="{8790CD42-5928-4D1A-8CDA-A0CB41A2C62E}" srcOrd="0" destOrd="0" presId="urn:microsoft.com/office/officeart/2005/8/layout/cycle1"/>
    <dgm:cxn modelId="{99CFF060-53E5-4F7A-8D7C-B11CF6FA7852}" type="presParOf" srcId="{8790CD42-5928-4D1A-8CDA-A0CB41A2C62E}" destId="{4DB0DCCC-1F17-464B-9F20-ADE776F7747E}" srcOrd="0" destOrd="0" presId="urn:microsoft.com/office/officeart/2005/8/layout/cycle1"/>
    <dgm:cxn modelId="{94D15172-8522-4E91-8DA7-D0255A9F8F01}" type="presParOf" srcId="{8790CD42-5928-4D1A-8CDA-A0CB41A2C62E}" destId="{688E48D3-F35B-4834-AAEA-75047E433A9B}" srcOrd="1" destOrd="0" presId="urn:microsoft.com/office/officeart/2005/8/layout/cycle1"/>
    <dgm:cxn modelId="{A40EF13B-BB15-4A78-B566-086F5209CC96}" type="presParOf" srcId="{8790CD42-5928-4D1A-8CDA-A0CB41A2C62E}" destId="{81D98F37-62D4-411E-B078-2BD9760E7E91}" srcOrd="2" destOrd="0" presId="urn:microsoft.com/office/officeart/2005/8/layout/cycle1"/>
    <dgm:cxn modelId="{DB54B8A4-08B7-4392-9A53-68D1B67F28AA}" type="presParOf" srcId="{8790CD42-5928-4D1A-8CDA-A0CB41A2C62E}" destId="{4E1CC1C7-C76B-4937-824E-5EB96ABF5EB4}" srcOrd="3" destOrd="0" presId="urn:microsoft.com/office/officeart/2005/8/layout/cycle1"/>
    <dgm:cxn modelId="{1EAAF8E1-BBEA-4234-86C1-47E616526784}" type="presParOf" srcId="{8790CD42-5928-4D1A-8CDA-A0CB41A2C62E}" destId="{7E0F4B62-BE56-4A5A-A363-BB52474AE6E1}" srcOrd="4" destOrd="0" presId="urn:microsoft.com/office/officeart/2005/8/layout/cycle1"/>
    <dgm:cxn modelId="{F21A69BA-7611-40F1-96EC-BAC5058ED27D}" type="presParOf" srcId="{8790CD42-5928-4D1A-8CDA-A0CB41A2C62E}" destId="{BE1FE457-B8F9-46BA-BC03-DB26BC4F41D4}" srcOrd="5" destOrd="0" presId="urn:microsoft.com/office/officeart/2005/8/layout/cycle1"/>
    <dgm:cxn modelId="{54F32D2A-C561-41EB-B0CD-E7C7CFD870A4}" type="presParOf" srcId="{8790CD42-5928-4D1A-8CDA-A0CB41A2C62E}" destId="{8E9A3BA7-F7B8-47FF-A751-CE99C50B7506}" srcOrd="6" destOrd="0" presId="urn:microsoft.com/office/officeart/2005/8/layout/cycle1"/>
    <dgm:cxn modelId="{7659401B-9585-4F35-96DC-CE858782A141}" type="presParOf" srcId="{8790CD42-5928-4D1A-8CDA-A0CB41A2C62E}" destId="{E1E292C5-2FD8-41F2-95BE-C6E54AB76903}" srcOrd="7" destOrd="0" presId="urn:microsoft.com/office/officeart/2005/8/layout/cycle1"/>
    <dgm:cxn modelId="{02567E9B-9207-4A7B-AF09-19C8AFD37D8B}" type="presParOf" srcId="{8790CD42-5928-4D1A-8CDA-A0CB41A2C62E}" destId="{6CE8F274-EDEC-4803-AB06-5890FCAAEB76}" srcOrd="8" destOrd="0" presId="urn:microsoft.com/office/officeart/2005/8/layout/cycle1"/>
    <dgm:cxn modelId="{CF4550F1-75B6-408E-872B-78777DA5147C}" type="presParOf" srcId="{8790CD42-5928-4D1A-8CDA-A0CB41A2C62E}" destId="{BE01AFFF-81F4-40D3-94D8-F513BD04313A}" srcOrd="9" destOrd="0" presId="urn:microsoft.com/office/officeart/2005/8/layout/cycle1"/>
    <dgm:cxn modelId="{50CB3CD7-5E63-4A15-AE34-00368F79F424}" type="presParOf" srcId="{8790CD42-5928-4D1A-8CDA-A0CB41A2C62E}" destId="{3BB72574-5C87-4E03-84A7-019984D43F8C}" srcOrd="10" destOrd="0" presId="urn:microsoft.com/office/officeart/2005/8/layout/cycle1"/>
    <dgm:cxn modelId="{8B5406F0-B85D-41B5-9914-A9AA3D6B7B55}" type="presParOf" srcId="{8790CD42-5928-4D1A-8CDA-A0CB41A2C62E}" destId="{36315BE6-C08C-4427-91CC-2D7D2CEBA375}" srcOrd="11" destOrd="0" presId="urn:microsoft.com/office/officeart/2005/8/layout/cycle1"/>
    <dgm:cxn modelId="{D7E5787A-F997-4DC6-80A5-1F828EF92F32}" type="presParOf" srcId="{8790CD42-5928-4D1A-8CDA-A0CB41A2C62E}" destId="{22A384D5-B710-4C2A-B107-76F10FA975F6}" srcOrd="12" destOrd="0" presId="urn:microsoft.com/office/officeart/2005/8/layout/cycle1"/>
    <dgm:cxn modelId="{46136142-16AD-4490-9DE5-BA6121EBAD34}" type="presParOf" srcId="{8790CD42-5928-4D1A-8CDA-A0CB41A2C62E}" destId="{7227B38F-4EEF-4214-BDC0-2A7F35EE956C}" srcOrd="13" destOrd="0" presId="urn:microsoft.com/office/officeart/2005/8/layout/cycle1"/>
    <dgm:cxn modelId="{D60AE16A-96AD-4383-97C1-A580C1BD58C6}" type="presParOf" srcId="{8790CD42-5928-4D1A-8CDA-A0CB41A2C62E}" destId="{FD53522B-F308-4BD2-8228-A0D26D600545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21106" y="123128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SDD</a:t>
          </a:r>
        </a:p>
      </dsp:txBody>
      <dsp:txXfrm rot="-5400000">
        <a:off x="1" y="284603"/>
        <a:ext cx="565164" cy="242213"/>
      </dsp:txXfrm>
    </dsp:sp>
    <dsp:sp modelId="{19C32B8D-512E-49A1-A0E6-109384C61E4D}">
      <dsp:nvSpPr>
        <dsp:cNvPr id="0" name=""/>
        <dsp:cNvSpPr/>
      </dsp:nvSpPr>
      <dsp:spPr>
        <a:xfrm rot="5400000">
          <a:off x="3997824" y="-3430638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Software Design and Development (40%)</a:t>
          </a:r>
        </a:p>
      </dsp:txBody>
      <dsp:txXfrm rot="-5400000">
        <a:off x="565164" y="27640"/>
        <a:ext cx="7364497" cy="473559"/>
      </dsp:txXfrm>
    </dsp:sp>
    <dsp:sp modelId="{AAD30B60-88C6-4919-B6DD-9F480459E84E}">
      <dsp:nvSpPr>
        <dsp:cNvPr id="0" name=""/>
        <dsp:cNvSpPr/>
      </dsp:nvSpPr>
      <dsp:spPr>
        <a:xfrm rot="5400000">
          <a:off x="-121106" y="831111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DDD</a:t>
          </a:r>
        </a:p>
      </dsp:txBody>
      <dsp:txXfrm rot="-5400000">
        <a:off x="1" y="992586"/>
        <a:ext cx="565164" cy="242213"/>
      </dsp:txXfrm>
    </dsp:sp>
    <dsp:sp modelId="{0DFDFC6D-8604-4378-B6A3-6A6720006C95}">
      <dsp:nvSpPr>
        <dsp:cNvPr id="0" name=""/>
        <dsp:cNvSpPr/>
      </dsp:nvSpPr>
      <dsp:spPr>
        <a:xfrm rot="5400000">
          <a:off x="3997824" y="-2722655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Database Design and Development (25%)</a:t>
          </a:r>
        </a:p>
      </dsp:txBody>
      <dsp:txXfrm rot="-5400000">
        <a:off x="565164" y="735623"/>
        <a:ext cx="7364497" cy="473559"/>
      </dsp:txXfrm>
    </dsp:sp>
    <dsp:sp modelId="{3451A250-69C4-4911-A975-CCB8D5F6053B}">
      <dsp:nvSpPr>
        <dsp:cNvPr id="0" name=""/>
        <dsp:cNvSpPr/>
      </dsp:nvSpPr>
      <dsp:spPr>
        <a:xfrm rot="5400000">
          <a:off x="-121106" y="1539095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WDD</a:t>
          </a:r>
        </a:p>
      </dsp:txBody>
      <dsp:txXfrm rot="-5400000">
        <a:off x="1" y="1700570"/>
        <a:ext cx="565164" cy="242213"/>
      </dsp:txXfrm>
    </dsp:sp>
    <dsp:sp modelId="{56AFEC8A-7D45-4965-A718-64DE087BA59E}">
      <dsp:nvSpPr>
        <dsp:cNvPr id="0" name=""/>
        <dsp:cNvSpPr/>
      </dsp:nvSpPr>
      <dsp:spPr>
        <a:xfrm rot="5400000">
          <a:off x="3997824" y="-2014671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Web Design and Development (25%)</a:t>
          </a:r>
        </a:p>
      </dsp:txBody>
      <dsp:txXfrm rot="-5400000">
        <a:off x="565164" y="1443607"/>
        <a:ext cx="7364497" cy="473559"/>
      </dsp:txXfrm>
    </dsp:sp>
    <dsp:sp modelId="{17253025-0BE3-46B4-B2C8-BFD879D75B26}">
      <dsp:nvSpPr>
        <dsp:cNvPr id="0" name=""/>
        <dsp:cNvSpPr/>
      </dsp:nvSpPr>
      <dsp:spPr>
        <a:xfrm rot="5400000">
          <a:off x="-121106" y="2247078"/>
          <a:ext cx="807377" cy="565164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-5400000">
        <a:off x="1" y="2408553"/>
        <a:ext cx="565164" cy="242213"/>
      </dsp:txXfrm>
    </dsp:sp>
    <dsp:sp modelId="{B2D4CD90-7709-4B59-AC85-D09667CFC12B}">
      <dsp:nvSpPr>
        <dsp:cNvPr id="0" name=""/>
        <dsp:cNvSpPr/>
      </dsp:nvSpPr>
      <dsp:spPr>
        <a:xfrm rot="5400000">
          <a:off x="3997824" y="-1306688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Assignment</a:t>
          </a:r>
        </a:p>
      </dsp:txBody>
      <dsp:txXfrm rot="-5400000">
        <a:off x="565164" y="2151590"/>
        <a:ext cx="7364497" cy="473559"/>
      </dsp:txXfrm>
    </dsp:sp>
    <dsp:sp modelId="{056CCBB6-5CE0-4348-89C6-99FB2D3AB62B}">
      <dsp:nvSpPr>
        <dsp:cNvPr id="0" name=""/>
        <dsp:cNvSpPr/>
      </dsp:nvSpPr>
      <dsp:spPr>
        <a:xfrm rot="5400000">
          <a:off x="-121106" y="2955062"/>
          <a:ext cx="807377" cy="56516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C/Sys</a:t>
          </a:r>
        </a:p>
      </dsp:txBody>
      <dsp:txXfrm rot="-5400000">
        <a:off x="1" y="3116537"/>
        <a:ext cx="565164" cy="242213"/>
      </dsp:txXfrm>
    </dsp:sp>
    <dsp:sp modelId="{90709722-0E94-45E4-BEDD-48CB660682DD}">
      <dsp:nvSpPr>
        <dsp:cNvPr id="0" name=""/>
        <dsp:cNvSpPr/>
      </dsp:nvSpPr>
      <dsp:spPr>
        <a:xfrm rot="5400000">
          <a:off x="3997824" y="-598704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 dirty="0"/>
            <a:t>Computer Systems (10%)</a:t>
          </a:r>
        </a:p>
      </dsp:txBody>
      <dsp:txXfrm rot="-5400000">
        <a:off x="565164" y="2859574"/>
        <a:ext cx="7364497" cy="473559"/>
      </dsp:txXfrm>
    </dsp:sp>
    <dsp:sp modelId="{EB2E52AE-8FCF-47D0-B499-CFCFAF1883A9}">
      <dsp:nvSpPr>
        <dsp:cNvPr id="0" name=""/>
        <dsp:cNvSpPr/>
      </dsp:nvSpPr>
      <dsp:spPr>
        <a:xfrm rot="5400000">
          <a:off x="-121106" y="3663045"/>
          <a:ext cx="807377" cy="565164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-5400000">
        <a:off x="1" y="3824520"/>
        <a:ext cx="565164" cy="242213"/>
      </dsp:txXfrm>
    </dsp:sp>
    <dsp:sp modelId="{C92F1771-01AA-4FF3-B7EC-0229DB7A592C}">
      <dsp:nvSpPr>
        <dsp:cNvPr id="0" name=""/>
        <dsp:cNvSpPr/>
      </dsp:nvSpPr>
      <dsp:spPr>
        <a:xfrm rot="5400000">
          <a:off x="3997824" y="109278"/>
          <a:ext cx="524795" cy="7390115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472" tIns="19685" rIns="19685" bIns="1968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Exam</a:t>
          </a:r>
        </a:p>
      </dsp:txBody>
      <dsp:txXfrm rot="-5400000">
        <a:off x="565164" y="3567556"/>
        <a:ext cx="7364497" cy="4735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48299-B840-4714-A5F6-769C74D74113}">
      <dsp:nvSpPr>
        <dsp:cNvPr id="0" name=""/>
        <dsp:cNvSpPr/>
      </dsp:nvSpPr>
      <dsp:spPr>
        <a:xfrm rot="5400000">
          <a:off x="-144690" y="146350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SDD</a:t>
          </a:r>
        </a:p>
      </dsp:txBody>
      <dsp:txXfrm rot="-5400000">
        <a:off x="1" y="339270"/>
        <a:ext cx="675222" cy="289381"/>
      </dsp:txXfrm>
    </dsp:sp>
    <dsp:sp modelId="{19C32B8D-512E-49A1-A0E6-109384C61E4D}">
      <dsp:nvSpPr>
        <dsp:cNvPr id="0" name=""/>
        <dsp:cNvSpPr/>
      </dsp:nvSpPr>
      <dsp:spPr>
        <a:xfrm rot="5400000">
          <a:off x="4077955" y="-3401073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Software Design and Development (54%)</a:t>
          </a:r>
        </a:p>
      </dsp:txBody>
      <dsp:txXfrm rot="-5400000">
        <a:off x="675223" y="32266"/>
        <a:ext cx="7401850" cy="565778"/>
      </dsp:txXfrm>
    </dsp:sp>
    <dsp:sp modelId="{AAD30B60-88C6-4919-B6DD-9F480459E84E}">
      <dsp:nvSpPr>
        <dsp:cNvPr id="0" name=""/>
        <dsp:cNvSpPr/>
      </dsp:nvSpPr>
      <dsp:spPr>
        <a:xfrm rot="5400000">
          <a:off x="-144690" y="992203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DDD</a:t>
          </a:r>
        </a:p>
      </dsp:txBody>
      <dsp:txXfrm rot="-5400000">
        <a:off x="1" y="1185123"/>
        <a:ext cx="675222" cy="289381"/>
      </dsp:txXfrm>
    </dsp:sp>
    <dsp:sp modelId="{0DFDFC6D-8604-4378-B6A3-6A6720006C95}">
      <dsp:nvSpPr>
        <dsp:cNvPr id="0" name=""/>
        <dsp:cNvSpPr/>
      </dsp:nvSpPr>
      <dsp:spPr>
        <a:xfrm rot="5400000">
          <a:off x="4077955" y="-2555219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Database Design and Development (33%)</a:t>
          </a:r>
        </a:p>
      </dsp:txBody>
      <dsp:txXfrm rot="-5400000">
        <a:off x="675223" y="878120"/>
        <a:ext cx="7401850" cy="565778"/>
      </dsp:txXfrm>
    </dsp:sp>
    <dsp:sp modelId="{17253025-0BE3-46B4-B2C8-BFD879D75B26}">
      <dsp:nvSpPr>
        <dsp:cNvPr id="0" name=""/>
        <dsp:cNvSpPr/>
      </dsp:nvSpPr>
      <dsp:spPr>
        <a:xfrm rot="5400000">
          <a:off x="-144690" y="1838057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1" y="2030977"/>
        <a:ext cx="675222" cy="289381"/>
      </dsp:txXfrm>
    </dsp:sp>
    <dsp:sp modelId="{B2D4CD90-7709-4B59-AC85-D09667CFC12B}">
      <dsp:nvSpPr>
        <dsp:cNvPr id="0" name=""/>
        <dsp:cNvSpPr/>
      </dsp:nvSpPr>
      <dsp:spPr>
        <a:xfrm rot="5400000">
          <a:off x="4077955" y="-1709365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/>
            <a:t>Assignment</a:t>
          </a:r>
        </a:p>
      </dsp:txBody>
      <dsp:txXfrm rot="-5400000">
        <a:off x="675223" y="1723974"/>
        <a:ext cx="7401850" cy="565778"/>
      </dsp:txXfrm>
    </dsp:sp>
    <dsp:sp modelId="{056CCBB6-5CE0-4348-89C6-99FB2D3AB62B}">
      <dsp:nvSpPr>
        <dsp:cNvPr id="0" name=""/>
        <dsp:cNvSpPr/>
      </dsp:nvSpPr>
      <dsp:spPr>
        <a:xfrm rot="5400000">
          <a:off x="-144690" y="2683911"/>
          <a:ext cx="964603" cy="6752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C/Sys</a:t>
          </a:r>
        </a:p>
      </dsp:txBody>
      <dsp:txXfrm rot="-5400000">
        <a:off x="1" y="2876831"/>
        <a:ext cx="675222" cy="289381"/>
      </dsp:txXfrm>
    </dsp:sp>
    <dsp:sp modelId="{90709722-0E94-45E4-BEDD-48CB660682DD}">
      <dsp:nvSpPr>
        <dsp:cNvPr id="0" name=""/>
        <dsp:cNvSpPr/>
      </dsp:nvSpPr>
      <dsp:spPr>
        <a:xfrm rot="5400000">
          <a:off x="4077955" y="-863511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kern="1200" dirty="0"/>
            <a:t>Computer Systems (13%)</a:t>
          </a:r>
        </a:p>
      </dsp:txBody>
      <dsp:txXfrm rot="-5400000">
        <a:off x="675223" y="2569828"/>
        <a:ext cx="7401850" cy="565778"/>
      </dsp:txXfrm>
    </dsp:sp>
    <dsp:sp modelId="{EB2E52AE-8FCF-47D0-B499-CFCFAF1883A9}">
      <dsp:nvSpPr>
        <dsp:cNvPr id="0" name=""/>
        <dsp:cNvSpPr/>
      </dsp:nvSpPr>
      <dsp:spPr>
        <a:xfrm rot="5400000">
          <a:off x="-144690" y="3529765"/>
          <a:ext cx="964603" cy="675222"/>
        </a:xfrm>
        <a:prstGeom prst="chevron">
          <a:avLst/>
        </a:prstGeom>
        <a:solidFill>
          <a:srgbClr val="FF0000"/>
        </a:solidFill>
        <a:ln w="12700" cap="flat" cmpd="sng" algn="ctr">
          <a:solidFill>
            <a:srgbClr val="FF0000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1" y="3722685"/>
        <a:ext cx="675222" cy="289381"/>
      </dsp:txXfrm>
    </dsp:sp>
    <dsp:sp modelId="{C92F1771-01AA-4FF3-B7EC-0229DB7A592C}">
      <dsp:nvSpPr>
        <dsp:cNvPr id="0" name=""/>
        <dsp:cNvSpPr/>
      </dsp:nvSpPr>
      <dsp:spPr>
        <a:xfrm rot="5400000">
          <a:off x="4077955" y="-17657"/>
          <a:ext cx="626992" cy="7432457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7584" tIns="20320" rIns="20320" bIns="20320" numCol="1" spcCol="1270" anchor="ctr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200" b="1" kern="1200"/>
            <a:t>Exam</a:t>
          </a:r>
        </a:p>
      </dsp:txBody>
      <dsp:txXfrm rot="-5400000">
        <a:off x="675223" y="3415682"/>
        <a:ext cx="7401850" cy="5657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E48D3-F35B-4834-AAEA-75047E433A9B}">
      <dsp:nvSpPr>
        <dsp:cNvPr id="0" name=""/>
        <dsp:cNvSpPr/>
      </dsp:nvSpPr>
      <dsp:spPr>
        <a:xfrm>
          <a:off x="366642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Test</a:t>
          </a:r>
        </a:p>
      </dsp:txBody>
      <dsp:txXfrm>
        <a:off x="3666428" y="31794"/>
        <a:ext cx="1075692" cy="1075692"/>
      </dsp:txXfrm>
    </dsp:sp>
    <dsp:sp modelId="{81D98F37-62D4-411E-B078-2BD9760E7E91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11104663"/>
            <a:gd name="adj4" fmla="val 12635597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F4B62-BE56-4A5A-A363-BB52474AE6E1}">
      <dsp:nvSpPr>
        <dsp:cNvPr id="0" name=""/>
        <dsp:cNvSpPr/>
      </dsp:nvSpPr>
      <dsp:spPr>
        <a:xfrm>
          <a:off x="3015314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Evaluate</a:t>
          </a:r>
        </a:p>
      </dsp:txBody>
      <dsp:txXfrm>
        <a:off x="3015314" y="2035718"/>
        <a:ext cx="1075692" cy="1075692"/>
      </dsp:txXfrm>
    </dsp:sp>
    <dsp:sp modelId="{BE1FE457-B8F9-46BA-BC03-DB26BC4F41D4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6783131"/>
            <a:gd name="adj4" fmla="val 8548561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292C5-2FD8-41F2-95BE-C6E54AB76903}">
      <dsp:nvSpPr>
        <dsp:cNvPr id="0" name=""/>
        <dsp:cNvSpPr/>
      </dsp:nvSpPr>
      <dsp:spPr>
        <a:xfrm>
          <a:off x="4719953" y="3274210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Analysis</a:t>
          </a:r>
        </a:p>
      </dsp:txBody>
      <dsp:txXfrm>
        <a:off x="4719953" y="3274210"/>
        <a:ext cx="1075692" cy="1075692"/>
      </dsp:txXfrm>
    </dsp:sp>
    <dsp:sp modelId="{6CE8F274-EDEC-4803-AB06-5890FCAAEB76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2586838"/>
            <a:gd name="adj4" fmla="val 4352268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72574-5C87-4E03-84A7-019984D43F8C}">
      <dsp:nvSpPr>
        <dsp:cNvPr id="0" name=""/>
        <dsp:cNvSpPr/>
      </dsp:nvSpPr>
      <dsp:spPr>
        <a:xfrm>
          <a:off x="6424592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Design</a:t>
          </a:r>
        </a:p>
      </dsp:txBody>
      <dsp:txXfrm>
        <a:off x="6424592" y="2035718"/>
        <a:ext cx="1075692" cy="1075692"/>
      </dsp:txXfrm>
    </dsp:sp>
    <dsp:sp modelId="{36315BE6-C08C-4427-91CC-2D7D2CEBA375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20099802"/>
            <a:gd name="adj4" fmla="val 30735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7B38F-4EEF-4214-BDC0-2A7F35EE956C}">
      <dsp:nvSpPr>
        <dsp:cNvPr id="0" name=""/>
        <dsp:cNvSpPr/>
      </dsp:nvSpPr>
      <dsp:spPr>
        <a:xfrm>
          <a:off x="577347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Implement</a:t>
          </a:r>
        </a:p>
      </dsp:txBody>
      <dsp:txXfrm>
        <a:off x="5773478" y="31794"/>
        <a:ext cx="1075692" cy="1075692"/>
      </dsp:txXfrm>
    </dsp:sp>
    <dsp:sp modelId="{FD53522B-F308-4BD2-8228-A0D26D600545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15532149"/>
            <a:gd name="adj4" fmla="val 17203250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8E48D3-F35B-4834-AAEA-75047E433A9B}">
      <dsp:nvSpPr>
        <dsp:cNvPr id="0" name=""/>
        <dsp:cNvSpPr/>
      </dsp:nvSpPr>
      <dsp:spPr>
        <a:xfrm>
          <a:off x="366642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 </a:t>
          </a:r>
        </a:p>
      </dsp:txBody>
      <dsp:txXfrm>
        <a:off x="3666428" y="31794"/>
        <a:ext cx="1075692" cy="1075692"/>
      </dsp:txXfrm>
    </dsp:sp>
    <dsp:sp modelId="{81D98F37-62D4-411E-B078-2BD9760E7E91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11104663"/>
            <a:gd name="adj4" fmla="val 12635597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0F4B62-BE56-4A5A-A363-BB52474AE6E1}">
      <dsp:nvSpPr>
        <dsp:cNvPr id="0" name=""/>
        <dsp:cNvSpPr/>
      </dsp:nvSpPr>
      <dsp:spPr>
        <a:xfrm>
          <a:off x="3015314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 </a:t>
          </a:r>
        </a:p>
      </dsp:txBody>
      <dsp:txXfrm>
        <a:off x="3015314" y="2035718"/>
        <a:ext cx="1075692" cy="1075692"/>
      </dsp:txXfrm>
    </dsp:sp>
    <dsp:sp modelId="{BE1FE457-B8F9-46BA-BC03-DB26BC4F41D4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6783131"/>
            <a:gd name="adj4" fmla="val 8548561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E292C5-2FD8-41F2-95BE-C6E54AB76903}">
      <dsp:nvSpPr>
        <dsp:cNvPr id="0" name=""/>
        <dsp:cNvSpPr/>
      </dsp:nvSpPr>
      <dsp:spPr>
        <a:xfrm>
          <a:off x="4719953" y="3274210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 </a:t>
          </a:r>
        </a:p>
      </dsp:txBody>
      <dsp:txXfrm>
        <a:off x="4719953" y="3274210"/>
        <a:ext cx="1075692" cy="1075692"/>
      </dsp:txXfrm>
    </dsp:sp>
    <dsp:sp modelId="{6CE8F274-EDEC-4803-AB06-5890FCAAEB76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2586838"/>
            <a:gd name="adj4" fmla="val 4352268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B72574-5C87-4E03-84A7-019984D43F8C}">
      <dsp:nvSpPr>
        <dsp:cNvPr id="0" name=""/>
        <dsp:cNvSpPr/>
      </dsp:nvSpPr>
      <dsp:spPr>
        <a:xfrm>
          <a:off x="6424592" y="2035718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 </a:t>
          </a:r>
        </a:p>
      </dsp:txBody>
      <dsp:txXfrm>
        <a:off x="6424592" y="2035718"/>
        <a:ext cx="1075692" cy="1075692"/>
      </dsp:txXfrm>
    </dsp:sp>
    <dsp:sp modelId="{36315BE6-C08C-4427-91CC-2D7D2CEBA375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20099802"/>
            <a:gd name="adj4" fmla="val 30735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27B38F-4EEF-4214-BDC0-2A7F35EE956C}">
      <dsp:nvSpPr>
        <dsp:cNvPr id="0" name=""/>
        <dsp:cNvSpPr/>
      </dsp:nvSpPr>
      <dsp:spPr>
        <a:xfrm>
          <a:off x="5773478" y="31794"/>
          <a:ext cx="1075692" cy="10756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 </a:t>
          </a:r>
        </a:p>
      </dsp:txBody>
      <dsp:txXfrm>
        <a:off x="5773478" y="31794"/>
        <a:ext cx="1075692" cy="1075692"/>
      </dsp:txXfrm>
    </dsp:sp>
    <dsp:sp modelId="{FD53522B-F308-4BD2-8228-A0D26D600545}">
      <dsp:nvSpPr>
        <dsp:cNvPr id="0" name=""/>
        <dsp:cNvSpPr/>
      </dsp:nvSpPr>
      <dsp:spPr>
        <a:xfrm>
          <a:off x="3238196" y="89"/>
          <a:ext cx="4039207" cy="4039207"/>
        </a:xfrm>
        <a:prstGeom prst="leftCircularArrow">
          <a:avLst>
            <a:gd name="adj1" fmla="val 5193"/>
            <a:gd name="adj2" fmla="val 335399"/>
            <a:gd name="adj3" fmla="val 15532149"/>
            <a:gd name="adj4" fmla="val 17203250"/>
            <a:gd name="adj5" fmla="val 6059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056"/>
          </a:xfrm>
          <a:prstGeom prst="rect">
            <a:avLst/>
          </a:prstGeom>
        </p:spPr>
        <p:txBody>
          <a:bodyPr vert="horz" lIns="94826" tIns="47413" rIns="94826" bIns="47413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4826" tIns="47413" rIns="94826" bIns="47413" rtlCol="0"/>
          <a:lstStyle>
            <a:lvl1pPr algn="r">
              <a:defRPr sz="1200"/>
            </a:lvl1pPr>
          </a:lstStyle>
          <a:p>
            <a:fld id="{0E35528A-819C-4AD3-BDC3-2CDCE7BEAF53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826" tIns="47413" rIns="94826" bIns="47413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vert="horz" lIns="94826" tIns="47413" rIns="94826" bIns="47413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889938" cy="498055"/>
          </a:xfrm>
          <a:prstGeom prst="rect">
            <a:avLst/>
          </a:prstGeom>
        </p:spPr>
        <p:txBody>
          <a:bodyPr vert="horz" lIns="94826" tIns="47413" rIns="94826" bIns="47413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5"/>
            <a:ext cx="2889938" cy="498055"/>
          </a:xfrm>
          <a:prstGeom prst="rect">
            <a:avLst/>
          </a:prstGeom>
        </p:spPr>
        <p:txBody>
          <a:bodyPr vert="horz" lIns="94826" tIns="47413" rIns="94826" bIns="47413" rtlCol="0" anchor="b"/>
          <a:lstStyle>
            <a:lvl1pPr algn="r">
              <a:defRPr sz="1200"/>
            </a:lvl1pPr>
          </a:lstStyle>
          <a:p>
            <a:fld id="{B71FE5B5-A979-4370-A255-218EAB36A5F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5202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6555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SDD: 0-5, 0-5, 15, 0-5, 0-5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12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185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1805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1430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69977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5617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565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01228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9808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3727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1151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Example</a:t>
            </a:r>
            <a:r>
              <a:rPr lang="en-GB" baseline="0" dirty="0"/>
              <a:t>: </a:t>
            </a:r>
            <a:r>
              <a:rPr lang="en-GB" baseline="0" dirty="0" err="1"/>
              <a:t>len</a:t>
            </a:r>
            <a:r>
              <a:rPr lang="en-GB" baseline="0" dirty="0"/>
              <a:t>("Hello") </a:t>
            </a:r>
            <a:r>
              <a:rPr lang="en-GB" baseline="0" dirty="0">
                <a:sym typeface="Wingdings" panose="05000000000000000000" pitchFamily="2" charset="2"/>
              </a:rPr>
              <a:t> 5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1408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2637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0541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Actual parameter passed to the formal parameter.</a:t>
            </a:r>
          </a:p>
          <a:p>
            <a:r>
              <a:rPr lang="en-GB" dirty="0"/>
              <a:t>Actual parameter can be a variable – value passed.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1289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762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7268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496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Variable names are very poor – just for example!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86579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4210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Variable names are very poor – just for example!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591295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562542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1702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GB" dirty="0">
                <a:cs typeface="Calibri"/>
              </a:rPr>
              <a:t>Global variables can be changed in subprograms – not recommended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96299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https://peps.python.org/pep-0257/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31196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447980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6961-CBDC-349F-8177-E828C42BD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4FA7D9-B566-1BA2-DD31-C4679F6248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CB703D-50D0-28D7-2D0F-0AB537E854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https://peps.python.org/pep-0257/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32712-9E7D-EBD5-AB6E-31208231EB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241516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93F6C-EDCB-9FCD-3B90-4F651534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27698B-1250-7B5F-7FEA-F456F3DA1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F73DD1-3DD5-5DDB-A36F-5316940CC5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502937-43DC-3AD4-9A8E-BEF2C51ACA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273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EA25-4D54-B0C4-9EB1-0BA4411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ABACF-51A8-5D26-C8C2-A222D6DE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EA5-FBB3-8152-9A9A-FC42FB41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Info only - Not part of Higher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F643-9EC1-9D77-8A22-E324F149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6297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9A5C8-6DE9-7ECB-AB2A-48EC0F562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553A2-DC80-85FF-ACE7-AD2FB65812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0897B4-7A43-BFD3-1D6D-F64954A69D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86F66-5C6B-DD5A-08F8-B3023DE8F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20859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EA25-4D54-B0C4-9EB1-0BA4411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ABACF-51A8-5D26-C8C2-A222D6DE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EA5-FBB3-8152-9A9A-FC42FB41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Tuple - Not part of Higher</a:t>
            </a:r>
          </a:p>
          <a:p>
            <a:r>
              <a:rPr lang="en-GB"/>
              <a:t>https://dictionary.cambridge.org/pronunciation/english/tuple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F643-9EC1-9D77-8A22-E324F149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705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EA25-4D54-B0C4-9EB1-0BA441143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BABACF-51A8-5D26-C8C2-A222D6DEC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6FEA5-FBB3-8152-9A9A-FC42FB419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6F643-9EC1-9D77-8A22-E324F149F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77138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 cutting up words with scissors.  Sometimes like gluing back together in a different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589563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423798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19118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77937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02523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https://whiteboard.fi/</a:t>
            </a:r>
          </a:p>
          <a:p>
            <a:r>
              <a:rPr lang="en-GB" dirty="0"/>
              <a:t>Output: Hell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79973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Hell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8518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Hell</a:t>
            </a:r>
          </a:p>
          <a:p>
            <a:r>
              <a:rPr lang="en-GB" dirty="0"/>
              <a:t>Start value defaults to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03232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54338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lo wo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74025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48982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https://whiteboard.fi/</a:t>
            </a:r>
          </a:p>
          <a:p>
            <a:r>
              <a:rPr lang="en-GB" dirty="0"/>
              <a:t>Output: world</a:t>
            </a:r>
          </a:p>
          <a:p>
            <a:r>
              <a:rPr lang="en-GB" dirty="0"/>
              <a:t>Good for excluding start characters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169026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world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8907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0503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86379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Output: world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Good for including end characters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964465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71420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Python functions: https://docs.python.org/3/library/functions.html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08040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78336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2542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8752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0848195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099570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786417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13 % 5 = 2 r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213630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Practice with records after records are have been taught (last)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4301648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EB7E1-C4EF-7716-AE9C-0EBA1141F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8F812E-5C1C-05E6-C712-3C5F1EFC26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B8A9F-0E6C-8DEF-C931-E89291768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436A3-D9BD-5422-6046-52AE17B608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43986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06F2D-66E2-8F2B-11BC-AAC5C18EA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AFE61-5AC5-F4D3-F8BC-DDBF01FA0E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F8A2A8-913D-1508-70CA-F073A49C7E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B8B77-974A-CD6C-27DD-49A38A704F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477913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26B3E-54ED-D7DA-F2C0-4EBD142A4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9AA1E-2079-35A7-531A-ECEB34981A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635DA-4F08-86D3-B7E9-22CA14D51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5D2CE-290D-8C0F-25DA-39FC472944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552026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543432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3E78A-AF3D-4E7E-6F91-D6FB8FC46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80AFFD-07CC-2A32-FE96-2F383294C2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03CC3-609D-9BE9-59E4-D08B6543B4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02698C-EDCE-919F-55EC-7539A32930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10375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7425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418-7486-CE3B-2833-ABD1629C0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42104D-783D-0048-B875-2250D77865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856A6-7E21-E507-6B37-B70A7AA30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35B2D-49CC-01FA-8274-06910FC173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93091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266182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Display position of min / max:</a:t>
            </a:r>
          </a:p>
          <a:p>
            <a:pPr defTabSz="875264">
              <a:defRPr/>
            </a:pPr>
            <a:r>
              <a:rPr lang="en-GB" baseline="0" dirty="0"/>
              <a:t>  2.5  position = 0  # initialise variable</a:t>
            </a:r>
          </a:p>
          <a:p>
            <a:pPr defTabSz="875264">
              <a:defRPr/>
            </a:pPr>
            <a:r>
              <a:rPr lang="en-GB" baseline="0" dirty="0">
                <a:latin typeface="Consolas" panose="020B0609020204030204" pitchFamily="49" charset="0"/>
              </a:rPr>
              <a:t>  6.5  position = index  # update variable</a:t>
            </a:r>
          </a:p>
          <a:p>
            <a:pPr defTabSz="875264">
              <a:defRPr/>
            </a:pPr>
            <a:r>
              <a:rPr lang="en-GB" baseline="0" dirty="0">
                <a:latin typeface="Consolas" panose="020B0609020204030204" pitchFamily="49" charset="0"/>
              </a:rPr>
              <a:t>  8.5  print(position)  # display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28187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376946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C2C1D-75EE-144B-9B45-5A692D74A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0C62F-4F5C-7CAE-096A-D6A5631BE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5B1C8A-4CE2-4CEB-CCD6-4C87A6919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1DC6-E166-2786-D57B-4A8118AEEE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379705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81297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F2C504-7E48-81DE-347D-8102E9D0B2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A5D2A-364C-E70E-31DA-B4CFE07F15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CF282-939D-2FE5-43F6-9FB7663397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E2EEB-6073-D697-9580-1C4C966C37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4194906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Text</a:t>
            </a:r>
            <a:r>
              <a:rPr lang="en-GB" baseline="0" dirty="0"/>
              <a:t> (txt) and Comma Separated Values (csv)</a:t>
            </a:r>
          </a:p>
          <a:p>
            <a:endParaRPr lang="en-GB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Practice with records after records are have been taught (last)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162602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Everything read to, or written from, a file is a string.  It will need to be cast to the required data type</a:t>
            </a:r>
            <a:r>
              <a:rPr lang="en-GB" baseline="0" dirty="0"/>
              <a:t> if different.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85201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118183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Text</a:t>
            </a:r>
            <a:r>
              <a:rPr lang="en-GB" baseline="0" dirty="0"/>
              <a:t> (txt) and Comma Separated Values (csv)</a:t>
            </a:r>
          </a:p>
          <a:p>
            <a:endParaRPr lang="en-GB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Practice with records after records are have been taught (last)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94943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1 open a connection to the specified file in write mode</a:t>
            </a:r>
          </a:p>
          <a:p>
            <a:pPr defTabSz="875264">
              <a:defRPr/>
            </a:pPr>
            <a:r>
              <a:rPr lang="en-GB" dirty="0"/>
              <a:t>2&amp;3</a:t>
            </a:r>
            <a:r>
              <a:rPr lang="en-GB" baseline="0" dirty="0"/>
              <a:t> write to the file</a:t>
            </a:r>
          </a:p>
          <a:p>
            <a:pPr defTabSz="875264">
              <a:defRPr/>
            </a:pPr>
            <a:r>
              <a:rPr lang="en-GB" baseline="0" dirty="0"/>
              <a:t>4 closes the connection to the file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756847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1 open a connection to the specified file in write mode</a:t>
            </a:r>
          </a:p>
          <a:p>
            <a:pPr defTabSz="875264">
              <a:defRPr/>
            </a:pPr>
            <a:r>
              <a:rPr lang="en-GB" dirty="0"/>
              <a:t>2&amp;3</a:t>
            </a:r>
            <a:r>
              <a:rPr lang="en-GB" baseline="0" dirty="0"/>
              <a:t> write to the file</a:t>
            </a:r>
          </a:p>
          <a:p>
            <a:pPr defTabSz="875264">
              <a:defRPr/>
            </a:pPr>
            <a:r>
              <a:rPr lang="en-GB" baseline="0" dirty="0"/>
              <a:t>4 closes the connection to the file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4809143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1 open a connection to the specified file in write mode</a:t>
            </a:r>
          </a:p>
          <a:p>
            <a:pPr defTabSz="875264">
              <a:defRPr/>
            </a:pPr>
            <a:r>
              <a:rPr lang="en-GB" dirty="0"/>
              <a:t>2&amp;3</a:t>
            </a:r>
            <a:r>
              <a:rPr lang="en-GB" baseline="0" dirty="0"/>
              <a:t> write to the file</a:t>
            </a:r>
          </a:p>
          <a:p>
            <a:pPr defTabSz="875264">
              <a:defRPr/>
            </a:pPr>
            <a:r>
              <a:rPr lang="en-GB" baseline="0" dirty="0"/>
              <a:t>4 closes the connection to the file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447919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1 open a connection to the specified file in write mode</a:t>
            </a:r>
          </a:p>
          <a:p>
            <a:pPr defTabSz="875264">
              <a:defRPr/>
            </a:pPr>
            <a:r>
              <a:rPr lang="en-GB" dirty="0"/>
              <a:t>2&amp;3</a:t>
            </a:r>
            <a:r>
              <a:rPr lang="en-GB" baseline="0" dirty="0"/>
              <a:t> write to the file</a:t>
            </a:r>
          </a:p>
          <a:p>
            <a:pPr defTabSz="875264">
              <a:defRPr/>
            </a:pPr>
            <a:r>
              <a:rPr lang="en-GB" baseline="0" dirty="0"/>
              <a:t>4 closes the connection to the file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5417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Only strings can be written to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66130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Only strings can be written to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90737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Only strings can be written to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516252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Only strings can be written to a 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111196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Comma Separated Values (csv)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6630010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Comma Separated Values (csv)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004774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https://mrfriendcs.github.io/h-cs/sdd/H-SDD-Walking/index2.html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566993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109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822790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725950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1164792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64655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Lines 5, 6, and 8 could be a single line – done this way due to space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339603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https://mrfriendcs.github.io/h-cs/sdd/H-SDD-Parallel/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6243875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Text</a:t>
            </a:r>
            <a:r>
              <a:rPr lang="en-GB" baseline="0" dirty="0"/>
              <a:t> (txt) and Comma Separated Values (csv)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496918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1 open a connection to the specified file in read mode</a:t>
            </a:r>
          </a:p>
          <a:p>
            <a:pPr defTabSz="875264">
              <a:defRPr/>
            </a:pPr>
            <a:r>
              <a:rPr lang="en-GB" dirty="0"/>
              <a:t>3</a:t>
            </a:r>
            <a:r>
              <a:rPr lang="en-GB" baseline="0" dirty="0"/>
              <a:t> reads the contents of the file and assigns to the variable</a:t>
            </a:r>
          </a:p>
          <a:p>
            <a:pPr defTabSz="875264">
              <a:defRPr/>
            </a:pPr>
            <a:r>
              <a:rPr lang="en-GB" baseline="0" dirty="0"/>
              <a:t>7 closes the connection to the file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89209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0952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This only works if the number of lines in the file are known</a:t>
            </a:r>
          </a:p>
          <a:p>
            <a:pPr defTabSz="875264">
              <a:defRPr/>
            </a:pPr>
            <a:r>
              <a:rPr lang="en-GB" baseline="0" dirty="0"/>
              <a:t>5 reads the next line of the file and assigns to the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436153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This only works if the number of lines in the file are known</a:t>
            </a:r>
          </a:p>
          <a:p>
            <a:pPr defTabSz="875264">
              <a:defRPr/>
            </a:pPr>
            <a:r>
              <a:rPr lang="en-GB" baseline="0" dirty="0"/>
              <a:t>5 reads the next line of the file and assigns to the variable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317832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dirty="0"/>
              <a:t>Method – a function associated with an object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094708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512432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5709196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15420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3879073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221022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494999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647630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sz="1200" baseline="0" dirty="0"/>
              <a:t>['UK', 'London', '66.8']</a:t>
            </a:r>
          </a:p>
          <a:p>
            <a:pPr defTabSz="875264">
              <a:defRPr/>
            </a:pPr>
            <a:r>
              <a:rPr lang="en-GB" sz="1200" baseline="0" dirty="0"/>
              <a:t>['France', 'Paris', '67.4']</a:t>
            </a:r>
          </a:p>
          <a:p>
            <a:pPr defTabSz="875264">
              <a:defRPr/>
            </a:pPr>
            <a:r>
              <a:rPr lang="en-GB" sz="1200" baseline="0" dirty="0"/>
              <a:t>['Germany', 'Berlin', '83.2']</a:t>
            </a:r>
          </a:p>
          <a:p>
            <a:pPr defTabSz="875264">
              <a:defRPr/>
            </a:pPr>
            <a:r>
              <a:rPr lang="en-GB" sz="1200" baseline="0" dirty="0"/>
              <a:t>['Norway', Oslo', '5.4']</a:t>
            </a:r>
          </a:p>
          <a:p>
            <a:pPr defTabSz="875264">
              <a:defRPr/>
            </a:pPr>
            <a:r>
              <a:rPr lang="en-GB" sz="1200" baseline="0" dirty="0"/>
              <a:t>['Spain', 'Madrid', '46.8']</a:t>
            </a:r>
          </a:p>
          <a:p>
            <a:pPr defTabSz="875264">
              <a:defRPr/>
            </a:pPr>
            <a:r>
              <a:rPr lang="en-GB" sz="1200" baseline="0" dirty="0"/>
              <a:t>['Italy', 'Rome', '60.5']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688432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58606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This only works if the number of lines in the file are known</a:t>
            </a:r>
          </a:p>
          <a:p>
            <a:pPr defTabSz="875264">
              <a:defRPr/>
            </a:pPr>
            <a:r>
              <a:rPr lang="en-GB" baseline="0" dirty="0"/>
              <a:t>6 reads the next line of the file, strips any leading or trailing whitespace, and assigns to the array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825826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BB34-4253-14DF-EFCF-FDCB605B9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6E261-289E-56BD-EAB5-F2CC5B800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D43456-2161-D1DA-A3BC-4E2F1C295F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96FAC-7395-8021-477B-8BD3D395B8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843682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0270A-015B-B979-3456-8A125EEB5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8CA15-E4F6-5AAA-E9ED-A9EE50403C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8154A-3BA9-5530-4283-78836F897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This only works if the number of lines in the file are known</a:t>
            </a:r>
          </a:p>
          <a:p>
            <a:pPr defTabSz="875264">
              <a:defRPr/>
            </a:pPr>
            <a:r>
              <a:rPr lang="en-GB" baseline="0" dirty="0"/>
              <a:t>6 reads the next line of the file, strips any leading or trailing whitespace, and assigns to the array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268C1-3CBD-CDEF-F1D0-FC7F22779C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6588728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58FE5-74EE-E035-E2FB-CD7D87668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3E5034-760B-2302-34CD-A41B4A03FA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AD7EAE-CA3D-7441-1C7F-54FEE28391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84BE5C-A87A-C812-2302-2BD189ED9D2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304116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6391960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many arrays?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234488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How many records?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0023298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75545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Python uses a special type of class for implementing records</a:t>
            </a:r>
          </a:p>
          <a:p>
            <a:pPr defTabSz="875264">
              <a:defRPr/>
            </a:pPr>
            <a:r>
              <a:rPr lang="en-GB" baseline="0" dirty="0"/>
              <a:t>Class name has a capital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219302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70134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9889637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109377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2756087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614752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445608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696379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795475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1220619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190703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1285532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64290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endParaRPr lang="en-GB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18860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Unknown lines in file.  Loops until all lines are read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3713649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5264">
              <a:defRPr/>
            </a:pPr>
            <a:r>
              <a:rPr lang="en-GB" baseline="0" dirty="0"/>
              <a:t>Unknown lines in file.  Loops until all lines are read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3934376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6018575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7030A0"/>
                </a:solidFill>
              </a:rPr>
              <a:t>Documentation stage not shown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080587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1D1E-1DC0-7C22-E527-672F9FE1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BC165A-39FB-C043-2E6D-B7679527E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F094A4-2CDE-6A15-44C6-3DAF609787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2DB12-427D-759E-6826-128E270F2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82840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7030A0"/>
                </a:solidFill>
              </a:rPr>
              <a:t>Documentation stage not shown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0068908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28196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615785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1682397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9279782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4997683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3089057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1105690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96DE-7824-2BC1-897D-3AA15A30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67B91-99DC-9C0A-B0EC-C7224AC43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6BD6E-8A3E-9098-47A7-2E6E255EC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FA82E-0D00-05B9-F207-4C012BDAF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189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276998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196DE-7824-2BC1-897D-3AA15A30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67B91-99DC-9C0A-B0EC-C7224AC43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6BD6E-8A3E-9098-47A7-2E6E255EC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FA82E-0D00-05B9-F207-4C012BDAF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793777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D493-CBE5-534F-D66F-4E4D07DB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994B9-EDD9-17C8-16AB-4C9088BA7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FC039-676A-46DA-4CB7-08CDB174D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Do trace table by hand!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2F907-2B3A-5939-9A71-3BAEF47CD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527408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5D493-CBE5-534F-D66F-4E4D07DB1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994B9-EDD9-17C8-16AB-4C9088BA73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FC039-676A-46DA-4CB7-08CDB174D2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2F907-2B3A-5939-9A71-3BAEF47CDF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704843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EA48-056E-2518-1C44-ECB50B49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26BE2-D3F4-0E57-7D3B-2B84C0079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2226B-D8B5-695A-5513-233A6DBFB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5A98-138A-B3C5-0840-76B051EBC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5456897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7EA48-056E-2518-1C44-ECB50B493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26BE2-D3F4-0E57-7D3B-2B84C0079E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2226B-D8B5-695A-5513-233A6DBFB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5A98-138A-B3C5-0840-76B051EBC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463066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BE47-FC7A-A938-9CFC-6CAF448C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C5A89-00D8-F406-9891-C3F909EAC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B29E6-FB23-0451-7FED-BECA4B6B6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4B796-9229-50F4-62C1-7EA60490A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033900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5BE47-FC7A-A938-9CFC-6CAF448CB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C5A89-00D8-F406-9891-C3F909EACF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4B29E6-FB23-0451-7FED-BECA4B6B6F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4B796-9229-50F4-62C1-7EA60490A1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997134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158526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305E-2077-A2BD-B2AC-E5E9B38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9D27-13A6-CFC6-B529-166E89DCA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1FD3-CA1D-3BA0-6AAD-C1DE45FA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F270-DBD7-3A90-35C0-8F99E09F6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199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2186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305E-2077-A2BD-B2AC-E5E9B38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9D27-13A6-CFC6-B529-166E89DCA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1FD3-CA1D-3BA0-6AAD-C1DE45FA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F270-DBD7-3A90-35C0-8F99E09F6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9437012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305E-2077-A2BD-B2AC-E5E9B3808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5C9D27-13A6-CFC6-B529-166E89DCAA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171FD3-CA1D-3BA0-6AAD-C1DE45FAFF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F270-DBD7-3A90-35C0-8F99E09F61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79958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4C99-DE16-CB70-4AA4-B0D96A2B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0E470-38E5-358D-B411-3F754AE05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556A2-0822-1563-89F1-30EE8A675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01CC-61E3-FB13-8A3D-5FEC4E1CE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5035975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4C99-DE16-CB70-4AA4-B0D96A2B8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40E470-38E5-358D-B411-3F754AE05A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C556A2-0822-1563-89F1-30EE8A675C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01CC-61E3-FB13-8A3D-5FEC4E1CEC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1FE5B5-A979-4370-A255-218EAB36A5F4}" type="slidenum">
              <a:rPr lang="en-GB" smtClean="0"/>
              <a:t>203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1543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0564-5510-4968-B83C-E0988A9D5B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D860D-1211-4E26-A35E-A80BC376E9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C5969-3F05-4100-9F8A-DB9A82EB4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79FB1B-2516-429F-B867-4823287B8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1741A-33DE-4C5E-8C9F-B4AD75DA4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3201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F5E7B-67B3-496A-822C-C32976D91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FEDAD-10D4-47B6-8F35-0155F7D63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20D4F-7E43-4DFE-B626-E846C85BC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3EDBDD-527D-4909-8BEF-723EEB35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505016-CD99-4792-B5CE-4FC2732AB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8972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A82-2BA5-4E38-B83A-773E80096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8DA602-023E-4AF2-8A02-5ED3BE4E1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7AF83-9AAB-4395-A1CD-8B1810E80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4F5F-ED11-4FF4-8082-EF13CCF8D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7B83B-7338-4290-BCDC-071F1F55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456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238D4-5905-4C6E-BCBB-B9407311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C15E6-8B9A-4199-90FC-6E9303270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19C19-84FB-4E02-8D3E-A145EF70F6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729DE-CB61-4172-B1A0-5F570A694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18137-140C-4C10-9A2D-A8BEA88DA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788274-F0A0-4D87-9901-05DB5CB1C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4920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80B87-D3F8-4BAA-8DE3-3836317BC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8ADC46-22A7-453D-BB94-D1CA48C5A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035B5B-116B-4974-BF81-F7294090D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9685-D393-44B4-B943-5A951A4725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29B97-30F9-4234-A140-11E2C1505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FD1C8F-089B-4A81-946C-8404750F9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EE9EF7-FF78-45D1-965B-99664AD00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41DFC4-4931-4DBE-A0A7-A1E0A15DC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064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7CCB-CA9F-4F77-978B-946CBCC2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2E69A-AA02-4CC0-9FE5-3C50B8F4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A0F08-87A5-4B96-B446-1337E28A9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9B3645-39BF-4DC7-A6DC-E10EB4E4D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9463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36AF93-0450-4C93-8AED-561C8D0B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336096-32F7-4552-856B-0F42E86F0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2CEA9-085F-4023-8477-F0F082AED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0016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9064-4077-4B58-8BD0-E8642C906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67D8E-F32F-4041-9FDE-C12CBB527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1CF05-D7DF-470D-8951-656268BBBA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EF19F6-CB71-4073-820E-814F7316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9668D-5D63-440F-B937-227682F0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4DC044-699A-457B-A741-69E8543CE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63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8CDCB-7EE6-4D7B-9EC9-99982982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A68D7-4A60-4176-AEF9-C7224992D6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ADDFE-E588-428C-9ACE-BF6D4DC2B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8DAD98-EFA3-40FD-B220-0CEFA3B04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492CB-8784-44CD-8BE4-F038F0DA8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B88F3-B6B9-4DE8-80B4-B31DCC6FF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6704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B7571-E3AA-47DA-8A99-A8577E9EA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56407A-F3C5-4467-999F-12834F3D5E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C1D0D-C52B-4D14-AEAB-FF6484676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58F66-3EB8-48B5-B410-20C1141D68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85733-F1B0-47F6-B3EA-C32A5911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4816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E78E59-2798-47E7-97DF-12EB43D4DB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3F44B-7DC4-4852-9AAB-98C84D6912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2AEF75-C039-4933-808F-7735F4020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011B2-1EEF-4630-AB8B-1FC4D8E1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43AA0-545D-40FB-A090-776833BF5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7995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934EA5-96D5-44F8-8B2E-EB636C3A9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96C3A-1C2D-4B6E-9BA6-958361A91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E72CA-E085-451A-A6D7-D31116C42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B66F6-7471-47DA-8EED-C7BCCA53B015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CA142-8F89-49C4-92C2-0106F55414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D0BA0-3B07-4BE4-ACEC-E0EC87569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9890C-4870-410D-A143-591B2BA0A3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412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6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6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1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6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6.xml"/></Relationships>
</file>

<file path=ppt/slides/_rels/slide16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2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Higher Computing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9330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2336371"/>
              </p:ext>
            </p:extLst>
          </p:nvPr>
        </p:nvGraphicFramePr>
        <p:xfrm>
          <a:off x="2118360" y="1825625"/>
          <a:ext cx="79552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0988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graphicEl>
                                              <a:dgm id="{3451A250-69C4-4911-A975-CCB8D5F6053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56AFEC8A-7D45-4965-A718-64DE087BA59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Plan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2042160" y="1825625"/>
          <a:ext cx="810768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4" name="Straight Arrow Connector 3"/>
          <p:cNvCxnSpPr/>
          <p:nvPr/>
        </p:nvCxnSpPr>
        <p:spPr>
          <a:xfrm>
            <a:off x="762000" y="2080260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10393680" y="2080260"/>
            <a:ext cx="10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20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FA48299-B840-4714-A5F6-769C74D741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5">
                                            <p:graphicEl>
                                              <a:dgm id="{19C32B8D-512E-49A1-A0E6-109384C61E4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graphicEl>
                                              <a:dgm id="{AAD30B60-88C6-4919-B6DD-9F480459E84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5">
                                            <p:graphicEl>
                                              <a:dgm id="{0DFDFC6D-8604-4378-B6A3-6A6720006C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>
                                            <p:graphicEl>
                                              <a:dgm id="{17253025-0BE3-46B4-B2C8-BFD879D75B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5">
                                            <p:graphicEl>
                                              <a:dgm id="{B2D4CD90-7709-4B59-AC85-D09667CFC1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">
                                            <p:graphicEl>
                                              <a:dgm id="{056CCBB6-5CE0-4348-89C6-99FB2D3AB62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000"/>
                                        <p:tgtEl>
                                          <p:spTgt spid="5">
                                            <p:graphicEl>
                                              <a:dgm id="{90709722-0E94-45E4-BEDD-48CB660682D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EB2E52AE-8FCF-47D0-B499-CFCFAF1883A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graphicEl>
                                              <a:dgm id="{C92F1771-01AA-4FF3-B7EC-0229DB7A592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 uiExpand="1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0886-4568-405D-A477-82C7E4CA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CB73-0608-4B44-882B-9BBB8EADD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Assignment – 33%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837FB6-A567-497F-93B1-2DEE87ED18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indent="0"/>
            <a:r>
              <a:rPr lang="en-GB" dirty="0"/>
              <a:t>SDD		67%</a:t>
            </a:r>
          </a:p>
          <a:p>
            <a:pPr indent="0"/>
            <a:r>
              <a:rPr lang="en-GB" dirty="0"/>
              <a:t>DDD		33%</a:t>
            </a:r>
          </a:p>
          <a:p>
            <a:pPr indent="0"/>
            <a:endParaRPr lang="en-GB" dirty="0"/>
          </a:p>
          <a:p>
            <a:pPr indent="0">
              <a:buNone/>
            </a:pPr>
            <a:endParaRPr lang="en-GB" dirty="0"/>
          </a:p>
          <a:p>
            <a:pPr indent="0"/>
            <a:r>
              <a:rPr lang="en-GB" b="1" dirty="0"/>
              <a:t>Marks		40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B492CD-F51E-4517-A552-72BB03A9DD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Question Paper – 67%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EA51F6-ECFD-4D1F-BF54-C5C44552D6D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indent="0"/>
            <a:r>
              <a:rPr lang="en-GB" dirty="0"/>
              <a:t>SDD		54%</a:t>
            </a:r>
          </a:p>
          <a:p>
            <a:pPr indent="0"/>
            <a:r>
              <a:rPr lang="en-GB" dirty="0"/>
              <a:t>DDD		33%</a:t>
            </a:r>
          </a:p>
          <a:p>
            <a:pPr indent="0"/>
            <a:r>
              <a:rPr lang="en-GB" dirty="0"/>
              <a:t>Comp Sys		13%</a:t>
            </a:r>
          </a:p>
          <a:p>
            <a:pPr marL="0" indent="0">
              <a:buNone/>
            </a:pPr>
            <a:endParaRPr lang="en-GB" dirty="0"/>
          </a:p>
          <a:p>
            <a:pPr indent="0"/>
            <a:r>
              <a:rPr lang="en-GB" b="1" dirty="0"/>
              <a:t>Marks		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53485" y="5897275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252904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6" grpId="0" uiExpand="1" build="p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547A0-88C7-29D0-1307-5BCED1457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F40F9-12DF-5CC1-6444-96F6A8C9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Assessment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DE83AB-2C48-8ADE-7508-2790A834F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Assignment – 40 Marks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21F32-B7C8-2B86-861F-529D12CF9E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indent="0">
              <a:tabLst>
                <a:tab pos="3771900" algn="ctr"/>
              </a:tabLst>
            </a:pPr>
            <a:r>
              <a:rPr lang="en-GB" dirty="0"/>
              <a:t>Analysis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Design	2 – 7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Implementation	22 – 24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Testing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Evaluation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Computer Systems	0</a:t>
            </a:r>
            <a:endParaRPr lang="en-GB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D7EDA-AF5A-4C0C-1B99-BFA4129AB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Question Paper – 80 Marks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44D69-802E-5AE9-8D1D-6F50E7C5F50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indent="0">
              <a:tabLst>
                <a:tab pos="3771900" algn="ctr"/>
              </a:tabLst>
            </a:pPr>
            <a:r>
              <a:rPr lang="en-GB" dirty="0"/>
              <a:t>Analysis	0 – 5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Design	20 – 40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Implementation	16 – 34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Testing	5 – 10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Evaluation	3 – 6</a:t>
            </a:r>
          </a:p>
          <a:p>
            <a:pPr indent="0">
              <a:tabLst>
                <a:tab pos="3771900" algn="ctr"/>
              </a:tabLst>
            </a:pPr>
            <a:r>
              <a:rPr lang="en-GB" dirty="0"/>
              <a:t>Computer Systems	0 – 5</a:t>
            </a:r>
            <a:endParaRPr lang="en-GB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6D600-6369-CA43-BB03-20F2D3E7B2F0}"/>
              </a:ext>
            </a:extLst>
          </p:cNvPr>
          <p:cNvSpPr txBox="1"/>
          <p:nvPr/>
        </p:nvSpPr>
        <p:spPr>
          <a:xfrm>
            <a:off x="3682010" y="6200487"/>
            <a:ext cx="38881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FF0000"/>
                </a:solidFill>
              </a:rPr>
              <a:t>Final grade out of 120</a:t>
            </a:r>
          </a:p>
        </p:txBody>
      </p:sp>
    </p:spTree>
    <p:extLst>
      <p:ext uri="{BB962C8B-B14F-4D97-AF65-F5344CB8AC3E}">
        <p14:creationId xmlns:p14="http://schemas.microsoft.com/office/powerpoint/2010/main" val="3678207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  <p:bldP spid="5" grpId="0" build="p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SDD Implementation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Higher (Python)</a:t>
            </a:r>
          </a:p>
        </p:txBody>
      </p:sp>
    </p:spTree>
    <p:extLst>
      <p:ext uri="{BB962C8B-B14F-4D97-AF65-F5344CB8AC3E}">
        <p14:creationId xmlns:p14="http://schemas.microsoft.com/office/powerpoint/2010/main" val="1397375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procedures</a:t>
            </a:r>
          </a:p>
          <a:p>
            <a:r>
              <a:rPr lang="en-GB" dirty="0"/>
              <a:t>Describe, exemplify and implement functions</a:t>
            </a:r>
          </a:p>
        </p:txBody>
      </p:sp>
    </p:spTree>
    <p:extLst>
      <p:ext uri="{BB962C8B-B14F-4D97-AF65-F5344CB8AC3E}">
        <p14:creationId xmlns:p14="http://schemas.microsoft.com/office/powerpoint/2010/main" val="8142791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N5 Functions –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184910" y="3324485"/>
            <a:ext cx="26665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"Hello!"</a:t>
            </a:r>
            <a:endParaRPr lang="en-GB" sz="4400" dirty="0">
              <a:solidFill>
                <a:srgbClr val="18369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9260126" y="3324484"/>
            <a:ext cx="5216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872491" y="5141936"/>
            <a:ext cx="2967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3.1415, 2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024775" y="499231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round()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1177630" y="1615171"/>
            <a:ext cx="9888147" cy="525715"/>
            <a:chOff x="1327156" y="1075916"/>
            <a:chExt cx="9888147" cy="5257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1327156" y="1075916"/>
              <a:ext cx="9888147" cy="523220"/>
              <a:chOff x="1327156" y="965388"/>
              <a:chExt cx="9888147" cy="52322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1327156" y="965388"/>
                <a:ext cx="23080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From program</a:t>
                </a:r>
                <a:endParaRPr lang="en-GB" sz="28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341072" y="965388"/>
                <a:ext cx="18742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To program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577511" y="1078411"/>
              <a:ext cx="2118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Sub-program</a:t>
              </a:r>
              <a:endParaRPr lang="en-GB" sz="2800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4585091-739A-4D3F-99EE-3F1D384F15D3}"/>
              </a:ext>
            </a:extLst>
          </p:cNvPr>
          <p:cNvSpPr txBox="1"/>
          <p:nvPr/>
        </p:nvSpPr>
        <p:spPr>
          <a:xfrm flipH="1">
            <a:off x="274319" y="2185226"/>
            <a:ext cx="41948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(Zero, or more parameters)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B922F-802F-4C50-943A-91EC600536A4}"/>
              </a:ext>
            </a:extLst>
          </p:cNvPr>
          <p:cNvGrpSpPr/>
          <p:nvPr/>
        </p:nvGrpSpPr>
        <p:grpSpPr>
          <a:xfrm>
            <a:off x="4021770" y="3176153"/>
            <a:ext cx="5040000" cy="1080000"/>
            <a:chOff x="4116738" y="1690688"/>
            <a:chExt cx="5040000" cy="1080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13EF73-B823-4C42-B561-FAB9D34B2E8D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len</a:t>
              </a:r>
              <a:r>
                <a:rPr lang="en-GB" sz="3200" b="1" dirty="0"/>
                <a:t>()</a:t>
              </a:r>
              <a:endParaRPr lang="en-GB" sz="28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C0287DF-CE83-4833-AE77-D72C351379D8}"/>
                </a:ext>
              </a:extLst>
            </p:cNvPr>
            <p:cNvCxnSpPr/>
            <p:nvPr/>
          </p:nvCxnSpPr>
          <p:spPr>
            <a:xfrm>
              <a:off x="41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B52538-6297-433C-A282-1FED210F07E5}"/>
                </a:ext>
              </a:extLst>
            </p:cNvPr>
            <p:cNvCxnSpPr/>
            <p:nvPr/>
          </p:nvCxnSpPr>
          <p:spPr>
            <a:xfrm>
              <a:off x="77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384B7F1-BA4B-4730-F724-7D085D57DAB9}"/>
              </a:ext>
            </a:extLst>
          </p:cNvPr>
          <p:cNvSpPr txBox="1"/>
          <p:nvPr/>
        </p:nvSpPr>
        <p:spPr>
          <a:xfrm>
            <a:off x="9260126" y="5141936"/>
            <a:ext cx="144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endParaRPr lang="en-GB" sz="4400" dirty="0">
              <a:solidFill>
                <a:srgbClr val="0086B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24B22-3C77-4BE2-AEDF-DF4BE55E968F}"/>
              </a:ext>
            </a:extLst>
          </p:cNvPr>
          <p:cNvSpPr txBox="1"/>
          <p:nvPr/>
        </p:nvSpPr>
        <p:spPr>
          <a:xfrm flipH="1">
            <a:off x="9322845" y="2185226"/>
            <a:ext cx="16116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(A value)</a:t>
            </a:r>
          </a:p>
        </p:txBody>
      </p:sp>
    </p:spTree>
    <p:extLst>
      <p:ext uri="{BB962C8B-B14F-4D97-AF65-F5344CB8AC3E}">
        <p14:creationId xmlns:p14="http://schemas.microsoft.com/office/powerpoint/2010/main" val="37923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8" grpId="0"/>
      <p:bldP spid="39" grpId="0"/>
      <p:bldP spid="4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N5 Functions –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184910" y="3324485"/>
            <a:ext cx="26665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"Hello!"</a:t>
            </a:r>
            <a:endParaRPr lang="en-GB" sz="4400" dirty="0">
              <a:solidFill>
                <a:srgbClr val="18369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872491" y="5141936"/>
            <a:ext cx="29679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0086B3"/>
                </a:solidFill>
                <a:latin typeface="Consolas" panose="020B0609020204030204" pitchFamily="49" charset="0"/>
              </a:rPr>
              <a:t>3.1415, 2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4024775" y="499231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round()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1177630" y="1615171"/>
            <a:ext cx="9888147" cy="525715"/>
            <a:chOff x="1327156" y="1075916"/>
            <a:chExt cx="9888147" cy="5257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1327156" y="1075916"/>
              <a:ext cx="9888147" cy="523220"/>
              <a:chOff x="1327156" y="965388"/>
              <a:chExt cx="9888147" cy="52322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1327156" y="965388"/>
                <a:ext cx="23080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From program</a:t>
                </a:r>
                <a:endParaRPr lang="en-GB" sz="28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341072" y="965388"/>
                <a:ext cx="187423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To program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577511" y="1078411"/>
              <a:ext cx="2118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Sub-program</a:t>
              </a:r>
              <a:endParaRPr lang="en-GB" sz="28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B922F-802F-4C50-943A-91EC600536A4}"/>
              </a:ext>
            </a:extLst>
          </p:cNvPr>
          <p:cNvGrpSpPr/>
          <p:nvPr/>
        </p:nvGrpSpPr>
        <p:grpSpPr>
          <a:xfrm>
            <a:off x="4021770" y="3176153"/>
            <a:ext cx="5040000" cy="1080000"/>
            <a:chOff x="4116738" y="1690688"/>
            <a:chExt cx="5040000" cy="1080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13EF73-B823-4C42-B561-FAB9D34B2E8D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len</a:t>
              </a:r>
              <a:r>
                <a:rPr lang="en-GB" sz="3200" b="1" dirty="0"/>
                <a:t>()</a:t>
              </a:r>
              <a:endParaRPr lang="en-GB" sz="28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C0287DF-CE83-4833-AE77-D72C351379D8}"/>
                </a:ext>
              </a:extLst>
            </p:cNvPr>
            <p:cNvCxnSpPr/>
            <p:nvPr/>
          </p:nvCxnSpPr>
          <p:spPr>
            <a:xfrm>
              <a:off x="41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B52538-6297-433C-A282-1FED210F07E5}"/>
                </a:ext>
              </a:extLst>
            </p:cNvPr>
            <p:cNvCxnSpPr/>
            <p:nvPr/>
          </p:nvCxnSpPr>
          <p:spPr>
            <a:xfrm>
              <a:off x="77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807856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DC16-F1B9-4340-9B06-9E0C1F6C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D0ED8-12E8-4A03-951F-56F049561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554243"/>
            <a:ext cx="2375852" cy="484521"/>
          </a:xfrm>
        </p:spPr>
        <p:txBody>
          <a:bodyPr/>
          <a:lstStyle/>
          <a:p>
            <a:r>
              <a:rPr lang="en-GB" dirty="0"/>
              <a:t>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91E58-FF32-462E-BAF2-B6A574EE7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125773"/>
            <a:ext cx="6643853" cy="3313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length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"Hi"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pi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round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3.1415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D0FE6-89C0-491F-8A31-CBB202E90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06298" y="1554243"/>
            <a:ext cx="2138485" cy="484521"/>
          </a:xfrm>
        </p:spPr>
        <p:txBody>
          <a:bodyPr/>
          <a:lstStyle/>
          <a:p>
            <a:r>
              <a:rPr lang="en-GB" dirty="0"/>
              <a:t>Sub-program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21651-20C0-40E2-8E50-E2BC893F8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09475" y="2165684"/>
            <a:ext cx="3145912" cy="4235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function</a:t>
            </a:r>
            <a:r>
              <a:rPr lang="en-GB" dirty="0"/>
              <a:t>: 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endParaRPr lang="en-GB" dirty="0"/>
          </a:p>
          <a:p>
            <a:pPr marL="457200" lvl="1" indent="0">
              <a:buNone/>
            </a:pPr>
            <a:r>
              <a:rPr lang="en-GB" sz="2800" dirty="0"/>
              <a:t>IN: </a:t>
            </a:r>
            <a:r>
              <a:rPr lang="en-US" altLang="en-US" sz="2800" dirty="0">
                <a:solidFill>
                  <a:srgbClr val="183691"/>
                </a:solidFill>
                <a:latin typeface="Consolas" panose="020B0609020204030204" pitchFamily="49" charset="0"/>
              </a:rPr>
              <a:t>"Hi"</a:t>
            </a:r>
            <a:endParaRPr lang="en-GB" sz="2800" dirty="0"/>
          </a:p>
          <a:p>
            <a:pPr marL="457200" lvl="1" indent="0">
              <a:buNone/>
            </a:pPr>
            <a:r>
              <a:rPr lang="en-GB" sz="2800" dirty="0"/>
              <a:t>OUT: </a:t>
            </a:r>
            <a:r>
              <a:rPr lang="en-US" sz="28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</a:p>
          <a:p>
            <a:pPr marL="457200" lvl="1" indent="0">
              <a:buNone/>
            </a:pPr>
            <a:endParaRPr lang="en-US" altLang="en-US" sz="280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function: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round</a:t>
            </a:r>
            <a:endParaRPr lang="en-US" altLang="en-US" dirty="0">
              <a:solidFill>
                <a:srgbClr val="7030A0"/>
              </a:solidFill>
            </a:endParaRPr>
          </a:p>
          <a:p>
            <a:pPr marL="457200" lvl="1" indent="0">
              <a:buNone/>
            </a:pPr>
            <a:r>
              <a:rPr lang="en-GB" sz="2800" dirty="0"/>
              <a:t>IN: </a:t>
            </a:r>
            <a:r>
              <a:rPr lang="en-US" sz="2800" dirty="0">
                <a:solidFill>
                  <a:srgbClr val="0086B3"/>
                </a:solidFill>
                <a:latin typeface="Consolas" panose="020B0609020204030204" pitchFamily="49" charset="0"/>
              </a:rPr>
              <a:t>3.1415 </a:t>
            </a:r>
            <a:r>
              <a:rPr lang="en-US" sz="2800" dirty="0">
                <a:solidFill>
                  <a:srgbClr val="7030A0"/>
                </a:solidFill>
                <a:latin typeface="Consolas" panose="020B0609020204030204" pitchFamily="49" charset="0"/>
              </a:rPr>
              <a:t>&amp;</a:t>
            </a:r>
            <a:r>
              <a:rPr lang="en-US" sz="2800" dirty="0">
                <a:solidFill>
                  <a:srgbClr val="0086B3"/>
                </a:solidFill>
                <a:latin typeface="Consolas" panose="020B0609020204030204" pitchFamily="49" charset="0"/>
              </a:rPr>
              <a:t> 2</a:t>
            </a:r>
            <a:endParaRPr lang="en-GB" sz="2800" dirty="0"/>
          </a:p>
          <a:p>
            <a:pPr marL="457200" lvl="1" indent="0">
              <a:buNone/>
            </a:pPr>
            <a:r>
              <a:rPr lang="en-GB" sz="2800" dirty="0"/>
              <a:t>OUT: </a:t>
            </a:r>
            <a:r>
              <a:rPr lang="en-US" sz="2800" dirty="0">
                <a:solidFill>
                  <a:srgbClr val="0086B3"/>
                </a:solidFill>
                <a:latin typeface="Consolas" panose="020B0609020204030204" pitchFamily="49" charset="0"/>
              </a:rPr>
              <a:t>3.14</a:t>
            </a:r>
            <a:endParaRPr lang="en-GB" sz="28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2C6EB4-D9F4-40E5-BF0D-986D882CF283}"/>
              </a:ext>
            </a:extLst>
          </p:cNvPr>
          <p:cNvCxnSpPr>
            <a:cxnSpLocks/>
          </p:cNvCxnSpPr>
          <p:nvPr/>
        </p:nvCxnSpPr>
        <p:spPr>
          <a:xfrm flipV="1">
            <a:off x="6096000" y="2876543"/>
            <a:ext cx="2538845" cy="463352"/>
          </a:xfrm>
          <a:prstGeom prst="straightConnector1">
            <a:avLst/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AD1AF2C-C734-4487-960D-E3302B849975}"/>
              </a:ext>
            </a:extLst>
          </p:cNvPr>
          <p:cNvCxnSpPr>
            <a:cxnSpLocks/>
          </p:cNvCxnSpPr>
          <p:nvPr/>
        </p:nvCxnSpPr>
        <p:spPr>
          <a:xfrm flipV="1">
            <a:off x="6096000" y="3350250"/>
            <a:ext cx="2489730" cy="123599"/>
          </a:xfrm>
          <a:prstGeom prst="straightConnector1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463EB01-473F-40E2-9B0C-7DFD6390BBBC}"/>
              </a:ext>
            </a:extLst>
          </p:cNvPr>
          <p:cNvCxnSpPr>
            <a:cxnSpLocks/>
          </p:cNvCxnSpPr>
          <p:nvPr/>
        </p:nvCxnSpPr>
        <p:spPr>
          <a:xfrm>
            <a:off x="6830766" y="4560858"/>
            <a:ext cx="1754964" cy="148302"/>
          </a:xfrm>
          <a:prstGeom prst="straightConnector1">
            <a:avLst/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4482037-A748-4DED-AA60-D7F19F6FED59}"/>
              </a:ext>
            </a:extLst>
          </p:cNvPr>
          <p:cNvCxnSpPr>
            <a:cxnSpLocks/>
          </p:cNvCxnSpPr>
          <p:nvPr/>
        </p:nvCxnSpPr>
        <p:spPr>
          <a:xfrm>
            <a:off x="6830766" y="4709160"/>
            <a:ext cx="1754964" cy="433900"/>
          </a:xfrm>
          <a:prstGeom prst="straightConnector1">
            <a:avLst/>
          </a:prstGeom>
          <a:noFill/>
          <a:ln w="38100">
            <a:solidFill>
              <a:schemeClr val="accent6">
                <a:lumMod val="75000"/>
              </a:schemeClr>
            </a:solidFill>
            <a:prstDash val="dash"/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7" name="Rectangle 4">
            <a:extLst>
              <a:ext uri="{FF2B5EF4-FFF2-40B4-BE49-F238E27FC236}">
                <a16:creationId xmlns:a16="http://schemas.microsoft.com/office/drawing/2014/main" id="{A30AA5B8-5C42-4E00-AEDC-0B03421A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3932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7DC16-F1B9-4340-9B06-9E0C1F6CC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Flow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D0ED8-12E8-4A03-951F-56F049561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554243"/>
            <a:ext cx="2375852" cy="484521"/>
          </a:xfrm>
        </p:spPr>
        <p:txBody>
          <a:bodyPr/>
          <a:lstStyle/>
          <a:p>
            <a:r>
              <a:rPr lang="en-GB" dirty="0"/>
              <a:t>Program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91E58-FF32-462E-BAF2-B6A574EE7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3125773"/>
            <a:ext cx="6643853" cy="33131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length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"Hi"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pi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round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3.1415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BD0FE6-89C0-491F-8A31-CBB202E90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06298" y="1554243"/>
            <a:ext cx="2138485" cy="484521"/>
          </a:xfrm>
        </p:spPr>
        <p:txBody>
          <a:bodyPr/>
          <a:lstStyle/>
          <a:p>
            <a:r>
              <a:rPr lang="en-GB" dirty="0"/>
              <a:t>Sub-program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21651-20C0-40E2-8E50-E2BC893F8B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09475" y="2165684"/>
            <a:ext cx="3145912" cy="4235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function</a:t>
            </a:r>
            <a:r>
              <a:rPr lang="en-GB" dirty="0"/>
              <a:t>: 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endParaRPr lang="en-GB" dirty="0"/>
          </a:p>
          <a:p>
            <a:pPr marL="457200" lvl="1" indent="0">
              <a:buNone/>
            </a:pPr>
            <a:endParaRPr lang="en-GB" sz="2800" dirty="0"/>
          </a:p>
          <a:p>
            <a:pPr marL="457200" lvl="1" indent="0">
              <a:buNone/>
            </a:pPr>
            <a:endParaRPr lang="en-GB" altLang="en-US" sz="280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endParaRPr lang="en-US" altLang="en-US" sz="280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GB" dirty="0">
                <a:solidFill>
                  <a:srgbClr val="7030A0"/>
                </a:solidFill>
              </a:rPr>
              <a:t>function: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round</a:t>
            </a:r>
            <a:endParaRPr lang="en-US" altLang="en-US" dirty="0">
              <a:solidFill>
                <a:srgbClr val="7030A0"/>
              </a:solidFill>
            </a:endParaRPr>
          </a:p>
        </p:txBody>
      </p:sp>
      <p:sp>
        <p:nvSpPr>
          <p:cNvPr id="57" name="Rectangle 4">
            <a:extLst>
              <a:ext uri="{FF2B5EF4-FFF2-40B4-BE49-F238E27FC236}">
                <a16:creationId xmlns:a16="http://schemas.microsoft.com/office/drawing/2014/main" id="{A30AA5B8-5C42-4E00-AEDC-0B03421A8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8399"/>
            <a:ext cx="184731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4192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Sub-programs –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57312" y="2490095"/>
            <a:ext cx="2448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endParaRPr lang="en-GB" sz="4400" dirty="0">
              <a:solidFill>
                <a:srgbClr val="18369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814356" y="2490094"/>
            <a:ext cx="23749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GB" sz="4400" dirty="0">
              <a:solidFill>
                <a:srgbClr val="0086B3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946295" y="4307546"/>
            <a:ext cx="24483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79005" y="415792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Reverse &amp; display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65661" y="1615171"/>
            <a:ext cx="11254885" cy="525715"/>
            <a:chOff x="792377" y="1075916"/>
            <a:chExt cx="11254885" cy="5257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792377" y="1075916"/>
              <a:ext cx="11254885" cy="523220"/>
              <a:chOff x="792377" y="965388"/>
              <a:chExt cx="11254885" cy="52322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792377" y="965388"/>
                <a:ext cx="31400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From main program</a:t>
                </a:r>
                <a:endParaRPr lang="en-GB" sz="28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341072" y="965388"/>
                <a:ext cx="270619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To main program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577511" y="1078411"/>
              <a:ext cx="2118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Sub-program</a:t>
              </a:r>
              <a:endParaRPr lang="en-GB" sz="2800" dirty="0"/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4585091-739A-4D3F-99EE-3F1D384F15D3}"/>
              </a:ext>
            </a:extLst>
          </p:cNvPr>
          <p:cNvSpPr txBox="1"/>
          <p:nvPr/>
        </p:nvSpPr>
        <p:spPr>
          <a:xfrm flipH="1">
            <a:off x="502918" y="5874533"/>
            <a:ext cx="39776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Zero, or more parameters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F3AC664-F820-45D5-9630-647A32E2EFAD}"/>
              </a:ext>
            </a:extLst>
          </p:cNvPr>
          <p:cNvSpPr txBox="1"/>
          <p:nvPr/>
        </p:nvSpPr>
        <p:spPr>
          <a:xfrm flipH="1">
            <a:off x="7528734" y="5152839"/>
            <a:ext cx="4663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Procedure: Returns nothing</a:t>
            </a:r>
          </a:p>
        </p:txBody>
      </p:sp>
      <p:sp>
        <p:nvSpPr>
          <p:cNvPr id="41" name="Multiplication Sign 40">
            <a:extLst>
              <a:ext uri="{FF2B5EF4-FFF2-40B4-BE49-F238E27FC236}">
                <a16:creationId xmlns:a16="http://schemas.microsoft.com/office/drawing/2014/main" id="{92457C26-605A-4186-A7CE-AF78E99BD2ED}"/>
              </a:ext>
            </a:extLst>
          </p:cNvPr>
          <p:cNvSpPr/>
          <p:nvPr/>
        </p:nvSpPr>
        <p:spPr>
          <a:xfrm>
            <a:off x="7389223" y="4243006"/>
            <a:ext cx="914400" cy="914400"/>
          </a:xfrm>
          <a:prstGeom prst="mathMultiply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B922F-802F-4C50-943A-91EC600536A4}"/>
              </a:ext>
            </a:extLst>
          </p:cNvPr>
          <p:cNvGrpSpPr/>
          <p:nvPr/>
        </p:nvGrpSpPr>
        <p:grpSpPr>
          <a:xfrm>
            <a:off x="3576000" y="2341763"/>
            <a:ext cx="5040000" cy="1080000"/>
            <a:chOff x="4116738" y="1690688"/>
            <a:chExt cx="5040000" cy="1080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13EF73-B823-4C42-B561-FAB9D34B2E8D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Count characters</a:t>
              </a:r>
              <a:endParaRPr lang="en-GB" sz="28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C0287DF-CE83-4833-AE77-D72C351379D8}"/>
                </a:ext>
              </a:extLst>
            </p:cNvPr>
            <p:cNvCxnSpPr/>
            <p:nvPr/>
          </p:nvCxnSpPr>
          <p:spPr>
            <a:xfrm>
              <a:off x="41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B52538-6297-433C-A282-1FED210F07E5}"/>
                </a:ext>
              </a:extLst>
            </p:cNvPr>
            <p:cNvCxnSpPr/>
            <p:nvPr/>
          </p:nvCxnSpPr>
          <p:spPr>
            <a:xfrm>
              <a:off x="77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1B535F1-05AC-409D-9805-4AB62261E3BC}"/>
              </a:ext>
            </a:extLst>
          </p:cNvPr>
          <p:cNvSpPr txBox="1"/>
          <p:nvPr/>
        </p:nvSpPr>
        <p:spPr>
          <a:xfrm flipH="1">
            <a:off x="7528735" y="3255852"/>
            <a:ext cx="46632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Function: Returns a value</a:t>
            </a:r>
          </a:p>
        </p:txBody>
      </p:sp>
    </p:spTree>
    <p:extLst>
      <p:ext uri="{BB962C8B-B14F-4D97-AF65-F5344CB8AC3E}">
        <p14:creationId xmlns:p14="http://schemas.microsoft.com/office/powerpoint/2010/main" val="215720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28" grpId="0"/>
      <p:bldP spid="39" grpId="0"/>
      <p:bldP spid="40" grpId="0" build="p"/>
      <p:bldP spid="41" grpId="0" animBg="1"/>
      <p:bldP spid="2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Subprogram –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57312" y="2490095"/>
            <a:ext cx="24483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endParaRPr lang="en-GB" sz="4400" dirty="0">
              <a:solidFill>
                <a:srgbClr val="18369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946295" y="4307546"/>
            <a:ext cx="244837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79005" y="4157922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Reverse &amp; display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DD65B88-6C76-4F80-9853-D5FF4D0B0487}"/>
              </a:ext>
            </a:extLst>
          </p:cNvPr>
          <p:cNvGrpSpPr/>
          <p:nvPr/>
        </p:nvGrpSpPr>
        <p:grpSpPr>
          <a:xfrm>
            <a:off x="265661" y="1615171"/>
            <a:ext cx="11254885" cy="525715"/>
            <a:chOff x="792377" y="1075916"/>
            <a:chExt cx="11254885" cy="52571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5DAD2C2-851F-4C0F-A70D-4FCD45DD6765}"/>
                </a:ext>
              </a:extLst>
            </p:cNvPr>
            <p:cNvGrpSpPr/>
            <p:nvPr/>
          </p:nvGrpSpPr>
          <p:grpSpPr>
            <a:xfrm>
              <a:off x="792377" y="1075916"/>
              <a:ext cx="11254885" cy="523220"/>
              <a:chOff x="792377" y="965388"/>
              <a:chExt cx="11254885" cy="523220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6E09A57C-89C4-4FAA-970E-9E980F126D2F}"/>
                  </a:ext>
                </a:extLst>
              </p:cNvPr>
              <p:cNvSpPr/>
              <p:nvPr/>
            </p:nvSpPr>
            <p:spPr>
              <a:xfrm>
                <a:off x="792377" y="965388"/>
                <a:ext cx="31400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From main program</a:t>
                </a:r>
                <a:endParaRPr lang="en-GB" sz="2800" dirty="0"/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51A2A068-4149-4A5A-BC6B-6EB22C81DDE5}"/>
                  </a:ext>
                </a:extLst>
              </p:cNvPr>
              <p:cNvSpPr/>
              <p:nvPr/>
            </p:nvSpPr>
            <p:spPr>
              <a:xfrm>
                <a:off x="9341072" y="965388"/>
                <a:ext cx="270619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To main program</a:t>
                </a:r>
                <a:endParaRPr lang="en-GB" sz="2800" dirty="0"/>
              </a:p>
            </p:txBody>
          </p:sp>
        </p:grp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4327629-F8CB-4D2A-9BB4-09E1B414D2D0}"/>
                </a:ext>
              </a:extLst>
            </p:cNvPr>
            <p:cNvSpPr/>
            <p:nvPr/>
          </p:nvSpPr>
          <p:spPr>
            <a:xfrm>
              <a:off x="5577511" y="1078411"/>
              <a:ext cx="2118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Sub-program</a:t>
              </a:r>
              <a:endParaRPr lang="en-GB" sz="28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B922F-802F-4C50-943A-91EC600536A4}"/>
              </a:ext>
            </a:extLst>
          </p:cNvPr>
          <p:cNvGrpSpPr/>
          <p:nvPr/>
        </p:nvGrpSpPr>
        <p:grpSpPr>
          <a:xfrm>
            <a:off x="3576000" y="2341763"/>
            <a:ext cx="5040000" cy="1080000"/>
            <a:chOff x="4116738" y="1690688"/>
            <a:chExt cx="5040000" cy="108000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13EF73-B823-4C42-B561-FAB9D34B2E8D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Count characters</a:t>
              </a:r>
              <a:endParaRPr lang="en-GB" sz="28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C0287DF-CE83-4833-AE77-D72C351379D8}"/>
                </a:ext>
              </a:extLst>
            </p:cNvPr>
            <p:cNvCxnSpPr/>
            <p:nvPr/>
          </p:nvCxnSpPr>
          <p:spPr>
            <a:xfrm>
              <a:off x="41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B52538-6297-433C-A282-1FED210F07E5}"/>
                </a:ext>
              </a:extLst>
            </p:cNvPr>
            <p:cNvCxnSpPr/>
            <p:nvPr/>
          </p:nvCxnSpPr>
          <p:spPr>
            <a:xfrm>
              <a:off x="7716738" y="223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2357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N5 Functions – Parameters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9E3B922F-802F-4C50-943A-91EC600536A4}"/>
              </a:ext>
            </a:extLst>
          </p:cNvPr>
          <p:cNvGrpSpPr/>
          <p:nvPr/>
        </p:nvGrpSpPr>
        <p:grpSpPr>
          <a:xfrm>
            <a:off x="2195019" y="2328033"/>
            <a:ext cx="2160000" cy="2686560"/>
            <a:chOff x="5556738" y="1690688"/>
            <a:chExt cx="2160000" cy="2686560"/>
          </a:xfrm>
        </p:grpSpPr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ED13EF73-B823-4C42-B561-FAB9D34B2E8D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len</a:t>
              </a:r>
              <a:r>
                <a:rPr lang="en-GB" sz="3200" b="1" dirty="0"/>
                <a:t>()</a:t>
              </a:r>
              <a:endParaRPr lang="en-GB" sz="2800" dirty="0"/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8C0287DF-CE83-4833-AE77-D72C351379D8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V="1">
              <a:off x="5933470" y="2770687"/>
              <a:ext cx="0" cy="662938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BB52538-6297-433C-A282-1FED210F07E5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7400320" y="2758987"/>
              <a:ext cx="0" cy="161826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D89C5284-4A04-51B8-70F1-7DD16CBE7A6B}"/>
              </a:ext>
            </a:extLst>
          </p:cNvPr>
          <p:cNvSpPr txBox="1"/>
          <p:nvPr/>
        </p:nvSpPr>
        <p:spPr>
          <a:xfrm>
            <a:off x="1747840" y="4070970"/>
            <a:ext cx="1647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object</a:t>
            </a:r>
            <a:endParaRPr lang="en-GB" dirty="0">
              <a:solidFill>
                <a:srgbClr val="18369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231066-41BD-96CE-1176-EBAAF6F2285A}"/>
              </a:ext>
            </a:extLst>
          </p:cNvPr>
          <p:cNvSpPr txBox="1"/>
          <p:nvPr/>
        </p:nvSpPr>
        <p:spPr>
          <a:xfrm>
            <a:off x="3214690" y="5014593"/>
            <a:ext cx="1647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length</a:t>
            </a:r>
            <a:endParaRPr lang="en-GB" dirty="0">
              <a:solidFill>
                <a:srgbClr val="0086B3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95B71-5A97-CEF8-6F91-9A8EFE2876D7}"/>
              </a:ext>
            </a:extLst>
          </p:cNvPr>
          <p:cNvGrpSpPr/>
          <p:nvPr/>
        </p:nvGrpSpPr>
        <p:grpSpPr>
          <a:xfrm>
            <a:off x="7776668" y="2328033"/>
            <a:ext cx="2160000" cy="2686560"/>
            <a:chOff x="5556738" y="1690688"/>
            <a:chExt cx="2160000" cy="268656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73DC1CE-A52A-1330-5488-1B087AB1A2EE}"/>
                </a:ext>
              </a:extLst>
            </p:cNvPr>
            <p:cNvSpPr/>
            <p:nvPr/>
          </p:nvSpPr>
          <p:spPr>
            <a:xfrm>
              <a:off x="5556738" y="169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round()</a:t>
              </a:r>
              <a:endParaRPr lang="en-GB" sz="2800" dirty="0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2E68201B-8412-C750-1BC8-AA332AE89286}"/>
                </a:ext>
              </a:extLst>
            </p:cNvPr>
            <p:cNvCxnSpPr>
              <a:cxnSpLocks/>
              <a:stCxn id="27" idx="0"/>
            </p:cNvCxnSpPr>
            <p:nvPr/>
          </p:nvCxnSpPr>
          <p:spPr>
            <a:xfrm flipV="1">
              <a:off x="5925585" y="2770687"/>
              <a:ext cx="0" cy="662938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3240454E-223E-2AEE-7D1E-94574A0C1F73}"/>
                </a:ext>
              </a:extLst>
            </p:cNvPr>
            <p:cNvCxnSpPr>
              <a:cxnSpLocks/>
              <a:endCxn id="33" idx="0"/>
            </p:cNvCxnSpPr>
            <p:nvPr/>
          </p:nvCxnSpPr>
          <p:spPr>
            <a:xfrm>
              <a:off x="7400320" y="2758987"/>
              <a:ext cx="0" cy="1618261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C85571FF-485E-8619-A541-A27851FA0889}"/>
              </a:ext>
            </a:extLst>
          </p:cNvPr>
          <p:cNvSpPr txBox="1"/>
          <p:nvPr/>
        </p:nvSpPr>
        <p:spPr>
          <a:xfrm>
            <a:off x="7206828" y="4070970"/>
            <a:ext cx="18773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number,</a:t>
            </a:r>
          </a:p>
          <a:p>
            <a:pPr algn="ctr"/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digits</a:t>
            </a:r>
            <a:endParaRPr lang="en-GB" dirty="0">
              <a:solidFill>
                <a:srgbClr val="18369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314F5F-9175-2351-371D-0500BE6C2BB1}"/>
              </a:ext>
            </a:extLst>
          </p:cNvPr>
          <p:cNvSpPr txBox="1"/>
          <p:nvPr/>
        </p:nvSpPr>
        <p:spPr>
          <a:xfrm>
            <a:off x="8796339" y="5014593"/>
            <a:ext cx="16478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number</a:t>
            </a:r>
            <a:endParaRPr lang="en-GB" dirty="0">
              <a:solidFill>
                <a:srgbClr val="0086B3"/>
              </a:solidFill>
            </a:endParaRPr>
          </a:p>
        </p:txBody>
      </p:sp>
      <p:sp>
        <p:nvSpPr>
          <p:cNvPr id="50" name="Callout: Bent Line with No Border 7">
            <a:extLst>
              <a:ext uri="{FF2B5EF4-FFF2-40B4-BE49-F238E27FC236}">
                <a16:creationId xmlns:a16="http://schemas.microsoft.com/office/drawing/2014/main" id="{81CA37F2-6E2D-A1DC-901E-25458A024119}"/>
              </a:ext>
            </a:extLst>
          </p:cNvPr>
          <p:cNvSpPr/>
          <p:nvPr/>
        </p:nvSpPr>
        <p:spPr>
          <a:xfrm flipH="1">
            <a:off x="2761756" y="5880485"/>
            <a:ext cx="2916089" cy="404813"/>
          </a:xfrm>
          <a:prstGeom prst="callout2">
            <a:avLst>
              <a:gd name="adj1" fmla="val 49221"/>
              <a:gd name="adj2" fmla="val 100237"/>
              <a:gd name="adj3" fmla="val 49808"/>
              <a:gd name="adj4" fmla="val 106493"/>
              <a:gd name="adj5" fmla="val -305547"/>
              <a:gd name="adj6" fmla="val 10623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Actual parameter</a:t>
            </a:r>
          </a:p>
        </p:txBody>
      </p:sp>
      <p:sp>
        <p:nvSpPr>
          <p:cNvPr id="52" name="Callout: Bent Line with No Border 7">
            <a:extLst>
              <a:ext uri="{FF2B5EF4-FFF2-40B4-BE49-F238E27FC236}">
                <a16:creationId xmlns:a16="http://schemas.microsoft.com/office/drawing/2014/main" id="{219D1B4B-79CB-A1EC-BF66-8C53B909368F}"/>
              </a:ext>
            </a:extLst>
          </p:cNvPr>
          <p:cNvSpPr/>
          <p:nvPr/>
        </p:nvSpPr>
        <p:spPr>
          <a:xfrm flipH="1">
            <a:off x="6662737" y="5811125"/>
            <a:ext cx="2438396" cy="404813"/>
          </a:xfrm>
          <a:prstGeom prst="callout2">
            <a:avLst>
              <a:gd name="adj1" fmla="val 51574"/>
              <a:gd name="adj2" fmla="val -40"/>
              <a:gd name="adj3" fmla="val 52161"/>
              <a:gd name="adj4" fmla="val -21439"/>
              <a:gd name="adj5" fmla="val -55195"/>
              <a:gd name="adj6" fmla="val -2141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Returned value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FCD484-14F6-12E9-ED87-A59CEA989847}"/>
              </a:ext>
            </a:extLst>
          </p:cNvPr>
          <p:cNvSpPr txBox="1"/>
          <p:nvPr/>
        </p:nvSpPr>
        <p:spPr>
          <a:xfrm>
            <a:off x="10163175" y="0"/>
            <a:ext cx="2028825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object:</a:t>
            </a:r>
          </a:p>
          <a:p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  String</a:t>
            </a:r>
          </a:p>
          <a:p>
            <a:r>
              <a:rPr 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  Array</a:t>
            </a:r>
            <a:endParaRPr lang="en-GB" dirty="0">
              <a:solidFill>
                <a:srgbClr val="1836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0478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 a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Procedures do not return a value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664035" y="2926717"/>
            <a:ext cx="68639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square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(number):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answer = number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(answer)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square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(value)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2B744526-5130-4CB8-AA7B-89D68714A5DC}"/>
              </a:ext>
            </a:extLst>
          </p:cNvPr>
          <p:cNvSpPr/>
          <p:nvPr/>
        </p:nvSpPr>
        <p:spPr>
          <a:xfrm>
            <a:off x="1261233" y="2192270"/>
            <a:ext cx="1574538" cy="862642"/>
          </a:xfrm>
          <a:prstGeom prst="callout2">
            <a:avLst>
              <a:gd name="adj1" fmla="val 48750"/>
              <a:gd name="adj2" fmla="val 104056"/>
              <a:gd name="adj3" fmla="val 48313"/>
              <a:gd name="adj4" fmla="val 134636"/>
              <a:gd name="adj5" fmla="val 95818"/>
              <a:gd name="adj6" fmla="val 13474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8D608A3B-B831-4F48-A74E-CD82490F6BF7}"/>
              </a:ext>
            </a:extLst>
          </p:cNvPr>
          <p:cNvSpPr/>
          <p:nvPr/>
        </p:nvSpPr>
        <p:spPr>
          <a:xfrm>
            <a:off x="7515722" y="6076019"/>
            <a:ext cx="2426393" cy="416856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20250"/>
              <a:gd name="adj6" fmla="val -4272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Procedure call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520E5F25-D895-488F-A861-0A978E2A9273}"/>
              </a:ext>
            </a:extLst>
          </p:cNvPr>
          <p:cNvSpPr/>
          <p:nvPr/>
        </p:nvSpPr>
        <p:spPr>
          <a:xfrm>
            <a:off x="6000683" y="2390140"/>
            <a:ext cx="2728236" cy="401640"/>
          </a:xfrm>
          <a:prstGeom prst="callout2">
            <a:avLst>
              <a:gd name="adj1" fmla="val 49438"/>
              <a:gd name="adj2" fmla="val -6442"/>
              <a:gd name="adj3" fmla="val 48724"/>
              <a:gd name="adj4" fmla="val -35846"/>
              <a:gd name="adj5" fmla="val 163839"/>
              <a:gd name="adj6" fmla="val -3569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Procedure name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23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25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25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uiExpand="1" build="p"/>
      <p:bldP spid="13" grpId="0" animBg="1"/>
      <p:bldP spid="14" grpId="0" animBg="1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 a Procedure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664035" y="2926717"/>
            <a:ext cx="686392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square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(number):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answer = number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(answer)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square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(value)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130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Functions return a value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949577"/>
            <a:ext cx="71905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(number):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cubed = number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cubed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value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(value)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2B744526-5130-4CB8-AA7B-89D68714A5DC}"/>
              </a:ext>
            </a:extLst>
          </p:cNvPr>
          <p:cNvSpPr/>
          <p:nvPr/>
        </p:nvSpPr>
        <p:spPr>
          <a:xfrm>
            <a:off x="1058916" y="2215131"/>
            <a:ext cx="1610217" cy="862642"/>
          </a:xfrm>
          <a:prstGeom prst="callout2">
            <a:avLst>
              <a:gd name="adj1" fmla="val 48750"/>
              <a:gd name="adj2" fmla="val 104056"/>
              <a:gd name="adj3" fmla="val 48313"/>
              <a:gd name="adj4" fmla="val 134636"/>
              <a:gd name="adj5" fmla="val 95818"/>
              <a:gd name="adj6" fmla="val 13474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Keyword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8D608A3B-B831-4F48-A74E-CD82490F6BF7}"/>
              </a:ext>
            </a:extLst>
          </p:cNvPr>
          <p:cNvSpPr/>
          <p:nvPr/>
        </p:nvSpPr>
        <p:spPr>
          <a:xfrm>
            <a:off x="8805013" y="5057420"/>
            <a:ext cx="2426393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148772"/>
              <a:gd name="adj6" fmla="val -314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Function call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520E5F25-D895-488F-A861-0A978E2A9273}"/>
              </a:ext>
            </a:extLst>
          </p:cNvPr>
          <p:cNvSpPr/>
          <p:nvPr/>
        </p:nvSpPr>
        <p:spPr>
          <a:xfrm>
            <a:off x="5500364" y="2402728"/>
            <a:ext cx="2417508" cy="505431"/>
          </a:xfrm>
          <a:prstGeom prst="callout2">
            <a:avLst>
              <a:gd name="adj1" fmla="val 50209"/>
              <a:gd name="adj2" fmla="val -31"/>
              <a:gd name="adj3" fmla="val 51080"/>
              <a:gd name="adj4" fmla="val -35944"/>
              <a:gd name="adj5" fmla="val 135057"/>
              <a:gd name="adj6" fmla="val -3569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Function name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3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2" grpId="0" uiExpand="1" build="p"/>
      <p:bldP spid="13" grpId="0" animBg="1"/>
      <p:bldP spid="14" grpId="0" animBg="1"/>
      <p:bldP spid="1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Declare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949577"/>
            <a:ext cx="71905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(number):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cubed = number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cubed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35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parameter passing </a:t>
            </a:r>
            <a:r>
              <a:rPr lang="en-GB" sz="2000" dirty="0"/>
              <a:t>(formal and actual)</a:t>
            </a:r>
          </a:p>
          <a:p>
            <a:r>
              <a:rPr lang="en-GB" dirty="0"/>
              <a:t>Describe, and exemplify the scope of local and global variables</a:t>
            </a:r>
          </a:p>
        </p:txBody>
      </p:sp>
    </p:spTree>
    <p:extLst>
      <p:ext uri="{BB962C8B-B14F-4D97-AF65-F5344CB8AC3E}">
        <p14:creationId xmlns:p14="http://schemas.microsoft.com/office/powerpoint/2010/main" val="1878748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Passing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171896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cubed =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cubed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actualParameter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actualParameter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8D608A3B-B831-4F48-A74E-CD82490F6BF7}"/>
              </a:ext>
            </a:extLst>
          </p:cNvPr>
          <p:cNvSpPr/>
          <p:nvPr/>
        </p:nvSpPr>
        <p:spPr>
          <a:xfrm>
            <a:off x="8343974" y="6114682"/>
            <a:ext cx="3143176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72976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Actual parameter(s)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520E5F25-D895-488F-A861-0A978E2A9273}"/>
              </a:ext>
            </a:extLst>
          </p:cNvPr>
          <p:cNvSpPr/>
          <p:nvPr/>
        </p:nvSpPr>
        <p:spPr>
          <a:xfrm>
            <a:off x="7229690" y="1463745"/>
            <a:ext cx="3228760" cy="505431"/>
          </a:xfrm>
          <a:prstGeom prst="callout2">
            <a:avLst>
              <a:gd name="adj1" fmla="val 49438"/>
              <a:gd name="adj2" fmla="val -6442"/>
              <a:gd name="adj3" fmla="val 50138"/>
              <a:gd name="adj4" fmla="val -20619"/>
              <a:gd name="adj5" fmla="val 212601"/>
              <a:gd name="adj6" fmla="val -2059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Formal parameter(s)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72D29F5-849E-458B-A209-C0F25404477E}"/>
              </a:ext>
            </a:extLst>
          </p:cNvPr>
          <p:cNvSpPr/>
          <p:nvPr/>
        </p:nvSpPr>
        <p:spPr>
          <a:xfrm>
            <a:off x="8096658" y="2206761"/>
            <a:ext cx="2796780" cy="2973423"/>
          </a:xfrm>
          <a:custGeom>
            <a:avLst/>
            <a:gdLst>
              <a:gd name="connsiteX0" fmla="*/ 375138 w 3837364"/>
              <a:gd name="connsiteY0" fmla="*/ 2450038 h 2450038"/>
              <a:gd name="connsiteX1" fmla="*/ 3212123 w 3837364"/>
              <a:gd name="connsiteY1" fmla="*/ 1879514 h 2450038"/>
              <a:gd name="connsiteX2" fmla="*/ 3688861 w 3837364"/>
              <a:gd name="connsiteY2" fmla="*/ 816622 h 2450038"/>
              <a:gd name="connsiteX3" fmla="*/ 1211384 w 3837364"/>
              <a:gd name="connsiteY3" fmla="*/ 42899 h 2450038"/>
              <a:gd name="connsiteX4" fmla="*/ 0 w 3837364"/>
              <a:gd name="connsiteY4" fmla="*/ 167945 h 2450038"/>
              <a:gd name="connsiteX0" fmla="*/ 375138 w 3813094"/>
              <a:gd name="connsiteY0" fmla="*/ 2395033 h 2395033"/>
              <a:gd name="connsiteX1" fmla="*/ 3212123 w 3813094"/>
              <a:gd name="connsiteY1" fmla="*/ 1824509 h 2395033"/>
              <a:gd name="connsiteX2" fmla="*/ 3688861 w 3813094"/>
              <a:gd name="connsiteY2" fmla="*/ 761617 h 2395033"/>
              <a:gd name="connsiteX3" fmla="*/ 1541066 w 3813094"/>
              <a:gd name="connsiteY3" fmla="*/ 62539 h 2395033"/>
              <a:gd name="connsiteX4" fmla="*/ 0 w 3813094"/>
              <a:gd name="connsiteY4" fmla="*/ 112940 h 2395033"/>
              <a:gd name="connsiteX0" fmla="*/ 375138 w 3789325"/>
              <a:gd name="connsiteY0" fmla="*/ 2358161 h 2358161"/>
              <a:gd name="connsiteX1" fmla="*/ 3212123 w 3789325"/>
              <a:gd name="connsiteY1" fmla="*/ 1787637 h 2358161"/>
              <a:gd name="connsiteX2" fmla="*/ 3688861 w 3789325"/>
              <a:gd name="connsiteY2" fmla="*/ 724745 h 2358161"/>
              <a:gd name="connsiteX3" fmla="*/ 1864527 w 3789325"/>
              <a:gd name="connsiteY3" fmla="*/ 94091 h 2358161"/>
              <a:gd name="connsiteX4" fmla="*/ 0 w 3789325"/>
              <a:gd name="connsiteY4" fmla="*/ 76068 h 2358161"/>
              <a:gd name="connsiteX0" fmla="*/ 375138 w 3778377"/>
              <a:gd name="connsiteY0" fmla="*/ 2344321 h 2344321"/>
              <a:gd name="connsiteX1" fmla="*/ 3212123 w 3778377"/>
              <a:gd name="connsiteY1" fmla="*/ 1773797 h 2344321"/>
              <a:gd name="connsiteX2" fmla="*/ 3688861 w 3778377"/>
              <a:gd name="connsiteY2" fmla="*/ 710905 h 2344321"/>
              <a:gd name="connsiteX3" fmla="*/ 2013817 w 3778377"/>
              <a:gd name="connsiteY3" fmla="*/ 117573 h 2344321"/>
              <a:gd name="connsiteX4" fmla="*/ 0 w 3778377"/>
              <a:gd name="connsiteY4" fmla="*/ 62228 h 2344321"/>
              <a:gd name="connsiteX0" fmla="*/ 375138 w 3706999"/>
              <a:gd name="connsiteY0" fmla="*/ 2344321 h 2344321"/>
              <a:gd name="connsiteX1" fmla="*/ 2745593 w 3706999"/>
              <a:gd name="connsiteY1" fmla="*/ 1935528 h 2344321"/>
              <a:gd name="connsiteX2" fmla="*/ 3688861 w 3706999"/>
              <a:gd name="connsiteY2" fmla="*/ 710905 h 2344321"/>
              <a:gd name="connsiteX3" fmla="*/ 2013817 w 3706999"/>
              <a:gd name="connsiteY3" fmla="*/ 117573 h 2344321"/>
              <a:gd name="connsiteX4" fmla="*/ 0 w 3706999"/>
              <a:gd name="connsiteY4" fmla="*/ 62228 h 2344321"/>
              <a:gd name="connsiteX0" fmla="*/ 375138 w 3689161"/>
              <a:gd name="connsiteY0" fmla="*/ 2344321 h 2344321"/>
              <a:gd name="connsiteX1" fmla="*/ 2135993 w 3689161"/>
              <a:gd name="connsiteY1" fmla="*/ 2072377 h 2344321"/>
              <a:gd name="connsiteX2" fmla="*/ 3688861 w 3689161"/>
              <a:gd name="connsiteY2" fmla="*/ 710905 h 2344321"/>
              <a:gd name="connsiteX3" fmla="*/ 2013817 w 3689161"/>
              <a:gd name="connsiteY3" fmla="*/ 117573 h 2344321"/>
              <a:gd name="connsiteX4" fmla="*/ 0 w 3689161"/>
              <a:gd name="connsiteY4" fmla="*/ 62228 h 2344321"/>
              <a:gd name="connsiteX0" fmla="*/ 375138 w 3720255"/>
              <a:gd name="connsiteY0" fmla="*/ 2344321 h 2344321"/>
              <a:gd name="connsiteX1" fmla="*/ 2135993 w 3720255"/>
              <a:gd name="connsiteY1" fmla="*/ 2072377 h 2344321"/>
              <a:gd name="connsiteX2" fmla="*/ 3719963 w 3720255"/>
              <a:gd name="connsiteY2" fmla="*/ 984603 h 2344321"/>
              <a:gd name="connsiteX3" fmla="*/ 2013817 w 3720255"/>
              <a:gd name="connsiteY3" fmla="*/ 117573 h 2344321"/>
              <a:gd name="connsiteX4" fmla="*/ 0 w 3720255"/>
              <a:gd name="connsiteY4" fmla="*/ 62228 h 2344321"/>
              <a:gd name="connsiteX0" fmla="*/ 375138 w 3757570"/>
              <a:gd name="connsiteY0" fmla="*/ 2344321 h 2344321"/>
              <a:gd name="connsiteX1" fmla="*/ 2135993 w 3757570"/>
              <a:gd name="connsiteY1" fmla="*/ 2072377 h 2344321"/>
              <a:gd name="connsiteX2" fmla="*/ 3757286 w 3757570"/>
              <a:gd name="connsiteY2" fmla="*/ 1133893 h 2344321"/>
              <a:gd name="connsiteX3" fmla="*/ 2013817 w 3757570"/>
              <a:gd name="connsiteY3" fmla="*/ 117573 h 2344321"/>
              <a:gd name="connsiteX4" fmla="*/ 0 w 3757570"/>
              <a:gd name="connsiteY4" fmla="*/ 62228 h 2344321"/>
              <a:gd name="connsiteX0" fmla="*/ 375138 w 3782447"/>
              <a:gd name="connsiteY0" fmla="*/ 2344321 h 2344321"/>
              <a:gd name="connsiteX1" fmla="*/ 2135993 w 3782447"/>
              <a:gd name="connsiteY1" fmla="*/ 2072377 h 2344321"/>
              <a:gd name="connsiteX2" fmla="*/ 3782168 w 3782447"/>
              <a:gd name="connsiteY2" fmla="*/ 897518 h 2344321"/>
              <a:gd name="connsiteX3" fmla="*/ 2013817 w 3782447"/>
              <a:gd name="connsiteY3" fmla="*/ 117573 h 2344321"/>
              <a:gd name="connsiteX4" fmla="*/ 0 w 3782447"/>
              <a:gd name="connsiteY4" fmla="*/ 62228 h 2344321"/>
              <a:gd name="connsiteX0" fmla="*/ 375138 w 3552350"/>
              <a:gd name="connsiteY0" fmla="*/ 2344321 h 2344321"/>
              <a:gd name="connsiteX1" fmla="*/ 2135993 w 3552350"/>
              <a:gd name="connsiteY1" fmla="*/ 2072377 h 2344321"/>
              <a:gd name="connsiteX2" fmla="*/ 3552013 w 3552350"/>
              <a:gd name="connsiteY2" fmla="*/ 916179 h 2344321"/>
              <a:gd name="connsiteX3" fmla="*/ 2013817 w 3552350"/>
              <a:gd name="connsiteY3" fmla="*/ 117573 h 2344321"/>
              <a:gd name="connsiteX4" fmla="*/ 0 w 3552350"/>
              <a:gd name="connsiteY4" fmla="*/ 62228 h 2344321"/>
              <a:gd name="connsiteX0" fmla="*/ 375138 w 3553704"/>
              <a:gd name="connsiteY0" fmla="*/ 2344321 h 2344321"/>
              <a:gd name="connsiteX1" fmla="*/ 2272842 w 3553704"/>
              <a:gd name="connsiteY1" fmla="*/ 2022613 h 2344321"/>
              <a:gd name="connsiteX2" fmla="*/ 3552013 w 3553704"/>
              <a:gd name="connsiteY2" fmla="*/ 916179 h 2344321"/>
              <a:gd name="connsiteX3" fmla="*/ 2013817 w 3553704"/>
              <a:gd name="connsiteY3" fmla="*/ 117573 h 2344321"/>
              <a:gd name="connsiteX4" fmla="*/ 0 w 3553704"/>
              <a:gd name="connsiteY4" fmla="*/ 62228 h 2344321"/>
              <a:gd name="connsiteX0" fmla="*/ 375138 w 3553717"/>
              <a:gd name="connsiteY0" fmla="*/ 2344321 h 2344321"/>
              <a:gd name="connsiteX1" fmla="*/ 2272842 w 3553717"/>
              <a:gd name="connsiteY1" fmla="*/ 2022613 h 2344321"/>
              <a:gd name="connsiteX2" fmla="*/ 3552013 w 3553717"/>
              <a:gd name="connsiteY2" fmla="*/ 916179 h 2344321"/>
              <a:gd name="connsiteX3" fmla="*/ 2013817 w 3553717"/>
              <a:gd name="connsiteY3" fmla="*/ 117573 h 2344321"/>
              <a:gd name="connsiteX4" fmla="*/ 0 w 3553717"/>
              <a:gd name="connsiteY4" fmla="*/ 62228 h 2344321"/>
              <a:gd name="connsiteX0" fmla="*/ 375138 w 3590965"/>
              <a:gd name="connsiteY0" fmla="*/ 2344321 h 2344321"/>
              <a:gd name="connsiteX1" fmla="*/ 2272842 w 3590965"/>
              <a:gd name="connsiteY1" fmla="*/ 2022613 h 2344321"/>
              <a:gd name="connsiteX2" fmla="*/ 3589335 w 3590965"/>
              <a:gd name="connsiteY2" fmla="*/ 1015705 h 2344321"/>
              <a:gd name="connsiteX3" fmla="*/ 2013817 w 3590965"/>
              <a:gd name="connsiteY3" fmla="*/ 117573 h 2344321"/>
              <a:gd name="connsiteX4" fmla="*/ 0 w 3590965"/>
              <a:gd name="connsiteY4" fmla="*/ 62228 h 2344321"/>
              <a:gd name="connsiteX0" fmla="*/ 375138 w 3589608"/>
              <a:gd name="connsiteY0" fmla="*/ 2344321 h 2344321"/>
              <a:gd name="connsiteX1" fmla="*/ 2272842 w 3589608"/>
              <a:gd name="connsiteY1" fmla="*/ 2022613 h 2344321"/>
              <a:gd name="connsiteX2" fmla="*/ 3589335 w 3589608"/>
              <a:gd name="connsiteY2" fmla="*/ 1015705 h 2344321"/>
              <a:gd name="connsiteX3" fmla="*/ 2013817 w 3589608"/>
              <a:gd name="connsiteY3" fmla="*/ 117573 h 2344321"/>
              <a:gd name="connsiteX4" fmla="*/ 0 w 3589608"/>
              <a:gd name="connsiteY4" fmla="*/ 62228 h 2344321"/>
              <a:gd name="connsiteX0" fmla="*/ 375138 w 3591237"/>
              <a:gd name="connsiteY0" fmla="*/ 2344321 h 2344321"/>
              <a:gd name="connsiteX1" fmla="*/ 2291503 w 3591237"/>
              <a:gd name="connsiteY1" fmla="*/ 2028833 h 2344321"/>
              <a:gd name="connsiteX2" fmla="*/ 3589335 w 3591237"/>
              <a:gd name="connsiteY2" fmla="*/ 1015705 h 2344321"/>
              <a:gd name="connsiteX3" fmla="*/ 2013817 w 3591237"/>
              <a:gd name="connsiteY3" fmla="*/ 117573 h 2344321"/>
              <a:gd name="connsiteX4" fmla="*/ 0 w 3591237"/>
              <a:gd name="connsiteY4" fmla="*/ 62228 h 2344321"/>
              <a:gd name="connsiteX0" fmla="*/ 375138 w 3590424"/>
              <a:gd name="connsiteY0" fmla="*/ 2344321 h 2344321"/>
              <a:gd name="connsiteX1" fmla="*/ 2229299 w 3590424"/>
              <a:gd name="connsiteY1" fmla="*/ 2078596 h 2344321"/>
              <a:gd name="connsiteX2" fmla="*/ 3589335 w 3590424"/>
              <a:gd name="connsiteY2" fmla="*/ 1015705 h 2344321"/>
              <a:gd name="connsiteX3" fmla="*/ 2013817 w 3590424"/>
              <a:gd name="connsiteY3" fmla="*/ 117573 h 2344321"/>
              <a:gd name="connsiteX4" fmla="*/ 0 w 3590424"/>
              <a:gd name="connsiteY4" fmla="*/ 62228 h 2344321"/>
              <a:gd name="connsiteX0" fmla="*/ 375138 w 3590532"/>
              <a:gd name="connsiteY0" fmla="*/ 2344321 h 2344321"/>
              <a:gd name="connsiteX1" fmla="*/ 2229299 w 3590532"/>
              <a:gd name="connsiteY1" fmla="*/ 2078596 h 2344321"/>
              <a:gd name="connsiteX2" fmla="*/ 3589335 w 3590532"/>
              <a:gd name="connsiteY2" fmla="*/ 1015705 h 2344321"/>
              <a:gd name="connsiteX3" fmla="*/ 2013817 w 3590532"/>
              <a:gd name="connsiteY3" fmla="*/ 117573 h 2344321"/>
              <a:gd name="connsiteX4" fmla="*/ 0 w 3590532"/>
              <a:gd name="connsiteY4" fmla="*/ 62228 h 2344321"/>
              <a:gd name="connsiteX0" fmla="*/ 375138 w 3602852"/>
              <a:gd name="connsiteY0" fmla="*/ 2344321 h 2344321"/>
              <a:gd name="connsiteX1" fmla="*/ 2229299 w 3602852"/>
              <a:gd name="connsiteY1" fmla="*/ 2078596 h 2344321"/>
              <a:gd name="connsiteX2" fmla="*/ 3601776 w 3602852"/>
              <a:gd name="connsiteY2" fmla="*/ 1121452 h 2344321"/>
              <a:gd name="connsiteX3" fmla="*/ 2013817 w 3602852"/>
              <a:gd name="connsiteY3" fmla="*/ 117573 h 2344321"/>
              <a:gd name="connsiteX4" fmla="*/ 0 w 3602852"/>
              <a:gd name="connsiteY4" fmla="*/ 62228 h 2344321"/>
              <a:gd name="connsiteX0" fmla="*/ 375138 w 3601920"/>
              <a:gd name="connsiteY0" fmla="*/ 2344321 h 2344321"/>
              <a:gd name="connsiteX1" fmla="*/ 2229299 w 3601920"/>
              <a:gd name="connsiteY1" fmla="*/ 2078596 h 2344321"/>
              <a:gd name="connsiteX2" fmla="*/ 3601776 w 3601920"/>
              <a:gd name="connsiteY2" fmla="*/ 1121452 h 2344321"/>
              <a:gd name="connsiteX3" fmla="*/ 2013817 w 3601920"/>
              <a:gd name="connsiteY3" fmla="*/ 117573 h 2344321"/>
              <a:gd name="connsiteX4" fmla="*/ 0 w 3601920"/>
              <a:gd name="connsiteY4" fmla="*/ 62228 h 2344321"/>
              <a:gd name="connsiteX0" fmla="*/ 375138 w 3601920"/>
              <a:gd name="connsiteY0" fmla="*/ 2344321 h 2344321"/>
              <a:gd name="connsiteX1" fmla="*/ 2229299 w 3601920"/>
              <a:gd name="connsiteY1" fmla="*/ 2078596 h 2344321"/>
              <a:gd name="connsiteX2" fmla="*/ 3601776 w 3601920"/>
              <a:gd name="connsiteY2" fmla="*/ 1121452 h 2344321"/>
              <a:gd name="connsiteX3" fmla="*/ 2013817 w 3601920"/>
              <a:gd name="connsiteY3" fmla="*/ 117573 h 2344321"/>
              <a:gd name="connsiteX4" fmla="*/ 0 w 3601920"/>
              <a:gd name="connsiteY4" fmla="*/ 62228 h 2344321"/>
              <a:gd name="connsiteX0" fmla="*/ 375138 w 3601920"/>
              <a:gd name="connsiteY0" fmla="*/ 2344321 h 2344321"/>
              <a:gd name="connsiteX1" fmla="*/ 2229299 w 3601920"/>
              <a:gd name="connsiteY1" fmla="*/ 2078596 h 2344321"/>
              <a:gd name="connsiteX2" fmla="*/ 3601776 w 3601920"/>
              <a:gd name="connsiteY2" fmla="*/ 1121452 h 2344321"/>
              <a:gd name="connsiteX3" fmla="*/ 2013817 w 3601920"/>
              <a:gd name="connsiteY3" fmla="*/ 117573 h 2344321"/>
              <a:gd name="connsiteX4" fmla="*/ 0 w 3601920"/>
              <a:gd name="connsiteY4" fmla="*/ 62228 h 2344321"/>
              <a:gd name="connsiteX0" fmla="*/ 375138 w 3674428"/>
              <a:gd name="connsiteY0" fmla="*/ 2344321 h 2344321"/>
              <a:gd name="connsiteX1" fmla="*/ 2229299 w 3674428"/>
              <a:gd name="connsiteY1" fmla="*/ 2078596 h 2344321"/>
              <a:gd name="connsiteX2" fmla="*/ 3287252 w 3674428"/>
              <a:gd name="connsiteY2" fmla="*/ 1564537 h 2344321"/>
              <a:gd name="connsiteX3" fmla="*/ 3601776 w 3674428"/>
              <a:gd name="connsiteY3" fmla="*/ 1121452 h 2344321"/>
              <a:gd name="connsiteX4" fmla="*/ 2013817 w 3674428"/>
              <a:gd name="connsiteY4" fmla="*/ 117573 h 2344321"/>
              <a:gd name="connsiteX5" fmla="*/ 0 w 3674428"/>
              <a:gd name="connsiteY5" fmla="*/ 62228 h 2344321"/>
              <a:gd name="connsiteX0" fmla="*/ 375138 w 3784109"/>
              <a:gd name="connsiteY0" fmla="*/ 2344321 h 2344321"/>
              <a:gd name="connsiteX1" fmla="*/ 2229299 w 3784109"/>
              <a:gd name="connsiteY1" fmla="*/ 2078596 h 2344321"/>
              <a:gd name="connsiteX2" fmla="*/ 3287252 w 3784109"/>
              <a:gd name="connsiteY2" fmla="*/ 1564537 h 2344321"/>
              <a:gd name="connsiteX3" fmla="*/ 3726184 w 3784109"/>
              <a:gd name="connsiteY3" fmla="*/ 785550 h 2344321"/>
              <a:gd name="connsiteX4" fmla="*/ 2013817 w 3784109"/>
              <a:gd name="connsiteY4" fmla="*/ 117573 h 2344321"/>
              <a:gd name="connsiteX5" fmla="*/ 0 w 3784109"/>
              <a:gd name="connsiteY5" fmla="*/ 62228 h 2344321"/>
              <a:gd name="connsiteX0" fmla="*/ 375138 w 3869369"/>
              <a:gd name="connsiteY0" fmla="*/ 2344321 h 2344321"/>
              <a:gd name="connsiteX1" fmla="*/ 2229299 w 3869369"/>
              <a:gd name="connsiteY1" fmla="*/ 2078596 h 2344321"/>
              <a:gd name="connsiteX2" fmla="*/ 3616934 w 3869369"/>
              <a:gd name="connsiteY2" fmla="*/ 1701385 h 2344321"/>
              <a:gd name="connsiteX3" fmla="*/ 3726184 w 3869369"/>
              <a:gd name="connsiteY3" fmla="*/ 785550 h 2344321"/>
              <a:gd name="connsiteX4" fmla="*/ 2013817 w 3869369"/>
              <a:gd name="connsiteY4" fmla="*/ 117573 h 2344321"/>
              <a:gd name="connsiteX5" fmla="*/ 0 w 3869369"/>
              <a:gd name="connsiteY5" fmla="*/ 62228 h 2344321"/>
              <a:gd name="connsiteX0" fmla="*/ 375138 w 3837224"/>
              <a:gd name="connsiteY0" fmla="*/ 2344321 h 2344321"/>
              <a:gd name="connsiteX1" fmla="*/ 2229299 w 3837224"/>
              <a:gd name="connsiteY1" fmla="*/ 2078596 h 2344321"/>
              <a:gd name="connsiteX2" fmla="*/ 3616934 w 3837224"/>
              <a:gd name="connsiteY2" fmla="*/ 1701385 h 2344321"/>
              <a:gd name="connsiteX3" fmla="*/ 3676420 w 3837224"/>
              <a:gd name="connsiteY3" fmla="*/ 729566 h 2344321"/>
              <a:gd name="connsiteX4" fmla="*/ 2013817 w 3837224"/>
              <a:gd name="connsiteY4" fmla="*/ 117573 h 2344321"/>
              <a:gd name="connsiteX5" fmla="*/ 0 w 3837224"/>
              <a:gd name="connsiteY5" fmla="*/ 62228 h 2344321"/>
              <a:gd name="connsiteX0" fmla="*/ 375138 w 3826237"/>
              <a:gd name="connsiteY0" fmla="*/ 2344321 h 2344321"/>
              <a:gd name="connsiteX1" fmla="*/ 2229299 w 3826237"/>
              <a:gd name="connsiteY1" fmla="*/ 2078596 h 2344321"/>
              <a:gd name="connsiteX2" fmla="*/ 3592052 w 3826237"/>
              <a:gd name="connsiteY2" fmla="*/ 1744928 h 2344321"/>
              <a:gd name="connsiteX3" fmla="*/ 3676420 w 3826237"/>
              <a:gd name="connsiteY3" fmla="*/ 729566 h 2344321"/>
              <a:gd name="connsiteX4" fmla="*/ 2013817 w 3826237"/>
              <a:gd name="connsiteY4" fmla="*/ 117573 h 2344321"/>
              <a:gd name="connsiteX5" fmla="*/ 0 w 3826237"/>
              <a:gd name="connsiteY5" fmla="*/ 62228 h 2344321"/>
              <a:gd name="connsiteX0" fmla="*/ 381359 w 3832458"/>
              <a:gd name="connsiteY0" fmla="*/ 2317336 h 2317336"/>
              <a:gd name="connsiteX1" fmla="*/ 2235520 w 3832458"/>
              <a:gd name="connsiteY1" fmla="*/ 2051611 h 2317336"/>
              <a:gd name="connsiteX2" fmla="*/ 3598273 w 3832458"/>
              <a:gd name="connsiteY2" fmla="*/ 1717943 h 2317336"/>
              <a:gd name="connsiteX3" fmla="*/ 3682641 w 3832458"/>
              <a:gd name="connsiteY3" fmla="*/ 702581 h 2317336"/>
              <a:gd name="connsiteX4" fmla="*/ 2020038 w 3832458"/>
              <a:gd name="connsiteY4" fmla="*/ 90588 h 2317336"/>
              <a:gd name="connsiteX5" fmla="*/ 0 w 3832458"/>
              <a:gd name="connsiteY5" fmla="*/ 78786 h 2317336"/>
              <a:gd name="connsiteX0" fmla="*/ 381359 w 3832458"/>
              <a:gd name="connsiteY0" fmla="*/ 2317336 h 2317336"/>
              <a:gd name="connsiteX1" fmla="*/ 2042687 w 3832458"/>
              <a:gd name="connsiteY1" fmla="*/ 2082713 h 2317336"/>
              <a:gd name="connsiteX2" fmla="*/ 3598273 w 3832458"/>
              <a:gd name="connsiteY2" fmla="*/ 1717943 h 2317336"/>
              <a:gd name="connsiteX3" fmla="*/ 3682641 w 3832458"/>
              <a:gd name="connsiteY3" fmla="*/ 702581 h 2317336"/>
              <a:gd name="connsiteX4" fmla="*/ 2020038 w 3832458"/>
              <a:gd name="connsiteY4" fmla="*/ 90588 h 2317336"/>
              <a:gd name="connsiteX5" fmla="*/ 0 w 3832458"/>
              <a:gd name="connsiteY5" fmla="*/ 78786 h 2317336"/>
              <a:gd name="connsiteX0" fmla="*/ 381359 w 3835136"/>
              <a:gd name="connsiteY0" fmla="*/ 2317336 h 2317336"/>
              <a:gd name="connsiteX1" fmla="*/ 2042687 w 3835136"/>
              <a:gd name="connsiteY1" fmla="*/ 2082713 h 2317336"/>
              <a:gd name="connsiteX2" fmla="*/ 3604493 w 3835136"/>
              <a:gd name="connsiteY2" fmla="*/ 1724163 h 2317336"/>
              <a:gd name="connsiteX3" fmla="*/ 3682641 w 3835136"/>
              <a:gd name="connsiteY3" fmla="*/ 702581 h 2317336"/>
              <a:gd name="connsiteX4" fmla="*/ 2020038 w 3835136"/>
              <a:gd name="connsiteY4" fmla="*/ 90588 h 2317336"/>
              <a:gd name="connsiteX5" fmla="*/ 0 w 3835136"/>
              <a:gd name="connsiteY5" fmla="*/ 78786 h 2317336"/>
              <a:gd name="connsiteX0" fmla="*/ 381359 w 3824520"/>
              <a:gd name="connsiteY0" fmla="*/ 2317336 h 2317336"/>
              <a:gd name="connsiteX1" fmla="*/ 2042687 w 3824520"/>
              <a:gd name="connsiteY1" fmla="*/ 2082713 h 2317336"/>
              <a:gd name="connsiteX2" fmla="*/ 3604493 w 3824520"/>
              <a:gd name="connsiteY2" fmla="*/ 1724163 h 2317336"/>
              <a:gd name="connsiteX3" fmla="*/ 3682641 w 3824520"/>
              <a:gd name="connsiteY3" fmla="*/ 702581 h 2317336"/>
              <a:gd name="connsiteX4" fmla="*/ 2020038 w 3824520"/>
              <a:gd name="connsiteY4" fmla="*/ 90588 h 2317336"/>
              <a:gd name="connsiteX5" fmla="*/ 0 w 3824520"/>
              <a:gd name="connsiteY5" fmla="*/ 78786 h 2317336"/>
              <a:gd name="connsiteX0" fmla="*/ 381359 w 3819091"/>
              <a:gd name="connsiteY0" fmla="*/ 2317336 h 2317336"/>
              <a:gd name="connsiteX1" fmla="*/ 2042687 w 3819091"/>
              <a:gd name="connsiteY1" fmla="*/ 2082713 h 2317336"/>
              <a:gd name="connsiteX2" fmla="*/ 3604493 w 3819091"/>
              <a:gd name="connsiteY2" fmla="*/ 1724163 h 2317336"/>
              <a:gd name="connsiteX3" fmla="*/ 3682641 w 3819091"/>
              <a:gd name="connsiteY3" fmla="*/ 702581 h 2317336"/>
              <a:gd name="connsiteX4" fmla="*/ 2020038 w 3819091"/>
              <a:gd name="connsiteY4" fmla="*/ 90588 h 2317336"/>
              <a:gd name="connsiteX5" fmla="*/ 0 w 3819091"/>
              <a:gd name="connsiteY5" fmla="*/ 78786 h 2317336"/>
              <a:gd name="connsiteX0" fmla="*/ 381359 w 3819091"/>
              <a:gd name="connsiteY0" fmla="*/ 2317336 h 2317336"/>
              <a:gd name="connsiteX1" fmla="*/ 2042687 w 3819091"/>
              <a:gd name="connsiteY1" fmla="*/ 2082713 h 2317336"/>
              <a:gd name="connsiteX2" fmla="*/ 3604493 w 3819091"/>
              <a:gd name="connsiteY2" fmla="*/ 1724163 h 2317336"/>
              <a:gd name="connsiteX3" fmla="*/ 3682641 w 3819091"/>
              <a:gd name="connsiteY3" fmla="*/ 702581 h 2317336"/>
              <a:gd name="connsiteX4" fmla="*/ 2020038 w 3819091"/>
              <a:gd name="connsiteY4" fmla="*/ 90588 h 2317336"/>
              <a:gd name="connsiteX5" fmla="*/ 0 w 3819091"/>
              <a:gd name="connsiteY5" fmla="*/ 78786 h 2317336"/>
              <a:gd name="connsiteX0" fmla="*/ 381359 w 3837393"/>
              <a:gd name="connsiteY0" fmla="*/ 2317336 h 2317336"/>
              <a:gd name="connsiteX1" fmla="*/ 2042687 w 3837393"/>
              <a:gd name="connsiteY1" fmla="*/ 2082713 h 2317336"/>
              <a:gd name="connsiteX2" fmla="*/ 3604493 w 3837393"/>
              <a:gd name="connsiteY2" fmla="*/ 1724163 h 2317336"/>
              <a:gd name="connsiteX3" fmla="*/ 3682641 w 3837393"/>
              <a:gd name="connsiteY3" fmla="*/ 702581 h 2317336"/>
              <a:gd name="connsiteX4" fmla="*/ 2020038 w 3837393"/>
              <a:gd name="connsiteY4" fmla="*/ 90588 h 2317336"/>
              <a:gd name="connsiteX5" fmla="*/ 0 w 3837393"/>
              <a:gd name="connsiteY5" fmla="*/ 78786 h 2317336"/>
              <a:gd name="connsiteX0" fmla="*/ 381359 w 3837393"/>
              <a:gd name="connsiteY0" fmla="*/ 2317336 h 2317336"/>
              <a:gd name="connsiteX1" fmla="*/ 2042687 w 3837393"/>
              <a:gd name="connsiteY1" fmla="*/ 2082713 h 2317336"/>
              <a:gd name="connsiteX2" fmla="*/ 3604493 w 3837393"/>
              <a:gd name="connsiteY2" fmla="*/ 1724163 h 2317336"/>
              <a:gd name="connsiteX3" fmla="*/ 3682641 w 3837393"/>
              <a:gd name="connsiteY3" fmla="*/ 702581 h 2317336"/>
              <a:gd name="connsiteX4" fmla="*/ 2020038 w 3837393"/>
              <a:gd name="connsiteY4" fmla="*/ 90588 h 2317336"/>
              <a:gd name="connsiteX5" fmla="*/ 0 w 3837393"/>
              <a:gd name="connsiteY5" fmla="*/ 78786 h 2317336"/>
              <a:gd name="connsiteX0" fmla="*/ 381359 w 3837393"/>
              <a:gd name="connsiteY0" fmla="*/ 2317336 h 2317336"/>
              <a:gd name="connsiteX1" fmla="*/ 2042687 w 3837393"/>
              <a:gd name="connsiteY1" fmla="*/ 2113815 h 2317336"/>
              <a:gd name="connsiteX2" fmla="*/ 3604493 w 3837393"/>
              <a:gd name="connsiteY2" fmla="*/ 1724163 h 2317336"/>
              <a:gd name="connsiteX3" fmla="*/ 3682641 w 3837393"/>
              <a:gd name="connsiteY3" fmla="*/ 702581 h 2317336"/>
              <a:gd name="connsiteX4" fmla="*/ 2020038 w 3837393"/>
              <a:gd name="connsiteY4" fmla="*/ 90588 h 2317336"/>
              <a:gd name="connsiteX5" fmla="*/ 0 w 3837393"/>
              <a:gd name="connsiteY5" fmla="*/ 78786 h 2317336"/>
              <a:gd name="connsiteX0" fmla="*/ 381359 w 3907890"/>
              <a:gd name="connsiteY0" fmla="*/ 2317336 h 2317336"/>
              <a:gd name="connsiteX1" fmla="*/ 2042687 w 3907890"/>
              <a:gd name="connsiteY1" fmla="*/ 2113815 h 2317336"/>
              <a:gd name="connsiteX2" fmla="*/ 3728153 w 3907890"/>
              <a:gd name="connsiteY2" fmla="*/ 1686841 h 2317336"/>
              <a:gd name="connsiteX3" fmla="*/ 3682641 w 3907890"/>
              <a:gd name="connsiteY3" fmla="*/ 702581 h 2317336"/>
              <a:gd name="connsiteX4" fmla="*/ 2020038 w 3907890"/>
              <a:gd name="connsiteY4" fmla="*/ 90588 h 2317336"/>
              <a:gd name="connsiteX5" fmla="*/ 0 w 3907890"/>
              <a:gd name="connsiteY5" fmla="*/ 78786 h 2317336"/>
              <a:gd name="connsiteX0" fmla="*/ 381359 w 3780030"/>
              <a:gd name="connsiteY0" fmla="*/ 2317336 h 2317336"/>
              <a:gd name="connsiteX1" fmla="*/ 2042687 w 3780030"/>
              <a:gd name="connsiteY1" fmla="*/ 2113815 h 2317336"/>
              <a:gd name="connsiteX2" fmla="*/ 3431125 w 3780030"/>
              <a:gd name="connsiteY2" fmla="*/ 1665070 h 2317336"/>
              <a:gd name="connsiteX3" fmla="*/ 3682641 w 3780030"/>
              <a:gd name="connsiteY3" fmla="*/ 702581 h 2317336"/>
              <a:gd name="connsiteX4" fmla="*/ 2020038 w 3780030"/>
              <a:gd name="connsiteY4" fmla="*/ 90588 h 2317336"/>
              <a:gd name="connsiteX5" fmla="*/ 0 w 3780030"/>
              <a:gd name="connsiteY5" fmla="*/ 78786 h 2317336"/>
              <a:gd name="connsiteX0" fmla="*/ 381359 w 3625751"/>
              <a:gd name="connsiteY0" fmla="*/ 2317336 h 2317336"/>
              <a:gd name="connsiteX1" fmla="*/ 2042687 w 3625751"/>
              <a:gd name="connsiteY1" fmla="*/ 2113815 h 2317336"/>
              <a:gd name="connsiteX2" fmla="*/ 3431125 w 3625751"/>
              <a:gd name="connsiteY2" fmla="*/ 1665070 h 2317336"/>
              <a:gd name="connsiteX3" fmla="*/ 3453506 w 3625751"/>
              <a:gd name="connsiteY3" fmla="*/ 651781 h 2317336"/>
              <a:gd name="connsiteX4" fmla="*/ 2020038 w 3625751"/>
              <a:gd name="connsiteY4" fmla="*/ 90588 h 2317336"/>
              <a:gd name="connsiteX5" fmla="*/ 0 w 3625751"/>
              <a:gd name="connsiteY5" fmla="*/ 78786 h 2317336"/>
              <a:gd name="connsiteX0" fmla="*/ 381359 w 3625751"/>
              <a:gd name="connsiteY0" fmla="*/ 2317336 h 2317336"/>
              <a:gd name="connsiteX1" fmla="*/ 2042687 w 3625751"/>
              <a:gd name="connsiteY1" fmla="*/ 2113815 h 2317336"/>
              <a:gd name="connsiteX2" fmla="*/ 3431125 w 3625751"/>
              <a:gd name="connsiteY2" fmla="*/ 1665070 h 2317336"/>
              <a:gd name="connsiteX3" fmla="*/ 3453506 w 3625751"/>
              <a:gd name="connsiteY3" fmla="*/ 651781 h 2317336"/>
              <a:gd name="connsiteX4" fmla="*/ 2020038 w 3625751"/>
              <a:gd name="connsiteY4" fmla="*/ 90588 h 2317336"/>
              <a:gd name="connsiteX5" fmla="*/ 0 w 3625751"/>
              <a:gd name="connsiteY5" fmla="*/ 78786 h 2317336"/>
              <a:gd name="connsiteX0" fmla="*/ 381359 w 3625751"/>
              <a:gd name="connsiteY0" fmla="*/ 2317336 h 2317336"/>
              <a:gd name="connsiteX1" fmla="*/ 2034200 w 3625751"/>
              <a:gd name="connsiteY1" fmla="*/ 2026729 h 2317336"/>
              <a:gd name="connsiteX2" fmla="*/ 3431125 w 3625751"/>
              <a:gd name="connsiteY2" fmla="*/ 1665070 h 2317336"/>
              <a:gd name="connsiteX3" fmla="*/ 3453506 w 3625751"/>
              <a:gd name="connsiteY3" fmla="*/ 651781 h 2317336"/>
              <a:gd name="connsiteX4" fmla="*/ 2020038 w 3625751"/>
              <a:gd name="connsiteY4" fmla="*/ 90588 h 2317336"/>
              <a:gd name="connsiteX5" fmla="*/ 0 w 3625751"/>
              <a:gd name="connsiteY5" fmla="*/ 78786 h 2317336"/>
              <a:gd name="connsiteX0" fmla="*/ 381359 w 3603850"/>
              <a:gd name="connsiteY0" fmla="*/ 2317336 h 2317336"/>
              <a:gd name="connsiteX1" fmla="*/ 2034200 w 3603850"/>
              <a:gd name="connsiteY1" fmla="*/ 2026729 h 2317336"/>
              <a:gd name="connsiteX2" fmla="*/ 3388692 w 3603850"/>
              <a:gd name="connsiteY2" fmla="*/ 1512670 h 2317336"/>
              <a:gd name="connsiteX3" fmla="*/ 3453506 w 3603850"/>
              <a:gd name="connsiteY3" fmla="*/ 651781 h 2317336"/>
              <a:gd name="connsiteX4" fmla="*/ 2020038 w 3603850"/>
              <a:gd name="connsiteY4" fmla="*/ 90588 h 2317336"/>
              <a:gd name="connsiteX5" fmla="*/ 0 w 3603850"/>
              <a:gd name="connsiteY5" fmla="*/ 78786 h 2317336"/>
              <a:gd name="connsiteX0" fmla="*/ 381359 w 3603851"/>
              <a:gd name="connsiteY0" fmla="*/ 2317336 h 2317336"/>
              <a:gd name="connsiteX1" fmla="*/ 1013260 w 3603851"/>
              <a:gd name="connsiteY1" fmla="*/ 2213502 h 2317336"/>
              <a:gd name="connsiteX2" fmla="*/ 2034200 w 3603851"/>
              <a:gd name="connsiteY2" fmla="*/ 2026729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1097 w 3603851"/>
              <a:gd name="connsiteY1" fmla="*/ 2003045 h 2317336"/>
              <a:gd name="connsiteX2" fmla="*/ 2034200 w 3603851"/>
              <a:gd name="connsiteY2" fmla="*/ 2026729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1097 w 3603851"/>
              <a:gd name="connsiteY1" fmla="*/ 2003045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1"/>
              <a:gd name="connsiteY0" fmla="*/ 2317336 h 2317336"/>
              <a:gd name="connsiteX1" fmla="*/ 809583 w 3603851"/>
              <a:gd name="connsiteY1" fmla="*/ 2032073 h 2317336"/>
              <a:gd name="connsiteX2" fmla="*/ 2017226 w 3603851"/>
              <a:gd name="connsiteY2" fmla="*/ 1932386 h 2317336"/>
              <a:gd name="connsiteX3" fmla="*/ 3388692 w 3603851"/>
              <a:gd name="connsiteY3" fmla="*/ 1512670 h 2317336"/>
              <a:gd name="connsiteX4" fmla="*/ 3453506 w 3603851"/>
              <a:gd name="connsiteY4" fmla="*/ 651781 h 2317336"/>
              <a:gd name="connsiteX5" fmla="*/ 2020038 w 3603851"/>
              <a:gd name="connsiteY5" fmla="*/ 90588 h 2317336"/>
              <a:gd name="connsiteX6" fmla="*/ 0 w 3603851"/>
              <a:gd name="connsiteY6" fmla="*/ 78786 h 2317336"/>
              <a:gd name="connsiteX0" fmla="*/ 381359 w 3603850"/>
              <a:gd name="connsiteY0" fmla="*/ 2317336 h 2317336"/>
              <a:gd name="connsiteX1" fmla="*/ 809583 w 3603850"/>
              <a:gd name="connsiteY1" fmla="*/ 2032073 h 2317336"/>
              <a:gd name="connsiteX2" fmla="*/ 2017226 w 3603850"/>
              <a:gd name="connsiteY2" fmla="*/ 1932386 h 2317336"/>
              <a:gd name="connsiteX3" fmla="*/ 3388692 w 3603850"/>
              <a:gd name="connsiteY3" fmla="*/ 1512670 h 2317336"/>
              <a:gd name="connsiteX4" fmla="*/ 3453506 w 3603850"/>
              <a:gd name="connsiteY4" fmla="*/ 651781 h 2317336"/>
              <a:gd name="connsiteX5" fmla="*/ 2020038 w 3603850"/>
              <a:gd name="connsiteY5" fmla="*/ 90588 h 2317336"/>
              <a:gd name="connsiteX6" fmla="*/ 0 w 3603850"/>
              <a:gd name="connsiteY6" fmla="*/ 78786 h 2317336"/>
              <a:gd name="connsiteX0" fmla="*/ 381359 w 3603850"/>
              <a:gd name="connsiteY0" fmla="*/ 2331812 h 2331812"/>
              <a:gd name="connsiteX1" fmla="*/ 809583 w 3603850"/>
              <a:gd name="connsiteY1" fmla="*/ 2046549 h 2331812"/>
              <a:gd name="connsiteX2" fmla="*/ 2017226 w 3603850"/>
              <a:gd name="connsiteY2" fmla="*/ 1946862 h 2331812"/>
              <a:gd name="connsiteX3" fmla="*/ 3388692 w 3603850"/>
              <a:gd name="connsiteY3" fmla="*/ 1527146 h 2331812"/>
              <a:gd name="connsiteX4" fmla="*/ 3453506 w 3603850"/>
              <a:gd name="connsiteY4" fmla="*/ 666257 h 2331812"/>
              <a:gd name="connsiteX5" fmla="*/ 2020038 w 3603850"/>
              <a:gd name="connsiteY5" fmla="*/ 105064 h 2331812"/>
              <a:gd name="connsiteX6" fmla="*/ 631367 w 3603850"/>
              <a:gd name="connsiteY6" fmla="*/ 35 h 2331812"/>
              <a:gd name="connsiteX7" fmla="*/ 0 w 3603850"/>
              <a:gd name="connsiteY7" fmla="*/ 93262 h 2331812"/>
              <a:gd name="connsiteX0" fmla="*/ 381359 w 3603850"/>
              <a:gd name="connsiteY0" fmla="*/ 2447906 h 2447906"/>
              <a:gd name="connsiteX1" fmla="*/ 809583 w 3603850"/>
              <a:gd name="connsiteY1" fmla="*/ 2162643 h 2447906"/>
              <a:gd name="connsiteX2" fmla="*/ 2017226 w 3603850"/>
              <a:gd name="connsiteY2" fmla="*/ 2062956 h 2447906"/>
              <a:gd name="connsiteX3" fmla="*/ 3388692 w 3603850"/>
              <a:gd name="connsiteY3" fmla="*/ 1643240 h 2447906"/>
              <a:gd name="connsiteX4" fmla="*/ 3453506 w 3603850"/>
              <a:gd name="connsiteY4" fmla="*/ 782351 h 2447906"/>
              <a:gd name="connsiteX5" fmla="*/ 2020038 w 3603850"/>
              <a:gd name="connsiteY5" fmla="*/ 221158 h 2447906"/>
              <a:gd name="connsiteX6" fmla="*/ 673800 w 3603850"/>
              <a:gd name="connsiteY6" fmla="*/ 14 h 2447906"/>
              <a:gd name="connsiteX7" fmla="*/ 0 w 3603850"/>
              <a:gd name="connsiteY7" fmla="*/ 209356 h 2447906"/>
              <a:gd name="connsiteX0" fmla="*/ 160709 w 3383200"/>
              <a:gd name="connsiteY0" fmla="*/ 2447907 h 2447907"/>
              <a:gd name="connsiteX1" fmla="*/ 588933 w 3383200"/>
              <a:gd name="connsiteY1" fmla="*/ 2162644 h 2447907"/>
              <a:gd name="connsiteX2" fmla="*/ 1796576 w 3383200"/>
              <a:gd name="connsiteY2" fmla="*/ 2062957 h 2447907"/>
              <a:gd name="connsiteX3" fmla="*/ 3168042 w 3383200"/>
              <a:gd name="connsiteY3" fmla="*/ 1643241 h 2447907"/>
              <a:gd name="connsiteX4" fmla="*/ 3232856 w 3383200"/>
              <a:gd name="connsiteY4" fmla="*/ 782352 h 2447907"/>
              <a:gd name="connsiteX5" fmla="*/ 1799388 w 3383200"/>
              <a:gd name="connsiteY5" fmla="*/ 221159 h 2447907"/>
              <a:gd name="connsiteX6" fmla="*/ 453150 w 3383200"/>
              <a:gd name="connsiteY6" fmla="*/ 15 h 2447907"/>
              <a:gd name="connsiteX7" fmla="*/ 0 w 3383200"/>
              <a:gd name="connsiteY7" fmla="*/ 202100 h 2447907"/>
              <a:gd name="connsiteX0" fmla="*/ 160709 w 3383200"/>
              <a:gd name="connsiteY0" fmla="*/ 2491447 h 2491447"/>
              <a:gd name="connsiteX1" fmla="*/ 588933 w 3383200"/>
              <a:gd name="connsiteY1" fmla="*/ 2206184 h 2491447"/>
              <a:gd name="connsiteX2" fmla="*/ 1796576 w 3383200"/>
              <a:gd name="connsiteY2" fmla="*/ 2106497 h 2491447"/>
              <a:gd name="connsiteX3" fmla="*/ 3168042 w 3383200"/>
              <a:gd name="connsiteY3" fmla="*/ 1686781 h 2491447"/>
              <a:gd name="connsiteX4" fmla="*/ 3232856 w 3383200"/>
              <a:gd name="connsiteY4" fmla="*/ 825892 h 2491447"/>
              <a:gd name="connsiteX5" fmla="*/ 1799388 w 3383200"/>
              <a:gd name="connsiteY5" fmla="*/ 264699 h 2491447"/>
              <a:gd name="connsiteX6" fmla="*/ 597420 w 3383200"/>
              <a:gd name="connsiteY6" fmla="*/ 12 h 2491447"/>
              <a:gd name="connsiteX7" fmla="*/ 0 w 3383200"/>
              <a:gd name="connsiteY7" fmla="*/ 245640 h 2491447"/>
              <a:gd name="connsiteX0" fmla="*/ 50384 w 3272875"/>
              <a:gd name="connsiteY0" fmla="*/ 2491446 h 2491446"/>
              <a:gd name="connsiteX1" fmla="*/ 478608 w 3272875"/>
              <a:gd name="connsiteY1" fmla="*/ 2206183 h 2491446"/>
              <a:gd name="connsiteX2" fmla="*/ 1686251 w 3272875"/>
              <a:gd name="connsiteY2" fmla="*/ 2106496 h 2491446"/>
              <a:gd name="connsiteX3" fmla="*/ 3057717 w 3272875"/>
              <a:gd name="connsiteY3" fmla="*/ 1686780 h 2491446"/>
              <a:gd name="connsiteX4" fmla="*/ 3122531 w 3272875"/>
              <a:gd name="connsiteY4" fmla="*/ 825891 h 2491446"/>
              <a:gd name="connsiteX5" fmla="*/ 1689063 w 3272875"/>
              <a:gd name="connsiteY5" fmla="*/ 264698 h 2491446"/>
              <a:gd name="connsiteX6" fmla="*/ 487095 w 3272875"/>
              <a:gd name="connsiteY6" fmla="*/ 11 h 2491446"/>
              <a:gd name="connsiteX7" fmla="*/ 0 w 3272875"/>
              <a:gd name="connsiteY7" fmla="*/ 289182 h 2491446"/>
              <a:gd name="connsiteX0" fmla="*/ 50384 w 3272875"/>
              <a:gd name="connsiteY0" fmla="*/ 2491446 h 2491446"/>
              <a:gd name="connsiteX1" fmla="*/ 334336 w 3272875"/>
              <a:gd name="connsiteY1" fmla="*/ 2198926 h 2491446"/>
              <a:gd name="connsiteX2" fmla="*/ 1686251 w 3272875"/>
              <a:gd name="connsiteY2" fmla="*/ 2106496 h 2491446"/>
              <a:gd name="connsiteX3" fmla="*/ 3057717 w 3272875"/>
              <a:gd name="connsiteY3" fmla="*/ 1686780 h 2491446"/>
              <a:gd name="connsiteX4" fmla="*/ 3122531 w 3272875"/>
              <a:gd name="connsiteY4" fmla="*/ 825891 h 2491446"/>
              <a:gd name="connsiteX5" fmla="*/ 1689063 w 3272875"/>
              <a:gd name="connsiteY5" fmla="*/ 264698 h 2491446"/>
              <a:gd name="connsiteX6" fmla="*/ 487095 w 3272875"/>
              <a:gd name="connsiteY6" fmla="*/ 11 h 2491446"/>
              <a:gd name="connsiteX7" fmla="*/ 0 w 3272875"/>
              <a:gd name="connsiteY7" fmla="*/ 289182 h 2491446"/>
              <a:gd name="connsiteX0" fmla="*/ 50384 w 3272875"/>
              <a:gd name="connsiteY0" fmla="*/ 2491446 h 2491446"/>
              <a:gd name="connsiteX1" fmla="*/ 334336 w 3272875"/>
              <a:gd name="connsiteY1" fmla="*/ 2198926 h 2491446"/>
              <a:gd name="connsiteX2" fmla="*/ 1686251 w 3272875"/>
              <a:gd name="connsiteY2" fmla="*/ 2106496 h 2491446"/>
              <a:gd name="connsiteX3" fmla="*/ 3057717 w 3272875"/>
              <a:gd name="connsiteY3" fmla="*/ 1686780 h 2491446"/>
              <a:gd name="connsiteX4" fmla="*/ 3122531 w 3272875"/>
              <a:gd name="connsiteY4" fmla="*/ 825891 h 2491446"/>
              <a:gd name="connsiteX5" fmla="*/ 1689063 w 3272875"/>
              <a:gd name="connsiteY5" fmla="*/ 264698 h 2491446"/>
              <a:gd name="connsiteX6" fmla="*/ 487095 w 3272875"/>
              <a:gd name="connsiteY6" fmla="*/ 11 h 2491446"/>
              <a:gd name="connsiteX7" fmla="*/ 0 w 3272875"/>
              <a:gd name="connsiteY7" fmla="*/ 289182 h 2491446"/>
              <a:gd name="connsiteX0" fmla="*/ 50384 w 3272875"/>
              <a:gd name="connsiteY0" fmla="*/ 2491446 h 2491446"/>
              <a:gd name="connsiteX1" fmla="*/ 334336 w 3272875"/>
              <a:gd name="connsiteY1" fmla="*/ 2198926 h 2491446"/>
              <a:gd name="connsiteX2" fmla="*/ 1686251 w 3272875"/>
              <a:gd name="connsiteY2" fmla="*/ 2106496 h 2491446"/>
              <a:gd name="connsiteX3" fmla="*/ 3057717 w 3272875"/>
              <a:gd name="connsiteY3" fmla="*/ 1686780 h 2491446"/>
              <a:gd name="connsiteX4" fmla="*/ 3122531 w 3272875"/>
              <a:gd name="connsiteY4" fmla="*/ 825891 h 2491446"/>
              <a:gd name="connsiteX5" fmla="*/ 1689063 w 3272875"/>
              <a:gd name="connsiteY5" fmla="*/ 264698 h 2491446"/>
              <a:gd name="connsiteX6" fmla="*/ 487095 w 3272875"/>
              <a:gd name="connsiteY6" fmla="*/ 11 h 2491446"/>
              <a:gd name="connsiteX7" fmla="*/ 0 w 3272875"/>
              <a:gd name="connsiteY7" fmla="*/ 289182 h 2491446"/>
              <a:gd name="connsiteX0" fmla="*/ 50384 w 3272875"/>
              <a:gd name="connsiteY0" fmla="*/ 2491446 h 2491446"/>
              <a:gd name="connsiteX1" fmla="*/ 334336 w 3272875"/>
              <a:gd name="connsiteY1" fmla="*/ 2198926 h 2491446"/>
              <a:gd name="connsiteX2" fmla="*/ 1686251 w 3272875"/>
              <a:gd name="connsiteY2" fmla="*/ 2106496 h 2491446"/>
              <a:gd name="connsiteX3" fmla="*/ 3057717 w 3272875"/>
              <a:gd name="connsiteY3" fmla="*/ 1686780 h 2491446"/>
              <a:gd name="connsiteX4" fmla="*/ 3122531 w 3272875"/>
              <a:gd name="connsiteY4" fmla="*/ 825891 h 2491446"/>
              <a:gd name="connsiteX5" fmla="*/ 1689063 w 3272875"/>
              <a:gd name="connsiteY5" fmla="*/ 264698 h 2491446"/>
              <a:gd name="connsiteX6" fmla="*/ 487095 w 3272875"/>
              <a:gd name="connsiteY6" fmla="*/ 11 h 2491446"/>
              <a:gd name="connsiteX7" fmla="*/ 0 w 3272875"/>
              <a:gd name="connsiteY7" fmla="*/ 289182 h 2491446"/>
              <a:gd name="connsiteX0" fmla="*/ 50384 w 3270557"/>
              <a:gd name="connsiteY0" fmla="*/ 2491446 h 2491446"/>
              <a:gd name="connsiteX1" fmla="*/ 334336 w 3270557"/>
              <a:gd name="connsiteY1" fmla="*/ 2198926 h 2491446"/>
              <a:gd name="connsiteX2" fmla="*/ 1686251 w 3270557"/>
              <a:gd name="connsiteY2" fmla="*/ 2106496 h 2491446"/>
              <a:gd name="connsiteX3" fmla="*/ 3057717 w 3270557"/>
              <a:gd name="connsiteY3" fmla="*/ 1686780 h 2491446"/>
              <a:gd name="connsiteX4" fmla="*/ 3122531 w 3270557"/>
              <a:gd name="connsiteY4" fmla="*/ 825891 h 2491446"/>
              <a:gd name="connsiteX5" fmla="*/ 1723008 w 3270557"/>
              <a:gd name="connsiteY5" fmla="*/ 235669 h 2491446"/>
              <a:gd name="connsiteX6" fmla="*/ 487095 w 3270557"/>
              <a:gd name="connsiteY6" fmla="*/ 11 h 2491446"/>
              <a:gd name="connsiteX7" fmla="*/ 0 w 3270557"/>
              <a:gd name="connsiteY7" fmla="*/ 289182 h 2491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70557" h="2491446">
                <a:moveTo>
                  <a:pt x="50384" y="2491446"/>
                </a:moveTo>
                <a:cubicBezTo>
                  <a:pt x="193125" y="2396358"/>
                  <a:pt x="-46028" y="2337557"/>
                  <a:pt x="334336" y="2198926"/>
                </a:cubicBezTo>
                <a:cubicBezTo>
                  <a:pt x="898351" y="2128719"/>
                  <a:pt x="1232354" y="2191854"/>
                  <a:pt x="1686251" y="2106496"/>
                </a:cubicBezTo>
                <a:cubicBezTo>
                  <a:pt x="2140148" y="2021138"/>
                  <a:pt x="2629918" y="1970713"/>
                  <a:pt x="3057717" y="1686780"/>
                </a:cubicBezTo>
                <a:cubicBezTo>
                  <a:pt x="3311344" y="1440171"/>
                  <a:pt x="3344983" y="1067743"/>
                  <a:pt x="3122531" y="825891"/>
                </a:cubicBezTo>
                <a:cubicBezTo>
                  <a:pt x="2900080" y="584039"/>
                  <a:pt x="2193364" y="346706"/>
                  <a:pt x="1723008" y="235669"/>
                </a:cubicBezTo>
                <a:cubicBezTo>
                  <a:pt x="1252652" y="124632"/>
                  <a:pt x="823768" y="1978"/>
                  <a:pt x="487095" y="11"/>
                </a:cubicBezTo>
                <a:cubicBezTo>
                  <a:pt x="150422" y="-1956"/>
                  <a:pt x="105228" y="273644"/>
                  <a:pt x="0" y="289182"/>
                </a:cubicBezTo>
              </a:path>
            </a:pathLst>
          </a:custGeom>
          <a:noFill/>
          <a:ln w="571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6524B-83D6-88AD-D6B0-A21C4B2A3FB4}"/>
              </a:ext>
            </a:extLst>
          </p:cNvPr>
          <p:cNvSpPr txBox="1"/>
          <p:nvPr/>
        </p:nvSpPr>
        <p:spPr>
          <a:xfrm>
            <a:off x="10290837" y="4407583"/>
            <a:ext cx="1205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Passed</a:t>
            </a:r>
          </a:p>
        </p:txBody>
      </p:sp>
      <p:sp>
        <p:nvSpPr>
          <p:cNvPr id="4" name="Callout: Bent Line with No Border 3">
            <a:extLst>
              <a:ext uri="{FF2B5EF4-FFF2-40B4-BE49-F238E27FC236}">
                <a16:creationId xmlns:a16="http://schemas.microsoft.com/office/drawing/2014/main" id="{B1266723-8E56-1FE5-EA4F-33334BBB5D49}"/>
              </a:ext>
            </a:extLst>
          </p:cNvPr>
          <p:cNvSpPr/>
          <p:nvPr/>
        </p:nvSpPr>
        <p:spPr>
          <a:xfrm flipH="1">
            <a:off x="1718961" y="6107545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72976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 call</a:t>
            </a:r>
          </a:p>
        </p:txBody>
      </p:sp>
    </p:spTree>
    <p:extLst>
      <p:ext uri="{BB962C8B-B14F-4D97-AF65-F5344CB8AC3E}">
        <p14:creationId xmlns:p14="http://schemas.microsoft.com/office/powerpoint/2010/main" val="822755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7" grpId="0" animBg="1"/>
      <p:bldP spid="3" grpId="0"/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Parameter Passing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171896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cubed = 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formalParameter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cubed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actualParameter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actualParameter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5112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Parameters (Order Matters)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48" y="2139633"/>
            <a:ext cx="71905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power):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value = base ** power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2, 3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(answer)</a:t>
            </a:r>
            <a:endParaRPr lang="en-US" altLang="en-US" sz="4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n array is">
            <a:extLst>
              <a:ext uri="{FF2B5EF4-FFF2-40B4-BE49-F238E27FC236}">
                <a16:creationId xmlns:a16="http://schemas.microsoft.com/office/drawing/2014/main" id="{CE53807C-0EE1-242A-430E-565F7F51A109}"/>
              </a:ext>
            </a:extLst>
          </p:cNvPr>
          <p:cNvSpPr txBox="1"/>
          <p:nvPr/>
        </p:nvSpPr>
        <p:spPr>
          <a:xfrm>
            <a:off x="2191824" y="6143337"/>
            <a:ext cx="780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Actual parameters passed in order</a:t>
            </a:r>
          </a:p>
        </p:txBody>
      </p:sp>
    </p:spTree>
    <p:extLst>
      <p:ext uri="{BB962C8B-B14F-4D97-AF65-F5344CB8AC3E}">
        <p14:creationId xmlns:p14="http://schemas.microsoft.com/office/powerpoint/2010/main" val="1401108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1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2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Positional Parameters (Order Matters)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48" y="2139633"/>
            <a:ext cx="71905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power):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value = base ** power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value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answer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2, 3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(answer)</a:t>
            </a:r>
            <a:endParaRPr lang="en-US" altLang="en-US" sz="48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9638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and 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27903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(local1):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local2 = local1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local2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global1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global2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(global1)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8D608A3B-B831-4F48-A74E-CD82490F6BF7}"/>
              </a:ext>
            </a:extLst>
          </p:cNvPr>
          <p:cNvSpPr/>
          <p:nvPr/>
        </p:nvSpPr>
        <p:spPr>
          <a:xfrm>
            <a:off x="5737934" y="4347325"/>
            <a:ext cx="2785421" cy="463905"/>
          </a:xfrm>
          <a:prstGeom prst="callout2">
            <a:avLst>
              <a:gd name="adj1" fmla="val 49585"/>
              <a:gd name="adj2" fmla="val -2678"/>
              <a:gd name="adj3" fmla="val 50658"/>
              <a:gd name="adj4" fmla="val -27747"/>
              <a:gd name="adj5" fmla="val 94567"/>
              <a:gd name="adj6" fmla="val -4022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Global variable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520E5F25-D895-488F-A861-0A978E2A9273}"/>
              </a:ext>
            </a:extLst>
          </p:cNvPr>
          <p:cNvSpPr/>
          <p:nvPr/>
        </p:nvSpPr>
        <p:spPr>
          <a:xfrm>
            <a:off x="7504010" y="1993702"/>
            <a:ext cx="2854077" cy="505431"/>
          </a:xfrm>
          <a:prstGeom prst="callout2">
            <a:avLst>
              <a:gd name="adj1" fmla="val 49438"/>
              <a:gd name="adj2" fmla="val -6442"/>
              <a:gd name="adj3" fmla="val 50138"/>
              <a:gd name="adj4" fmla="val -20619"/>
              <a:gd name="adj5" fmla="val 110837"/>
              <a:gd name="adj6" fmla="val -3180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Local variable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64F822D9-BF36-4E02-A90B-2890AD4DE57B}"/>
              </a:ext>
            </a:extLst>
          </p:cNvPr>
          <p:cNvSpPr/>
          <p:nvPr/>
        </p:nvSpPr>
        <p:spPr>
          <a:xfrm>
            <a:off x="5737933" y="5873927"/>
            <a:ext cx="2785421" cy="463905"/>
          </a:xfrm>
          <a:prstGeom prst="callout2">
            <a:avLst>
              <a:gd name="adj1" fmla="val 49585"/>
              <a:gd name="adj2" fmla="val -2678"/>
              <a:gd name="adj3" fmla="val 52301"/>
              <a:gd name="adj4" fmla="val -28203"/>
              <a:gd name="adj5" fmla="val -18771"/>
              <a:gd name="adj6" fmla="val -3858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Global variable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E0381D51-F992-464F-BC3E-AEED0A3A459F}"/>
              </a:ext>
            </a:extLst>
          </p:cNvPr>
          <p:cNvSpPr/>
          <p:nvPr/>
        </p:nvSpPr>
        <p:spPr>
          <a:xfrm flipH="1">
            <a:off x="125729" y="3429000"/>
            <a:ext cx="2349467" cy="505431"/>
          </a:xfrm>
          <a:prstGeom prst="callout2">
            <a:avLst>
              <a:gd name="adj1" fmla="val 49438"/>
              <a:gd name="adj2" fmla="val -6442"/>
              <a:gd name="adj3" fmla="val 47877"/>
              <a:gd name="adj4" fmla="val -31322"/>
              <a:gd name="adj5" fmla="val 11333"/>
              <a:gd name="adj6" fmla="val -5690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Local variable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8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Global and Local Variables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27903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(local1):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local2 = local1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local2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global1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global2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(global1)</a:t>
            </a:r>
          </a:p>
        </p:txBody>
      </p:sp>
    </p:spTree>
    <p:extLst>
      <p:ext uri="{BB962C8B-B14F-4D97-AF65-F5344CB8AC3E}">
        <p14:creationId xmlns:p14="http://schemas.microsoft.com/office/powerpoint/2010/main" val="32633925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27903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(local1):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local2 = local1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local2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global1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global2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(global1)</a:t>
            </a:r>
          </a:p>
        </p:txBody>
      </p:sp>
      <p:sp>
        <p:nvSpPr>
          <p:cNvPr id="13" name="Right Brace 12">
            <a:extLst>
              <a:ext uri="{FF2B5EF4-FFF2-40B4-BE49-F238E27FC236}">
                <a16:creationId xmlns:a16="http://schemas.microsoft.com/office/drawing/2014/main" id="{4EC898D5-A860-4456-9BB0-AF1597733438}"/>
              </a:ext>
            </a:extLst>
          </p:cNvPr>
          <p:cNvSpPr/>
          <p:nvPr/>
        </p:nvSpPr>
        <p:spPr>
          <a:xfrm>
            <a:off x="10206346" y="2393695"/>
            <a:ext cx="720121" cy="3667402"/>
          </a:xfrm>
          <a:prstGeom prst="rightBrace">
            <a:avLst>
              <a:gd name="adj1" fmla="val 0"/>
              <a:gd name="adj2" fmla="val 50000"/>
            </a:avLst>
          </a:prstGeom>
          <a:ln w="571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5B97E84-D314-4DF4-AD03-F205FE5A17D3}"/>
              </a:ext>
            </a:extLst>
          </p:cNvPr>
          <p:cNvSpPr/>
          <p:nvPr/>
        </p:nvSpPr>
        <p:spPr>
          <a:xfrm>
            <a:off x="9202986" y="2644777"/>
            <a:ext cx="360257" cy="1712300"/>
          </a:xfrm>
          <a:prstGeom prst="rightBrace">
            <a:avLst>
              <a:gd name="adj1" fmla="val 5448"/>
              <a:gd name="adj2" fmla="val 50000"/>
            </a:avLst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28CF5F6-9251-4A3B-9E63-3ECA5A0D8FE4}"/>
              </a:ext>
            </a:extLst>
          </p:cNvPr>
          <p:cNvSpPr txBox="1"/>
          <p:nvPr/>
        </p:nvSpPr>
        <p:spPr>
          <a:xfrm rot="16200000">
            <a:off x="9053680" y="3239317"/>
            <a:ext cx="1910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Local </a:t>
            </a:r>
            <a:r>
              <a:rPr lang="en-GB" sz="2800" b="1" dirty="0">
                <a:solidFill>
                  <a:srgbClr val="7030A0"/>
                </a:solidFill>
              </a:rPr>
              <a:t>Scope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5D1C12-1DFA-49F8-8DAE-9B77E9EC1DBA}"/>
              </a:ext>
            </a:extLst>
          </p:cNvPr>
          <p:cNvSpPr txBox="1"/>
          <p:nvPr/>
        </p:nvSpPr>
        <p:spPr>
          <a:xfrm rot="16200000">
            <a:off x="10325832" y="3965785"/>
            <a:ext cx="21193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00B050"/>
                </a:solidFill>
              </a:rPr>
              <a:t>Global </a:t>
            </a:r>
            <a:r>
              <a:rPr lang="en-GB" sz="2800" b="1" dirty="0">
                <a:solidFill>
                  <a:srgbClr val="7030A0"/>
                </a:solidFill>
              </a:rPr>
              <a:t>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82A04F-7091-4266-84FC-B7D2631DFD55}"/>
              </a:ext>
            </a:extLst>
          </p:cNvPr>
          <p:cNvSpPr txBox="1"/>
          <p:nvPr/>
        </p:nvSpPr>
        <p:spPr>
          <a:xfrm>
            <a:off x="7008343" y="800493"/>
            <a:ext cx="391812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FF0000"/>
                </a:solidFill>
              </a:rPr>
              <a:t>Local</a:t>
            </a:r>
            <a:r>
              <a:rPr lang="en-GB" sz="2800" b="1" dirty="0">
                <a:solidFill>
                  <a:srgbClr val="7030A0"/>
                </a:solidFill>
              </a:rPr>
              <a:t> – sub-program only</a:t>
            </a:r>
          </a:p>
          <a:p>
            <a:r>
              <a:rPr lang="en-GB" sz="2800" b="1" dirty="0">
                <a:solidFill>
                  <a:srgbClr val="00B050"/>
                </a:solidFill>
              </a:rPr>
              <a:t>Global</a:t>
            </a:r>
            <a:r>
              <a:rPr lang="en-GB" sz="2800" b="1" dirty="0">
                <a:solidFill>
                  <a:srgbClr val="7030A0"/>
                </a:solidFill>
              </a:rPr>
              <a:t> – whole program</a:t>
            </a:r>
          </a:p>
        </p:txBody>
      </p:sp>
      <p:sp>
        <p:nvSpPr>
          <p:cNvPr id="9" name="An array is">
            <a:extLst>
              <a:ext uri="{FF2B5EF4-FFF2-40B4-BE49-F238E27FC236}">
                <a16:creationId xmlns:a16="http://schemas.microsoft.com/office/drawing/2014/main" id="{2A7B0D47-D30C-44DA-8309-5F8442B2DC71}"/>
              </a:ext>
            </a:extLst>
          </p:cNvPr>
          <p:cNvSpPr txBox="1"/>
          <p:nvPr/>
        </p:nvSpPr>
        <p:spPr>
          <a:xfrm>
            <a:off x="2277012" y="6057523"/>
            <a:ext cx="7637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Scope: where variable name is understood</a:t>
            </a:r>
          </a:p>
        </p:txBody>
      </p:sp>
    </p:spTree>
    <p:extLst>
      <p:ext uri="{BB962C8B-B14F-4D97-AF65-F5344CB8AC3E}">
        <p14:creationId xmlns:p14="http://schemas.microsoft.com/office/powerpoint/2010/main" val="18848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/>
      <p:bldP spid="18" grpId="0"/>
      <p:bldP spid="3" grpId="0" build="p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Scope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279031" y="2457607"/>
            <a:ext cx="875407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(local1):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local2 = local1 **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local2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global1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global2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cube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(global1)</a:t>
            </a:r>
          </a:p>
        </p:txBody>
      </p:sp>
    </p:spTree>
    <p:extLst>
      <p:ext uri="{BB962C8B-B14F-4D97-AF65-F5344CB8AC3E}">
        <p14:creationId xmlns:p14="http://schemas.microsoft.com/office/powerpoint/2010/main" val="36445620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AD00-0680-B393-BAB5-F56D5D7C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Scope –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AE6C9-2718-BF30-0BF1-4F0C1E41E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mySubProgram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2 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value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42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3 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  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"Subprogram: 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4 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3.14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6 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"Main program: 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7 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mySubProgram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8 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"Main program: 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699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2AD00-0680-B393-BAB5-F56D5D7CB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 Scope – 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AE6C9-2718-BF30-0BF1-4F0C1E41E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1 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mySubProgram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/>
              </a:rPr>
              <a:t>2 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/>
              </a:rPr>
              <a:t>    </a:t>
            </a:r>
            <a:r>
              <a:rPr lang="en-US" altLang="en-US" sz="3200" dirty="0">
                <a:solidFill>
                  <a:srgbClr val="0086B3"/>
                </a:solidFill>
                <a:latin typeface="Consolas"/>
              </a:rPr>
              <a:t>global</a:t>
            </a:r>
            <a:r>
              <a:rPr lang="en-US" altLang="en-US" sz="3200" dirty="0">
                <a:solidFill>
                  <a:srgbClr val="000000"/>
                </a:solidFill>
                <a:latin typeface="Consolas"/>
              </a:rPr>
              <a:t> value</a:t>
            </a:r>
            <a:endParaRPr lang="en-US" altLang="en-US" sz="3200" dirty="0">
              <a:solidFill>
                <a:srgbClr val="0086B3"/>
              </a:solidFill>
              <a:latin typeface="Consolas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/>
              </a:rPr>
              <a:t>3 </a:t>
            </a:r>
            <a:r>
              <a:rPr lang="en-US" altLang="en-US" sz="3200" dirty="0">
                <a:solidFill>
                  <a:srgbClr val="000000"/>
                </a:solidFill>
                <a:latin typeface="Consolas"/>
              </a:rPr>
              <a:t>    </a:t>
            </a:r>
            <a:r>
              <a:rPr lang="en-US" sz="3200" dirty="0">
                <a:solidFill>
                  <a:srgbClr val="000000"/>
                </a:solidFill>
                <a:latin typeface="Consolas"/>
              </a:rPr>
              <a:t>value = </a:t>
            </a:r>
            <a:r>
              <a:rPr lang="en-US" sz="3200" dirty="0">
                <a:solidFill>
                  <a:srgbClr val="0086B3"/>
                </a:solidFill>
                <a:latin typeface="Consolas"/>
              </a:rPr>
              <a:t>42</a:t>
            </a: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4 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5 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 =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3.14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6 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"Main program: 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7 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mySubProgram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B2B2B2"/>
                </a:solidFill>
                <a:effectLst/>
                <a:latin typeface="Consolas" panose="020B0609020204030204" pitchFamily="49" charset="0"/>
              </a:rPr>
              <a:t>8 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A71D5D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183691"/>
                </a:solidFill>
                <a:effectLst/>
                <a:latin typeface="Consolas" panose="020B0609020204030204" pitchFamily="49" charset="0"/>
              </a:rPr>
              <a:t>"Main program: "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86B3"/>
                </a:solidFill>
                <a:effectLst/>
                <a:latin typeface="Consolas" panose="020B0609020204030204" pitchFamily="49" charset="0"/>
              </a:rPr>
              <a:t>str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(value))</a:t>
            </a:r>
            <a:endParaRPr kumimoji="0" lang="en-US" altLang="en-US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06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Scope</a:t>
            </a:r>
            <a:r>
              <a:rPr lang="en-GB" dirty="0">
                <a:solidFill>
                  <a:srgbClr val="0070C0"/>
                </a:solidFill>
              </a:rPr>
              <a:t> </a:t>
            </a:r>
            <a:r>
              <a:rPr lang="en-GB" dirty="0"/>
              <a:t>of a Variable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3411DB-FC5C-40F5-B0C3-41B11D988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sz="3600" dirty="0">
                <a:solidFill>
                  <a:srgbClr val="00B050"/>
                </a:solidFill>
              </a:rPr>
              <a:t>Local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A local variable </a:t>
            </a:r>
            <a:r>
              <a:rPr lang="en-GB" sz="2800" b="1" dirty="0"/>
              <a:t>only</a:t>
            </a:r>
            <a:r>
              <a:rPr lang="en-GB" sz="2800" dirty="0"/>
              <a:t> exists within the subprogram that declared it.</a:t>
            </a:r>
          </a:p>
          <a:p>
            <a:pPr marL="0" indent="0">
              <a:buNone/>
            </a:pPr>
            <a:endParaRPr lang="en-GB" sz="2800" dirty="0"/>
          </a:p>
          <a:p>
            <a:r>
              <a:rPr lang="en-GB" sz="2800" dirty="0"/>
              <a:t>It can only be changed within that subprogram and will not be recognised by any other.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1B6B67C-9443-4F56-972D-37852E905B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sz="3600" dirty="0">
                <a:solidFill>
                  <a:srgbClr val="0070C0"/>
                </a:solidFill>
              </a:rPr>
              <a:t>Global</a:t>
            </a:r>
            <a:endParaRPr lang="en-GB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0647B3A-CF48-4BC1-A2B2-C646E2C6646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>
                <a:solidFill>
                  <a:prstClr val="black"/>
                </a:solidFill>
              </a:rPr>
              <a:t>A global variable can be used by all subprograms within the program. </a:t>
            </a:r>
          </a:p>
          <a:p>
            <a:pPr marL="0" indent="0">
              <a:buNone/>
            </a:pPr>
            <a:endParaRPr lang="en-GB" dirty="0">
              <a:solidFill>
                <a:prstClr val="black"/>
              </a:solidFill>
            </a:endParaRPr>
          </a:p>
          <a:p>
            <a:r>
              <a:rPr lang="en-GB" dirty="0">
                <a:solidFill>
                  <a:prstClr val="black"/>
                </a:solidFill>
              </a:rPr>
              <a:t>It can be changed by any subprogram within the program. (Not recommended!) 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312024" y="1848497"/>
            <a:ext cx="361074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25308" y="987883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u="sng" dirty="0">
                <a:solidFill>
                  <a:srgbClr val="0070C0"/>
                </a:solidFill>
                <a:latin typeface="Calibri"/>
              </a:rPr>
              <a:t> </a:t>
            </a:r>
            <a:endParaRPr lang="en-GB" b="1" u="sng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63552" y="5733257"/>
            <a:ext cx="84969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In terms of </a:t>
            </a:r>
            <a:r>
              <a:rPr lang="en-GB" sz="2400" b="1" dirty="0">
                <a:solidFill>
                  <a:prstClr val="black"/>
                </a:solidFill>
                <a:latin typeface="Calibri"/>
              </a:rPr>
              <a:t>efficiency</a:t>
            </a:r>
            <a:r>
              <a:rPr lang="en-GB" sz="2400" dirty="0">
                <a:solidFill>
                  <a:prstClr val="black"/>
                </a:solidFill>
                <a:latin typeface="Calibri"/>
              </a:rPr>
              <a:t> of code it is recommended</a:t>
            </a:r>
          </a:p>
          <a:p>
            <a:pPr algn="ctr"/>
            <a:r>
              <a:rPr lang="en-GB" sz="2400" dirty="0">
                <a:solidFill>
                  <a:prstClr val="black"/>
                </a:solidFill>
                <a:latin typeface="Calibri"/>
              </a:rPr>
              <a:t>to use </a:t>
            </a:r>
            <a:r>
              <a:rPr lang="en-GB" sz="2400" b="1" dirty="0">
                <a:solidFill>
                  <a:prstClr val="black"/>
                </a:solidFill>
                <a:latin typeface="Calibri"/>
              </a:rPr>
              <a:t>local</a:t>
            </a:r>
            <a:r>
              <a:rPr lang="en-GB" sz="2400" dirty="0">
                <a:solidFill>
                  <a:prstClr val="black"/>
                </a:solidFill>
                <a:latin typeface="Calibri"/>
              </a:rPr>
              <a:t> variables where possible. </a:t>
            </a:r>
          </a:p>
        </p:txBody>
      </p:sp>
    </p:spTree>
    <p:extLst>
      <p:ext uri="{BB962C8B-B14F-4D97-AF65-F5344CB8AC3E}">
        <p14:creationId xmlns:p14="http://schemas.microsoft.com/office/powerpoint/2010/main" val="4207450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b="1" dirty="0">
                <a:latin typeface="+mn-lt"/>
                <a:cs typeface="Arial" charset="0"/>
              </a:rPr>
              <a:t>Benefits of Sub-programs</a:t>
            </a:r>
            <a:endParaRPr lang="en-GB" sz="4000" dirty="0">
              <a:latin typeface="+mn-l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719E29-BF4E-48F1-95E1-BEA6812C1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0" hangingPunct="0">
              <a:spcAft>
                <a:spcPts val="1200"/>
              </a:spcAft>
            </a:pPr>
            <a:r>
              <a:rPr lang="en-GB" sz="3600" dirty="0">
                <a:cs typeface="Arial" charset="0"/>
              </a:rPr>
              <a:t>Main section of code </a:t>
            </a:r>
            <a:r>
              <a:rPr lang="en-GB" sz="3600" b="1" dirty="0">
                <a:cs typeface="Arial" charset="0"/>
              </a:rPr>
              <a:t>simpler</a:t>
            </a:r>
            <a:r>
              <a:rPr lang="en-GB" sz="3600" dirty="0">
                <a:cs typeface="Arial" charset="0"/>
              </a:rPr>
              <a:t> and more </a:t>
            </a:r>
            <a:r>
              <a:rPr lang="en-GB" sz="3600" b="1" dirty="0">
                <a:cs typeface="Arial" charset="0"/>
              </a:rPr>
              <a:t>readable</a:t>
            </a:r>
            <a:endParaRPr lang="en-GB" sz="3600" dirty="0">
              <a:cs typeface="Arial" charset="0"/>
            </a:endParaRPr>
          </a:p>
          <a:p>
            <a:pPr eaLnBrk="0" hangingPunct="0">
              <a:spcAft>
                <a:spcPts val="1200"/>
              </a:spcAft>
            </a:pPr>
            <a:r>
              <a:rPr lang="en-GB" sz="3600" dirty="0">
                <a:cs typeface="Arial" charset="0"/>
              </a:rPr>
              <a:t>Can be </a:t>
            </a:r>
            <a:r>
              <a:rPr lang="en-GB" sz="3600" b="1" dirty="0">
                <a:cs typeface="Arial" charset="0"/>
              </a:rPr>
              <a:t>called several times</a:t>
            </a:r>
            <a:r>
              <a:rPr lang="en-GB" sz="3600" dirty="0">
                <a:cs typeface="Arial" charset="0"/>
              </a:rPr>
              <a:t> in a program</a:t>
            </a:r>
          </a:p>
          <a:p>
            <a:pPr eaLnBrk="0" hangingPunct="0">
              <a:spcAft>
                <a:spcPts val="1200"/>
              </a:spcAft>
            </a:pPr>
            <a:r>
              <a:rPr lang="en-GB" sz="3600" dirty="0">
                <a:cs typeface="Arial" charset="0"/>
              </a:rPr>
              <a:t>Can be saved separately to </a:t>
            </a:r>
            <a:r>
              <a:rPr lang="en-GB" sz="3600" b="1" dirty="0">
                <a:cs typeface="Arial" charset="0"/>
              </a:rPr>
              <a:t>aid modularity</a:t>
            </a:r>
            <a:endParaRPr lang="en-GB" sz="3600" dirty="0">
              <a:cs typeface="Arial" charset="0"/>
            </a:endParaRPr>
          </a:p>
          <a:p>
            <a:pPr eaLnBrk="0" hangingPunct="0">
              <a:spcAft>
                <a:spcPts val="1200"/>
              </a:spcAft>
            </a:pPr>
            <a:r>
              <a:rPr lang="en-GB" sz="3600" dirty="0">
                <a:cs typeface="Arial" charset="0"/>
              </a:rPr>
              <a:t>Can be saved separately </a:t>
            </a:r>
            <a:r>
              <a:rPr lang="en-GB" sz="3600" b="1" dirty="0">
                <a:cs typeface="Arial" charset="0"/>
              </a:rPr>
              <a:t>for re-use in other programs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4138570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Docstrings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838200" y="2274838"/>
            <a:ext cx="93009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power):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"""Raise a base to a power</a:t>
            </a:r>
            <a:r>
              <a:rPr lang="en-GB" sz="3600" dirty="0">
                <a:solidFill>
                  <a:srgbClr val="183691"/>
                </a:solidFill>
                <a:latin typeface="Consolas" panose="020B0609020204030204" pitchFamily="49" charset="0"/>
              </a:rPr>
              <a:t>.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value = base ** power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value</a:t>
            </a:r>
          </a:p>
        </p:txBody>
      </p:sp>
      <p:sp>
        <p:nvSpPr>
          <p:cNvPr id="9" name="An array is">
            <a:extLst>
              <a:ext uri="{FF2B5EF4-FFF2-40B4-BE49-F238E27FC236}">
                <a16:creationId xmlns:a16="http://schemas.microsoft.com/office/drawing/2014/main" id="{CE53807C-0EE1-242A-430E-565F7F51A109}"/>
              </a:ext>
            </a:extLst>
          </p:cNvPr>
          <p:cNvSpPr txBox="1"/>
          <p:nvPr/>
        </p:nvSpPr>
        <p:spPr>
          <a:xfrm>
            <a:off x="2191824" y="5908100"/>
            <a:ext cx="780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Type </a:t>
            </a:r>
            <a:r>
              <a:rPr lang="en-GB" sz="3200" b="1" dirty="0">
                <a:latin typeface="Consolas" panose="020B0609020204030204" pitchFamily="49" charset="0"/>
              </a:rPr>
              <a:t>help(exp)</a:t>
            </a:r>
            <a:r>
              <a:rPr lang="en-GB" sz="3200" b="1" dirty="0">
                <a:solidFill>
                  <a:srgbClr val="7030A0"/>
                </a:solidFill>
              </a:rPr>
              <a:t> in console / shell to view </a:t>
            </a: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0E9DF95E-E94E-519C-BC97-FD68043A93A6}"/>
              </a:ext>
            </a:extLst>
          </p:cNvPr>
          <p:cNvSpPr/>
          <p:nvPr/>
        </p:nvSpPr>
        <p:spPr>
          <a:xfrm>
            <a:off x="9702918" y="1847725"/>
            <a:ext cx="1650882" cy="505431"/>
          </a:xfrm>
          <a:prstGeom prst="callout2">
            <a:avLst>
              <a:gd name="adj1" fmla="val 49948"/>
              <a:gd name="adj2" fmla="val -152"/>
              <a:gd name="adj3" fmla="val 50766"/>
              <a:gd name="adj4" fmla="val -35048"/>
              <a:gd name="adj5" fmla="val 196036"/>
              <a:gd name="adj6" fmla="val -5897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Docstring</a:t>
            </a:r>
            <a:endParaRPr lang="en-GB" sz="2800" dirty="0">
              <a:solidFill>
                <a:srgbClr val="7030A0"/>
              </a:solidFill>
            </a:endParaRPr>
          </a:p>
        </p:txBody>
      </p:sp>
      <p:sp>
        <p:nvSpPr>
          <p:cNvPr id="4" name="Callout: Bent Line with No Border 2">
            <a:extLst>
              <a:ext uri="{FF2B5EF4-FFF2-40B4-BE49-F238E27FC236}">
                <a16:creationId xmlns:a16="http://schemas.microsoft.com/office/drawing/2014/main" id="{FE8AB782-1C09-1F87-DFCF-ACA0D0F12B4B}"/>
              </a:ext>
            </a:extLst>
          </p:cNvPr>
          <p:cNvSpPr/>
          <p:nvPr/>
        </p:nvSpPr>
        <p:spPr>
          <a:xfrm>
            <a:off x="10163436" y="4077731"/>
            <a:ext cx="1279264" cy="505431"/>
          </a:xfrm>
          <a:prstGeom prst="callout2">
            <a:avLst>
              <a:gd name="adj1" fmla="val 49948"/>
              <a:gd name="adj2" fmla="val -152"/>
              <a:gd name="adj3" fmla="val 49877"/>
              <a:gd name="adj4" fmla="val -9293"/>
              <a:gd name="adj5" fmla="val -172314"/>
              <a:gd name="adj6" fmla="val -4244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Triple "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5766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9" grpId="0"/>
      <p:bldP spid="3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Docstrings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838200" y="2274838"/>
            <a:ext cx="930094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exp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power):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"""Raise a base to a power</a:t>
            </a:r>
            <a:r>
              <a:rPr lang="en-GB" sz="3600" dirty="0">
                <a:solidFill>
                  <a:srgbClr val="183691"/>
                </a:solidFill>
                <a:latin typeface="Consolas" panose="020B0609020204030204" pitchFamily="49" charset="0"/>
              </a:rPr>
              <a:t>.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value = base ** power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value</a:t>
            </a:r>
          </a:p>
        </p:txBody>
      </p:sp>
    </p:spTree>
    <p:extLst>
      <p:ext uri="{BB962C8B-B14F-4D97-AF65-F5344CB8AC3E}">
        <p14:creationId xmlns:p14="http://schemas.microsoft.com/office/powerpoint/2010/main" val="245614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25836-514B-B5D5-F16B-7291B0D66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AE369-1D9E-D5DD-C32C-F4BA12F90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Docstrings - Multiline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AE5C30-DD9E-6A59-4D4E-D5F2862767D5}"/>
              </a:ext>
            </a:extLst>
          </p:cNvPr>
          <p:cNvSpPr txBox="1"/>
          <p:nvPr/>
        </p:nvSpPr>
        <p:spPr>
          <a:xfrm>
            <a:off x="352426" y="2274838"/>
            <a:ext cx="112204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areaOfTri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height):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GB" sz="3600" dirty="0">
                <a:solidFill>
                  <a:srgbClr val="183691"/>
                </a:solidFill>
                <a:latin typeface="Consolas" panose="020B0609020204030204" pitchFamily="49" charset="0"/>
              </a:rPr>
              <a:t>"Calculate the area of a triangle.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  base   -- the measurement across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  height -- the measurement 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n array is">
            <a:extLst>
              <a:ext uri="{FF2B5EF4-FFF2-40B4-BE49-F238E27FC236}">
                <a16:creationId xmlns:a16="http://schemas.microsoft.com/office/drawing/2014/main" id="{46EF930E-E89D-3665-7E38-F8CCE36F1868}"/>
              </a:ext>
            </a:extLst>
          </p:cNvPr>
          <p:cNvSpPr txBox="1"/>
          <p:nvPr/>
        </p:nvSpPr>
        <p:spPr>
          <a:xfrm>
            <a:off x="1581689" y="5908100"/>
            <a:ext cx="90286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Type </a:t>
            </a:r>
            <a:r>
              <a:rPr lang="en-GB" sz="3200" b="1" dirty="0">
                <a:latin typeface="Consolas" panose="020B0609020204030204" pitchFamily="49" charset="0"/>
              </a:rPr>
              <a:t>help(</a:t>
            </a:r>
            <a:r>
              <a:rPr lang="en-GB" sz="3200" b="1" dirty="0" err="1">
                <a:latin typeface="Consolas" panose="020B0609020204030204" pitchFamily="49" charset="0"/>
              </a:rPr>
              <a:t>areaOfTri</a:t>
            </a:r>
            <a:r>
              <a:rPr lang="en-GB" sz="3200" b="1" dirty="0">
                <a:latin typeface="Consolas" panose="020B0609020204030204" pitchFamily="49" charset="0"/>
              </a:rPr>
              <a:t>)</a:t>
            </a:r>
            <a:r>
              <a:rPr lang="en-GB" sz="3200" b="1" dirty="0">
                <a:solidFill>
                  <a:srgbClr val="7030A0"/>
                </a:solidFill>
              </a:rPr>
              <a:t> in console / shell to view </a:t>
            </a:r>
          </a:p>
        </p:txBody>
      </p:sp>
      <p:sp>
        <p:nvSpPr>
          <p:cNvPr id="3" name="Callout: Bent Line with No Border 2">
            <a:extLst>
              <a:ext uri="{FF2B5EF4-FFF2-40B4-BE49-F238E27FC236}">
                <a16:creationId xmlns:a16="http://schemas.microsoft.com/office/drawing/2014/main" id="{257D759C-897A-47A7-F507-12879F474107}"/>
              </a:ext>
            </a:extLst>
          </p:cNvPr>
          <p:cNvSpPr/>
          <p:nvPr/>
        </p:nvSpPr>
        <p:spPr>
          <a:xfrm>
            <a:off x="3653579" y="5185727"/>
            <a:ext cx="2727686" cy="505431"/>
          </a:xfrm>
          <a:prstGeom prst="callout2">
            <a:avLst>
              <a:gd name="adj1" fmla="val 49948"/>
              <a:gd name="adj2" fmla="val -152"/>
              <a:gd name="adj3" fmla="val 49877"/>
              <a:gd name="adj4" fmla="val -9293"/>
              <a:gd name="adj5" fmla="val 8601"/>
              <a:gd name="adj6" fmla="val -3242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On separate line</a:t>
            </a:r>
            <a:endParaRPr lang="en-GB" sz="28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769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9" grpId="0"/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6ED35A-C4F6-06A4-00BC-4AD0A4891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CE9F7-8B22-2C9D-B9FD-1587B82CB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Docstrings - Multiline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61683F-9967-821B-F4E4-20D59D6CF14E}"/>
              </a:ext>
            </a:extLst>
          </p:cNvPr>
          <p:cNvSpPr txBox="1"/>
          <p:nvPr/>
        </p:nvSpPr>
        <p:spPr>
          <a:xfrm>
            <a:off x="352426" y="2274838"/>
            <a:ext cx="112204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areaOfTri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(base, height):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    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GB" sz="3600" dirty="0">
                <a:solidFill>
                  <a:srgbClr val="183691"/>
                </a:solidFill>
                <a:latin typeface="Consolas" panose="020B0609020204030204" pitchFamily="49" charset="0"/>
              </a:rPr>
              <a:t>"Calculate the area of a triangle.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  base   -- the measurement across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GB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  height -- the measurement up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la-Latn" sz="36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An array is">
            <a:extLst>
              <a:ext uri="{FF2B5EF4-FFF2-40B4-BE49-F238E27FC236}">
                <a16:creationId xmlns:a16="http://schemas.microsoft.com/office/drawing/2014/main" id="{CC5B2E84-8DFA-8961-D30D-101D28411607}"/>
              </a:ext>
            </a:extLst>
          </p:cNvPr>
          <p:cNvSpPr txBox="1"/>
          <p:nvPr/>
        </p:nvSpPr>
        <p:spPr>
          <a:xfrm>
            <a:off x="2191824" y="5908100"/>
            <a:ext cx="78083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Type </a:t>
            </a:r>
            <a:r>
              <a:rPr lang="en-GB" sz="3200" b="1" dirty="0">
                <a:latin typeface="Consolas" panose="020B0609020204030204" pitchFamily="49" charset="0"/>
              </a:rPr>
              <a:t>help(exp)</a:t>
            </a:r>
            <a:r>
              <a:rPr lang="en-GB" sz="3200" b="1" dirty="0">
                <a:solidFill>
                  <a:srgbClr val="7030A0"/>
                </a:solidFill>
              </a:rPr>
              <a:t> in console / shell to view </a:t>
            </a:r>
          </a:p>
        </p:txBody>
      </p:sp>
    </p:spTree>
    <p:extLst>
      <p:ext uri="{BB962C8B-B14F-4D97-AF65-F5344CB8AC3E}">
        <p14:creationId xmlns:p14="http://schemas.microsoft.com/office/powerpoint/2010/main" val="40914676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3755-3AB6-2261-CC73-8ACC8ED1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248E-DB05-24FC-B97C-6526C8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0774B-6198-A85E-9F95-72368FCD20DE}"/>
              </a:ext>
            </a:extLst>
          </p:cNvPr>
          <p:cNvSpPr txBox="1"/>
          <p:nvPr/>
        </p:nvSpPr>
        <p:spPr>
          <a:xfrm>
            <a:off x="1744314" y="1814235"/>
            <a:ext cx="870336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sub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(num1: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     num2: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 -&gt;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result = num1 - num2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sub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5, 3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9" name="Note">
            <a:extLst>
              <a:ext uri="{FF2B5EF4-FFF2-40B4-BE49-F238E27FC236}">
                <a16:creationId xmlns:a16="http://schemas.microsoft.com/office/drawing/2014/main" id="{4B3FA018-ADC6-ED88-1676-50E7DD2ED7D8}"/>
              </a:ext>
            </a:extLst>
          </p:cNvPr>
          <p:cNvSpPr txBox="1"/>
          <p:nvPr/>
        </p:nvSpPr>
        <p:spPr>
          <a:xfrm>
            <a:off x="3096159" y="5908100"/>
            <a:ext cx="5999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Actual parameters passed in order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7536217B-CB3B-A512-2037-FF6D8B85D2F5}"/>
              </a:ext>
            </a:extLst>
          </p:cNvPr>
          <p:cNvSpPr/>
          <p:nvPr/>
        </p:nvSpPr>
        <p:spPr>
          <a:xfrm flipH="1">
            <a:off x="3750788" y="1350330"/>
            <a:ext cx="1686834" cy="463905"/>
          </a:xfrm>
          <a:prstGeom prst="callout2">
            <a:avLst>
              <a:gd name="adj1" fmla="val 49841"/>
              <a:gd name="adj2" fmla="val -133"/>
              <a:gd name="adj3" fmla="val 49837"/>
              <a:gd name="adj4" fmla="val -19996"/>
              <a:gd name="adj5" fmla="val 129016"/>
              <a:gd name="adj6" fmla="val -2794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Data type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37EE882D-DDF7-C77F-64BE-B457C07590EA}"/>
              </a:ext>
            </a:extLst>
          </p:cNvPr>
          <p:cNvSpPr/>
          <p:nvPr/>
        </p:nvSpPr>
        <p:spPr>
          <a:xfrm>
            <a:off x="9457792" y="3120924"/>
            <a:ext cx="1608195" cy="866775"/>
          </a:xfrm>
          <a:prstGeom prst="callout2">
            <a:avLst>
              <a:gd name="adj1" fmla="val 50047"/>
              <a:gd name="adj2" fmla="val -131"/>
              <a:gd name="adj3" fmla="val 49837"/>
              <a:gd name="adj4" fmla="val -19996"/>
              <a:gd name="adj5" fmla="val -25899"/>
              <a:gd name="adj6" fmla="val -5409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Return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data type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565D8-44FB-BE1C-9CC0-E77B4AC0F490}"/>
              </a:ext>
            </a:extLst>
          </p:cNvPr>
          <p:cNvSpPr txBox="1"/>
          <p:nvPr/>
        </p:nvSpPr>
        <p:spPr>
          <a:xfrm>
            <a:off x="7385091" y="593537"/>
            <a:ext cx="4410028" cy="107721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>
                <a:solidFill>
                  <a:srgbClr val="7030A0"/>
                </a:solidFill>
              </a:rPr>
              <a:t>Code in (</a:t>
            </a:r>
            <a:r>
              <a:rPr lang="pt-BR" sz="3200" b="1" i="1" dirty="0">
                <a:solidFill>
                  <a:srgbClr val="7030A0"/>
                </a:solidFill>
              </a:rPr>
              <a:t>brackets</a:t>
            </a:r>
            <a:r>
              <a:rPr lang="pt-BR" sz="3200" b="1" dirty="0">
                <a:solidFill>
                  <a:srgbClr val="7030A0"/>
                </a:solidFill>
              </a:rPr>
              <a:t>) can be split over multiple lines</a:t>
            </a:r>
            <a:endParaRPr lang="pt-BR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07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1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9" grpId="0"/>
      <p:bldP spid="8" grpId="0" animBg="1"/>
      <p:bldP spid="10" grpId="0" animBg="1"/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9CB8B6-129C-192F-E41E-54EE682C0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847A0-4195-2FEB-C9F8-78695EA96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CB7BE2-58C6-B239-DC00-9879991981E9}"/>
              </a:ext>
            </a:extLst>
          </p:cNvPr>
          <p:cNvSpPr txBox="1"/>
          <p:nvPr/>
        </p:nvSpPr>
        <p:spPr>
          <a:xfrm>
            <a:off x="1744314" y="1814235"/>
            <a:ext cx="8703367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sub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(num1: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     num2: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 -&gt;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result = num1 - num2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result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sub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5, 3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sub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73486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93755-3AB6-2261-CC73-8ACC8ED1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248E-DB05-24FC-B97C-6526C8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 – Multiple Return Values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0774B-6198-A85E-9F95-72368FCD20DE}"/>
              </a:ext>
            </a:extLst>
          </p:cNvPr>
          <p:cNvSpPr txBox="1"/>
          <p:nvPr/>
        </p:nvSpPr>
        <p:spPr>
          <a:xfrm>
            <a:off x="1744314" y="1814235"/>
            <a:ext cx="90227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myFunc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 -&gt;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tuple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"Hi"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myFunc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10" name="Callout: Bent Line with No Border 9">
            <a:extLst>
              <a:ext uri="{FF2B5EF4-FFF2-40B4-BE49-F238E27FC236}">
                <a16:creationId xmlns:a16="http://schemas.microsoft.com/office/drawing/2014/main" id="{37EE882D-DDF7-C77F-64BE-B457C07590EA}"/>
              </a:ext>
            </a:extLst>
          </p:cNvPr>
          <p:cNvSpPr/>
          <p:nvPr/>
        </p:nvSpPr>
        <p:spPr>
          <a:xfrm>
            <a:off x="7704345" y="2611037"/>
            <a:ext cx="3428481" cy="566503"/>
          </a:xfrm>
          <a:prstGeom prst="callout2">
            <a:avLst>
              <a:gd name="adj1" fmla="val 50047"/>
              <a:gd name="adj2" fmla="val -131"/>
              <a:gd name="adj3" fmla="val 49837"/>
              <a:gd name="adj4" fmla="val -11847"/>
              <a:gd name="adj5" fmla="val -40296"/>
              <a:gd name="adj6" fmla="val -1793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Return data structure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BC947E42-B85F-43EA-9809-1408F1740C1D}"/>
              </a:ext>
            </a:extLst>
          </p:cNvPr>
          <p:cNvSpPr/>
          <p:nvPr/>
        </p:nvSpPr>
        <p:spPr>
          <a:xfrm>
            <a:off x="6892290" y="1536565"/>
            <a:ext cx="4668103" cy="2673434"/>
          </a:xfrm>
          <a:custGeom>
            <a:avLst/>
            <a:gdLst>
              <a:gd name="connsiteX0" fmla="*/ 2617470 w 4668103"/>
              <a:gd name="connsiteY0" fmla="*/ 406535 h 2673434"/>
              <a:gd name="connsiteX1" fmla="*/ 3051810 w 4668103"/>
              <a:gd name="connsiteY1" fmla="*/ 97925 h 2673434"/>
              <a:gd name="connsiteX2" fmla="*/ 3817620 w 4668103"/>
              <a:gd name="connsiteY2" fmla="*/ 6485 h 2673434"/>
              <a:gd name="connsiteX3" fmla="*/ 4229100 w 4668103"/>
              <a:gd name="connsiteY3" fmla="*/ 246515 h 2673434"/>
              <a:gd name="connsiteX4" fmla="*/ 4560570 w 4668103"/>
              <a:gd name="connsiteY4" fmla="*/ 829445 h 2673434"/>
              <a:gd name="connsiteX5" fmla="*/ 4629150 w 4668103"/>
              <a:gd name="connsiteY5" fmla="*/ 1720985 h 2673434"/>
              <a:gd name="connsiteX6" fmla="*/ 4000500 w 4668103"/>
              <a:gd name="connsiteY6" fmla="*/ 2383925 h 2673434"/>
              <a:gd name="connsiteX7" fmla="*/ 3166110 w 4668103"/>
              <a:gd name="connsiteY7" fmla="*/ 2612525 h 2673434"/>
              <a:gd name="connsiteX8" fmla="*/ 1954530 w 4668103"/>
              <a:gd name="connsiteY8" fmla="*/ 2669675 h 2673434"/>
              <a:gd name="connsiteX9" fmla="*/ 914400 w 4668103"/>
              <a:gd name="connsiteY9" fmla="*/ 2532515 h 2673434"/>
              <a:gd name="connsiteX10" fmla="*/ 331470 w 4668103"/>
              <a:gd name="connsiteY10" fmla="*/ 2223905 h 2673434"/>
              <a:gd name="connsiteX11" fmla="*/ 0 w 4668103"/>
              <a:gd name="connsiteY11" fmla="*/ 1926725 h 26734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668103" h="2673434">
                <a:moveTo>
                  <a:pt x="2617470" y="406535"/>
                </a:moveTo>
                <a:cubicBezTo>
                  <a:pt x="2734627" y="285567"/>
                  <a:pt x="2851785" y="164600"/>
                  <a:pt x="3051810" y="97925"/>
                </a:cubicBezTo>
                <a:cubicBezTo>
                  <a:pt x="3251835" y="31250"/>
                  <a:pt x="3621405" y="-18280"/>
                  <a:pt x="3817620" y="6485"/>
                </a:cubicBezTo>
                <a:cubicBezTo>
                  <a:pt x="4013835" y="31250"/>
                  <a:pt x="4105275" y="109355"/>
                  <a:pt x="4229100" y="246515"/>
                </a:cubicBezTo>
                <a:cubicBezTo>
                  <a:pt x="4352925" y="383675"/>
                  <a:pt x="4493895" y="583700"/>
                  <a:pt x="4560570" y="829445"/>
                </a:cubicBezTo>
                <a:cubicBezTo>
                  <a:pt x="4627245" y="1075190"/>
                  <a:pt x="4722495" y="1461905"/>
                  <a:pt x="4629150" y="1720985"/>
                </a:cubicBezTo>
                <a:cubicBezTo>
                  <a:pt x="4535805" y="1980065"/>
                  <a:pt x="4244340" y="2235335"/>
                  <a:pt x="4000500" y="2383925"/>
                </a:cubicBezTo>
                <a:cubicBezTo>
                  <a:pt x="3756660" y="2532515"/>
                  <a:pt x="3507105" y="2564900"/>
                  <a:pt x="3166110" y="2612525"/>
                </a:cubicBezTo>
                <a:cubicBezTo>
                  <a:pt x="2825115" y="2660150"/>
                  <a:pt x="2329815" y="2683010"/>
                  <a:pt x="1954530" y="2669675"/>
                </a:cubicBezTo>
                <a:cubicBezTo>
                  <a:pt x="1579245" y="2656340"/>
                  <a:pt x="1184910" y="2606810"/>
                  <a:pt x="914400" y="2532515"/>
                </a:cubicBezTo>
                <a:cubicBezTo>
                  <a:pt x="643890" y="2458220"/>
                  <a:pt x="483870" y="2324870"/>
                  <a:pt x="331470" y="2223905"/>
                </a:cubicBezTo>
                <a:cubicBezTo>
                  <a:pt x="179070" y="2122940"/>
                  <a:pt x="89535" y="2024832"/>
                  <a:pt x="0" y="1926725"/>
                </a:cubicBezTo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GB" sz="2800" b="1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50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10" grpId="0" animBg="1"/>
      <p:bldP spid="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D93755-3AB6-2261-CC73-8ACC8ED19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248E-DB05-24FC-B97C-6526C8C2E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 Hinting – Multiple Return Values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10774B-6198-A85E-9F95-72368FCD20DE}"/>
              </a:ext>
            </a:extLst>
          </p:cNvPr>
          <p:cNvSpPr txBox="1"/>
          <p:nvPr/>
        </p:nvSpPr>
        <p:spPr>
          <a:xfrm>
            <a:off x="1744314" y="1814235"/>
            <a:ext cx="902274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def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myFunc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 -&gt;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tuple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return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"Hi"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myFunc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29128254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and use substrings</a:t>
            </a:r>
          </a:p>
        </p:txBody>
      </p:sp>
    </p:spTree>
    <p:extLst>
      <p:ext uri="{BB962C8B-B14F-4D97-AF65-F5344CB8AC3E}">
        <p14:creationId xmlns:p14="http://schemas.microsoft.com/office/powerpoint/2010/main" val="35313751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662812" y="2659559"/>
            <a:ext cx="6457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"Hello world"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as an Array</a:t>
            </a:r>
          </a:p>
        </p:txBody>
      </p:sp>
      <p:sp>
        <p:nvSpPr>
          <p:cNvPr id="17" name="Callout: Line with No Border 16">
            <a:extLst>
              <a:ext uri="{FF2B5EF4-FFF2-40B4-BE49-F238E27FC236}">
                <a16:creationId xmlns:a16="http://schemas.microsoft.com/office/drawing/2014/main" id="{85C18D86-6B28-449D-88D0-3DDD54B3E52A}"/>
              </a:ext>
            </a:extLst>
          </p:cNvPr>
          <p:cNvSpPr/>
          <p:nvPr/>
        </p:nvSpPr>
        <p:spPr>
          <a:xfrm>
            <a:off x="4907320" y="380357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0</a:t>
            </a:r>
          </a:p>
        </p:txBody>
      </p:sp>
      <p:sp>
        <p:nvSpPr>
          <p:cNvPr id="20" name="Callout: Line with No Border 19">
            <a:extLst>
              <a:ext uri="{FF2B5EF4-FFF2-40B4-BE49-F238E27FC236}">
                <a16:creationId xmlns:a16="http://schemas.microsoft.com/office/drawing/2014/main" id="{D62E806F-6536-4E84-9316-B27A0A5C16A1}"/>
              </a:ext>
            </a:extLst>
          </p:cNvPr>
          <p:cNvSpPr/>
          <p:nvPr/>
        </p:nvSpPr>
        <p:spPr>
          <a:xfrm>
            <a:off x="5218593" y="4276648"/>
            <a:ext cx="914400" cy="612648"/>
          </a:xfrm>
          <a:prstGeom prst="callout1">
            <a:avLst>
              <a:gd name="adj1" fmla="val -4882"/>
              <a:gd name="adj2" fmla="val 50834"/>
              <a:gd name="adj3" fmla="val -154731"/>
              <a:gd name="adj4" fmla="val 51154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076C1E77-F7EC-49E4-92F2-43F1658DE5D2}"/>
              </a:ext>
            </a:extLst>
          </p:cNvPr>
          <p:cNvSpPr/>
          <p:nvPr/>
        </p:nvSpPr>
        <p:spPr>
          <a:xfrm>
            <a:off x="5520155" y="380357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2</a:t>
            </a:r>
          </a:p>
        </p:txBody>
      </p:sp>
      <p:sp>
        <p:nvSpPr>
          <p:cNvPr id="22" name="Callout: Line with No Border 21">
            <a:extLst>
              <a:ext uri="{FF2B5EF4-FFF2-40B4-BE49-F238E27FC236}">
                <a16:creationId xmlns:a16="http://schemas.microsoft.com/office/drawing/2014/main" id="{60C6C13F-F9CC-42BC-9A21-1AC1D1E98B9F}"/>
              </a:ext>
            </a:extLst>
          </p:cNvPr>
          <p:cNvSpPr/>
          <p:nvPr/>
        </p:nvSpPr>
        <p:spPr>
          <a:xfrm>
            <a:off x="5838700" y="4276648"/>
            <a:ext cx="914400" cy="612648"/>
          </a:xfrm>
          <a:prstGeom prst="callout1">
            <a:avLst>
              <a:gd name="adj1" fmla="val -4882"/>
              <a:gd name="adj2" fmla="val 50834"/>
              <a:gd name="adj3" fmla="val -154362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23" name="Callout: Line with No Border 22">
            <a:extLst>
              <a:ext uri="{FF2B5EF4-FFF2-40B4-BE49-F238E27FC236}">
                <a16:creationId xmlns:a16="http://schemas.microsoft.com/office/drawing/2014/main" id="{8465EA88-7A8C-46BB-BFF1-6832DC19CF62}"/>
              </a:ext>
            </a:extLst>
          </p:cNvPr>
          <p:cNvSpPr/>
          <p:nvPr/>
        </p:nvSpPr>
        <p:spPr>
          <a:xfrm>
            <a:off x="7990449" y="3803573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8BE03-9EF5-457C-B37C-366FD4FA0984}"/>
              </a:ext>
            </a:extLst>
          </p:cNvPr>
          <p:cNvSpPr txBox="1"/>
          <p:nvPr/>
        </p:nvSpPr>
        <p:spPr>
          <a:xfrm>
            <a:off x="2909075" y="4026362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Index value:</a:t>
            </a:r>
          </a:p>
        </p:txBody>
      </p:sp>
      <p:sp>
        <p:nvSpPr>
          <p:cNvPr id="14" name="An array is">
            <a:extLst>
              <a:ext uri="{FF2B5EF4-FFF2-40B4-BE49-F238E27FC236}">
                <a16:creationId xmlns:a16="http://schemas.microsoft.com/office/drawing/2014/main" id="{BE9EBAD2-B6BA-4ACA-93C0-E172AEB63A0E}"/>
              </a:ext>
            </a:extLst>
          </p:cNvPr>
          <p:cNvSpPr txBox="1"/>
          <p:nvPr/>
        </p:nvSpPr>
        <p:spPr>
          <a:xfrm>
            <a:off x="3431014" y="5444556"/>
            <a:ext cx="53299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Think: An </a:t>
            </a:r>
            <a:r>
              <a:rPr lang="en-GB" sz="3200" b="1" i="1" dirty="0">
                <a:solidFill>
                  <a:srgbClr val="7030A0"/>
                </a:solidFill>
              </a:rPr>
              <a:t>array</a:t>
            </a:r>
            <a:r>
              <a:rPr lang="en-GB" sz="3200" b="1" dirty="0">
                <a:solidFill>
                  <a:srgbClr val="7030A0"/>
                </a:solidFill>
              </a:rPr>
              <a:t> of characters</a:t>
            </a:r>
          </a:p>
        </p:txBody>
      </p:sp>
    </p:spTree>
    <p:extLst>
      <p:ext uri="{BB962C8B-B14F-4D97-AF65-F5344CB8AC3E}">
        <p14:creationId xmlns:p14="http://schemas.microsoft.com/office/powerpoint/2010/main" val="3742260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"/>
                            </p:stCondLst>
                            <p:childTnLst>
                              <p:par>
                                <p:cTn id="3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20" grpId="0" animBg="1"/>
      <p:bldP spid="21" grpId="0" animBg="1"/>
      <p:bldP spid="22" grpId="0" animBg="1"/>
      <p:bldP spid="23" grpId="0" animBg="1"/>
      <p:bldP spid="24" grpId="0"/>
      <p:bldP spid="1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662812" y="2659559"/>
            <a:ext cx="6457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"Hello world"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as an Array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8BE03-9EF5-457C-B37C-366FD4FA0984}"/>
              </a:ext>
            </a:extLst>
          </p:cNvPr>
          <p:cNvSpPr txBox="1"/>
          <p:nvPr/>
        </p:nvSpPr>
        <p:spPr>
          <a:xfrm>
            <a:off x="2909075" y="4026362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Index value:</a:t>
            </a:r>
          </a:p>
        </p:txBody>
      </p:sp>
    </p:spTree>
    <p:extLst>
      <p:ext uri="{BB962C8B-B14F-4D97-AF65-F5344CB8AC3E}">
        <p14:creationId xmlns:p14="http://schemas.microsoft.com/office/powerpoint/2010/main" val="13930969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a Character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6000" dirty="0">
              <a:latin typeface="Arial" panose="020B0604020202020204" pitchFamily="34" charset="0"/>
            </a:endParaRPr>
          </a:p>
        </p:txBody>
      </p:sp>
      <p:sp>
        <p:nvSpPr>
          <p:cNvPr id="4" name="Callout: Bent Line with No Border 7">
            <a:extLst>
              <a:ext uri="{FF2B5EF4-FFF2-40B4-BE49-F238E27FC236}">
                <a16:creationId xmlns:a16="http://schemas.microsoft.com/office/drawing/2014/main" id="{5646312A-E3B2-4F22-B910-312355F92D6F}"/>
              </a:ext>
            </a:extLst>
          </p:cNvPr>
          <p:cNvSpPr/>
          <p:nvPr/>
        </p:nvSpPr>
        <p:spPr>
          <a:xfrm>
            <a:off x="7206654" y="4859294"/>
            <a:ext cx="1919377" cy="862642"/>
          </a:xfrm>
          <a:prstGeom prst="callout2">
            <a:avLst>
              <a:gd name="adj1" fmla="val 52750"/>
              <a:gd name="adj2" fmla="val -2245"/>
              <a:gd name="adj3" fmla="val 52934"/>
              <a:gd name="adj4" fmla="val -23248"/>
              <a:gd name="adj5" fmla="val -7915"/>
              <a:gd name="adj6" fmla="val -2344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Index</a:t>
            </a:r>
          </a:p>
        </p:txBody>
      </p:sp>
    </p:spTree>
    <p:extLst>
      <p:ext uri="{BB962C8B-B14F-4D97-AF65-F5344CB8AC3E}">
        <p14:creationId xmlns:p14="http://schemas.microsoft.com/office/powerpoint/2010/main" val="2438886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a Character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b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6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5698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Multiple Characters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Callout: Bent Line with No Border 7">
            <a:extLst>
              <a:ext uri="{FF2B5EF4-FFF2-40B4-BE49-F238E27FC236}">
                <a16:creationId xmlns:a16="http://schemas.microsoft.com/office/drawing/2014/main" id="{02EDABEA-F160-4918-98F6-FA9D8938A541}"/>
              </a:ext>
            </a:extLst>
          </p:cNvPr>
          <p:cNvSpPr/>
          <p:nvPr/>
        </p:nvSpPr>
        <p:spPr>
          <a:xfrm>
            <a:off x="7832296" y="4732106"/>
            <a:ext cx="1919377" cy="862642"/>
          </a:xfrm>
          <a:prstGeom prst="callout2">
            <a:avLst>
              <a:gd name="adj1" fmla="val 52750"/>
              <a:gd name="adj2" fmla="val -2245"/>
              <a:gd name="adj3" fmla="val 52934"/>
              <a:gd name="adj4" fmla="val -23248"/>
              <a:gd name="adj5" fmla="val -7915"/>
              <a:gd name="adj6" fmla="val -2344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Stop value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BA5F4D72-4401-430D-88EA-B709CAFF3DB8}"/>
              </a:ext>
            </a:extLst>
          </p:cNvPr>
          <p:cNvSpPr/>
          <p:nvPr/>
        </p:nvSpPr>
        <p:spPr>
          <a:xfrm>
            <a:off x="4515844" y="4732106"/>
            <a:ext cx="1820928" cy="862642"/>
          </a:xfrm>
          <a:prstGeom prst="callout2">
            <a:avLst>
              <a:gd name="adj1" fmla="val 52750"/>
              <a:gd name="adj2" fmla="val 100251"/>
              <a:gd name="adj3" fmla="val 52750"/>
              <a:gd name="adj4" fmla="val 123318"/>
              <a:gd name="adj5" fmla="val -7560"/>
              <a:gd name="adj6" fmla="val 12320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value</a:t>
            </a:r>
          </a:p>
        </p:txBody>
      </p:sp>
      <p:sp>
        <p:nvSpPr>
          <p:cNvPr id="3" name="An array is">
            <a:extLst>
              <a:ext uri="{FF2B5EF4-FFF2-40B4-BE49-F238E27FC236}">
                <a16:creationId xmlns:a16="http://schemas.microsoft.com/office/drawing/2014/main" id="{B7BB33C6-A613-EE2A-C9BD-B6F67DB8F502}"/>
              </a:ext>
            </a:extLst>
          </p:cNvPr>
          <p:cNvSpPr txBox="1"/>
          <p:nvPr/>
        </p:nvSpPr>
        <p:spPr>
          <a:xfrm>
            <a:off x="2968338" y="5785715"/>
            <a:ext cx="6255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Stop – Start = Number of characters </a:t>
            </a:r>
          </a:p>
        </p:txBody>
      </p:sp>
    </p:spTree>
    <p:extLst>
      <p:ext uri="{BB962C8B-B14F-4D97-AF65-F5344CB8AC3E}">
        <p14:creationId xmlns:p14="http://schemas.microsoft.com/office/powerpoint/2010/main" val="1962929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4" grpId="0" animBg="1"/>
      <p:bldP spid="5" grpId="0" animBg="1"/>
      <p:bldP spid="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Multiple Characters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2328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Left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Callout: Bent Line with No Border 7">
            <a:extLst>
              <a:ext uri="{FF2B5EF4-FFF2-40B4-BE49-F238E27FC236}">
                <a16:creationId xmlns:a16="http://schemas.microsoft.com/office/drawing/2014/main" id="{1F8C218C-5664-7811-6EA1-9711998690C6}"/>
              </a:ext>
            </a:extLst>
          </p:cNvPr>
          <p:cNvSpPr/>
          <p:nvPr/>
        </p:nvSpPr>
        <p:spPr>
          <a:xfrm>
            <a:off x="4473804" y="4826697"/>
            <a:ext cx="1820928" cy="862642"/>
          </a:xfrm>
          <a:prstGeom prst="callout2">
            <a:avLst>
              <a:gd name="adj1" fmla="val 52750"/>
              <a:gd name="adj2" fmla="val 100251"/>
              <a:gd name="adj3" fmla="val 52750"/>
              <a:gd name="adj4" fmla="val 123318"/>
              <a:gd name="adj5" fmla="val -7560"/>
              <a:gd name="adj6" fmla="val 12320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Start value omitted</a:t>
            </a:r>
          </a:p>
        </p:txBody>
      </p:sp>
      <p:sp>
        <p:nvSpPr>
          <p:cNvPr id="5" name="An array is">
            <a:extLst>
              <a:ext uri="{FF2B5EF4-FFF2-40B4-BE49-F238E27FC236}">
                <a16:creationId xmlns:a16="http://schemas.microsoft.com/office/drawing/2014/main" id="{7CCC04E2-551F-44D1-9FB9-AFC861A9CF17}"/>
              </a:ext>
            </a:extLst>
          </p:cNvPr>
          <p:cNvSpPr txBox="1"/>
          <p:nvPr/>
        </p:nvSpPr>
        <p:spPr>
          <a:xfrm>
            <a:off x="4473804" y="6026347"/>
            <a:ext cx="3239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Start value = 0</a:t>
            </a:r>
          </a:p>
        </p:txBody>
      </p:sp>
    </p:spTree>
    <p:extLst>
      <p:ext uri="{BB962C8B-B14F-4D97-AF65-F5344CB8AC3E}">
        <p14:creationId xmlns:p14="http://schemas.microsoft.com/office/powerpoint/2010/main" val="765643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/>
      <p:bldP spid="3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Left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50523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Mid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8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An array is">
            <a:extLst>
              <a:ext uri="{FF2B5EF4-FFF2-40B4-BE49-F238E27FC236}">
                <a16:creationId xmlns:a16="http://schemas.microsoft.com/office/drawing/2014/main" id="{B5332CB2-0AF3-D45E-A0B6-F136520B1798}"/>
              </a:ext>
            </a:extLst>
          </p:cNvPr>
          <p:cNvSpPr txBox="1"/>
          <p:nvPr/>
        </p:nvSpPr>
        <p:spPr>
          <a:xfrm>
            <a:off x="2999510" y="5785716"/>
            <a:ext cx="61929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Stop – Start = Number of characters </a:t>
            </a:r>
          </a:p>
        </p:txBody>
      </p:sp>
    </p:spTree>
    <p:extLst>
      <p:ext uri="{BB962C8B-B14F-4D97-AF65-F5344CB8AC3E}">
        <p14:creationId xmlns:p14="http://schemas.microsoft.com/office/powerpoint/2010/main" val="123689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Mid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71905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8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05940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885305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sz="4400" dirty="0"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latin typeface="Consolas" panose="020B0609020204030204" pitchFamily="49" charset="0"/>
              </a:rPr>
              <a:t>)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allout: Bent Line with No Border 7">
            <a:extLst>
              <a:ext uri="{FF2B5EF4-FFF2-40B4-BE49-F238E27FC236}">
                <a16:creationId xmlns:a16="http://schemas.microsoft.com/office/drawing/2014/main" id="{F5EA0BAF-6885-1CB2-C616-4713FEE5C432}"/>
              </a:ext>
            </a:extLst>
          </p:cNvPr>
          <p:cNvSpPr/>
          <p:nvPr/>
        </p:nvSpPr>
        <p:spPr>
          <a:xfrm>
            <a:off x="7802263" y="5640899"/>
            <a:ext cx="1919377" cy="862642"/>
          </a:xfrm>
          <a:prstGeom prst="callout2">
            <a:avLst>
              <a:gd name="adj1" fmla="val 52750"/>
              <a:gd name="adj2" fmla="val -2245"/>
              <a:gd name="adj3" fmla="val 52934"/>
              <a:gd name="adj4" fmla="val -23248"/>
              <a:gd name="adj5" fmla="val -7915"/>
              <a:gd name="adj6" fmla="val -2344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Stop value omitted</a:t>
            </a:r>
          </a:p>
        </p:txBody>
      </p:sp>
    </p:spTree>
    <p:extLst>
      <p:ext uri="{BB962C8B-B14F-4D97-AF65-F5344CB8AC3E}">
        <p14:creationId xmlns:p14="http://schemas.microsoft.com/office/powerpoint/2010/main" val="1514697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Substring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49" y="2367171"/>
            <a:ext cx="8853051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sz="4400" dirty="0"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latin typeface="Consolas" panose="020B0609020204030204" pitchFamily="49" charset="0"/>
              </a:rPr>
              <a:t>)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</a:p>
          <a:p>
            <a:pPr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50795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609981" y="3016251"/>
            <a:ext cx="6457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"Hello world"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Negative Index</a:t>
            </a:r>
          </a:p>
        </p:txBody>
      </p:sp>
      <p:sp>
        <p:nvSpPr>
          <p:cNvPr id="17" name="Callout: Line with No Border 16">
            <a:extLst>
              <a:ext uri="{FF2B5EF4-FFF2-40B4-BE49-F238E27FC236}">
                <a16:creationId xmlns:a16="http://schemas.microsoft.com/office/drawing/2014/main" id="{85C18D86-6B28-449D-88D0-3DDD54B3E52A}"/>
              </a:ext>
            </a:extLst>
          </p:cNvPr>
          <p:cNvSpPr/>
          <p:nvPr/>
        </p:nvSpPr>
        <p:spPr>
          <a:xfrm>
            <a:off x="4857665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-11</a:t>
            </a:r>
          </a:p>
        </p:txBody>
      </p:sp>
      <p:sp>
        <p:nvSpPr>
          <p:cNvPr id="20" name="Callout: Line with No Border 19">
            <a:extLst>
              <a:ext uri="{FF2B5EF4-FFF2-40B4-BE49-F238E27FC236}">
                <a16:creationId xmlns:a16="http://schemas.microsoft.com/office/drawing/2014/main" id="{D62E806F-6536-4E84-9316-B27A0A5C16A1}"/>
              </a:ext>
            </a:extLst>
          </p:cNvPr>
          <p:cNvSpPr/>
          <p:nvPr/>
        </p:nvSpPr>
        <p:spPr>
          <a:xfrm>
            <a:off x="7004087" y="4633340"/>
            <a:ext cx="914400" cy="612648"/>
          </a:xfrm>
          <a:prstGeom prst="callout1">
            <a:avLst>
              <a:gd name="adj1" fmla="val -4882"/>
              <a:gd name="adj2" fmla="val 50834"/>
              <a:gd name="adj3" fmla="val -154731"/>
              <a:gd name="adj4" fmla="val 51154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-4</a:t>
            </a:r>
          </a:p>
        </p:txBody>
      </p:sp>
      <p:sp>
        <p:nvSpPr>
          <p:cNvPr id="21" name="Callout: Line with No Border 20">
            <a:extLst>
              <a:ext uri="{FF2B5EF4-FFF2-40B4-BE49-F238E27FC236}">
                <a16:creationId xmlns:a16="http://schemas.microsoft.com/office/drawing/2014/main" id="{076C1E77-F7EC-49E4-92F2-43F1658DE5D2}"/>
              </a:ext>
            </a:extLst>
          </p:cNvPr>
          <p:cNvSpPr/>
          <p:nvPr/>
        </p:nvSpPr>
        <p:spPr>
          <a:xfrm>
            <a:off x="7305649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-3</a:t>
            </a:r>
          </a:p>
        </p:txBody>
      </p:sp>
      <p:sp>
        <p:nvSpPr>
          <p:cNvPr id="22" name="Callout: Line with No Border 21">
            <a:extLst>
              <a:ext uri="{FF2B5EF4-FFF2-40B4-BE49-F238E27FC236}">
                <a16:creationId xmlns:a16="http://schemas.microsoft.com/office/drawing/2014/main" id="{60C6C13F-F9CC-42BC-9A21-1AC1D1E98B9F}"/>
              </a:ext>
            </a:extLst>
          </p:cNvPr>
          <p:cNvSpPr/>
          <p:nvPr/>
        </p:nvSpPr>
        <p:spPr>
          <a:xfrm>
            <a:off x="7624194" y="4633340"/>
            <a:ext cx="914400" cy="612648"/>
          </a:xfrm>
          <a:prstGeom prst="callout1">
            <a:avLst>
              <a:gd name="adj1" fmla="val -4882"/>
              <a:gd name="adj2" fmla="val 50834"/>
              <a:gd name="adj3" fmla="val -154362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-2</a:t>
            </a:r>
          </a:p>
        </p:txBody>
      </p:sp>
      <p:sp>
        <p:nvSpPr>
          <p:cNvPr id="23" name="Callout: Line with No Border 22">
            <a:extLst>
              <a:ext uri="{FF2B5EF4-FFF2-40B4-BE49-F238E27FC236}">
                <a16:creationId xmlns:a16="http://schemas.microsoft.com/office/drawing/2014/main" id="{8465EA88-7A8C-46BB-BFF1-6832DC19CF62}"/>
              </a:ext>
            </a:extLst>
          </p:cNvPr>
          <p:cNvSpPr/>
          <p:nvPr/>
        </p:nvSpPr>
        <p:spPr>
          <a:xfrm>
            <a:off x="7937618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8BE03-9EF5-457C-B37C-366FD4FA0984}"/>
              </a:ext>
            </a:extLst>
          </p:cNvPr>
          <p:cNvSpPr txBox="1"/>
          <p:nvPr/>
        </p:nvSpPr>
        <p:spPr>
          <a:xfrm>
            <a:off x="2856244" y="4397327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Index value: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2BC01F-B1A3-2A8E-1EAE-890EFE71558A}"/>
              </a:ext>
            </a:extLst>
          </p:cNvPr>
          <p:cNvGrpSpPr/>
          <p:nvPr/>
        </p:nvGrpSpPr>
        <p:grpSpPr>
          <a:xfrm>
            <a:off x="4857317" y="1626364"/>
            <a:ext cx="4005149" cy="1085723"/>
            <a:chOff x="4857317" y="1626364"/>
            <a:chExt cx="4005149" cy="1085723"/>
          </a:xfrm>
        </p:grpSpPr>
        <p:sp>
          <p:nvSpPr>
            <p:cNvPr id="3" name="Callout: Line with No Border 2">
              <a:extLst>
                <a:ext uri="{FF2B5EF4-FFF2-40B4-BE49-F238E27FC236}">
                  <a16:creationId xmlns:a16="http://schemas.microsoft.com/office/drawing/2014/main" id="{307465B1-152E-0F81-2BC0-C5F27DF56CDD}"/>
                </a:ext>
              </a:extLst>
            </p:cNvPr>
            <p:cNvSpPr/>
            <p:nvPr/>
          </p:nvSpPr>
          <p:spPr>
            <a:xfrm>
              <a:off x="4857317" y="1626364"/>
              <a:ext cx="914400" cy="612648"/>
            </a:xfrm>
            <a:prstGeom prst="callout1">
              <a:avLst>
                <a:gd name="adj1" fmla="val 98744"/>
                <a:gd name="adj2" fmla="val 50314"/>
                <a:gd name="adj3" fmla="val 241530"/>
                <a:gd name="adj4" fmla="val 51157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0</a:t>
              </a:r>
            </a:p>
          </p:txBody>
        </p:sp>
        <p:sp>
          <p:nvSpPr>
            <p:cNvPr id="4" name="Callout: Line with No Border 3">
              <a:extLst>
                <a:ext uri="{FF2B5EF4-FFF2-40B4-BE49-F238E27FC236}">
                  <a16:creationId xmlns:a16="http://schemas.microsoft.com/office/drawing/2014/main" id="{0C36F6AE-AB80-CB5C-25FD-779205ECF3DC}"/>
                </a:ext>
              </a:extLst>
            </p:cNvPr>
            <p:cNvSpPr/>
            <p:nvPr/>
          </p:nvSpPr>
          <p:spPr>
            <a:xfrm>
              <a:off x="5168590" y="2099439"/>
              <a:ext cx="914400" cy="612648"/>
            </a:xfrm>
            <a:prstGeom prst="callout1">
              <a:avLst>
                <a:gd name="adj1" fmla="val 99036"/>
                <a:gd name="adj2" fmla="val 49803"/>
                <a:gd name="adj3" fmla="val 163451"/>
                <a:gd name="adj4" fmla="val 50123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1</a:t>
              </a:r>
            </a:p>
          </p:txBody>
        </p:sp>
        <p:sp>
          <p:nvSpPr>
            <p:cNvPr id="5" name="Callout: Line with No Border 4">
              <a:extLst>
                <a:ext uri="{FF2B5EF4-FFF2-40B4-BE49-F238E27FC236}">
                  <a16:creationId xmlns:a16="http://schemas.microsoft.com/office/drawing/2014/main" id="{1802C24D-B8CF-DDDB-D923-A821AD407B3D}"/>
                </a:ext>
              </a:extLst>
            </p:cNvPr>
            <p:cNvSpPr/>
            <p:nvPr/>
          </p:nvSpPr>
          <p:spPr>
            <a:xfrm>
              <a:off x="5470152" y="1626364"/>
              <a:ext cx="914400" cy="612648"/>
            </a:xfrm>
            <a:prstGeom prst="callout1">
              <a:avLst>
                <a:gd name="adj1" fmla="val 100170"/>
                <a:gd name="adj2" fmla="val 49564"/>
                <a:gd name="adj3" fmla="val 239491"/>
                <a:gd name="adj4" fmla="val 50918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2</a:t>
              </a:r>
            </a:p>
          </p:txBody>
        </p:sp>
        <p:sp>
          <p:nvSpPr>
            <p:cNvPr id="6" name="Callout: Line with No Border 5">
              <a:extLst>
                <a:ext uri="{FF2B5EF4-FFF2-40B4-BE49-F238E27FC236}">
                  <a16:creationId xmlns:a16="http://schemas.microsoft.com/office/drawing/2014/main" id="{96297845-D689-A9AA-7AC9-96C7C938F56C}"/>
                </a:ext>
              </a:extLst>
            </p:cNvPr>
            <p:cNvSpPr/>
            <p:nvPr/>
          </p:nvSpPr>
          <p:spPr>
            <a:xfrm>
              <a:off x="5788697" y="2099439"/>
              <a:ext cx="914400" cy="612648"/>
            </a:xfrm>
            <a:prstGeom prst="callout1">
              <a:avLst>
                <a:gd name="adj1" fmla="val 99553"/>
                <a:gd name="adj2" fmla="val 50345"/>
                <a:gd name="adj3" fmla="val 161860"/>
                <a:gd name="adj4" fmla="val 51168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3</a:t>
              </a:r>
            </a:p>
          </p:txBody>
        </p:sp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0CD56995-1BA2-1959-A950-AB1311A7AC58}"/>
                </a:ext>
              </a:extLst>
            </p:cNvPr>
            <p:cNvSpPr/>
            <p:nvPr/>
          </p:nvSpPr>
          <p:spPr>
            <a:xfrm>
              <a:off x="7948066" y="1626364"/>
              <a:ext cx="914400" cy="612648"/>
            </a:xfrm>
            <a:prstGeom prst="callout1">
              <a:avLst>
                <a:gd name="adj1" fmla="val 99718"/>
                <a:gd name="adj2" fmla="val 49792"/>
                <a:gd name="adj3" fmla="val 241306"/>
                <a:gd name="adj4" fmla="val 50094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2543DB-D10A-B87F-44FC-0ABFEDDD5C64}"/>
              </a:ext>
            </a:extLst>
          </p:cNvPr>
          <p:cNvSpPr txBox="1"/>
          <p:nvPr/>
        </p:nvSpPr>
        <p:spPr>
          <a:xfrm>
            <a:off x="2866692" y="1849153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Index value:</a:t>
            </a:r>
          </a:p>
        </p:txBody>
      </p:sp>
    </p:spTree>
    <p:extLst>
      <p:ext uri="{BB962C8B-B14F-4D97-AF65-F5344CB8AC3E}">
        <p14:creationId xmlns:p14="http://schemas.microsoft.com/office/powerpoint/2010/main" val="478737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20" grpId="0" animBg="1"/>
      <p:bldP spid="21" grpId="0" animBg="1"/>
      <p:bldP spid="22" grpId="0" animBg="1"/>
      <p:bldP spid="23" grpId="0" animBg="1"/>
      <p:bldP spid="24" grpId="0"/>
      <p:bldP spid="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609981" y="3016251"/>
            <a:ext cx="64574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chemeClr val="accent1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"Hello world"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Negative Index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28BE03-9EF5-457C-B37C-366FD4FA0984}"/>
              </a:ext>
            </a:extLst>
          </p:cNvPr>
          <p:cNvSpPr txBox="1"/>
          <p:nvPr/>
        </p:nvSpPr>
        <p:spPr>
          <a:xfrm>
            <a:off x="2856244" y="4397327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Index value: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B2BC01F-B1A3-2A8E-1EAE-890EFE71558A}"/>
              </a:ext>
            </a:extLst>
          </p:cNvPr>
          <p:cNvGrpSpPr/>
          <p:nvPr/>
        </p:nvGrpSpPr>
        <p:grpSpPr>
          <a:xfrm>
            <a:off x="4857317" y="1626364"/>
            <a:ext cx="4005149" cy="1085723"/>
            <a:chOff x="4857317" y="1626364"/>
            <a:chExt cx="4005149" cy="1085723"/>
          </a:xfrm>
        </p:grpSpPr>
        <p:sp>
          <p:nvSpPr>
            <p:cNvPr id="3" name="Callout: Line with No Border 2">
              <a:extLst>
                <a:ext uri="{FF2B5EF4-FFF2-40B4-BE49-F238E27FC236}">
                  <a16:creationId xmlns:a16="http://schemas.microsoft.com/office/drawing/2014/main" id="{307465B1-152E-0F81-2BC0-C5F27DF56CDD}"/>
                </a:ext>
              </a:extLst>
            </p:cNvPr>
            <p:cNvSpPr/>
            <p:nvPr/>
          </p:nvSpPr>
          <p:spPr>
            <a:xfrm>
              <a:off x="4857317" y="1626364"/>
              <a:ext cx="914400" cy="612648"/>
            </a:xfrm>
            <a:prstGeom prst="callout1">
              <a:avLst>
                <a:gd name="adj1" fmla="val 98744"/>
                <a:gd name="adj2" fmla="val 50314"/>
                <a:gd name="adj3" fmla="val 241530"/>
                <a:gd name="adj4" fmla="val 51157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4" name="Callout: Line with No Border 3">
              <a:extLst>
                <a:ext uri="{FF2B5EF4-FFF2-40B4-BE49-F238E27FC236}">
                  <a16:creationId xmlns:a16="http://schemas.microsoft.com/office/drawing/2014/main" id="{0C36F6AE-AB80-CB5C-25FD-779205ECF3DC}"/>
                </a:ext>
              </a:extLst>
            </p:cNvPr>
            <p:cNvSpPr/>
            <p:nvPr/>
          </p:nvSpPr>
          <p:spPr>
            <a:xfrm>
              <a:off x="5168590" y="2099439"/>
              <a:ext cx="914400" cy="612648"/>
            </a:xfrm>
            <a:prstGeom prst="callout1">
              <a:avLst>
                <a:gd name="adj1" fmla="val 99036"/>
                <a:gd name="adj2" fmla="val 49803"/>
                <a:gd name="adj3" fmla="val 163451"/>
                <a:gd name="adj4" fmla="val 50123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" name="Callout: Line with No Border 4">
              <a:extLst>
                <a:ext uri="{FF2B5EF4-FFF2-40B4-BE49-F238E27FC236}">
                  <a16:creationId xmlns:a16="http://schemas.microsoft.com/office/drawing/2014/main" id="{1802C24D-B8CF-DDDB-D923-A821AD407B3D}"/>
                </a:ext>
              </a:extLst>
            </p:cNvPr>
            <p:cNvSpPr/>
            <p:nvPr/>
          </p:nvSpPr>
          <p:spPr>
            <a:xfrm>
              <a:off x="5470152" y="1626364"/>
              <a:ext cx="914400" cy="612648"/>
            </a:xfrm>
            <a:prstGeom prst="callout1">
              <a:avLst>
                <a:gd name="adj1" fmla="val 100170"/>
                <a:gd name="adj2" fmla="val 49564"/>
                <a:gd name="adj3" fmla="val 239491"/>
                <a:gd name="adj4" fmla="val 50918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" name="Callout: Line with No Border 5">
              <a:extLst>
                <a:ext uri="{FF2B5EF4-FFF2-40B4-BE49-F238E27FC236}">
                  <a16:creationId xmlns:a16="http://schemas.microsoft.com/office/drawing/2014/main" id="{96297845-D689-A9AA-7AC9-96C7C938F56C}"/>
                </a:ext>
              </a:extLst>
            </p:cNvPr>
            <p:cNvSpPr/>
            <p:nvPr/>
          </p:nvSpPr>
          <p:spPr>
            <a:xfrm>
              <a:off x="5788697" y="2099439"/>
              <a:ext cx="914400" cy="612648"/>
            </a:xfrm>
            <a:prstGeom prst="callout1">
              <a:avLst>
                <a:gd name="adj1" fmla="val 99553"/>
                <a:gd name="adj2" fmla="val 50345"/>
                <a:gd name="adj3" fmla="val 161860"/>
                <a:gd name="adj4" fmla="val 51168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7" name="Callout: Line with No Border 6">
              <a:extLst>
                <a:ext uri="{FF2B5EF4-FFF2-40B4-BE49-F238E27FC236}">
                  <a16:creationId xmlns:a16="http://schemas.microsoft.com/office/drawing/2014/main" id="{0CD56995-1BA2-1959-A950-AB1311A7AC58}"/>
                </a:ext>
              </a:extLst>
            </p:cNvPr>
            <p:cNvSpPr/>
            <p:nvPr/>
          </p:nvSpPr>
          <p:spPr>
            <a:xfrm>
              <a:off x="7948066" y="1626364"/>
              <a:ext cx="914400" cy="612648"/>
            </a:xfrm>
            <a:prstGeom prst="callout1">
              <a:avLst>
                <a:gd name="adj1" fmla="val 99718"/>
                <a:gd name="adj2" fmla="val 49792"/>
                <a:gd name="adj3" fmla="val 241306"/>
                <a:gd name="adj4" fmla="val 50094"/>
              </a:avLst>
            </a:prstGeom>
            <a:noFill/>
            <a:ln w="57150">
              <a:solidFill>
                <a:schemeClr val="accent6">
                  <a:lumMod val="75000"/>
                </a:schemeClr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800" b="1" dirty="0">
                  <a:solidFill>
                    <a:schemeClr val="tx1"/>
                  </a:solidFill>
                </a:rPr>
                <a:t>10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12543DB-D10A-B87F-44FC-0ABFEDDD5C64}"/>
              </a:ext>
            </a:extLst>
          </p:cNvPr>
          <p:cNvSpPr txBox="1"/>
          <p:nvPr/>
        </p:nvSpPr>
        <p:spPr>
          <a:xfrm>
            <a:off x="2866692" y="1849153"/>
            <a:ext cx="1990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Index value:</a:t>
            </a:r>
          </a:p>
        </p:txBody>
      </p:sp>
      <p:sp>
        <p:nvSpPr>
          <p:cNvPr id="12" name="Callout: Line with No Border 11">
            <a:extLst>
              <a:ext uri="{FF2B5EF4-FFF2-40B4-BE49-F238E27FC236}">
                <a16:creationId xmlns:a16="http://schemas.microsoft.com/office/drawing/2014/main" id="{52226A47-3D24-4E25-819A-AA7547E560DC}"/>
              </a:ext>
            </a:extLst>
          </p:cNvPr>
          <p:cNvSpPr/>
          <p:nvPr/>
        </p:nvSpPr>
        <p:spPr>
          <a:xfrm>
            <a:off x="4857665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13" name="Callout: Line with No Border 12">
            <a:extLst>
              <a:ext uri="{FF2B5EF4-FFF2-40B4-BE49-F238E27FC236}">
                <a16:creationId xmlns:a16="http://schemas.microsoft.com/office/drawing/2014/main" id="{D6C14A21-8AF8-40C2-A655-1B06E3DF300E}"/>
              </a:ext>
            </a:extLst>
          </p:cNvPr>
          <p:cNvSpPr/>
          <p:nvPr/>
        </p:nvSpPr>
        <p:spPr>
          <a:xfrm>
            <a:off x="7004087" y="4633340"/>
            <a:ext cx="914400" cy="612648"/>
          </a:xfrm>
          <a:prstGeom prst="callout1">
            <a:avLst>
              <a:gd name="adj1" fmla="val -4882"/>
              <a:gd name="adj2" fmla="val 50834"/>
              <a:gd name="adj3" fmla="val -154731"/>
              <a:gd name="adj4" fmla="val 51154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14" name="Callout: Line with No Border 13">
            <a:extLst>
              <a:ext uri="{FF2B5EF4-FFF2-40B4-BE49-F238E27FC236}">
                <a16:creationId xmlns:a16="http://schemas.microsoft.com/office/drawing/2014/main" id="{68F0D888-968A-4CDD-AB03-F02C133DC338}"/>
              </a:ext>
            </a:extLst>
          </p:cNvPr>
          <p:cNvSpPr/>
          <p:nvPr/>
        </p:nvSpPr>
        <p:spPr>
          <a:xfrm>
            <a:off x="7305649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15" name="Callout: Line with No Border 14">
            <a:extLst>
              <a:ext uri="{FF2B5EF4-FFF2-40B4-BE49-F238E27FC236}">
                <a16:creationId xmlns:a16="http://schemas.microsoft.com/office/drawing/2014/main" id="{33EBF56C-BCE4-403C-ADEF-EAFFE4EC2F5E}"/>
              </a:ext>
            </a:extLst>
          </p:cNvPr>
          <p:cNvSpPr/>
          <p:nvPr/>
        </p:nvSpPr>
        <p:spPr>
          <a:xfrm>
            <a:off x="7624194" y="4633340"/>
            <a:ext cx="914400" cy="612648"/>
          </a:xfrm>
          <a:prstGeom prst="callout1">
            <a:avLst>
              <a:gd name="adj1" fmla="val -4882"/>
              <a:gd name="adj2" fmla="val 50834"/>
              <a:gd name="adj3" fmla="val -154362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7030A0"/>
              </a:solidFill>
            </a:endParaRPr>
          </a:p>
        </p:txBody>
      </p:sp>
      <p:sp>
        <p:nvSpPr>
          <p:cNvPr id="16" name="Callout: Line with No Border 15">
            <a:extLst>
              <a:ext uri="{FF2B5EF4-FFF2-40B4-BE49-F238E27FC236}">
                <a16:creationId xmlns:a16="http://schemas.microsoft.com/office/drawing/2014/main" id="{B24ECF08-A6D9-4497-8F69-07CE5BB8041F}"/>
              </a:ext>
            </a:extLst>
          </p:cNvPr>
          <p:cNvSpPr/>
          <p:nvPr/>
        </p:nvSpPr>
        <p:spPr>
          <a:xfrm>
            <a:off x="7937618" y="4160265"/>
            <a:ext cx="914400" cy="612648"/>
          </a:xfrm>
          <a:prstGeom prst="callout1">
            <a:avLst>
              <a:gd name="adj1" fmla="val -4882"/>
              <a:gd name="adj2" fmla="val 50834"/>
              <a:gd name="adj3" fmla="val -76828"/>
              <a:gd name="adj4" fmla="val 50886"/>
            </a:avLst>
          </a:prstGeom>
          <a:noFill/>
          <a:ln w="5715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305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Substring – Negative Index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914642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-5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sz="4400" dirty="0"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latin typeface="Consolas" panose="020B0609020204030204" pitchFamily="49" charset="0"/>
              </a:rPr>
              <a:t>)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-5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Callout: Bent Line with No Border 7">
            <a:extLst>
              <a:ext uri="{FF2B5EF4-FFF2-40B4-BE49-F238E27FC236}">
                <a16:creationId xmlns:a16="http://schemas.microsoft.com/office/drawing/2014/main" id="{F5EA0BAF-6885-1CB2-C616-4713FEE5C432}"/>
              </a:ext>
            </a:extLst>
          </p:cNvPr>
          <p:cNvSpPr/>
          <p:nvPr/>
        </p:nvSpPr>
        <p:spPr>
          <a:xfrm>
            <a:off x="8103053" y="5605539"/>
            <a:ext cx="1919377" cy="862642"/>
          </a:xfrm>
          <a:prstGeom prst="callout2">
            <a:avLst>
              <a:gd name="adj1" fmla="val 52750"/>
              <a:gd name="adj2" fmla="val -2245"/>
              <a:gd name="adj3" fmla="val 52934"/>
              <a:gd name="adj4" fmla="val -23248"/>
              <a:gd name="adj5" fmla="val -7915"/>
              <a:gd name="adj6" fmla="val -2344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Stop value omitted</a:t>
            </a:r>
          </a:p>
        </p:txBody>
      </p:sp>
    </p:spTree>
    <p:extLst>
      <p:ext uri="{BB962C8B-B14F-4D97-AF65-F5344CB8AC3E}">
        <p14:creationId xmlns:p14="http://schemas.microsoft.com/office/powerpoint/2010/main" val="2517025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  <p:bldP spid="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Right Substring – Negative Index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B16E17-198B-4874-BC66-EBC5F39A6145}"/>
              </a:ext>
            </a:extLst>
          </p:cNvPr>
          <p:cNvSpPr txBox="1"/>
          <p:nvPr/>
        </p:nvSpPr>
        <p:spPr>
          <a:xfrm>
            <a:off x="2500750" y="2367171"/>
            <a:ext cx="913499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 = </a:t>
            </a:r>
            <a:r>
              <a:rPr lang="en-US" altLang="en-US" sz="4400" dirty="0">
                <a:solidFill>
                  <a:srgbClr val="183691"/>
                </a:solidFill>
                <a:latin typeface="Consolas" panose="020B0609020204030204" pitchFamily="49" charset="0"/>
              </a:rPr>
              <a:t>"Hello world"</a:t>
            </a:r>
            <a:endParaRPr lang="en-US" altLang="en-US" sz="4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lvl="0" eaLnBrk="0" fontAlgn="base" hangingPunct="0">
              <a:spcBef>
                <a:spcPct val="0"/>
              </a:spcBef>
              <a:spcAft>
                <a:spcPts val="1200"/>
              </a:spcAft>
            </a:pP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-5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GB" sz="44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GB" sz="4400" dirty="0">
                <a:latin typeface="Consolas" panose="020B0609020204030204" pitchFamily="49" charset="0"/>
              </a:rPr>
              <a:t>(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word</a:t>
            </a:r>
            <a:r>
              <a:rPr lang="en-GB" sz="4400" dirty="0">
                <a:latin typeface="Consolas" panose="020B0609020204030204" pitchFamily="49" charset="0"/>
              </a:rPr>
              <a:t>)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 </a:t>
            </a:r>
            <a:r>
              <a:rPr lang="en-US" altLang="en-US" sz="4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44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(word[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-5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altLang="en-US" sz="4400" dirty="0">
                <a:solidFill>
                  <a:srgbClr val="0086B3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4400" dirty="0">
                <a:solidFill>
                  <a:srgbClr val="000000"/>
                </a:solidFill>
                <a:latin typeface="Consolas" panose="020B0609020204030204" pitchFamily="49" charset="0"/>
              </a:rPr>
              <a:t>])</a:t>
            </a:r>
            <a:endParaRPr lang="en-GB" sz="4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62050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Convert from character to ASCII</a:t>
            </a:r>
          </a:p>
          <a:p>
            <a:r>
              <a:rPr lang="en-GB" dirty="0"/>
              <a:t>Convert from ASCII to character</a:t>
            </a:r>
          </a:p>
          <a:p>
            <a:r>
              <a:rPr lang="en-GB" dirty="0"/>
              <a:t>Convert floating-point numbers to integers</a:t>
            </a:r>
          </a:p>
          <a:p>
            <a:r>
              <a:rPr lang="en-GB" dirty="0"/>
              <a:t>Describe, exemplify and implement modulus</a:t>
            </a:r>
          </a:p>
        </p:txBody>
      </p:sp>
    </p:spTree>
    <p:extLst>
      <p:ext uri="{BB962C8B-B14F-4D97-AF65-F5344CB8AC3E}">
        <p14:creationId xmlns:p14="http://schemas.microsoft.com/office/powerpoint/2010/main" val="19830412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to ASCII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249592" y="1972139"/>
            <a:ext cx="11516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"C"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809907" y="2008714"/>
            <a:ext cx="8034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67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249591" y="3334278"/>
            <a:ext cx="115164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"c"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ord</a:t>
              </a:r>
              <a:r>
                <a:rPr lang="en-GB" sz="3200" b="1" dirty="0"/>
                <a:t>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809906" y="3334277"/>
            <a:ext cx="8034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99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2200458" y="4659841"/>
            <a:ext cx="12007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"£"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ord</a:t>
              </a:r>
              <a:r>
                <a:rPr lang="en-GB" sz="3200" b="1" dirty="0"/>
                <a:t>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809905" y="4659840"/>
            <a:ext cx="11816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163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200458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Character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0" y="5911406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Convert to ASCII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13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to ASCII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200458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0" y="5911406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44837215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err="1"/>
              <a:t>ord</a:t>
            </a:r>
            <a:r>
              <a:rPr lang="en-GB" dirty="0"/>
              <a:t>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("A")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94520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872238" y="5416317"/>
            <a:ext cx="644753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Converts a character to ASCII value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720474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752252" y="3697795"/>
            <a:ext cx="80363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22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1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err="1"/>
              <a:t>ord</a:t>
            </a:r>
            <a:r>
              <a:rPr lang="en-GB" dirty="0"/>
              <a:t>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("A")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797670" y="5416317"/>
            <a:ext cx="659667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4314977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to ASCII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ASCII value of a character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latin typeface="Consolas" panose="020B0609020204030204" pitchFamily="49" charset="0"/>
              </a:rPr>
              <a:t>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("A")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2449788" y="4844242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Character</a:t>
            </a:r>
          </a:p>
        </p:txBody>
      </p:sp>
      <p:sp>
        <p:nvSpPr>
          <p:cNvPr id="6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869853" y="2503146"/>
            <a:ext cx="2567463" cy="862642"/>
          </a:xfrm>
          <a:prstGeom prst="callout2">
            <a:avLst>
              <a:gd name="adj1" fmla="val 56389"/>
              <a:gd name="adj2" fmla="val 99235"/>
              <a:gd name="adj3" fmla="val 56617"/>
              <a:gd name="adj4" fmla="val 113862"/>
              <a:gd name="adj5" fmla="val 148805"/>
              <a:gd name="adj6" fmla="val 1137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 err="1">
                <a:solidFill>
                  <a:srgbClr val="7030A0"/>
                </a:solidFill>
              </a:rPr>
              <a:t>ord</a:t>
            </a:r>
            <a:r>
              <a:rPr lang="en-GB" sz="2800" b="1" dirty="0">
                <a:solidFill>
                  <a:srgbClr val="7030A0"/>
                </a:solidFill>
              </a:rPr>
              <a:t>( ) function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182454" y="3774594"/>
            <a:ext cx="10713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effectLst/>
                <a:latin typeface="Consolas" panose="020B0609020204030204" pitchFamily="49" charset="0"/>
              </a:rPr>
              <a:t>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75A15-63ED-494E-8FE3-593ACD28C696}"/>
              </a:ext>
            </a:extLst>
          </p:cNvPr>
          <p:cNvSpPr txBox="1"/>
          <p:nvPr/>
        </p:nvSpPr>
        <p:spPr>
          <a:xfrm flipH="1">
            <a:off x="8595360" y="5222856"/>
            <a:ext cx="33052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Character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</p:spTree>
    <p:extLst>
      <p:ext uri="{BB962C8B-B14F-4D97-AF65-F5344CB8AC3E}">
        <p14:creationId xmlns:p14="http://schemas.microsoft.com/office/powerpoint/2010/main" val="56285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Character to ASCII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ASCII value of a character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latin typeface="Consolas" panose="020B0609020204030204" pitchFamily="49" charset="0"/>
              </a:rPr>
              <a:t>ord</a:t>
            </a:r>
            <a:r>
              <a:rPr lang="en-GB" sz="4400" dirty="0">
                <a:effectLst/>
                <a:latin typeface="Consolas" panose="020B0609020204030204" pitchFamily="49" charset="0"/>
              </a:rPr>
              <a:t>("A")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96675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ASCII to Character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578608" y="1972139"/>
            <a:ext cx="8226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67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809906" y="2008714"/>
            <a:ext cx="118163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"C"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578607" y="3334278"/>
            <a:ext cx="8226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99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chr</a:t>
              </a:r>
              <a:r>
                <a:rPr lang="en-GB" sz="3200" b="1" dirty="0"/>
                <a:t>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809906" y="3334277"/>
            <a:ext cx="11816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"c"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2200458" y="4659841"/>
            <a:ext cx="12007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163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 err="1"/>
                <a:t>chr</a:t>
              </a:r>
              <a:r>
                <a:rPr lang="en-GB" sz="3200" b="1" dirty="0"/>
                <a:t>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809905" y="4659840"/>
            <a:ext cx="118163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"£"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200458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Input: Integer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0" y="5911406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Character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ASCII to character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6957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ASCII to Character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2731167" y="5911406"/>
            <a:ext cx="2294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0" y="5911406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404256083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err="1"/>
              <a:t>chr</a:t>
            </a:r>
            <a:r>
              <a:rPr lang="en-GB" dirty="0"/>
              <a:t>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(65)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94520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618963" y="5416317"/>
            <a:ext cx="695408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Converts an ASCII value to a character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537594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752252" y="3697795"/>
            <a:ext cx="605364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43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1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 err="1"/>
              <a:t>chr</a:t>
            </a:r>
            <a:r>
              <a:rPr lang="en-GB" dirty="0"/>
              <a:t>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(65)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518749" y="5416317"/>
            <a:ext cx="7154524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  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65935621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ASCII to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character for an ASCII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latin typeface="Consolas" panose="020B0609020204030204" pitchFamily="49" charset="0"/>
              </a:rPr>
              <a:t>97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2434548" y="4844242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Integer</a:t>
            </a:r>
          </a:p>
        </p:txBody>
      </p:sp>
      <p:sp>
        <p:nvSpPr>
          <p:cNvPr id="6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1022253" y="2503146"/>
            <a:ext cx="2567463" cy="862642"/>
          </a:xfrm>
          <a:prstGeom prst="callout2">
            <a:avLst>
              <a:gd name="adj1" fmla="val 56389"/>
              <a:gd name="adj2" fmla="val 99235"/>
              <a:gd name="adj3" fmla="val 56617"/>
              <a:gd name="adj4" fmla="val 113862"/>
              <a:gd name="adj5" fmla="val 148805"/>
              <a:gd name="adj6" fmla="val 1137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 err="1">
                <a:solidFill>
                  <a:srgbClr val="7030A0"/>
                </a:solidFill>
              </a:rPr>
              <a:t>chr</a:t>
            </a:r>
            <a:r>
              <a:rPr lang="en-GB" sz="2800" b="1" dirty="0">
                <a:solidFill>
                  <a:srgbClr val="7030A0"/>
                </a:solidFill>
              </a:rPr>
              <a:t>( ) function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182454" y="3774594"/>
            <a:ext cx="1150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"a"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75A15-63ED-494E-8FE3-593ACD28C696}"/>
              </a:ext>
            </a:extLst>
          </p:cNvPr>
          <p:cNvSpPr txBox="1"/>
          <p:nvPr/>
        </p:nvSpPr>
        <p:spPr>
          <a:xfrm flipH="1">
            <a:off x="8580120" y="5222856"/>
            <a:ext cx="33204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Integer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Output: Character</a:t>
            </a:r>
          </a:p>
        </p:txBody>
      </p:sp>
    </p:spTree>
    <p:extLst>
      <p:ext uri="{BB962C8B-B14F-4D97-AF65-F5344CB8AC3E}">
        <p14:creationId xmlns:p14="http://schemas.microsoft.com/office/powerpoint/2010/main" val="1262159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ASCII to Character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character for an ASCII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chr</a:t>
            </a:r>
            <a:r>
              <a:rPr lang="en-GB" sz="4400" dirty="0">
                <a:effectLst/>
                <a:latin typeface="Consolas" panose="020B0609020204030204" pitchFamily="49" charset="0"/>
              </a:rPr>
              <a:t>(</a:t>
            </a:r>
            <a:r>
              <a:rPr lang="en-GB" sz="4400" dirty="0">
                <a:latin typeface="Consolas" panose="020B0609020204030204" pitchFamily="49" charset="0"/>
              </a:rPr>
              <a:t>97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32882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Cast Real to Integer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1942094" y="2008715"/>
            <a:ext cx="145914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99.9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809906" y="2008714"/>
            <a:ext cx="91929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99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2200457" y="3334278"/>
            <a:ext cx="12007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5.5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809906" y="3334277"/>
            <a:ext cx="5356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5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1241240" y="4659841"/>
            <a:ext cx="21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-1.059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int()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809905" y="4659840"/>
            <a:ext cx="91929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3212431" y="5911406"/>
            <a:ext cx="18131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Real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2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Cast to integer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515013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Cast Real to Integer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585572" y="3184654"/>
            <a:ext cx="5040000" cy="1080000"/>
            <a:chOff x="3001371" y="3310688"/>
            <a:chExt cx="5040000" cy="1080000"/>
          </a:xfrm>
          <a:noFill/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grp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001371" y="3850688"/>
              <a:ext cx="1440000" cy="0"/>
            </a:xfrm>
            <a:prstGeom prst="straightConnector1">
              <a:avLst/>
            </a:prstGeom>
            <a:grpFill/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440000" cy="0"/>
            </a:xfrm>
            <a:prstGeom prst="straightConnector1">
              <a:avLst/>
            </a:prstGeom>
            <a:grpFill/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585572" y="4510217"/>
            <a:ext cx="5040000" cy="1080000"/>
            <a:chOff x="3001371" y="5080311"/>
            <a:chExt cx="5040000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0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44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3224462" y="5911406"/>
            <a:ext cx="1801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2" y="5911406"/>
            <a:ext cx="25436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Output: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419510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1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98296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Input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44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895189" y="1331802"/>
              <a:ext cx="148309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Function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39378659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(3.14)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94520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Function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3877990" y="5416317"/>
            <a:ext cx="4436022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Casts real to integer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Input can be a variable</a:t>
            </a:r>
          </a:p>
        </p:txBody>
      </p:sp>
      <p:sp>
        <p:nvSpPr>
          <p:cNvPr id="11" name="Callout: Bent Line with No Border 8">
            <a:extLst>
              <a:ext uri="{FF2B5EF4-FFF2-40B4-BE49-F238E27FC236}">
                <a16:creationId xmlns:a16="http://schemas.microsoft.com/office/drawing/2014/main" id="{0C70402D-F0E1-4195-99E3-3EC955CDA995}"/>
              </a:ext>
            </a:extLst>
          </p:cNvPr>
          <p:cNvSpPr/>
          <p:nvPr/>
        </p:nvSpPr>
        <p:spPr>
          <a:xfrm>
            <a:off x="8885066" y="4132699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Input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5BB990-B5E3-4B1F-A169-BAA74A8C19A6}"/>
              </a:ext>
            </a:extLst>
          </p:cNvPr>
          <p:cNvCxnSpPr>
            <a:cxnSpLocks/>
          </p:cNvCxnSpPr>
          <p:nvPr/>
        </p:nvCxnSpPr>
        <p:spPr>
          <a:xfrm>
            <a:off x="7752252" y="3697795"/>
            <a:ext cx="1282020" cy="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4337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1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int() - 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(3.14)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myInt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3913353" y="5416317"/>
            <a:ext cx="4365298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5672496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Floating-point to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an integer part of a floating-point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 err="1">
                <a:latin typeface="Consolas" panose="020B0609020204030204" pitchFamily="49" charset="0"/>
              </a:rPr>
              <a:t>int</a:t>
            </a:r>
            <a:r>
              <a:rPr lang="en-GB" sz="4400" dirty="0">
                <a:latin typeface="Consolas" panose="020B0609020204030204" pitchFamily="49" charset="0"/>
              </a:rPr>
              <a:t>(6·7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2449788" y="4844242"/>
            <a:ext cx="2426393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Floating-point</a:t>
            </a:r>
          </a:p>
        </p:txBody>
      </p:sp>
      <p:sp>
        <p:nvSpPr>
          <p:cNvPr id="6" name="Callout: Bent Line with No Border 9">
            <a:extLst>
              <a:ext uri="{FF2B5EF4-FFF2-40B4-BE49-F238E27FC236}">
                <a16:creationId xmlns:a16="http://schemas.microsoft.com/office/drawing/2014/main" id="{63103218-B9D4-422B-962F-7D51D458C2E6}"/>
              </a:ext>
            </a:extLst>
          </p:cNvPr>
          <p:cNvSpPr/>
          <p:nvPr/>
        </p:nvSpPr>
        <p:spPr>
          <a:xfrm>
            <a:off x="869853" y="2503146"/>
            <a:ext cx="2567463" cy="862642"/>
          </a:xfrm>
          <a:prstGeom prst="callout2">
            <a:avLst>
              <a:gd name="adj1" fmla="val 56389"/>
              <a:gd name="adj2" fmla="val 99235"/>
              <a:gd name="adj3" fmla="val 56617"/>
              <a:gd name="adj4" fmla="val 113862"/>
              <a:gd name="adj5" fmla="val 148805"/>
              <a:gd name="adj6" fmla="val 1137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 err="1">
                <a:solidFill>
                  <a:srgbClr val="7030A0"/>
                </a:solidFill>
              </a:rPr>
              <a:t>int</a:t>
            </a:r>
            <a:r>
              <a:rPr lang="en-GB" sz="2800" b="1" dirty="0">
                <a:solidFill>
                  <a:srgbClr val="7030A0"/>
                </a:solidFill>
              </a:rPr>
              <a:t>( ) function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182454" y="3774594"/>
            <a:ext cx="1150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6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75A15-63ED-494E-8FE3-593ACD28C696}"/>
              </a:ext>
            </a:extLst>
          </p:cNvPr>
          <p:cNvSpPr txBox="1"/>
          <p:nvPr/>
        </p:nvSpPr>
        <p:spPr>
          <a:xfrm flipH="1">
            <a:off x="8610600" y="5222856"/>
            <a:ext cx="3289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Floating-point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Output: Integer</a:t>
            </a:r>
          </a:p>
        </p:txBody>
      </p:sp>
    </p:spTree>
    <p:extLst>
      <p:ext uri="{BB962C8B-B14F-4D97-AF65-F5344CB8AC3E}">
        <p14:creationId xmlns:p14="http://schemas.microsoft.com/office/powerpoint/2010/main" val="3146001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Floating-point to Integer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an integer part of a floating-point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 err="1">
                <a:latin typeface="Consolas" panose="020B0609020204030204" pitchFamily="49" charset="0"/>
              </a:rPr>
              <a:t>int</a:t>
            </a:r>
            <a:r>
              <a:rPr lang="en-GB" sz="4400" dirty="0">
                <a:latin typeface="Consolas" panose="020B0609020204030204" pitchFamily="49" charset="0"/>
              </a:rPr>
              <a:t>(6·7</a:t>
            </a:r>
            <a:r>
              <a:rPr lang="en-GB" sz="4400" dirty="0"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5265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Modulus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13 % 5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4042610" y="4132699"/>
            <a:ext cx="2935504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20165"/>
              <a:gd name="adj5" fmla="val -44891"/>
              <a:gd name="adj6" fmla="val -201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Modulus operator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myMod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0EA2EDD-D55C-4A47-82C6-64769CAA93CE}"/>
              </a:ext>
            </a:extLst>
          </p:cNvPr>
          <p:cNvGrpSpPr/>
          <p:nvPr/>
        </p:nvGrpSpPr>
        <p:grpSpPr>
          <a:xfrm>
            <a:off x="5341090" y="1890271"/>
            <a:ext cx="1433512" cy="1154006"/>
            <a:chOff x="5456197" y="2058777"/>
            <a:chExt cx="1433512" cy="1154006"/>
          </a:xfrm>
        </p:grpSpPr>
        <p:sp>
          <p:nvSpPr>
            <p:cNvPr id="14" name="Arrow: Curved Down 13">
              <a:extLst>
                <a:ext uri="{FF2B5EF4-FFF2-40B4-BE49-F238E27FC236}">
                  <a16:creationId xmlns:a16="http://schemas.microsoft.com/office/drawing/2014/main" id="{62197FF0-B895-45D2-A531-96330FFB0E40}"/>
                </a:ext>
              </a:extLst>
            </p:cNvPr>
            <p:cNvSpPr/>
            <p:nvPr/>
          </p:nvSpPr>
          <p:spPr>
            <a:xfrm flipH="1">
              <a:off x="5456197" y="2581999"/>
              <a:ext cx="1433512" cy="630784"/>
            </a:xfrm>
            <a:prstGeom prst="curvedDownArrow">
              <a:avLst>
                <a:gd name="adj1" fmla="val 14746"/>
                <a:gd name="adj2" fmla="val 42781"/>
                <a:gd name="adj3" fmla="val 35417"/>
              </a:avLst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chemeClr val="tx1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06D1F41-C62C-4D11-89A7-FCE586210A4C}"/>
                </a:ext>
              </a:extLst>
            </p:cNvPr>
            <p:cNvSpPr txBox="1"/>
            <p:nvPr/>
          </p:nvSpPr>
          <p:spPr>
            <a:xfrm>
              <a:off x="5546019" y="2058777"/>
              <a:ext cx="12538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800" b="1" dirty="0">
                  <a:solidFill>
                    <a:srgbClr val="7030A0"/>
                  </a:solidFill>
                </a:rPr>
                <a:t>Output</a:t>
              </a:r>
              <a:endParaRPr lang="en-GB" sz="3200" b="1" dirty="0">
                <a:solidFill>
                  <a:srgbClr val="7030A0"/>
                </a:solidFill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604789" y="5416317"/>
            <a:ext cx="698242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Returns the remainder from a division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41826A-CF9C-4989-9083-EC24C85EE8A9}"/>
              </a:ext>
            </a:extLst>
          </p:cNvPr>
          <p:cNvSpPr txBox="1"/>
          <p:nvPr/>
        </p:nvSpPr>
        <p:spPr>
          <a:xfrm>
            <a:off x="8530389" y="1299889"/>
            <a:ext cx="3290820" cy="707886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>
                <a:solidFill>
                  <a:srgbClr val="7030A0"/>
                </a:solidFill>
              </a:rPr>
              <a:t>13 </a:t>
            </a:r>
            <a:r>
              <a:rPr lang="pt-BR" sz="4000" b="1" dirty="0"/>
              <a:t>÷</a:t>
            </a:r>
            <a:r>
              <a:rPr lang="pt-BR" sz="4000" b="1" dirty="0">
                <a:solidFill>
                  <a:srgbClr val="7030A0"/>
                </a:solidFill>
              </a:rPr>
              <a:t> 5 </a:t>
            </a:r>
            <a:r>
              <a:rPr lang="pt-BR" sz="4000" b="1" dirty="0"/>
              <a:t>=</a:t>
            </a:r>
            <a:r>
              <a:rPr lang="pt-BR" sz="4000" b="1" dirty="0">
                <a:solidFill>
                  <a:srgbClr val="7030A0"/>
                </a:solidFill>
              </a:rPr>
              <a:t> 2 </a:t>
            </a:r>
            <a:r>
              <a:rPr lang="pt-BR" sz="4000" b="1" dirty="0"/>
              <a:t>r</a:t>
            </a:r>
            <a:r>
              <a:rPr lang="pt-BR" sz="4000" b="1" dirty="0">
                <a:solidFill>
                  <a:srgbClr val="7030A0"/>
                </a:solidFill>
              </a:rPr>
              <a:t> </a:t>
            </a:r>
            <a:r>
              <a:rPr lang="pt-BR" sz="4000" b="1" dirty="0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3550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12" grpId="0"/>
      <p:bldP spid="10" grpId="0"/>
      <p:bldP spid="17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Modulus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423021" y="3044278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latin typeface="Consolas" panose="020B0609020204030204" pitchFamily="49" charset="0"/>
              </a:rPr>
              <a:t>13 % 5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418FD7-5699-4405-B11B-E8E902552F72}"/>
              </a:ext>
            </a:extLst>
          </p:cNvPr>
          <p:cNvSpPr txBox="1"/>
          <p:nvPr/>
        </p:nvSpPr>
        <p:spPr>
          <a:xfrm>
            <a:off x="2822101" y="3044279"/>
            <a:ext cx="352570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 err="1">
                <a:effectLst/>
                <a:latin typeface="Consolas" panose="020B0609020204030204" pitchFamily="49" charset="0"/>
              </a:rPr>
              <a:t>myMod</a:t>
            </a:r>
            <a:r>
              <a:rPr lang="en-GB" sz="4400" dirty="0">
                <a:effectLst/>
                <a:latin typeface="Consolas" panose="020B0609020204030204" pitchFamily="49" charset="0"/>
              </a:rPr>
              <a:t> =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2E87098-E01A-4642-9F58-DC02F2CCC6CE}"/>
              </a:ext>
            </a:extLst>
          </p:cNvPr>
          <p:cNvSpPr/>
          <p:nvPr/>
        </p:nvSpPr>
        <p:spPr>
          <a:xfrm>
            <a:off x="2658214" y="5416317"/>
            <a:ext cx="68756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7030A0"/>
                </a:solidFill>
              </a:rPr>
              <a:t>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12693685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remainder from a division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13 % 5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5" name="Callout: Bent Line with No Border 8">
            <a:extLst>
              <a:ext uri="{FF2B5EF4-FFF2-40B4-BE49-F238E27FC236}">
                <a16:creationId xmlns:a16="http://schemas.microsoft.com/office/drawing/2014/main" id="{FE76DF5F-81B3-45AC-A628-BBE9287E827D}"/>
              </a:ext>
            </a:extLst>
          </p:cNvPr>
          <p:cNvSpPr/>
          <p:nvPr/>
        </p:nvSpPr>
        <p:spPr>
          <a:xfrm flipH="1">
            <a:off x="1425744" y="4837267"/>
            <a:ext cx="3077861" cy="862642"/>
          </a:xfrm>
          <a:prstGeom prst="callout2">
            <a:avLst>
              <a:gd name="adj1" fmla="val 53273"/>
              <a:gd name="adj2" fmla="val -2568"/>
              <a:gd name="adj3" fmla="val 53525"/>
              <a:gd name="adj4" fmla="val -16606"/>
              <a:gd name="adj5" fmla="val -43235"/>
              <a:gd name="adj6" fmla="val -1671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Modulus operator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9182454" y="3774594"/>
            <a:ext cx="11502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3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A75A15-63ED-494E-8FE3-593ACD28C696}"/>
              </a:ext>
            </a:extLst>
          </p:cNvPr>
          <p:cNvSpPr txBox="1"/>
          <p:nvPr/>
        </p:nvSpPr>
        <p:spPr>
          <a:xfrm flipH="1">
            <a:off x="8610600" y="5222856"/>
            <a:ext cx="32899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Input: Division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Output: Remainder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D2FAC96-ADE0-49FC-8BC7-2897523BFB17}"/>
              </a:ext>
            </a:extLst>
          </p:cNvPr>
          <p:cNvGrpSpPr/>
          <p:nvPr/>
        </p:nvGrpSpPr>
        <p:grpSpPr>
          <a:xfrm>
            <a:off x="3800015" y="2609428"/>
            <a:ext cx="2226716" cy="1356803"/>
            <a:chOff x="4725129" y="2391718"/>
            <a:chExt cx="2704005" cy="1356803"/>
          </a:xfrm>
        </p:grpSpPr>
        <p:sp>
          <p:nvSpPr>
            <p:cNvPr id="11" name="Right Brace 10">
              <a:extLst>
                <a:ext uri="{FF2B5EF4-FFF2-40B4-BE49-F238E27FC236}">
                  <a16:creationId xmlns:a16="http://schemas.microsoft.com/office/drawing/2014/main" id="{74E6CA34-AFCC-4A86-BBEC-2B2266223B3E}"/>
                </a:ext>
              </a:extLst>
            </p:cNvPr>
            <p:cNvSpPr/>
            <p:nvPr/>
          </p:nvSpPr>
          <p:spPr>
            <a:xfrm rot="16200000">
              <a:off x="5735392" y="2054779"/>
              <a:ext cx="683479" cy="2704005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4618CFB-57D2-41B1-9F43-23A20D0F30F2}"/>
                </a:ext>
              </a:extLst>
            </p:cNvPr>
            <p:cNvSpPr txBox="1"/>
            <p:nvPr/>
          </p:nvSpPr>
          <p:spPr>
            <a:xfrm>
              <a:off x="5391153" y="2391718"/>
              <a:ext cx="166668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Division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1861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  <p:bldP spid="7" grpId="0" animBg="1"/>
      <p:bldP spid="8" grpId="0"/>
      <p:bldP spid="9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Returns the remainder from a division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2904403" y="3774595"/>
            <a:ext cx="39525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400" dirty="0">
                <a:latin typeface="Consolas" panose="020B0609020204030204" pitchFamily="49" charset="0"/>
              </a:rPr>
              <a:t>13 % 5</a:t>
            </a:r>
            <a:endParaRPr lang="en-GB" sz="440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7316606" y="3717105"/>
            <a:ext cx="1406147" cy="8844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777652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standard algorithms:</a:t>
            </a:r>
          </a:p>
          <a:p>
            <a:pPr lvl="1"/>
            <a:r>
              <a:rPr lang="en-GB" sz="2800" dirty="0"/>
              <a:t>linear search</a:t>
            </a:r>
          </a:p>
          <a:p>
            <a:pPr lvl="1"/>
            <a:r>
              <a:rPr lang="en-GB" sz="2800" dirty="0"/>
              <a:t>find minimum and maximum</a:t>
            </a:r>
          </a:p>
          <a:p>
            <a:pPr lvl="1"/>
            <a:r>
              <a:rPr lang="en-GB" sz="2800" dirty="0"/>
              <a:t>count occurrences</a:t>
            </a:r>
          </a:p>
        </p:txBody>
      </p:sp>
    </p:spTree>
    <p:extLst>
      <p:ext uri="{BB962C8B-B14F-4D97-AF65-F5344CB8AC3E}">
        <p14:creationId xmlns:p14="http://schemas.microsoft.com/office/powerpoint/2010/main" val="386115484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20027-F85B-37BC-5382-1AACF0BB5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E8E7B3-BE90-845C-9F30-F42285851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search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F8AD8-1ED3-DB18-D1D4-4FACDA1D9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Set found to False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Loop for all values or until found is True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If current value matches the search value, then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	Set found to True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End 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End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36E8A1-643E-A13C-B3DF-8586F549C29D}"/>
              </a:ext>
            </a:extLst>
          </p:cNvPr>
          <p:cNvSpPr txBox="1"/>
          <p:nvPr/>
        </p:nvSpPr>
        <p:spPr>
          <a:xfrm>
            <a:off x="4429760" y="5908100"/>
            <a:ext cx="6924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"Carl"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0782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127B2-A813-4432-2A7A-ED9E48AFC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6BE1A8-C3CA-21F4-675E-654448CF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search (1/3)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C349F-ACCF-C4D0-04C5-E162BCEF5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"Carl"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found 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False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4 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index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target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"Carl"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endParaRPr lang="en-US" altLang="en-US" sz="320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4A749B7F-A9B4-4804-B8AF-4220974312E9}"/>
              </a:ext>
            </a:extLst>
          </p:cNvPr>
          <p:cNvSpPr/>
          <p:nvPr/>
        </p:nvSpPr>
        <p:spPr>
          <a:xfrm>
            <a:off x="4678268" y="2414528"/>
            <a:ext cx="1417732" cy="485083"/>
          </a:xfrm>
          <a:prstGeom prst="callout2">
            <a:avLst>
              <a:gd name="adj1" fmla="val 50566"/>
              <a:gd name="adj2" fmla="val 514"/>
              <a:gd name="adj3" fmla="val 52597"/>
              <a:gd name="adj4" fmla="val -114983"/>
              <a:gd name="adj5" fmla="val 106524"/>
              <a:gd name="adj6" fmla="val -13500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Flag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EE51F00C-B8E1-5F0A-04E5-4AE9AA4A9DAC}"/>
              </a:ext>
            </a:extLst>
          </p:cNvPr>
          <p:cNvSpPr/>
          <p:nvPr/>
        </p:nvSpPr>
        <p:spPr>
          <a:xfrm>
            <a:off x="5433918" y="4400896"/>
            <a:ext cx="3132232" cy="485083"/>
          </a:xfrm>
          <a:prstGeom prst="callout2">
            <a:avLst>
              <a:gd name="adj1" fmla="val 50076"/>
              <a:gd name="adj2" fmla="val -93"/>
              <a:gd name="adj3" fmla="val 50797"/>
              <a:gd name="adj4" fmla="val -16690"/>
              <a:gd name="adj5" fmla="val -23072"/>
              <a:gd name="adj6" fmla="val -2513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 to search for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84C3D931-F43B-1614-EE8A-48F5B9554C83}"/>
              </a:ext>
            </a:extLst>
          </p:cNvPr>
          <p:cNvSpPr/>
          <p:nvPr/>
        </p:nvSpPr>
        <p:spPr>
          <a:xfrm>
            <a:off x="7675468" y="1340542"/>
            <a:ext cx="3132232" cy="485083"/>
          </a:xfrm>
          <a:prstGeom prst="callout2">
            <a:avLst>
              <a:gd name="adj1" fmla="val 49585"/>
              <a:gd name="adj2" fmla="val -18"/>
              <a:gd name="adj3" fmla="val 49325"/>
              <a:gd name="adj4" fmla="val -16994"/>
              <a:gd name="adj5" fmla="val 118306"/>
              <a:gd name="adj6" fmla="val -2899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Values to search</a:t>
            </a:r>
          </a:p>
        </p:txBody>
      </p:sp>
    </p:spTree>
    <p:extLst>
      <p:ext uri="{BB962C8B-B14F-4D97-AF65-F5344CB8AC3E}">
        <p14:creationId xmlns:p14="http://schemas.microsoft.com/office/powerpoint/2010/main" val="195889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animBg="1"/>
      <p:bldP spid="2" grpId="0" uiExpand="1" animBg="1"/>
      <p:bldP spid="6" grpId="0" uiExpand="1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ABB985B-A7D8-EF29-8A2C-8535F1922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A5518F5-3477-04BD-09BD-7A7BA54F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search (1/3)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5DF20D-F6AF-B8DA-FC53-05268ADD0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"Carl"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found 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False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4 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index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target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"Carl"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6</a:t>
            </a:r>
            <a:endParaRPr lang="en-US" altLang="en-US" sz="3200" dirty="0">
              <a:solidFill>
                <a:srgbClr val="0086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645582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search (2/3)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7 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while not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found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&lt;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(names):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9 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names[index] == target: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10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found 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True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13       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index = index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5429D9-585C-F5EB-7A50-4D2D05F4022F}"/>
              </a:ext>
            </a:extLst>
          </p:cNvPr>
          <p:cNvSpPr txBox="1"/>
          <p:nvPr/>
        </p:nvSpPr>
        <p:spPr>
          <a:xfrm>
            <a:off x="7410450" y="3903405"/>
            <a:ext cx="4495801" cy="1938992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Will stop looping if search value found, or at end of array</a:t>
            </a:r>
          </a:p>
        </p:txBody>
      </p:sp>
    </p:spTree>
    <p:extLst>
      <p:ext uri="{BB962C8B-B14F-4D97-AF65-F5344CB8AC3E}">
        <p14:creationId xmlns:p14="http://schemas.microsoft.com/office/powerpoint/2010/main" val="384481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7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CD1614-11BF-B3B8-7AED-F70F610D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FA614BA-45F0-E2A2-650E-83B717FB7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Linear search (2/3)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208C93-4CF9-9DED-C70A-6AA98A22C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7 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while not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found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and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&lt;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(names):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 9 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names[index] == target: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10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found 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True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11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13       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index = index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13376517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search (3/3)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found ==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"Found at index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(index))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18 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19 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"Not found"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ACE1A51E-3F82-3AD1-8CB2-6C79475581CF}"/>
              </a:ext>
            </a:extLst>
          </p:cNvPr>
          <p:cNvSpPr/>
          <p:nvPr/>
        </p:nvSpPr>
        <p:spPr>
          <a:xfrm>
            <a:off x="4506818" y="1448146"/>
            <a:ext cx="1417732" cy="485083"/>
          </a:xfrm>
          <a:prstGeom prst="callout2">
            <a:avLst>
              <a:gd name="adj1" fmla="val 50076"/>
              <a:gd name="adj2" fmla="val -327"/>
              <a:gd name="adj3" fmla="val 50470"/>
              <a:gd name="adj4" fmla="val -47910"/>
              <a:gd name="adj5" fmla="val 103906"/>
              <a:gd name="adj6" fmla="val -7677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Boolean</a:t>
            </a:r>
          </a:p>
        </p:txBody>
      </p:sp>
    </p:spTree>
    <p:extLst>
      <p:ext uri="{BB962C8B-B14F-4D97-AF65-F5344CB8AC3E}">
        <p14:creationId xmlns:p14="http://schemas.microsoft.com/office/powerpoint/2010/main" val="1374977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uiExpand="1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70EE4B-C31B-22FE-E505-893DA47E6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EFA71C8-B946-287A-F634-36557ADCD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Linear search (3/3)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DF5874-FBC6-4C19-3BB2-89089A8393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found =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True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"Found at index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(index))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18 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else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19 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"Not found"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829747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maximum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Store first value as the maximum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Loop for all remaining values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If current value is bigger than maximum, then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	Store current value as maximum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End 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End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506FC4-1315-A160-3087-BDB7683CC0CC}"/>
              </a:ext>
            </a:extLst>
          </p:cNvPr>
          <p:cNvSpPr txBox="1"/>
          <p:nvPr/>
        </p:nvSpPr>
        <p:spPr>
          <a:xfrm>
            <a:off x="6238240" y="5908100"/>
            <a:ext cx="51155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1.63</a:t>
            </a:r>
            <a:r>
              <a:rPr lang="en-US" altLang="en-US" sz="3200" dirty="0"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 1.78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1.59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1.89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65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minimum / maximum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heights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1.63</a:t>
            </a:r>
            <a:r>
              <a:rPr lang="en-US" altLang="en-US" sz="3200" dirty="0"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 1.78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1.59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1.89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minimum = heights[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(heights)):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heights[index] &lt; minimum: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    minimum = heights[index]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"Minimum: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(minimum))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7958E7E9-47BD-4932-9A33-7D87103BF3AA}"/>
              </a:ext>
            </a:extLst>
          </p:cNvPr>
          <p:cNvSpPr/>
          <p:nvPr/>
        </p:nvSpPr>
        <p:spPr>
          <a:xfrm>
            <a:off x="6962573" y="2433411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52677"/>
              <a:gd name="adj6" fmla="val -4094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First value</a:t>
            </a:r>
          </a:p>
        </p:txBody>
      </p:sp>
      <p:sp>
        <p:nvSpPr>
          <p:cNvPr id="9" name="Callout: Bent Line with No Border 8">
            <a:extLst>
              <a:ext uri="{FF2B5EF4-FFF2-40B4-BE49-F238E27FC236}">
                <a16:creationId xmlns:a16="http://schemas.microsoft.com/office/drawing/2014/main" id="{208F4821-DCA7-4182-B540-6A5D897B39F4}"/>
              </a:ext>
            </a:extLst>
          </p:cNvPr>
          <p:cNvSpPr/>
          <p:nvPr/>
        </p:nvSpPr>
        <p:spPr>
          <a:xfrm>
            <a:off x="7642047" y="3057385"/>
            <a:ext cx="2785421" cy="463905"/>
          </a:xfrm>
          <a:prstGeom prst="callout2">
            <a:avLst>
              <a:gd name="adj1" fmla="val 49585"/>
              <a:gd name="adj2" fmla="val -2678"/>
              <a:gd name="adj3" fmla="val 54122"/>
              <a:gd name="adj4" fmla="val -50921"/>
              <a:gd name="adj5" fmla="val 113965"/>
              <a:gd name="adj6" fmla="val -6116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Second value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8C24A-DF22-D8B4-79C3-2F928A19557F}"/>
              </a:ext>
            </a:extLst>
          </p:cNvPr>
          <p:cNvSpPr txBox="1"/>
          <p:nvPr/>
        </p:nvSpPr>
        <p:spPr>
          <a:xfrm>
            <a:off x="7449294" y="297656"/>
            <a:ext cx="4597400" cy="132343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Loops from second value to end of array</a:t>
            </a:r>
          </a:p>
        </p:txBody>
      </p:sp>
    </p:spTree>
    <p:extLst>
      <p:ext uri="{BB962C8B-B14F-4D97-AF65-F5344CB8AC3E}">
        <p14:creationId xmlns:p14="http://schemas.microsoft.com/office/powerpoint/2010/main" val="2118686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8" grpId="0" uiExpand="1" animBg="1"/>
      <p:bldP spid="9" grpId="0" uiExpand="1" animBg="1"/>
      <p:bldP spid="2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minimum / maximum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heights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1.63</a:t>
            </a:r>
            <a:r>
              <a:rPr lang="en-US" altLang="en-US" sz="3200" dirty="0">
                <a:latin typeface="Consolas" panose="020B0609020204030204" pitchFamily="49" charset="0"/>
              </a:rPr>
              <a:t>,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 1.78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1.59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1.89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minimum = heights[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(heights)):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heights[index] &lt; minimum: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    minimum = heights[index]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"Minimum: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(minimum))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096259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64EE-D30C-D6E7-24E9-C3B1A0E84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D871AC-C30E-3013-CE64-FB1D56272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 occurrences algorithm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2F2364-A116-F269-DF48-E06833A23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Set count to zero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Loop for all values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If current value matches the search value, then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	Add one to count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	End if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latin typeface="Arial" panose="020B0604020202020204" pitchFamily="34" charset="0"/>
              </a:rPr>
              <a:t>End loop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A73B82-8BD6-2D0F-FE7A-ABC7F68CC664}"/>
              </a:ext>
            </a:extLst>
          </p:cNvPr>
          <p:cNvSpPr txBox="1"/>
          <p:nvPr/>
        </p:nvSpPr>
        <p:spPr>
          <a:xfrm>
            <a:off x="4429760" y="5908100"/>
            <a:ext cx="69240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endParaRPr lang="en-GB" sz="3200" dirty="0"/>
          </a:p>
        </p:txBody>
      </p:sp>
    </p:spTree>
    <p:extLst>
      <p:ext uri="{BB962C8B-B14F-4D97-AF65-F5344CB8AC3E}">
        <p14:creationId xmlns:p14="http://schemas.microsoft.com/office/powerpoint/2010/main" val="266461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 occurrences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count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target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(names)):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names[index] == target: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count = count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9 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"Found: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(count))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1A73B94B-BFD1-E87B-7AA0-7CDB29557638}"/>
              </a:ext>
            </a:extLst>
          </p:cNvPr>
          <p:cNvSpPr/>
          <p:nvPr/>
        </p:nvSpPr>
        <p:spPr>
          <a:xfrm>
            <a:off x="7694518" y="5359746"/>
            <a:ext cx="1798732" cy="485083"/>
          </a:xfrm>
          <a:prstGeom prst="callout2">
            <a:avLst>
              <a:gd name="adj1" fmla="val 50076"/>
              <a:gd name="adj2" fmla="val -93"/>
              <a:gd name="adj3" fmla="val 50797"/>
              <a:gd name="adj4" fmla="val -26928"/>
              <a:gd name="adj5" fmla="val -21763"/>
              <a:gd name="adj6" fmla="val -4243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Increment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472711-2FC8-1452-F693-5A2DCBC06AC0}"/>
              </a:ext>
            </a:extLst>
          </p:cNvPr>
          <p:cNvSpPr txBox="1"/>
          <p:nvPr/>
        </p:nvSpPr>
        <p:spPr>
          <a:xfrm>
            <a:off x="8318500" y="230188"/>
            <a:ext cx="3505944" cy="1323439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>
                <a:solidFill>
                  <a:srgbClr val="7030A0"/>
                </a:solidFill>
              </a:rPr>
              <a:t>Loops for every value in array</a:t>
            </a:r>
          </a:p>
        </p:txBody>
      </p:sp>
    </p:spTree>
    <p:extLst>
      <p:ext uri="{BB962C8B-B14F-4D97-AF65-F5344CB8AC3E}">
        <p14:creationId xmlns:p14="http://schemas.microsoft.com/office/powerpoint/2010/main" val="3419363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2" grpId="0" uiExpand="1" animBg="1"/>
      <p:bldP spid="5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934003-4A56-A6F9-C28E-BBD959A71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9E5502E-D683-68F3-7097-4F4D32E1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Count occurrences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91C02B-DB34-E7B0-B4E5-4793982C3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"Alan"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"Dina"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count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target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(names)):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if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names[index] == target: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    count = count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9 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"Found: 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(count))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205571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file handling using:</a:t>
            </a:r>
          </a:p>
          <a:p>
            <a:pPr lvl="1"/>
            <a:r>
              <a:rPr lang="en-GB" sz="2800" dirty="0"/>
              <a:t>open / create</a:t>
            </a:r>
          </a:p>
          <a:p>
            <a:pPr lvl="1"/>
            <a:r>
              <a:rPr lang="en-GB" sz="2800" dirty="0"/>
              <a:t>read / write</a:t>
            </a:r>
          </a:p>
          <a:p>
            <a:pPr lvl="1"/>
            <a:r>
              <a:rPr lang="en-GB" sz="2800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257088554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handling - overview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to a file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Open / create a file</a:t>
            </a:r>
          </a:p>
          <a:p>
            <a:r>
              <a:rPr lang="en-GB" dirty="0"/>
              <a:t>Write the data to the file</a:t>
            </a:r>
          </a:p>
          <a:p>
            <a:r>
              <a:rPr lang="en-GB" dirty="0"/>
              <a:t>Close the connection to the file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Read from a file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Open a connection to a file</a:t>
            </a:r>
          </a:p>
          <a:p>
            <a:r>
              <a:rPr lang="en-GB" dirty="0"/>
              <a:t>Read the data from the file</a:t>
            </a:r>
          </a:p>
          <a:p>
            <a:r>
              <a:rPr lang="en-GB" dirty="0"/>
              <a:t>Close the connection to the file</a:t>
            </a:r>
          </a:p>
          <a:p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2952231" y="5055325"/>
            <a:ext cx="62875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NB</a:t>
            </a:r>
            <a:r>
              <a:rPr lang="en-GB" sz="2800" dirty="0"/>
              <a:t> everything  (read / written) is a string</a:t>
            </a:r>
          </a:p>
          <a:p>
            <a:pPr algn="ctr"/>
            <a:r>
              <a:rPr lang="en-GB" sz="2800" dirty="0"/>
              <a:t>(just like the keyboard)</a:t>
            </a:r>
          </a:p>
        </p:txBody>
      </p:sp>
    </p:spTree>
    <p:extLst>
      <p:ext uri="{BB962C8B-B14F-4D97-AF65-F5344CB8AC3E}">
        <p14:creationId xmlns:p14="http://schemas.microsoft.com/office/powerpoint/2010/main" val="1456227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9" grpId="0" build="p"/>
      <p:bldP spid="10" grpId="0" build="p"/>
      <p:bldP spid="11" grpId="0" build="p"/>
      <p:bldP spid="12" grpId="0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handling - overview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Write to a file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                               a file</a:t>
            </a:r>
          </a:p>
          <a:p>
            <a:r>
              <a:rPr lang="en-GB" dirty="0"/>
              <a:t>             the data to the file</a:t>
            </a:r>
          </a:p>
          <a:p>
            <a:r>
              <a:rPr lang="en-GB" dirty="0"/>
              <a:t>             the connection to the file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GB" dirty="0"/>
              <a:t>Read from a file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GB" dirty="0"/>
              <a:t>             a connection to a file</a:t>
            </a:r>
          </a:p>
          <a:p>
            <a:r>
              <a:rPr lang="en-GB" dirty="0"/>
              <a:t>             the data from the file</a:t>
            </a:r>
          </a:p>
          <a:p>
            <a:r>
              <a:rPr lang="en-GB" dirty="0"/>
              <a:t>             the connection to the 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83427" y="5055325"/>
            <a:ext cx="70251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NB</a:t>
            </a:r>
            <a:r>
              <a:rPr lang="en-GB" sz="2800" dirty="0"/>
              <a:t> everything  (                               ) is a string</a:t>
            </a:r>
          </a:p>
        </p:txBody>
      </p:sp>
    </p:spTree>
    <p:extLst>
      <p:ext uri="{BB962C8B-B14F-4D97-AF65-F5344CB8AC3E}">
        <p14:creationId xmlns:p14="http://schemas.microsoft.com/office/powerpoint/2010/main" val="381523380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file handling using:</a:t>
            </a:r>
          </a:p>
          <a:p>
            <a:pPr lvl="1"/>
            <a:r>
              <a:rPr lang="en-GB" sz="2800" dirty="0"/>
              <a:t>create</a:t>
            </a:r>
          </a:p>
          <a:p>
            <a:pPr lvl="1"/>
            <a:r>
              <a:rPr lang="en-GB" sz="2800" dirty="0"/>
              <a:t>write</a:t>
            </a:r>
          </a:p>
          <a:p>
            <a:pPr lvl="1"/>
            <a:r>
              <a:rPr lang="en-GB" sz="2800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37997933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"example1.csv"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"Goodbye"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(1)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4481342" y="5074026"/>
            <a:ext cx="4471868" cy="431321"/>
          </a:xfrm>
          <a:prstGeom prst="callout2">
            <a:avLst>
              <a:gd name="adj1" fmla="val 50541"/>
              <a:gd name="adj2" fmla="val -92"/>
              <a:gd name="adj3" fmla="val 49989"/>
              <a:gd name="adj4" fmla="val -13346"/>
              <a:gd name="adj5" fmla="val -63395"/>
              <a:gd name="adj6" fmla="val -1945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Close &amp; finish writing to file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9026346" y="2478840"/>
            <a:ext cx="1967554" cy="829844"/>
          </a:xfrm>
          <a:prstGeom prst="callout2">
            <a:avLst>
              <a:gd name="adj1" fmla="val 49990"/>
              <a:gd name="adj2" fmla="val -67"/>
              <a:gd name="adj3" fmla="val 49989"/>
              <a:gd name="adj4" fmla="val -28877"/>
              <a:gd name="adj5" fmla="val -22470"/>
              <a:gd name="adj6" fmla="val -4909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Write mode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(Create)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39883517-6FF7-4EB0-9AB0-592F52CF09BC}"/>
              </a:ext>
            </a:extLst>
          </p:cNvPr>
          <p:cNvSpPr/>
          <p:nvPr/>
        </p:nvSpPr>
        <p:spPr>
          <a:xfrm>
            <a:off x="7081435" y="860844"/>
            <a:ext cx="3620432" cy="829844"/>
          </a:xfrm>
          <a:prstGeom prst="callout2">
            <a:avLst>
              <a:gd name="adj1" fmla="val 49990"/>
              <a:gd name="adj2" fmla="val -67"/>
              <a:gd name="adj3" fmla="val 49989"/>
              <a:gd name="adj4" fmla="val -18275"/>
              <a:gd name="adj5" fmla="val 135332"/>
              <a:gd name="adj6" fmla="val -3015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 name &amp; type (</a:t>
            </a:r>
            <a:r>
              <a:rPr lang="en-GB" sz="2800" b="1" dirty="0">
                <a:solidFill>
                  <a:srgbClr val="FF0000"/>
                </a:solidFill>
              </a:rPr>
              <a:t>csv</a:t>
            </a:r>
            <a:r>
              <a:rPr lang="en-GB" sz="2800" b="1" dirty="0">
                <a:solidFill>
                  <a:srgbClr val="7030A0"/>
                </a:solidFill>
              </a:rPr>
              <a:t>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6B1460-4B6F-4EDC-0A27-D3CCFE497E3B}"/>
              </a:ext>
            </a:extLst>
          </p:cNvPr>
          <p:cNvSpPr txBox="1"/>
          <p:nvPr/>
        </p:nvSpPr>
        <p:spPr>
          <a:xfrm flipH="1">
            <a:off x="8576483" y="6176963"/>
            <a:ext cx="3516033" cy="5232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Change file type to </a:t>
            </a:r>
            <a:r>
              <a:rPr lang="en-GB" sz="2800" b="1" dirty="0">
                <a:solidFill>
                  <a:srgbClr val="FF0000"/>
                </a:solidFill>
              </a:rPr>
              <a:t>txt</a:t>
            </a:r>
          </a:p>
        </p:txBody>
      </p:sp>
    </p:spTree>
    <p:extLst>
      <p:ext uri="{BB962C8B-B14F-4D97-AF65-F5344CB8AC3E}">
        <p14:creationId xmlns:p14="http://schemas.microsoft.com/office/powerpoint/2010/main" val="1132077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20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2" grpId="0" uiExpand="1" build="p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"example1.csv"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"Hello"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"Goodbye"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(1)</a:t>
            </a:r>
          </a:p>
        </p:txBody>
      </p:sp>
    </p:spTree>
    <p:extLst>
      <p:ext uri="{BB962C8B-B14F-4D97-AF65-F5344CB8AC3E}">
        <p14:creationId xmlns:p14="http://schemas.microsoft.com/office/powerpoint/2010/main" val="2483932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"example2.csv"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"Hello\n"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"Goodbye\n"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(2)</a:t>
            </a:r>
          </a:p>
        </p:txBody>
      </p:sp>
      <p:sp>
        <p:nvSpPr>
          <p:cNvPr id="9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7113073" y="4001294"/>
            <a:ext cx="1967554" cy="862642"/>
          </a:xfrm>
          <a:prstGeom prst="callout2">
            <a:avLst>
              <a:gd name="adj1" fmla="val 52750"/>
              <a:gd name="adj2" fmla="val -2245"/>
              <a:gd name="adj3" fmla="val 52749"/>
              <a:gd name="adj4" fmla="val -32508"/>
              <a:gd name="adj5" fmla="val -21767"/>
              <a:gd name="adj6" fmla="val -583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New line</a:t>
            </a:r>
          </a:p>
        </p:txBody>
      </p:sp>
      <p:sp>
        <p:nvSpPr>
          <p:cNvPr id="5" name="An array is">
            <a:extLst>
              <a:ext uri="{FF2B5EF4-FFF2-40B4-BE49-F238E27FC236}">
                <a16:creationId xmlns:a16="http://schemas.microsoft.com/office/drawing/2014/main" id="{1FE8654A-7AA3-4CFE-8E43-920214FDBA0E}"/>
              </a:ext>
            </a:extLst>
          </p:cNvPr>
          <p:cNvSpPr txBox="1"/>
          <p:nvPr/>
        </p:nvSpPr>
        <p:spPr>
          <a:xfrm>
            <a:off x="4566783" y="5908100"/>
            <a:ext cx="30584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  <a:latin typeface="Consolas" panose="020B0609020204030204" pitchFamily="49" charset="0"/>
              </a:rPr>
              <a:t>\n </a:t>
            </a:r>
            <a:r>
              <a:rPr lang="en-GB" sz="3200" b="1" dirty="0">
                <a:solidFill>
                  <a:srgbClr val="7030A0"/>
                </a:solidFill>
              </a:rPr>
              <a:t>= New line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99AB6-0230-47B0-BA58-ED6EDC8E53B3}"/>
              </a:ext>
            </a:extLst>
          </p:cNvPr>
          <p:cNvSpPr txBox="1"/>
          <p:nvPr/>
        </p:nvSpPr>
        <p:spPr>
          <a:xfrm flipH="1">
            <a:off x="8576483" y="6176963"/>
            <a:ext cx="3516033" cy="5232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Change file type to </a:t>
            </a:r>
            <a:r>
              <a:rPr lang="en-GB" sz="2800" b="1" dirty="0">
                <a:solidFill>
                  <a:srgbClr val="FF0000"/>
                </a:solidFill>
              </a:rPr>
              <a:t>txt</a:t>
            </a:r>
          </a:p>
        </p:txBody>
      </p:sp>
    </p:spTree>
    <p:extLst>
      <p:ext uri="{BB962C8B-B14F-4D97-AF65-F5344CB8AC3E}">
        <p14:creationId xmlns:p14="http://schemas.microsoft.com/office/powerpoint/2010/main" val="257730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9" grpId="0" animBg="1"/>
      <p:bldP spid="5" grpId="0"/>
      <p:bldP spid="6" grpId="0" uiExpand="1" build="p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"example2.csv"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"Hello\n"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"Goodbye\n"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(2)</a:t>
            </a:r>
          </a:p>
        </p:txBody>
      </p:sp>
    </p:spTree>
    <p:extLst>
      <p:ext uri="{BB962C8B-B14F-4D97-AF65-F5344CB8AC3E}">
        <p14:creationId xmlns:p14="http://schemas.microsoft.com/office/powerpoint/2010/main" val="307598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"example3.csv"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Writing: Array 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3A2C0-E5AC-437E-8CD0-46D83078EBB9}"/>
              </a:ext>
            </a:extLst>
          </p:cNvPr>
          <p:cNvSpPr txBox="1"/>
          <p:nvPr/>
        </p:nvSpPr>
        <p:spPr>
          <a:xfrm flipH="1">
            <a:off x="8576483" y="6176963"/>
            <a:ext cx="3516033" cy="5232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Change file type to </a:t>
            </a:r>
            <a:r>
              <a:rPr lang="en-GB" sz="2800" b="1" dirty="0">
                <a:solidFill>
                  <a:srgbClr val="FF0000"/>
                </a:solidFill>
              </a:rPr>
              <a:t>txt</a:t>
            </a:r>
          </a:p>
        </p:txBody>
      </p:sp>
    </p:spTree>
    <p:extLst>
      <p:ext uri="{BB962C8B-B14F-4D97-AF65-F5344CB8AC3E}">
        <p14:creationId xmlns:p14="http://schemas.microsoft.com/office/powerpoint/2010/main" val="17198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"example3.csv"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Writing: Array (1)</a:t>
            </a:r>
          </a:p>
        </p:txBody>
      </p:sp>
    </p:spTree>
    <p:extLst>
      <p:ext uri="{BB962C8B-B14F-4D97-AF65-F5344CB8AC3E}">
        <p14:creationId xmlns:p14="http://schemas.microsoft.com/office/powerpoint/2010/main" val="258165087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"example4.csv"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Writing: Array (2)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3A2C0-E5AC-437E-8CD0-46D83078EBB9}"/>
              </a:ext>
            </a:extLst>
          </p:cNvPr>
          <p:cNvSpPr txBox="1"/>
          <p:nvPr/>
        </p:nvSpPr>
        <p:spPr>
          <a:xfrm flipH="1">
            <a:off x="8576483" y="6176963"/>
            <a:ext cx="3516033" cy="5232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Change file type to </a:t>
            </a:r>
            <a:r>
              <a:rPr lang="en-GB" sz="2800" b="1" dirty="0">
                <a:solidFill>
                  <a:srgbClr val="FF0000"/>
                </a:solidFill>
              </a:rPr>
              <a:t>txt</a:t>
            </a:r>
          </a:p>
        </p:txBody>
      </p:sp>
    </p:spTree>
    <p:extLst>
      <p:ext uri="{BB962C8B-B14F-4D97-AF65-F5344CB8AC3E}">
        <p14:creationId xmlns:p14="http://schemas.microsoft.com/office/powerpoint/2010/main" val="395973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"example4.csv"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Writing: Array (2)</a:t>
            </a:r>
          </a:p>
        </p:txBody>
      </p:sp>
    </p:spTree>
    <p:extLst>
      <p:ext uri="{BB962C8B-B14F-4D97-AF65-F5344CB8AC3E}">
        <p14:creationId xmlns:p14="http://schemas.microsoft.com/office/powerpoint/2010/main" val="117796866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5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"example4.csv"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(index)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"\n"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(4)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DF525-8233-4863-80FA-1DD393D57035}"/>
              </a:ext>
            </a:extLst>
          </p:cNvPr>
          <p:cNvSpPr txBox="1"/>
          <p:nvPr/>
        </p:nvSpPr>
        <p:spPr>
          <a:xfrm flipH="1">
            <a:off x="8576483" y="6176963"/>
            <a:ext cx="3516033" cy="52322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"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Change file type to </a:t>
            </a:r>
            <a:r>
              <a:rPr lang="en-GB" sz="2800" b="1" dirty="0">
                <a:solidFill>
                  <a:srgbClr val="FF0000"/>
                </a:solidFill>
              </a:rPr>
              <a:t>txt</a:t>
            </a:r>
          </a:p>
        </p:txBody>
      </p:sp>
    </p:spTree>
    <p:extLst>
      <p:ext uri="{BB962C8B-B14F-4D97-AF65-F5344CB8AC3E}">
        <p14:creationId xmlns:p14="http://schemas.microsoft.com/office/powerpoint/2010/main" val="7108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build="p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280" y="1825624"/>
            <a:ext cx="11628120" cy="47885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words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"Big"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"Small"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"Happy"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"Sad"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"example6.csv"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"w"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text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(index)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+ words[index] +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"\n"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write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Writing to a file (6)</a:t>
            </a:r>
          </a:p>
        </p:txBody>
      </p:sp>
    </p:spTree>
    <p:extLst>
      <p:ext uri="{BB962C8B-B14F-4D97-AF65-F5344CB8AC3E}">
        <p14:creationId xmlns:p14="http://schemas.microsoft.com/office/powerpoint/2010/main" val="3835580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7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1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2544-B514-4802-B453-B1E47993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Walking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E232-B738-444D-A12B-4CDB17B0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https://mrfriendcs.github.io/h-cs/sdd/H-SDD-Walking/</a:t>
            </a:r>
          </a:p>
        </p:txBody>
      </p:sp>
    </p:spTree>
    <p:extLst>
      <p:ext uri="{BB962C8B-B14F-4D97-AF65-F5344CB8AC3E}">
        <p14:creationId xmlns:p14="http://schemas.microsoft.com/office/powerpoint/2010/main" val="251706537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Describe, exemplify and implement parallel 1D arrays</a:t>
            </a:r>
          </a:p>
        </p:txBody>
      </p:sp>
    </p:spTree>
    <p:extLst>
      <p:ext uri="{BB962C8B-B14F-4D97-AF65-F5344CB8AC3E}">
        <p14:creationId xmlns:p14="http://schemas.microsoft.com/office/powerpoint/2010/main" val="309796935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Arrays –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231294"/>
              </p:ext>
            </p:extLst>
          </p:nvPr>
        </p:nvGraphicFramePr>
        <p:xfrm>
          <a:off x="838201" y="1825625"/>
          <a:ext cx="66141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39855009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292380917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55276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9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Pete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07760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2237014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120242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6901542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936709" y="3298249"/>
            <a:ext cx="403655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Parallel Arrays</a:t>
            </a:r>
          </a:p>
          <a:p>
            <a:endParaRPr lang="en-GB" sz="2800" dirty="0">
              <a:solidFill>
                <a:srgbClr val="7030A0"/>
              </a:solidFill>
            </a:endParaRPr>
          </a:p>
          <a:p>
            <a:r>
              <a:rPr lang="en-GB" sz="2800" dirty="0">
                <a:solidFill>
                  <a:srgbClr val="7030A0"/>
                </a:solidFill>
              </a:rPr>
              <a:t>Same number of elements</a:t>
            </a:r>
          </a:p>
          <a:p>
            <a:r>
              <a:rPr lang="en-GB" sz="2800" dirty="0">
                <a:solidFill>
                  <a:srgbClr val="7030A0"/>
                </a:solidFill>
              </a:rPr>
              <a:t>Data is related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7BF64-05A1-4714-A93C-E7E6D9BBDA17}"/>
              </a:ext>
            </a:extLst>
          </p:cNvPr>
          <p:cNvSpPr txBox="1"/>
          <p:nvPr/>
        </p:nvSpPr>
        <p:spPr>
          <a:xfrm>
            <a:off x="3467588" y="6075361"/>
            <a:ext cx="5256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Array: </a:t>
            </a:r>
            <a:r>
              <a:rPr lang="en-GB" sz="2800" dirty="0">
                <a:solidFill>
                  <a:srgbClr val="7030A0"/>
                </a:solidFill>
              </a:rPr>
              <a:t>all elements same data type</a:t>
            </a:r>
          </a:p>
        </p:txBody>
      </p:sp>
    </p:spTree>
    <p:extLst>
      <p:ext uri="{BB962C8B-B14F-4D97-AF65-F5344CB8AC3E}">
        <p14:creationId xmlns:p14="http://schemas.microsoft.com/office/powerpoint/2010/main" val="3709884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Arrays – Table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66141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39855009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292380917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55276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9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Pete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0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358020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 Separated Values (csv)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dirty="0"/>
              <a:t>Sam, 5, 1.23</a:t>
            </a:r>
          </a:p>
          <a:p>
            <a:pPr marL="0" indent="0">
              <a:buNone/>
            </a:pPr>
            <a:r>
              <a:rPr lang="en-GB" sz="4800" dirty="0"/>
              <a:t>Beth, 13, 1.65</a:t>
            </a:r>
          </a:p>
          <a:p>
            <a:pPr marL="0" indent="0">
              <a:buNone/>
            </a:pPr>
            <a:r>
              <a:rPr lang="en-GB" sz="4800" dirty="0"/>
              <a:t>Ivy, 9, 1.42</a:t>
            </a:r>
          </a:p>
          <a:p>
            <a:pPr marL="0" indent="0">
              <a:buNone/>
            </a:pPr>
            <a:r>
              <a:rPr lang="en-GB" sz="4800" dirty="0"/>
              <a:t>Pete, 12, 1.53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20786" y="2736502"/>
            <a:ext cx="4036554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Parallel Arrays</a:t>
            </a:r>
          </a:p>
          <a:p>
            <a:endParaRPr lang="en-GB" sz="2800" dirty="0">
              <a:solidFill>
                <a:srgbClr val="7030A0"/>
              </a:solidFill>
            </a:endParaRPr>
          </a:p>
          <a:p>
            <a:r>
              <a:rPr lang="en-GB" sz="2800" dirty="0">
                <a:solidFill>
                  <a:srgbClr val="7030A0"/>
                </a:solidFill>
              </a:rPr>
              <a:t>Same number of elements</a:t>
            </a:r>
          </a:p>
          <a:p>
            <a:r>
              <a:rPr lang="en-GB" sz="2800" dirty="0">
                <a:solidFill>
                  <a:srgbClr val="7030A0"/>
                </a:solidFill>
              </a:rPr>
              <a:t>Data is related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1383574" y="2261400"/>
            <a:ext cx="0" cy="234000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3235721" y="2261400"/>
            <a:ext cx="731468" cy="2340000"/>
          </a:xfrm>
          <a:custGeom>
            <a:avLst/>
            <a:gdLst>
              <a:gd name="connsiteX0" fmla="*/ 384174 w 731468"/>
              <a:gd name="connsiteY0" fmla="*/ 0 h 2331720"/>
              <a:gd name="connsiteX1" fmla="*/ 719454 w 731468"/>
              <a:gd name="connsiteY1" fmla="*/ 929640 h 2331720"/>
              <a:gd name="connsiteX2" fmla="*/ 3174 w 731468"/>
              <a:gd name="connsiteY2" fmla="*/ 1584960 h 2331720"/>
              <a:gd name="connsiteX3" fmla="*/ 506094 w 731468"/>
              <a:gd name="connsiteY3" fmla="*/ 2331720 h 2331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1468" h="2331720">
                <a:moveTo>
                  <a:pt x="384174" y="0"/>
                </a:moveTo>
                <a:cubicBezTo>
                  <a:pt x="583564" y="332740"/>
                  <a:pt x="782954" y="665480"/>
                  <a:pt x="719454" y="929640"/>
                </a:cubicBezTo>
                <a:cubicBezTo>
                  <a:pt x="655954" y="1193800"/>
                  <a:pt x="38734" y="1351280"/>
                  <a:pt x="3174" y="1584960"/>
                </a:cubicBezTo>
                <a:cubicBezTo>
                  <a:pt x="-32386" y="1818640"/>
                  <a:pt x="236854" y="2075180"/>
                  <a:pt x="506094" y="2331720"/>
                </a:cubicBezTo>
              </a:path>
            </a:pathLst>
          </a:custGeom>
          <a:noFill/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62AB78-4731-491C-A725-B8876DBFBBAF}"/>
              </a:ext>
            </a:extLst>
          </p:cNvPr>
          <p:cNvSpPr txBox="1"/>
          <p:nvPr/>
        </p:nvSpPr>
        <p:spPr>
          <a:xfrm>
            <a:off x="2833087" y="6089518"/>
            <a:ext cx="65258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csv: </a:t>
            </a:r>
            <a:r>
              <a:rPr lang="en-GB" sz="2800" dirty="0">
                <a:solidFill>
                  <a:srgbClr val="7030A0"/>
                </a:solidFill>
              </a:rPr>
              <a:t>a text file with a different file extension</a:t>
            </a:r>
          </a:p>
        </p:txBody>
      </p:sp>
    </p:spTree>
    <p:extLst>
      <p:ext uri="{BB962C8B-B14F-4D97-AF65-F5344CB8AC3E}">
        <p14:creationId xmlns:p14="http://schemas.microsoft.com/office/powerpoint/2010/main" val="28025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 animBg="1"/>
      <p:bldP spid="7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Comma Separated Values (csv)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800" dirty="0"/>
              <a:t>Sam, 5, 1.23</a:t>
            </a:r>
          </a:p>
          <a:p>
            <a:pPr marL="0" indent="0">
              <a:buNone/>
            </a:pPr>
            <a:r>
              <a:rPr lang="en-GB" sz="4800" dirty="0"/>
              <a:t>Beth, 13, 1.65</a:t>
            </a:r>
          </a:p>
          <a:p>
            <a:pPr marL="0" indent="0">
              <a:buNone/>
            </a:pPr>
            <a:r>
              <a:rPr lang="en-GB" sz="4800" dirty="0"/>
              <a:t>Ivy, 9, 1.42</a:t>
            </a:r>
          </a:p>
          <a:p>
            <a:pPr marL="0" indent="0">
              <a:buNone/>
            </a:pPr>
            <a:r>
              <a:rPr lang="en-GB" sz="4800" dirty="0"/>
              <a:t>Pete, 12, 1.53</a:t>
            </a:r>
          </a:p>
        </p:txBody>
      </p:sp>
    </p:spTree>
    <p:extLst>
      <p:ext uri="{BB962C8B-B14F-4D97-AF65-F5344CB8AC3E}">
        <p14:creationId xmlns:p14="http://schemas.microsoft.com/office/powerpoint/2010/main" val="119738137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Arrays?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heights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1.23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1.65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1.53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1.45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"Sam"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"Ivy"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"Pete"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b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50836" y="5592188"/>
            <a:ext cx="8690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Parallel arrays have the same number of elements</a:t>
            </a:r>
          </a:p>
        </p:txBody>
      </p:sp>
      <p:sp>
        <p:nvSpPr>
          <p:cNvPr id="5" name="Multiply 4"/>
          <p:cNvSpPr/>
          <p:nvPr/>
        </p:nvSpPr>
        <p:spPr>
          <a:xfrm>
            <a:off x="9721164" y="2389456"/>
            <a:ext cx="1440000" cy="1440000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42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ages = [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9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names = [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"Sam"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"Beth"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"Ivy"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(ages)):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     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text = names[index] +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 is "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text = text +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(ages[index])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 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  <a:endParaRPr lang="en-US" altLang="en-US" sz="3600" dirty="0"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buNone/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Traverse Parallel Arrays</a:t>
            </a:r>
          </a:p>
        </p:txBody>
      </p:sp>
    </p:spTree>
    <p:extLst>
      <p:ext uri="{BB962C8B-B14F-4D97-AF65-F5344CB8AC3E}">
        <p14:creationId xmlns:p14="http://schemas.microsoft.com/office/powerpoint/2010/main" val="2001493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7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2544-B514-4802-B453-B1E47993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Practise Data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E232-B738-444D-A12B-4CDB17B0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https://mrfriendcs.github.io/h-cs/sdd/H-SDD-Parallel/</a:t>
            </a:r>
          </a:p>
        </p:txBody>
      </p:sp>
    </p:spTree>
    <p:extLst>
      <p:ext uri="{BB962C8B-B14F-4D97-AF65-F5344CB8AC3E}">
        <p14:creationId xmlns:p14="http://schemas.microsoft.com/office/powerpoint/2010/main" val="206917859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72544-B514-4802-B453-B1E47993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Task – Countries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4E232-B738-444D-A12B-4CDB17B00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https://mrfriendcs.github.io/h-cs/sdd/H-SDD-Countries/</a:t>
            </a:r>
          </a:p>
        </p:txBody>
      </p:sp>
    </p:spTree>
    <p:extLst>
      <p:ext uri="{BB962C8B-B14F-4D97-AF65-F5344CB8AC3E}">
        <p14:creationId xmlns:p14="http://schemas.microsoft.com/office/powerpoint/2010/main" val="211793397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Describe, exemplify and implement file handling using:</a:t>
            </a:r>
          </a:p>
          <a:p>
            <a:pPr lvl="1"/>
            <a:r>
              <a:rPr lang="en-GB" sz="3200" dirty="0"/>
              <a:t>open</a:t>
            </a:r>
          </a:p>
          <a:p>
            <a:pPr lvl="1"/>
            <a:r>
              <a:rPr lang="en-GB" sz="3200" dirty="0"/>
              <a:t>read</a:t>
            </a:r>
          </a:p>
          <a:p>
            <a:pPr lvl="1"/>
            <a:r>
              <a:rPr lang="en-GB" sz="3200" dirty="0"/>
              <a:t>close</a:t>
            </a:r>
          </a:p>
        </p:txBody>
      </p:sp>
    </p:spTree>
    <p:extLst>
      <p:ext uri="{BB962C8B-B14F-4D97-AF65-F5344CB8AC3E}">
        <p14:creationId xmlns:p14="http://schemas.microsoft.com/office/powerpoint/2010/main" val="3580692410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Everything at once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6776396" y="2539801"/>
            <a:ext cx="1619892" cy="862642"/>
          </a:xfrm>
          <a:prstGeom prst="callout2">
            <a:avLst>
              <a:gd name="adj1" fmla="val 50542"/>
              <a:gd name="adj2" fmla="val -481"/>
              <a:gd name="adj3" fmla="val 50541"/>
              <a:gd name="adj4" fmla="val -31332"/>
              <a:gd name="adj5" fmla="val -23460"/>
              <a:gd name="adj6" fmla="val -5946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File name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6214752" y="3876881"/>
            <a:ext cx="2444685" cy="479475"/>
          </a:xfrm>
          <a:prstGeom prst="callout2">
            <a:avLst>
              <a:gd name="adj1" fmla="val 50542"/>
              <a:gd name="adj2" fmla="val 223"/>
              <a:gd name="adj3" fmla="val 50173"/>
              <a:gd name="adj4" fmla="val -22637"/>
              <a:gd name="adj5" fmla="val -38981"/>
              <a:gd name="adj6" fmla="val -318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Read entire file</a:t>
            </a:r>
          </a:p>
        </p:txBody>
      </p:sp>
      <p:sp>
        <p:nvSpPr>
          <p:cNvPr id="2" name="Callout: Bent Line with No Border 7">
            <a:extLst>
              <a:ext uri="{FF2B5EF4-FFF2-40B4-BE49-F238E27FC236}">
                <a16:creationId xmlns:a16="http://schemas.microsoft.com/office/drawing/2014/main" id="{01E4F0FA-641B-7BBB-4A91-53AF18F36B37}"/>
              </a:ext>
            </a:extLst>
          </p:cNvPr>
          <p:cNvSpPr/>
          <p:nvPr/>
        </p:nvSpPr>
        <p:spPr>
          <a:xfrm>
            <a:off x="10078677" y="2566358"/>
            <a:ext cx="1919929" cy="862642"/>
          </a:xfrm>
          <a:prstGeom prst="callout2">
            <a:avLst>
              <a:gd name="adj1" fmla="val 49806"/>
              <a:gd name="adj2" fmla="val 337"/>
              <a:gd name="adj3" fmla="val 49805"/>
              <a:gd name="adj4" fmla="val -25502"/>
              <a:gd name="adj5" fmla="val -21767"/>
              <a:gd name="adj6" fmla="val -4866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Read mode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DD7CFB5D-8D75-BBA7-21D4-45F85FBF6B79}"/>
              </a:ext>
            </a:extLst>
          </p:cNvPr>
          <p:cNvSpPr/>
          <p:nvPr/>
        </p:nvSpPr>
        <p:spPr>
          <a:xfrm>
            <a:off x="4704202" y="6311900"/>
            <a:ext cx="2444685" cy="479475"/>
          </a:xfrm>
          <a:prstGeom prst="callout2">
            <a:avLst>
              <a:gd name="adj1" fmla="val 50542"/>
              <a:gd name="adj2" fmla="val 223"/>
              <a:gd name="adj3" fmla="val 50173"/>
              <a:gd name="adj4" fmla="val -22637"/>
              <a:gd name="adj5" fmla="val -41395"/>
              <a:gd name="adj6" fmla="val -318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Close file</a:t>
            </a:r>
          </a:p>
        </p:txBody>
      </p:sp>
    </p:spTree>
    <p:extLst>
      <p:ext uri="{BB962C8B-B14F-4D97-AF65-F5344CB8AC3E}">
        <p14:creationId xmlns:p14="http://schemas.microsoft.com/office/powerpoint/2010/main" val="380270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2" grpId="0" animBg="1"/>
      <p:bldP spid="7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text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(text)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Everything at once</a:t>
            </a:r>
          </a:p>
        </p:txBody>
      </p:sp>
    </p:spTree>
    <p:extLst>
      <p:ext uri="{BB962C8B-B14F-4D97-AF65-F5344CB8AC3E}">
        <p14:creationId xmlns:p14="http://schemas.microsoft.com/office/powerpoint/2010/main" val="307514825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(line)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One line at a time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8329802" y="4789036"/>
            <a:ext cx="2905767" cy="862642"/>
          </a:xfrm>
          <a:prstGeom prst="callout2">
            <a:avLst>
              <a:gd name="adj1" fmla="val 49806"/>
              <a:gd name="adj2" fmla="val -169"/>
              <a:gd name="adj3" fmla="val 49436"/>
              <a:gd name="adj4" fmla="val -15471"/>
              <a:gd name="adj5" fmla="val -22871"/>
              <a:gd name="adj6" fmla="val -3084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Reads a single line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C2EA3EC2-0EA3-52F8-BE2F-82AE8846A15B}"/>
              </a:ext>
            </a:extLst>
          </p:cNvPr>
          <p:cNvSpPr/>
          <p:nvPr/>
        </p:nvSpPr>
        <p:spPr>
          <a:xfrm>
            <a:off x="7598801" y="3393801"/>
            <a:ext cx="3754999" cy="862642"/>
          </a:xfrm>
          <a:prstGeom prst="callout2">
            <a:avLst>
              <a:gd name="adj1" fmla="val 49806"/>
              <a:gd name="adj2" fmla="val -169"/>
              <a:gd name="adj3" fmla="val 49436"/>
              <a:gd name="adj4" fmla="val -15471"/>
              <a:gd name="adj5" fmla="val 13265"/>
              <a:gd name="adj6" fmla="val -2029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Number of rows to read</a:t>
            </a:r>
          </a:p>
        </p:txBody>
      </p:sp>
    </p:spTree>
    <p:extLst>
      <p:ext uri="{BB962C8B-B14F-4D97-AF65-F5344CB8AC3E}">
        <p14:creationId xmlns:p14="http://schemas.microsoft.com/office/powerpoint/2010/main" val="1426775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counter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(line)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One line at a time</a:t>
            </a:r>
          </a:p>
        </p:txBody>
      </p:sp>
    </p:spTree>
    <p:extLst>
      <p:ext uri="{BB962C8B-B14F-4D97-AF65-F5344CB8AC3E}">
        <p14:creationId xmlns:p14="http://schemas.microsoft.com/office/powerpoint/2010/main" val="169226088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Shell / Console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    Hello   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'Hello'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Method – Strip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7361883" y="3810513"/>
            <a:ext cx="1422294" cy="431321"/>
          </a:xfrm>
          <a:prstGeom prst="callout2">
            <a:avLst>
              <a:gd name="adj1" fmla="val 50541"/>
              <a:gd name="adj2" fmla="val -92"/>
              <a:gd name="adj3" fmla="val 51289"/>
              <a:gd name="adj4" fmla="val -20781"/>
              <a:gd name="adj5" fmla="val -69164"/>
              <a:gd name="adj6" fmla="val -4001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Method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3259674" y="4819065"/>
            <a:ext cx="5618108" cy="829844"/>
          </a:xfrm>
          <a:prstGeom prst="callout2">
            <a:avLst>
              <a:gd name="adj1" fmla="val 49990"/>
              <a:gd name="adj2" fmla="val -67"/>
              <a:gd name="adj3" fmla="val 50876"/>
              <a:gd name="adj4" fmla="val -13227"/>
              <a:gd name="adj5" fmla="val -5106"/>
              <a:gd name="adj6" fmla="val -1699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Leading and trailing whitespace and non-printing characters removed 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839BE1AD-091F-48F2-B203-ACCF688B1848}"/>
              </a:ext>
            </a:extLst>
          </p:cNvPr>
          <p:cNvSpPr/>
          <p:nvPr/>
        </p:nvSpPr>
        <p:spPr>
          <a:xfrm>
            <a:off x="6512951" y="2171088"/>
            <a:ext cx="1422294" cy="431321"/>
          </a:xfrm>
          <a:prstGeom prst="callout2">
            <a:avLst>
              <a:gd name="adj1" fmla="val 50541"/>
              <a:gd name="adj2" fmla="val -92"/>
              <a:gd name="adj3" fmla="val 51289"/>
              <a:gd name="adj4" fmla="val -20781"/>
              <a:gd name="adj5" fmla="val 212608"/>
              <a:gd name="adj6" fmla="val -9942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189498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Shell / Console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    Hello   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40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'Hello'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Method – Strip</a:t>
            </a:r>
          </a:p>
        </p:txBody>
      </p:sp>
    </p:spTree>
    <p:extLst>
      <p:ext uri="{BB962C8B-B14F-4D97-AF65-F5344CB8AC3E}">
        <p14:creationId xmlns:p14="http://schemas.microsoft.com/office/powerpoint/2010/main" val="404343116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STRING.strip</a:t>
            </a:r>
            <a:r>
              <a:rPr lang="en-GB" dirty="0"/>
              <a:t>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654628" y="2003312"/>
            <a:ext cx="317956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"Hello  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8151808" y="1998323"/>
            <a:ext cx="24988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"Hello"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1108368" y="3323887"/>
            <a:ext cx="27258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   123"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810708" y="3174263"/>
            <a:ext cx="4316315" cy="1080000"/>
            <a:chOff x="3365056" y="3310688"/>
            <a:chExt cx="4316315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strip()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365056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8141419" y="3334277"/>
            <a:ext cx="250926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"123"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838200" y="4659841"/>
            <a:ext cx="2995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  Bye  </a:t>
            </a: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810708" y="4499826"/>
            <a:ext cx="4316315" cy="1080000"/>
            <a:chOff x="3365056" y="5080311"/>
            <a:chExt cx="4316315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strip()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365056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8151806" y="4649449"/>
            <a:ext cx="249887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"Bye"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1058723" y="5899994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Applied to: 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8127023" y="5899994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Returns: String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280961" y="1379286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Strip values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480423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1016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Value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946902" y="1331802"/>
              <a:ext cx="137967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Method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21143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STRING.strip</a:t>
            </a:r>
            <a:r>
              <a:rPr lang="en-GB" dirty="0"/>
              <a:t>()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810708" y="3174263"/>
            <a:ext cx="4316315" cy="1080000"/>
            <a:chOff x="3365056" y="3310688"/>
            <a:chExt cx="4316315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365056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810708" y="4499826"/>
            <a:ext cx="4316315" cy="1080000"/>
            <a:chOff x="3365056" y="5080311"/>
            <a:chExt cx="4316315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365056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1150626" y="5899994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Applied to: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8127023" y="5899994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Returns: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2280961" y="1379286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480423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1016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Value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946902" y="1331802"/>
              <a:ext cx="137967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Method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93701465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Shell / Console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Ant,Bat,Cat"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['Ant', 'Bat', 'Cat']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Methods – Split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7104491" y="2379807"/>
            <a:ext cx="1422294" cy="431321"/>
          </a:xfrm>
          <a:prstGeom prst="callout2">
            <a:avLst>
              <a:gd name="adj1" fmla="val 50541"/>
              <a:gd name="adj2" fmla="val -92"/>
              <a:gd name="adj3" fmla="val 51289"/>
              <a:gd name="adj4" fmla="val -20781"/>
              <a:gd name="adj5" fmla="val 146478"/>
              <a:gd name="adj6" fmla="val -4631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Method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7657502" y="4931032"/>
            <a:ext cx="2500425" cy="623788"/>
          </a:xfrm>
          <a:prstGeom prst="callout2">
            <a:avLst>
              <a:gd name="adj1" fmla="val 49990"/>
              <a:gd name="adj2" fmla="val -67"/>
              <a:gd name="adj3" fmla="val 50738"/>
              <a:gd name="adj4" fmla="val -17924"/>
              <a:gd name="adj5" fmla="val -22704"/>
              <a:gd name="adj6" fmla="val -277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Array of strings</a:t>
            </a:r>
          </a:p>
        </p:txBody>
      </p:sp>
      <p:sp>
        <p:nvSpPr>
          <p:cNvPr id="2" name="Callout: Bent Line with No Border 7">
            <a:extLst>
              <a:ext uri="{FF2B5EF4-FFF2-40B4-BE49-F238E27FC236}">
                <a16:creationId xmlns:a16="http://schemas.microsoft.com/office/drawing/2014/main" id="{0EFAC910-A8C7-33C9-36B7-2120EE1CDF72}"/>
              </a:ext>
            </a:extLst>
          </p:cNvPr>
          <p:cNvSpPr/>
          <p:nvPr/>
        </p:nvSpPr>
        <p:spPr>
          <a:xfrm>
            <a:off x="7952971" y="3690061"/>
            <a:ext cx="2500425" cy="623788"/>
          </a:xfrm>
          <a:prstGeom prst="callout2">
            <a:avLst>
              <a:gd name="adj1" fmla="val 49990"/>
              <a:gd name="adj2" fmla="val -67"/>
              <a:gd name="adj3" fmla="val 50738"/>
              <a:gd name="adj4" fmla="val -17924"/>
              <a:gd name="adj5" fmla="val -22704"/>
              <a:gd name="adj6" fmla="val -2771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Where to split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3448DFDA-C240-45D3-A110-E175FA4E5745}"/>
              </a:ext>
            </a:extLst>
          </p:cNvPr>
          <p:cNvSpPr/>
          <p:nvPr/>
        </p:nvSpPr>
        <p:spPr>
          <a:xfrm>
            <a:off x="6548900" y="1783619"/>
            <a:ext cx="1422294" cy="431321"/>
          </a:xfrm>
          <a:prstGeom prst="callout2">
            <a:avLst>
              <a:gd name="adj1" fmla="val 50541"/>
              <a:gd name="adj2" fmla="val -92"/>
              <a:gd name="adj3" fmla="val 51289"/>
              <a:gd name="adj4" fmla="val -20781"/>
              <a:gd name="adj5" fmla="val 290431"/>
              <a:gd name="adj6" fmla="val -12057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82979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2" grpId="0" animBg="1"/>
      <p:bldP spid="7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Shell / Console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</a:t>
            </a:r>
            <a:r>
              <a:rPr lang="en-US" altLang="en-US" sz="4000" dirty="0" err="1">
                <a:solidFill>
                  <a:srgbClr val="183691"/>
                </a:solidFill>
                <a:latin typeface="Consolas" panose="020B0609020204030204" pitchFamily="49" charset="0"/>
              </a:rPr>
              <a:t>Ant,Bat,Cat"</a:t>
            </a:r>
            <a:r>
              <a:rPr lang="en-US" altLang="en-US" sz="40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4000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40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4000" dirty="0">
                <a:solidFill>
                  <a:srgbClr val="B2B2B2"/>
                </a:solidFill>
                <a:latin typeface="Consolas" panose="020B0609020204030204" pitchFamily="49" charset="0"/>
              </a:rPr>
              <a:t> </a:t>
            </a:r>
            <a:r>
              <a:rPr lang="en-US" altLang="en-US" sz="4000" dirty="0">
                <a:solidFill>
                  <a:srgbClr val="183691"/>
                </a:solidFill>
                <a:latin typeface="Consolas" panose="020B0609020204030204" pitchFamily="49" charset="0"/>
              </a:rPr>
              <a:t>['Ant', 'Bat', 'Cat']</a:t>
            </a:r>
            <a:endParaRPr lang="en-US" altLang="en-US" sz="40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String Methods – Split</a:t>
            </a:r>
          </a:p>
        </p:txBody>
      </p:sp>
    </p:spTree>
    <p:extLst>
      <p:ext uri="{BB962C8B-B14F-4D97-AF65-F5344CB8AC3E}">
        <p14:creationId xmlns:p14="http://schemas.microsoft.com/office/powerpoint/2010/main" val="745160305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STRING.split</a:t>
            </a:r>
            <a:r>
              <a:rPr lang="en-GB" dirty="0"/>
              <a:t>(",")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6D15D4-1AB6-41A6-BFA0-B5265FD77462}"/>
              </a:ext>
            </a:extLst>
          </p:cNvPr>
          <p:cNvSpPr txBox="1"/>
          <p:nvPr/>
        </p:nvSpPr>
        <p:spPr>
          <a:xfrm>
            <a:off x="876306" y="2013703"/>
            <a:ext cx="2379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GB" sz="4400" dirty="0" err="1">
                <a:solidFill>
                  <a:srgbClr val="7030A0"/>
                </a:solidFill>
                <a:latin typeface="Consolas" panose="020B0609020204030204" pitchFamily="49" charset="0"/>
              </a:rPr>
              <a:t>A,B,C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AAB01A-94DD-4613-BD71-1720FEFEFA8E}"/>
              </a:ext>
            </a:extLst>
          </p:cNvPr>
          <p:cNvSpPr txBox="1"/>
          <p:nvPr/>
        </p:nvSpPr>
        <p:spPr>
          <a:xfrm>
            <a:off x="7573385" y="2008714"/>
            <a:ext cx="4189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["</a:t>
            </a:r>
            <a:r>
              <a:rPr lang="en-GB" sz="4400" dirty="0" err="1">
                <a:solidFill>
                  <a:srgbClr val="7030A0"/>
                </a:solidFill>
                <a:latin typeface="Consolas" panose="020B0609020204030204" pitchFamily="49" charset="0"/>
              </a:rPr>
              <a:t>A","B","C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"]</a:t>
            </a:r>
            <a:endParaRPr lang="en-GB" sz="4400" dirty="0">
              <a:solidFill>
                <a:srgbClr val="7030A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963B08-C212-4718-A8AA-458D4C59CEBA}"/>
              </a:ext>
            </a:extLst>
          </p:cNvPr>
          <p:cNvSpPr txBox="1"/>
          <p:nvPr/>
        </p:nvSpPr>
        <p:spPr>
          <a:xfrm>
            <a:off x="876306" y="3334278"/>
            <a:ext cx="23794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"1,2,3"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232285" y="3184654"/>
            <a:ext cx="4316315" cy="1080000"/>
            <a:chOff x="3365056" y="3310688"/>
            <a:chExt cx="4316315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split()</a:t>
              </a:r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365056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722E98D8-233B-4694-9FD3-C4CE473126AC}"/>
              </a:ext>
            </a:extLst>
          </p:cNvPr>
          <p:cNvSpPr txBox="1"/>
          <p:nvPr/>
        </p:nvSpPr>
        <p:spPr>
          <a:xfrm>
            <a:off x="7562996" y="3344668"/>
            <a:ext cx="4189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["1","2","3"]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011BBBB-743B-4F70-920B-92D86D92F2EF}"/>
              </a:ext>
            </a:extLst>
          </p:cNvPr>
          <p:cNvSpPr txBox="1"/>
          <p:nvPr/>
        </p:nvSpPr>
        <p:spPr>
          <a:xfrm>
            <a:off x="259777" y="4670232"/>
            <a:ext cx="299599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0.9,9.4</a:t>
            </a:r>
            <a:r>
              <a:rPr lang="en-GB" sz="4400" dirty="0">
                <a:solidFill>
                  <a:srgbClr val="7030A0"/>
                </a:solidFill>
                <a:effectLst/>
                <a:latin typeface="Consolas" panose="020B0609020204030204" pitchFamily="49" charset="0"/>
              </a:rPr>
              <a:t>"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232285" y="4510217"/>
            <a:ext cx="4316315" cy="1080000"/>
            <a:chOff x="3365056" y="5080311"/>
            <a:chExt cx="4316315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3200" b="1" dirty="0"/>
                <a:t>split()</a:t>
              </a:r>
              <a:endParaRPr lang="en-GB" b="1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365056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044AEBC-420D-48FB-B565-42688EEC339C}"/>
              </a:ext>
            </a:extLst>
          </p:cNvPr>
          <p:cNvSpPr txBox="1"/>
          <p:nvPr/>
        </p:nvSpPr>
        <p:spPr>
          <a:xfrm>
            <a:off x="7573383" y="4659840"/>
            <a:ext cx="4189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>
                <a:solidFill>
                  <a:srgbClr val="7030A0"/>
                </a:solidFill>
                <a:latin typeface="Consolas" panose="020B0609020204030204" pitchFamily="49" charset="0"/>
              </a:rPr>
              <a:t>["0.9","9.4"]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876306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Applied to: String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69" y="5911406"/>
            <a:ext cx="3868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Returns: Array of strings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1702538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3200" b="1" dirty="0"/>
                  <a:t>Split values</a:t>
                </a:r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480423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1016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Value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946902" y="1331802"/>
              <a:ext cx="137967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Method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821350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6" grpId="0"/>
      <p:bldP spid="19" grpId="0"/>
      <p:bldP spid="27" grpId="0"/>
      <p:bldP spid="28" grpId="0"/>
      <p:bldP spid="36" grpId="0"/>
      <p:bldP spid="40" grpId="0"/>
      <p:bldP spid="41" grpId="0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STRING.split</a:t>
            </a:r>
            <a:r>
              <a:rPr lang="en-GB" dirty="0"/>
              <a:t>(",")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0DE7BD7-7784-4294-982D-468DF0AF3246}"/>
              </a:ext>
            </a:extLst>
          </p:cNvPr>
          <p:cNvGrpSpPr/>
          <p:nvPr/>
        </p:nvGrpSpPr>
        <p:grpSpPr>
          <a:xfrm>
            <a:off x="3232285" y="3184654"/>
            <a:ext cx="4316315" cy="1080000"/>
            <a:chOff x="3365056" y="3310688"/>
            <a:chExt cx="4316315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BBF37ED-8E41-4C85-9F06-8D2D64C6FA34}"/>
                </a:ext>
              </a:extLst>
            </p:cNvPr>
            <p:cNvSpPr/>
            <p:nvPr/>
          </p:nvSpPr>
          <p:spPr>
            <a:xfrm>
              <a:off x="4441371" y="3310688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8048921-01D2-4C58-8100-1F515D5423A2}"/>
                </a:ext>
              </a:extLst>
            </p:cNvPr>
            <p:cNvCxnSpPr/>
            <p:nvPr/>
          </p:nvCxnSpPr>
          <p:spPr>
            <a:xfrm>
              <a:off x="3365056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C3E1FF36-CE0E-4933-9E8E-C84914E59C64}"/>
                </a:ext>
              </a:extLst>
            </p:cNvPr>
            <p:cNvCxnSpPr/>
            <p:nvPr/>
          </p:nvCxnSpPr>
          <p:spPr>
            <a:xfrm>
              <a:off x="6601371" y="3850688"/>
              <a:ext cx="1080000" cy="0"/>
            </a:xfrm>
            <a:prstGeom prst="straightConnector1">
              <a:avLst/>
            </a:prstGeom>
            <a:ln w="38100"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4BFCE82-B9F9-4B1B-BF54-8DB8FC78E5AE}"/>
              </a:ext>
            </a:extLst>
          </p:cNvPr>
          <p:cNvGrpSpPr/>
          <p:nvPr/>
        </p:nvGrpSpPr>
        <p:grpSpPr>
          <a:xfrm>
            <a:off x="3232285" y="4510217"/>
            <a:ext cx="4316315" cy="1080000"/>
            <a:chOff x="3365056" y="5080311"/>
            <a:chExt cx="4316315" cy="10800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4B3612D-6FDA-4D64-9450-C1AF21BA1403}"/>
                </a:ext>
              </a:extLst>
            </p:cNvPr>
            <p:cNvSpPr/>
            <p:nvPr/>
          </p:nvSpPr>
          <p:spPr>
            <a:xfrm>
              <a:off x="4441371" y="5080311"/>
              <a:ext cx="2160000" cy="10800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2800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3637033-A211-47DD-A985-7C3C89F7FFD2}"/>
                </a:ext>
              </a:extLst>
            </p:cNvPr>
            <p:cNvCxnSpPr/>
            <p:nvPr/>
          </p:nvCxnSpPr>
          <p:spPr>
            <a:xfrm>
              <a:off x="3365056" y="5620311"/>
              <a:ext cx="1080000" cy="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05EAD5E1-01DA-4CE8-BDC4-2F136E5F058F}"/>
                </a:ext>
              </a:extLst>
            </p:cNvPr>
            <p:cNvCxnSpPr/>
            <p:nvPr/>
          </p:nvCxnSpPr>
          <p:spPr>
            <a:xfrm>
              <a:off x="6601371" y="5620311"/>
              <a:ext cx="1080000" cy="0"/>
            </a:xfrm>
            <a:prstGeom prst="straightConnector1">
              <a:avLst/>
            </a:prstGeom>
            <a:noFill/>
            <a:ln w="38100">
              <a:solidFill>
                <a:schemeClr val="accent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864AFC2-DEB9-408B-9B33-41239EB6D45A}"/>
              </a:ext>
            </a:extLst>
          </p:cNvPr>
          <p:cNvSpPr txBox="1"/>
          <p:nvPr/>
        </p:nvSpPr>
        <p:spPr>
          <a:xfrm flipH="1">
            <a:off x="838200" y="5911406"/>
            <a:ext cx="28251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Applied to: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E03AE61-A5F0-44B0-85E4-A2C24F50939C}"/>
              </a:ext>
            </a:extLst>
          </p:cNvPr>
          <p:cNvSpPr txBox="1"/>
          <p:nvPr/>
        </p:nvSpPr>
        <p:spPr>
          <a:xfrm flipH="1">
            <a:off x="7185570" y="5911406"/>
            <a:ext cx="30922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Returns: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719C3BD-F593-4011-9BA6-B640A7171A40}"/>
              </a:ext>
            </a:extLst>
          </p:cNvPr>
          <p:cNvGrpSpPr/>
          <p:nvPr/>
        </p:nvGrpSpPr>
        <p:grpSpPr>
          <a:xfrm>
            <a:off x="1702538" y="1389677"/>
            <a:ext cx="7598309" cy="1549414"/>
            <a:chOff x="2950676" y="1331802"/>
            <a:chExt cx="7598309" cy="1549414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4A964A7-0168-4E7A-906C-FEFE84614309}"/>
                </a:ext>
              </a:extLst>
            </p:cNvPr>
            <p:cNvGrpSpPr/>
            <p:nvPr/>
          </p:nvGrpSpPr>
          <p:grpSpPr>
            <a:xfrm>
              <a:off x="2950676" y="1546532"/>
              <a:ext cx="7598309" cy="1334684"/>
              <a:chOff x="2950676" y="1436004"/>
              <a:chExt cx="7598309" cy="1334684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C8BB5CD-2D25-4988-8438-2F046C3CAEDF}"/>
                  </a:ext>
                </a:extLst>
              </p:cNvPr>
              <p:cNvSpPr/>
              <p:nvPr/>
            </p:nvSpPr>
            <p:spPr>
              <a:xfrm>
                <a:off x="5556738" y="1690688"/>
                <a:ext cx="2160000" cy="10800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800" dirty="0"/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B65508EC-10CA-444D-9646-590379AECB29}"/>
                  </a:ext>
                </a:extLst>
              </p:cNvPr>
              <p:cNvCxnSpPr/>
              <p:nvPr/>
            </p:nvCxnSpPr>
            <p:spPr>
              <a:xfrm>
                <a:off x="4480423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C389AA2-F17C-4A57-B4B8-B88E8D396085}"/>
                  </a:ext>
                </a:extLst>
              </p:cNvPr>
              <p:cNvSpPr/>
              <p:nvPr/>
            </p:nvSpPr>
            <p:spPr>
              <a:xfrm>
                <a:off x="2950676" y="1436004"/>
                <a:ext cx="101604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GB" sz="2800" b="1" dirty="0"/>
                  <a:t>Value</a:t>
                </a:r>
                <a:endParaRPr lang="en-GB" sz="2800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D6439D39-54D0-4A73-A61A-412CD2F3A1D8}"/>
                  </a:ext>
                </a:extLst>
              </p:cNvPr>
              <p:cNvCxnSpPr/>
              <p:nvPr/>
            </p:nvCxnSpPr>
            <p:spPr>
              <a:xfrm>
                <a:off x="7716738" y="2230688"/>
                <a:ext cx="1080000" cy="0"/>
              </a:xfrm>
              <a:prstGeom prst="straightConnector1">
                <a:avLst/>
              </a:prstGeom>
              <a:ln w="38100"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1C2B82A-6827-4FCA-91A0-98D36326CD98}"/>
                  </a:ext>
                </a:extLst>
              </p:cNvPr>
              <p:cNvSpPr/>
              <p:nvPr/>
            </p:nvSpPr>
            <p:spPr>
              <a:xfrm>
                <a:off x="9295116" y="1436004"/>
                <a:ext cx="12538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:r>
                  <a:rPr lang="en-GB" sz="2800" b="1" dirty="0"/>
                  <a:t>Output</a:t>
                </a:r>
                <a:endParaRPr lang="en-GB" sz="2800" dirty="0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D439433-C8FD-42A5-9F35-B193F13CFFA9}"/>
                </a:ext>
              </a:extLst>
            </p:cNvPr>
            <p:cNvSpPr/>
            <p:nvPr/>
          </p:nvSpPr>
          <p:spPr>
            <a:xfrm>
              <a:off x="5946902" y="1331802"/>
              <a:ext cx="137967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GB" sz="2800" b="1" dirty="0"/>
                <a:t>Method</a:t>
              </a:r>
              <a:endParaRPr lang="en-GB" sz="28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4330240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6314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GB" sz="32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data =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(data)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parallel arrays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C9C1C709-4D47-F58B-E061-28DF9D479173}"/>
              </a:ext>
            </a:extLst>
          </p:cNvPr>
          <p:cNvSpPr/>
          <p:nvPr/>
        </p:nvSpPr>
        <p:spPr>
          <a:xfrm>
            <a:off x="7287508" y="4763709"/>
            <a:ext cx="3517775" cy="862642"/>
          </a:xfrm>
          <a:prstGeom prst="callout2">
            <a:avLst>
              <a:gd name="adj1" fmla="val 52750"/>
              <a:gd name="adj2" fmla="val -2245"/>
              <a:gd name="adj3" fmla="val 52749"/>
              <a:gd name="adj4" fmla="val -25086"/>
              <a:gd name="adj5" fmla="val -16188"/>
              <a:gd name="adj6" fmla="val -34414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Create array of strings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FFCF916D-B844-E035-FB33-215F6E9169BF}"/>
              </a:ext>
            </a:extLst>
          </p:cNvPr>
          <p:cNvSpPr/>
          <p:nvPr/>
        </p:nvSpPr>
        <p:spPr>
          <a:xfrm>
            <a:off x="8287379" y="3402278"/>
            <a:ext cx="2635574" cy="862642"/>
          </a:xfrm>
          <a:prstGeom prst="callout2">
            <a:avLst>
              <a:gd name="adj1" fmla="val 51278"/>
              <a:gd name="adj2" fmla="val -295"/>
              <a:gd name="adj3" fmla="val 52495"/>
              <a:gd name="adj4" fmla="val -42571"/>
              <a:gd name="adj5" fmla="val 86323"/>
              <a:gd name="adj6" fmla="val -5158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Split at commas</a:t>
            </a:r>
          </a:p>
        </p:txBody>
      </p:sp>
    </p:spTree>
    <p:extLst>
      <p:ext uri="{BB962C8B-B14F-4D97-AF65-F5344CB8AC3E}">
        <p14:creationId xmlns:p14="http://schemas.microsoft.com/office/powerpoint/2010/main" val="111763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7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.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data =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(data)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2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 parallel arrays</a:t>
            </a:r>
          </a:p>
        </p:txBody>
      </p:sp>
    </p:spTree>
    <p:extLst>
      <p:ext uri="{BB962C8B-B14F-4D97-AF65-F5344CB8AC3E}">
        <p14:creationId xmlns:p14="http://schemas.microsoft.com/office/powerpoint/2010/main" val="248971058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Storing data for later (1)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323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countries = [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la-Latn" sz="3400" dirty="0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la-Latn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countries)</a:t>
            </a:r>
            <a:r>
              <a:rPr lang="la-Latn" sz="3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  countries[index] = 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3400" dirty="0">
              <a:latin typeface="Arial" panose="020B0604020202020204" pitchFamily="34" charset="0"/>
            </a:endParaRPr>
          </a:p>
        </p:txBody>
      </p:sp>
      <p:sp>
        <p:nvSpPr>
          <p:cNvPr id="6" name="Callout: Bent Line with No Border 4">
            <a:extLst>
              <a:ext uri="{FF2B5EF4-FFF2-40B4-BE49-F238E27FC236}">
                <a16:creationId xmlns:a16="http://schemas.microsoft.com/office/drawing/2014/main" id="{4C153303-D1C1-431D-B2E2-B4706419068D}"/>
              </a:ext>
            </a:extLst>
          </p:cNvPr>
          <p:cNvSpPr/>
          <p:nvPr/>
        </p:nvSpPr>
        <p:spPr>
          <a:xfrm>
            <a:off x="7795338" y="5105996"/>
            <a:ext cx="1903471" cy="862642"/>
          </a:xfrm>
          <a:prstGeom prst="callout2">
            <a:avLst>
              <a:gd name="adj1" fmla="val 49854"/>
              <a:gd name="adj2" fmla="val 100428"/>
              <a:gd name="adj3" fmla="val 50016"/>
              <a:gd name="adj4" fmla="val 120470"/>
              <a:gd name="adj5" fmla="val -11133"/>
              <a:gd name="adj6" fmla="val 12794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Removes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whitespace</a:t>
            </a:r>
          </a:p>
        </p:txBody>
      </p:sp>
    </p:spTree>
    <p:extLst>
      <p:ext uri="{BB962C8B-B14F-4D97-AF65-F5344CB8AC3E}">
        <p14:creationId xmlns:p14="http://schemas.microsoft.com/office/powerpoint/2010/main" val="26721427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1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1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6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EA71A9-46AA-E8B0-550C-15560E560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7CAA0AB-71B4-2551-B2BC-2E8359775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Storing data for later (1)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BEABD4-FA7B-4812-9FFD-2B43F5933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323" cy="4351338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countries = [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4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4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4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la-Latn" sz="3400" dirty="0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la-Latn" sz="3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countries)</a:t>
            </a:r>
            <a:r>
              <a:rPr lang="la-Latn" sz="3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34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  countries[index] = 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34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endParaRPr lang="en-US" altLang="en-US" sz="3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4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4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4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4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34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72590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29D9D-B17C-D7EE-9BCC-229EB4D76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7C408B-7D9A-D040-05F7-2D6CC30D4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Store data for later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14897-4D3E-7E96-8CA3-33BF97F4A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323" cy="435133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capitals = [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data = [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la-Latn" sz="3600" dirty="0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la-Latn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capitals)</a:t>
            </a:r>
            <a:r>
              <a:rPr lang="la-Latn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data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(",")</a:t>
            </a:r>
            <a:endParaRPr lang="en-US" altLang="en-US" sz="36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capitals[index] = data[1].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  <p:sp>
        <p:nvSpPr>
          <p:cNvPr id="2" name="Callout: Bent Line with No Border 7">
            <a:extLst>
              <a:ext uri="{FF2B5EF4-FFF2-40B4-BE49-F238E27FC236}">
                <a16:creationId xmlns:a16="http://schemas.microsoft.com/office/drawing/2014/main" id="{3C1CED58-7D33-14B9-215F-9BF9E29D8D2F}"/>
              </a:ext>
            </a:extLst>
          </p:cNvPr>
          <p:cNvSpPr/>
          <p:nvPr/>
        </p:nvSpPr>
        <p:spPr>
          <a:xfrm>
            <a:off x="10472669" y="5265420"/>
            <a:ext cx="1384052" cy="1282700"/>
          </a:xfrm>
          <a:prstGeom prst="callout2">
            <a:avLst>
              <a:gd name="adj1" fmla="val 473"/>
              <a:gd name="adj2" fmla="val -593"/>
              <a:gd name="adj3" fmla="val -44083"/>
              <a:gd name="adj4" fmla="val -311"/>
              <a:gd name="adj5" fmla="val -54802"/>
              <a:gd name="adj6" fmla="val -2230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Create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array of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strings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193012EF-BB2A-BBC4-FC37-7DF74E6982FF}"/>
              </a:ext>
            </a:extLst>
          </p:cNvPr>
          <p:cNvSpPr/>
          <p:nvPr/>
        </p:nvSpPr>
        <p:spPr>
          <a:xfrm>
            <a:off x="10521309" y="2705504"/>
            <a:ext cx="1493213" cy="1252134"/>
          </a:xfrm>
          <a:prstGeom prst="callout2">
            <a:avLst>
              <a:gd name="adj1" fmla="val 100686"/>
              <a:gd name="adj2" fmla="val 407"/>
              <a:gd name="adj3" fmla="val 115328"/>
              <a:gd name="adj4" fmla="val 248"/>
              <a:gd name="adj5" fmla="val 124219"/>
              <a:gd name="adj6" fmla="val -2352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Split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at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commas</a:t>
            </a:r>
          </a:p>
        </p:txBody>
      </p:sp>
      <p:sp>
        <p:nvSpPr>
          <p:cNvPr id="6" name="Callout: Bent Line with No Border 4">
            <a:extLst>
              <a:ext uri="{FF2B5EF4-FFF2-40B4-BE49-F238E27FC236}">
                <a16:creationId xmlns:a16="http://schemas.microsoft.com/office/drawing/2014/main" id="{E1610AC8-9912-4DB7-96F7-5B76D3910D34}"/>
              </a:ext>
            </a:extLst>
          </p:cNvPr>
          <p:cNvSpPr/>
          <p:nvPr/>
        </p:nvSpPr>
        <p:spPr>
          <a:xfrm>
            <a:off x="6096000" y="5265420"/>
            <a:ext cx="1903471" cy="862642"/>
          </a:xfrm>
          <a:prstGeom prst="callout2">
            <a:avLst>
              <a:gd name="adj1" fmla="val 49854"/>
              <a:gd name="adj2" fmla="val 100428"/>
              <a:gd name="adj3" fmla="val 50016"/>
              <a:gd name="adj4" fmla="val 120470"/>
              <a:gd name="adj5" fmla="val -11133"/>
              <a:gd name="adj6" fmla="val 12794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Removes</a:t>
            </a:r>
          </a:p>
          <a:p>
            <a:r>
              <a:rPr lang="en-GB" sz="2800" b="1" dirty="0">
                <a:solidFill>
                  <a:srgbClr val="7030A0"/>
                </a:solidFill>
              </a:rPr>
              <a:t>whitespace</a:t>
            </a:r>
          </a:p>
        </p:txBody>
      </p:sp>
    </p:spTree>
    <p:extLst>
      <p:ext uri="{BB962C8B-B14F-4D97-AF65-F5344CB8AC3E}">
        <p14:creationId xmlns:p14="http://schemas.microsoft.com/office/powerpoint/2010/main" val="633878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A83387-5AE9-CBA0-98AF-B8C63BDA8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01A076-38E4-A3FE-208E-438363498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Storing data for later (2)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D5FBB2-B33A-9334-5E60-E0F6A8E48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176323" cy="4351338"/>
          </a:xfrm>
        </p:spPr>
        <p:txBody>
          <a:bodyPr>
            <a:no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capitals = [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6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data = [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] *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3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la-Latn" sz="3600" dirty="0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la-Latn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capitals)</a:t>
            </a:r>
            <a:r>
              <a:rPr lang="la-Latn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GB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data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().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(",")</a:t>
            </a:r>
            <a:endParaRPr lang="en-US" altLang="en-US" sz="36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capitals[index] = data[1].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2292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Describe, exemplify and implement records</a:t>
            </a:r>
          </a:p>
          <a:p>
            <a:r>
              <a:rPr lang="en-GB" sz="2800" dirty="0"/>
              <a:t>Describe, exemplify and implement arrays of records </a:t>
            </a:r>
          </a:p>
        </p:txBody>
      </p:sp>
    </p:spTree>
    <p:extLst>
      <p:ext uri="{BB962C8B-B14F-4D97-AF65-F5344CB8AC3E}">
        <p14:creationId xmlns:p14="http://schemas.microsoft.com/office/powerpoint/2010/main" val="428478319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Parallel Arrays - Revision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66141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39855009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292380917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55276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9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Pete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07760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>
            <a:off x="2237014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>
            <a:off x="4120242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>
            <a:off x="6901542" y="3020786"/>
            <a:ext cx="0" cy="2596243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7455" y="3298249"/>
            <a:ext cx="348717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Parallel Arrays</a:t>
            </a:r>
          </a:p>
          <a:p>
            <a:endParaRPr lang="en-GB" dirty="0">
              <a:solidFill>
                <a:srgbClr val="7030A0"/>
              </a:solidFill>
            </a:endParaRPr>
          </a:p>
          <a:p>
            <a:r>
              <a:rPr lang="en-GB" sz="2400" dirty="0">
                <a:solidFill>
                  <a:srgbClr val="7030A0"/>
                </a:solidFill>
              </a:rPr>
              <a:t>Same number of elements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7BF64-05A1-4714-A93C-E7E6D9BBDA17}"/>
              </a:ext>
            </a:extLst>
          </p:cNvPr>
          <p:cNvSpPr txBox="1"/>
          <p:nvPr/>
        </p:nvSpPr>
        <p:spPr>
          <a:xfrm>
            <a:off x="3758597" y="6075361"/>
            <a:ext cx="46748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Array: </a:t>
            </a:r>
            <a:r>
              <a:rPr lang="en-GB" sz="2400" dirty="0">
                <a:solidFill>
                  <a:srgbClr val="7030A0"/>
                </a:solidFill>
              </a:rPr>
              <a:t>all elements same data type</a:t>
            </a:r>
          </a:p>
        </p:txBody>
      </p:sp>
    </p:spTree>
    <p:extLst>
      <p:ext uri="{BB962C8B-B14F-4D97-AF65-F5344CB8AC3E}">
        <p14:creationId xmlns:p14="http://schemas.microsoft.com/office/powerpoint/2010/main" val="90649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66141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39855009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292380917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55276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9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Pete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07760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>
            <a:cxnSpLocks/>
          </p:cNvCxnSpPr>
          <p:nvPr/>
        </p:nvCxnSpPr>
        <p:spPr>
          <a:xfrm>
            <a:off x="1353285" y="3353413"/>
            <a:ext cx="46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>
            <a:cxnSpLocks/>
          </p:cNvCxnSpPr>
          <p:nvPr/>
        </p:nvCxnSpPr>
        <p:spPr>
          <a:xfrm>
            <a:off x="1353285" y="4217772"/>
            <a:ext cx="46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1353285" y="5000365"/>
            <a:ext cx="46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137455" y="3298249"/>
            <a:ext cx="283526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Record</a:t>
            </a:r>
          </a:p>
          <a:p>
            <a:endParaRPr lang="en-GB" dirty="0">
              <a:solidFill>
                <a:srgbClr val="7030A0"/>
              </a:solidFill>
            </a:endParaRPr>
          </a:p>
          <a:p>
            <a:r>
              <a:rPr lang="en-GB" sz="2400" dirty="0">
                <a:solidFill>
                  <a:srgbClr val="7030A0"/>
                </a:solidFill>
              </a:rPr>
              <a:t>Related items of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77BF64-05A1-4714-A93C-E7E6D9BBDA17}"/>
              </a:ext>
            </a:extLst>
          </p:cNvPr>
          <p:cNvSpPr txBox="1"/>
          <p:nvPr/>
        </p:nvSpPr>
        <p:spPr>
          <a:xfrm>
            <a:off x="2667978" y="6070111"/>
            <a:ext cx="68560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Array of Records: </a:t>
            </a:r>
            <a:r>
              <a:rPr lang="en-GB" sz="2400" dirty="0">
                <a:solidFill>
                  <a:srgbClr val="7030A0"/>
                </a:solidFill>
              </a:rPr>
              <a:t>used to hold more than 1 record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33892E-A36E-47F8-A248-A37215353470}"/>
              </a:ext>
            </a:extLst>
          </p:cNvPr>
          <p:cNvCxnSpPr>
            <a:cxnSpLocks/>
          </p:cNvCxnSpPr>
          <p:nvPr/>
        </p:nvCxnSpPr>
        <p:spPr>
          <a:xfrm>
            <a:off x="1353285" y="5870402"/>
            <a:ext cx="4680000" cy="0"/>
          </a:xfrm>
          <a:prstGeom prst="straightConnector1">
            <a:avLst/>
          </a:prstGeom>
          <a:ln w="762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716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Records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1" y="1825625"/>
          <a:ext cx="661415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6439">
                  <a:extLst>
                    <a:ext uri="{9D8B030D-6E8A-4147-A177-3AD203B41FA5}">
                      <a16:colId xmlns:a16="http://schemas.microsoft.com/office/drawing/2014/main" val="3398550099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3292380917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6552769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Height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215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Sam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575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Beth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2847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Ivy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1994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4800" dirty="0"/>
                        <a:t>Pete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800" dirty="0"/>
                        <a:t>1.53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6077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04506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340"/>
            <a:ext cx="10515600" cy="47885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dataclasses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dataclass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@dataclass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Pupil: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    </a:t>
            </a:r>
            <a:r>
              <a:rPr lang="la-Latn" sz="32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r>
              <a:rPr lang="en-GB" sz="3200" dirty="0">
                <a:solidFill>
                  <a:srgbClr val="183691"/>
                </a:solidFill>
                <a:latin typeface="Consolas" panose="020B0609020204030204" pitchFamily="49" charset="0"/>
              </a:rPr>
              <a:t>A record to represent a pupil.</a:t>
            </a:r>
            <a:r>
              <a:rPr lang="la-Latn" sz="32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name: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age: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height: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0.0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Define a record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C4ED02BE-AD7E-412A-A83A-702DE77E5156}"/>
              </a:ext>
            </a:extLst>
          </p:cNvPr>
          <p:cNvSpPr/>
          <p:nvPr/>
        </p:nvSpPr>
        <p:spPr>
          <a:xfrm>
            <a:off x="342901" y="6136438"/>
            <a:ext cx="1863636" cy="463905"/>
          </a:xfrm>
          <a:prstGeom prst="callout2">
            <a:avLst>
              <a:gd name="adj1" fmla="val 51124"/>
              <a:gd name="adj2" fmla="val 100316"/>
              <a:gd name="adj3" fmla="val 52918"/>
              <a:gd name="adj4" fmla="val 122868"/>
              <a:gd name="adj5" fmla="val 12503"/>
              <a:gd name="adj6" fmla="val 13536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field name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142215BD-0F6F-40B3-9355-2CADF4251B4D}"/>
              </a:ext>
            </a:extLst>
          </p:cNvPr>
          <p:cNvSpPr/>
          <p:nvPr/>
        </p:nvSpPr>
        <p:spPr>
          <a:xfrm>
            <a:off x="6139320" y="6136439"/>
            <a:ext cx="1651385" cy="463905"/>
          </a:xfrm>
          <a:prstGeom prst="callout2">
            <a:avLst>
              <a:gd name="adj1" fmla="val 50612"/>
              <a:gd name="adj2" fmla="val -27"/>
              <a:gd name="adj3" fmla="val 49323"/>
              <a:gd name="adj4" fmla="val -30248"/>
              <a:gd name="adj5" fmla="val -3955"/>
              <a:gd name="adj6" fmla="val -5546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datatype</a:t>
            </a:r>
          </a:p>
        </p:txBody>
      </p:sp>
      <p:sp>
        <p:nvSpPr>
          <p:cNvPr id="7" name="Callout: Bent Line with No Border 7">
            <a:extLst>
              <a:ext uri="{FF2B5EF4-FFF2-40B4-BE49-F238E27FC236}">
                <a16:creationId xmlns:a16="http://schemas.microsoft.com/office/drawing/2014/main" id="{72950DBA-CBBD-4D67-AFB5-C4B28864A134}"/>
              </a:ext>
            </a:extLst>
          </p:cNvPr>
          <p:cNvSpPr/>
          <p:nvPr/>
        </p:nvSpPr>
        <p:spPr>
          <a:xfrm>
            <a:off x="5002253" y="2475402"/>
            <a:ext cx="3145912" cy="404813"/>
          </a:xfrm>
          <a:prstGeom prst="callout2">
            <a:avLst>
              <a:gd name="adj1" fmla="val 52750"/>
              <a:gd name="adj2" fmla="val -2245"/>
              <a:gd name="adj3" fmla="val 53926"/>
              <a:gd name="adj4" fmla="val -21684"/>
              <a:gd name="adj5" fmla="val 138893"/>
              <a:gd name="adj6" fmla="val -417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decorator - Python</a:t>
            </a:r>
          </a:p>
        </p:txBody>
      </p:sp>
      <p:sp>
        <p:nvSpPr>
          <p:cNvPr id="8" name="Callout: Line with No Border 7">
            <a:extLst>
              <a:ext uri="{FF2B5EF4-FFF2-40B4-BE49-F238E27FC236}">
                <a16:creationId xmlns:a16="http://schemas.microsoft.com/office/drawing/2014/main" id="{E133D613-C835-4E92-9C28-72C1031D7A31}"/>
              </a:ext>
            </a:extLst>
          </p:cNvPr>
          <p:cNvSpPr/>
          <p:nvPr/>
        </p:nvSpPr>
        <p:spPr>
          <a:xfrm>
            <a:off x="9199886" y="861409"/>
            <a:ext cx="2051050" cy="612648"/>
          </a:xfrm>
          <a:prstGeom prst="callout1">
            <a:avLst>
              <a:gd name="adj1" fmla="val 52371"/>
              <a:gd name="adj2" fmla="val -245"/>
              <a:gd name="adj3" fmla="val 106059"/>
              <a:gd name="adj4" fmla="val -7828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import code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1811B7CE-1D17-1179-994F-0605D4762274}"/>
              </a:ext>
            </a:extLst>
          </p:cNvPr>
          <p:cNvSpPr/>
          <p:nvPr/>
        </p:nvSpPr>
        <p:spPr>
          <a:xfrm>
            <a:off x="7663319" y="5303012"/>
            <a:ext cx="2133823" cy="463905"/>
          </a:xfrm>
          <a:prstGeom prst="callout2">
            <a:avLst>
              <a:gd name="adj1" fmla="val 50612"/>
              <a:gd name="adj2" fmla="val -27"/>
              <a:gd name="adj3" fmla="val 50350"/>
              <a:gd name="adj4" fmla="val -22173"/>
              <a:gd name="adj5" fmla="val 111519"/>
              <a:gd name="adj6" fmla="val -5178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default value</a:t>
            </a:r>
          </a:p>
        </p:txBody>
      </p: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0C286765-4C98-85D7-5366-7BB3B4C18559}"/>
              </a:ext>
            </a:extLst>
          </p:cNvPr>
          <p:cNvSpPr/>
          <p:nvPr/>
        </p:nvSpPr>
        <p:spPr>
          <a:xfrm>
            <a:off x="9958845" y="4574339"/>
            <a:ext cx="1651385" cy="463905"/>
          </a:xfrm>
          <a:prstGeom prst="callout2">
            <a:avLst>
              <a:gd name="adj1" fmla="val 50612"/>
              <a:gd name="adj2" fmla="val -27"/>
              <a:gd name="adj3" fmla="val 49323"/>
              <a:gd name="adj4" fmla="val -30248"/>
              <a:gd name="adj5" fmla="val -12168"/>
              <a:gd name="adj6" fmla="val -4681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docstring</a:t>
            </a:r>
          </a:p>
        </p:txBody>
      </p:sp>
      <p:sp>
        <p:nvSpPr>
          <p:cNvPr id="12" name="Callout: Bent Line with No Border 11">
            <a:extLst>
              <a:ext uri="{FF2B5EF4-FFF2-40B4-BE49-F238E27FC236}">
                <a16:creationId xmlns:a16="http://schemas.microsoft.com/office/drawing/2014/main" id="{382E824D-7C3E-1FB6-59A7-317202192D15}"/>
              </a:ext>
            </a:extLst>
          </p:cNvPr>
          <p:cNvSpPr/>
          <p:nvPr/>
        </p:nvSpPr>
        <p:spPr>
          <a:xfrm>
            <a:off x="4918324" y="3169664"/>
            <a:ext cx="3313770" cy="463905"/>
          </a:xfrm>
          <a:prstGeom prst="callout2">
            <a:avLst>
              <a:gd name="adj1" fmla="val 50612"/>
              <a:gd name="adj2" fmla="val -27"/>
              <a:gd name="adj3" fmla="val 50350"/>
              <a:gd name="adj4" fmla="val -22173"/>
              <a:gd name="adj5" fmla="val 81253"/>
              <a:gd name="adj6" fmla="val -3302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name of record type</a:t>
            </a:r>
          </a:p>
        </p:txBody>
      </p:sp>
    </p:spTree>
    <p:extLst>
      <p:ext uri="{BB962C8B-B14F-4D97-AF65-F5344CB8AC3E}">
        <p14:creationId xmlns:p14="http://schemas.microsoft.com/office/powerpoint/2010/main" val="1219291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25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  <p:bldP spid="7" grpId="0" animBg="1"/>
      <p:bldP spid="8" grpId="0" animBg="1"/>
      <p:bldP spid="2" grpId="0" animBg="1"/>
      <p:bldP spid="11" grpId="0" animBg="1"/>
      <p:bldP spid="12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4340"/>
            <a:ext cx="10515600" cy="4788535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from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dataclasses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import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dataclass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@dataclass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class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Pupil: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    </a:t>
            </a:r>
            <a:r>
              <a:rPr lang="la-Latn" sz="32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r>
              <a:rPr lang="en-GB" sz="3200" dirty="0">
                <a:solidFill>
                  <a:srgbClr val="183691"/>
                </a:solidFill>
                <a:latin typeface="Consolas" panose="020B0609020204030204" pitchFamily="49" charset="0"/>
              </a:rPr>
              <a:t>A record to represent a pupil.</a:t>
            </a:r>
            <a:r>
              <a:rPr lang="la-Latn" sz="3200" dirty="0">
                <a:solidFill>
                  <a:srgbClr val="183691"/>
                </a:solidFill>
                <a:latin typeface="Consolas" panose="020B0609020204030204" pitchFamily="49" charset="0"/>
              </a:rPr>
              <a:t>"""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name: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age: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    height: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0.0</a:t>
            </a:r>
            <a:endParaRPr lang="en-US" altLang="en-US" sz="4400" dirty="0">
              <a:latin typeface="Arial" panose="020B0604020202020204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Define a record</a:t>
            </a:r>
          </a:p>
        </p:txBody>
      </p:sp>
    </p:spTree>
    <p:extLst>
      <p:ext uri="{BB962C8B-B14F-4D97-AF65-F5344CB8AC3E}">
        <p14:creationId xmlns:p14="http://schemas.microsoft.com/office/powerpoint/2010/main" val="758771808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10515600" cy="4283076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student1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(student1.age)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record with default values</a:t>
            </a: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4B6FE4C8-4F40-4F6B-B5DB-95E52815A6DB}"/>
              </a:ext>
            </a:extLst>
          </p:cNvPr>
          <p:cNvSpPr/>
          <p:nvPr/>
        </p:nvSpPr>
        <p:spPr>
          <a:xfrm>
            <a:off x="2700322" y="2426122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35952"/>
              <a:gd name="adj6" fmla="val -2509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record name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3722D76D-4B2B-4731-B9D8-21D6BAF98E92}"/>
              </a:ext>
            </a:extLst>
          </p:cNvPr>
          <p:cNvSpPr/>
          <p:nvPr/>
        </p:nvSpPr>
        <p:spPr>
          <a:xfrm>
            <a:off x="6460201" y="5450364"/>
            <a:ext cx="1049309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58121"/>
              <a:gd name="adj5" fmla="val -53130"/>
              <a:gd name="adj6" fmla="val -8481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field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ED36199A-57C9-4A7A-BBC0-F42B62736EAC}"/>
              </a:ext>
            </a:extLst>
          </p:cNvPr>
          <p:cNvSpPr/>
          <p:nvPr/>
        </p:nvSpPr>
        <p:spPr>
          <a:xfrm>
            <a:off x="5869927" y="2650245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83770"/>
              <a:gd name="adj6" fmla="val -3588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record type</a:t>
            </a:r>
          </a:p>
        </p:txBody>
      </p:sp>
      <p:sp>
        <p:nvSpPr>
          <p:cNvPr id="16" name="Callout: Bent Line with No Border 15">
            <a:extLst>
              <a:ext uri="{FF2B5EF4-FFF2-40B4-BE49-F238E27FC236}">
                <a16:creationId xmlns:a16="http://schemas.microsoft.com/office/drawing/2014/main" id="{FE1433C9-49A0-44F8-BAF4-4E37D416EDFF}"/>
              </a:ext>
            </a:extLst>
          </p:cNvPr>
          <p:cNvSpPr/>
          <p:nvPr/>
        </p:nvSpPr>
        <p:spPr>
          <a:xfrm>
            <a:off x="7176410" y="1268851"/>
            <a:ext cx="4847949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7359"/>
              <a:gd name="adj5" fmla="val 140750"/>
              <a:gd name="adj6" fmla="val -3259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default values – No parameters</a:t>
            </a:r>
          </a:p>
        </p:txBody>
      </p:sp>
      <p:sp>
        <p:nvSpPr>
          <p:cNvPr id="8" name="Callout: Bent Line with No Border 7">
            <a:extLst>
              <a:ext uri="{FF2B5EF4-FFF2-40B4-BE49-F238E27FC236}">
                <a16:creationId xmlns:a16="http://schemas.microsoft.com/office/drawing/2014/main" id="{7C5DA59C-0962-4D0F-A8C5-85F728AD07E2}"/>
              </a:ext>
            </a:extLst>
          </p:cNvPr>
          <p:cNvSpPr/>
          <p:nvPr/>
        </p:nvSpPr>
        <p:spPr>
          <a:xfrm flipH="1">
            <a:off x="3477557" y="5418615"/>
            <a:ext cx="742674" cy="463905"/>
          </a:xfrm>
          <a:prstGeom prst="callout2">
            <a:avLst>
              <a:gd name="adj1" fmla="val 49585"/>
              <a:gd name="adj2" fmla="val -2678"/>
              <a:gd name="adj3" fmla="val 49290"/>
              <a:gd name="adj4" fmla="val -42682"/>
              <a:gd name="adj5" fmla="val -43275"/>
              <a:gd name="adj6" fmla="val -7453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dot</a:t>
            </a:r>
          </a:p>
        </p:txBody>
      </p:sp>
    </p:spTree>
    <p:extLst>
      <p:ext uri="{BB962C8B-B14F-4D97-AF65-F5344CB8AC3E}">
        <p14:creationId xmlns:p14="http://schemas.microsoft.com/office/powerpoint/2010/main" val="20605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  <p:bldP spid="14" grpId="0" uiExpand="1" animBg="1"/>
      <p:bldP spid="15" grpId="0" animBg="1"/>
      <p:bldP spid="16" grpId="0" animBg="1"/>
      <p:bldP spid="8" grpId="0" uiExpand="1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0225"/>
            <a:ext cx="10515600" cy="4283076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student1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(student1.age)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record with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274893700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student2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"Sam"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1.23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(student2)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(student2.height)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record with specific values</a:t>
            </a:r>
          </a:p>
        </p:txBody>
      </p:sp>
      <p:sp>
        <p:nvSpPr>
          <p:cNvPr id="13" name="Callout: Bent Line with No Border 12">
            <a:extLst>
              <a:ext uri="{FF2B5EF4-FFF2-40B4-BE49-F238E27FC236}">
                <a16:creationId xmlns:a16="http://schemas.microsoft.com/office/drawing/2014/main" id="{4B6FE4C8-4F40-4F6B-B5DB-95E52815A6DB}"/>
              </a:ext>
            </a:extLst>
          </p:cNvPr>
          <p:cNvSpPr/>
          <p:nvPr/>
        </p:nvSpPr>
        <p:spPr>
          <a:xfrm>
            <a:off x="2678288" y="2426301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35952"/>
              <a:gd name="adj6" fmla="val -2509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record name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3722D76D-4B2B-4731-B9D8-21D6BAF98E92}"/>
              </a:ext>
            </a:extLst>
          </p:cNvPr>
          <p:cNvSpPr/>
          <p:nvPr/>
        </p:nvSpPr>
        <p:spPr>
          <a:xfrm>
            <a:off x="6975422" y="5550282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57346"/>
              <a:gd name="adj6" fmla="val -3064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field</a:t>
            </a:r>
          </a:p>
        </p:txBody>
      </p:sp>
      <p:sp>
        <p:nvSpPr>
          <p:cNvPr id="15" name="Callout: Bent Line with No Border 14">
            <a:extLst>
              <a:ext uri="{FF2B5EF4-FFF2-40B4-BE49-F238E27FC236}">
                <a16:creationId xmlns:a16="http://schemas.microsoft.com/office/drawing/2014/main" id="{ED36199A-57C9-4A7A-BBC0-F42B62736EAC}"/>
              </a:ext>
            </a:extLst>
          </p:cNvPr>
          <p:cNvSpPr/>
          <p:nvPr/>
        </p:nvSpPr>
        <p:spPr>
          <a:xfrm>
            <a:off x="5911086" y="2798211"/>
            <a:ext cx="2785421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19996"/>
              <a:gd name="adj5" fmla="val -105143"/>
              <a:gd name="adj6" fmla="val -36283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record type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A92F59C-90FE-D2E8-75E2-5FA414EE51A2}"/>
              </a:ext>
            </a:extLst>
          </p:cNvPr>
          <p:cNvGrpSpPr/>
          <p:nvPr/>
        </p:nvGrpSpPr>
        <p:grpSpPr>
          <a:xfrm>
            <a:off x="5601848" y="2343923"/>
            <a:ext cx="4445122" cy="686240"/>
            <a:chOff x="5231130" y="2343922"/>
            <a:chExt cx="4445122" cy="686240"/>
          </a:xfrm>
        </p:grpSpPr>
        <p:sp>
          <p:nvSpPr>
            <p:cNvPr id="16" name="Callout: Bent Line with No Border 15">
              <a:extLst>
                <a:ext uri="{FF2B5EF4-FFF2-40B4-BE49-F238E27FC236}">
                  <a16:creationId xmlns:a16="http://schemas.microsoft.com/office/drawing/2014/main" id="{FE1433C9-49A0-44F8-BAF4-4E37D416EDFF}"/>
                </a:ext>
              </a:extLst>
            </p:cNvPr>
            <p:cNvSpPr/>
            <p:nvPr/>
          </p:nvSpPr>
          <p:spPr>
            <a:xfrm>
              <a:off x="8418847" y="2566257"/>
              <a:ext cx="1257405" cy="463905"/>
            </a:xfrm>
            <a:prstGeom prst="callout2">
              <a:avLst>
                <a:gd name="adj1" fmla="val 49585"/>
                <a:gd name="adj2" fmla="val -658"/>
                <a:gd name="adj3" fmla="val 50932"/>
                <a:gd name="adj4" fmla="val -41611"/>
                <a:gd name="adj5" fmla="val -33316"/>
                <a:gd name="adj6" fmla="val -64277"/>
              </a:avLst>
            </a:prstGeom>
            <a:noFill/>
            <a:ln w="38100">
              <a:solidFill>
                <a:schemeClr val="accent6">
                  <a:lumMod val="75000"/>
                </a:schemeClr>
              </a:solidFill>
              <a:headEnd type="none" w="med" len="med"/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2800" b="1" dirty="0">
                  <a:solidFill>
                    <a:srgbClr val="7030A0"/>
                  </a:solidFill>
                </a:rPr>
                <a:t>values</a:t>
              </a:r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5B28E02D-93F2-3F67-BDC6-6F59F4E49182}"/>
                </a:ext>
              </a:extLst>
            </p:cNvPr>
            <p:cNvCxnSpPr>
              <a:cxnSpLocks/>
            </p:cNvCxnSpPr>
            <p:nvPr/>
          </p:nvCxnSpPr>
          <p:spPr>
            <a:xfrm>
              <a:off x="5231130" y="2343922"/>
              <a:ext cx="3017520" cy="0"/>
            </a:xfrm>
            <a:prstGeom prst="line">
              <a:avLst/>
            </a:prstGeom>
            <a:ln w="38100">
              <a:solidFill>
                <a:schemeClr val="accent6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Callout: Bent Line with No Border 10">
            <a:extLst>
              <a:ext uri="{FF2B5EF4-FFF2-40B4-BE49-F238E27FC236}">
                <a16:creationId xmlns:a16="http://schemas.microsoft.com/office/drawing/2014/main" id="{038B7AE7-FFE9-4DF8-883B-60DDD260FA13}"/>
              </a:ext>
            </a:extLst>
          </p:cNvPr>
          <p:cNvSpPr/>
          <p:nvPr/>
        </p:nvSpPr>
        <p:spPr>
          <a:xfrm flipH="1">
            <a:off x="3477557" y="5418615"/>
            <a:ext cx="742674" cy="463905"/>
          </a:xfrm>
          <a:prstGeom prst="callout2">
            <a:avLst>
              <a:gd name="adj1" fmla="val 49585"/>
              <a:gd name="adj2" fmla="val -2678"/>
              <a:gd name="adj3" fmla="val 49290"/>
              <a:gd name="adj4" fmla="val -42682"/>
              <a:gd name="adj5" fmla="val -43275"/>
              <a:gd name="adj6" fmla="val -7453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GB" sz="2800" b="1" dirty="0">
                <a:solidFill>
                  <a:srgbClr val="7030A0"/>
                </a:solidFill>
              </a:rPr>
              <a:t>dot</a:t>
            </a:r>
          </a:p>
        </p:txBody>
      </p:sp>
    </p:spTree>
    <p:extLst>
      <p:ext uri="{BB962C8B-B14F-4D97-AF65-F5344CB8AC3E}">
        <p14:creationId xmlns:p14="http://schemas.microsoft.com/office/powerpoint/2010/main" val="81353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2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3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3" grpId="0" animBg="1"/>
      <p:bldP spid="14" grpId="0" uiExpand="1" animBg="1"/>
      <p:bldP spid="15" grpId="0" animBg="1"/>
      <p:bldP spid="11" grpId="0" uiExpand="1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667251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student2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"Sam"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5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1.23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(student2)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(student2.height)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 record with specific values</a:t>
            </a:r>
          </a:p>
        </p:txBody>
      </p:sp>
    </p:spTree>
    <p:extLst>
      <p:ext uri="{BB962C8B-B14F-4D97-AF65-F5344CB8AC3E}">
        <p14:creationId xmlns:p14="http://schemas.microsoft.com/office/powerpoint/2010/main" val="2550659541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8853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student1.name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"Mel"</a:t>
            </a:r>
            <a:endParaRPr 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student1.age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student1.height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1.47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 a record</a:t>
            </a:r>
          </a:p>
        </p:txBody>
      </p:sp>
      <p:sp>
        <p:nvSpPr>
          <p:cNvPr id="14" name="Callout: Bent Line with No Border 13">
            <a:extLst>
              <a:ext uri="{FF2B5EF4-FFF2-40B4-BE49-F238E27FC236}">
                <a16:creationId xmlns:a16="http://schemas.microsoft.com/office/drawing/2014/main" id="{3722D76D-4B2B-4731-B9D8-21D6BAF98E92}"/>
              </a:ext>
            </a:extLst>
          </p:cNvPr>
          <p:cNvSpPr/>
          <p:nvPr/>
        </p:nvSpPr>
        <p:spPr>
          <a:xfrm>
            <a:off x="6396679" y="2276831"/>
            <a:ext cx="990600" cy="463905"/>
          </a:xfrm>
          <a:prstGeom prst="callout2">
            <a:avLst>
              <a:gd name="adj1" fmla="val 49585"/>
              <a:gd name="adj2" fmla="val 143"/>
              <a:gd name="adj3" fmla="val 49837"/>
              <a:gd name="adj4" fmla="val -58665"/>
              <a:gd name="adj5" fmla="val 155079"/>
              <a:gd name="adj6" fmla="val -184516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field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A7EA0E43-E02C-9B4C-1036-BEF470080271}"/>
              </a:ext>
            </a:extLst>
          </p:cNvPr>
          <p:cNvSpPr/>
          <p:nvPr/>
        </p:nvSpPr>
        <p:spPr>
          <a:xfrm>
            <a:off x="6891979" y="3422930"/>
            <a:ext cx="1116641" cy="463905"/>
          </a:xfrm>
          <a:prstGeom prst="callout2">
            <a:avLst>
              <a:gd name="adj1" fmla="val 49585"/>
              <a:gd name="adj2" fmla="val 143"/>
              <a:gd name="adj3" fmla="val 48194"/>
              <a:gd name="adj4" fmla="val -37739"/>
              <a:gd name="adj5" fmla="val -29422"/>
              <a:gd name="adj6" fmla="val -7035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value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12A04143-BB03-AA3E-856E-A455EFEE3FE4}"/>
              </a:ext>
            </a:extLst>
          </p:cNvPr>
          <p:cNvSpPr/>
          <p:nvPr/>
        </p:nvSpPr>
        <p:spPr>
          <a:xfrm>
            <a:off x="3608170" y="2235230"/>
            <a:ext cx="1161537" cy="463905"/>
          </a:xfrm>
          <a:prstGeom prst="callout2">
            <a:avLst>
              <a:gd name="adj1" fmla="val 49585"/>
              <a:gd name="adj2" fmla="val 143"/>
              <a:gd name="adj3" fmla="val 52500"/>
              <a:gd name="adj4" fmla="val -41202"/>
              <a:gd name="adj5" fmla="val 157743"/>
              <a:gd name="adj6" fmla="val -9220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62667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14" grpId="0" uiExpand="1" animBg="1"/>
      <p:bldP spid="2" grpId="0" uiExpand="1" animBg="1"/>
      <p:bldP spid="5" grpId="0" uiExpand="1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8853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student1.name = 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"Mel"</a:t>
            </a:r>
            <a:endParaRPr 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student1.age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13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student1.height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1.47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 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200" dirty="0">
                <a:latin typeface="Consolas" panose="020B0609020204030204" pitchFamily="49" charset="0"/>
              </a:rPr>
              <a:t> 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(student1)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Modify a record</a:t>
            </a:r>
          </a:p>
        </p:txBody>
      </p:sp>
    </p:spTree>
    <p:extLst>
      <p:ext uri="{BB962C8B-B14F-4D97-AF65-F5344CB8AC3E}">
        <p14:creationId xmlns:p14="http://schemas.microsoft.com/office/powerpoint/2010/main" val="2724449491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535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200" dirty="0"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student3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"Ivy"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3200" dirty="0"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students = [student1, student2, student3]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(students)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2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(students[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].name)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an array of records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C9E68474-6857-4EA0-95E3-9F1EEDCC2EC9}"/>
              </a:ext>
            </a:extLst>
          </p:cNvPr>
          <p:cNvSpPr/>
          <p:nvPr/>
        </p:nvSpPr>
        <p:spPr>
          <a:xfrm>
            <a:off x="6653150" y="6150253"/>
            <a:ext cx="946785" cy="463905"/>
          </a:xfrm>
          <a:prstGeom prst="callout2">
            <a:avLst>
              <a:gd name="adj1" fmla="val 49585"/>
              <a:gd name="adj2" fmla="val -285"/>
              <a:gd name="adj3" fmla="val 51891"/>
              <a:gd name="adj4" fmla="val -53866"/>
              <a:gd name="adj5" fmla="val -58715"/>
              <a:gd name="adj6" fmla="val -83632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field</a:t>
            </a:r>
          </a:p>
        </p:txBody>
      </p:sp>
      <p:sp>
        <p:nvSpPr>
          <p:cNvPr id="2" name="Callout: Bent Line with No Border 1">
            <a:extLst>
              <a:ext uri="{FF2B5EF4-FFF2-40B4-BE49-F238E27FC236}">
                <a16:creationId xmlns:a16="http://schemas.microsoft.com/office/drawing/2014/main" id="{2C195ACB-5188-EDB0-9E44-CBD5D80EB338}"/>
              </a:ext>
            </a:extLst>
          </p:cNvPr>
          <p:cNvSpPr/>
          <p:nvPr/>
        </p:nvSpPr>
        <p:spPr>
          <a:xfrm>
            <a:off x="5815966" y="4668164"/>
            <a:ext cx="1166726" cy="463905"/>
          </a:xfrm>
          <a:prstGeom prst="callout2">
            <a:avLst>
              <a:gd name="adj1" fmla="val 49585"/>
              <a:gd name="adj2" fmla="val -285"/>
              <a:gd name="adj3" fmla="val 51206"/>
              <a:gd name="adj4" fmla="val -55591"/>
              <a:gd name="adj5" fmla="val 158271"/>
              <a:gd name="adj6" fmla="val -74521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index</a:t>
            </a:r>
          </a:p>
        </p:txBody>
      </p:sp>
      <p:sp>
        <p:nvSpPr>
          <p:cNvPr id="6" name="Callout: Bent Line with No Border 5">
            <a:extLst>
              <a:ext uri="{FF2B5EF4-FFF2-40B4-BE49-F238E27FC236}">
                <a16:creationId xmlns:a16="http://schemas.microsoft.com/office/drawing/2014/main" id="{7F3CC013-8FE9-C0CA-8AC8-6D174F8AE526}"/>
              </a:ext>
            </a:extLst>
          </p:cNvPr>
          <p:cNvSpPr/>
          <p:nvPr/>
        </p:nvSpPr>
        <p:spPr>
          <a:xfrm>
            <a:off x="3719831" y="6150253"/>
            <a:ext cx="1242060" cy="463905"/>
          </a:xfrm>
          <a:prstGeom prst="callout2">
            <a:avLst>
              <a:gd name="adj1" fmla="val 49585"/>
              <a:gd name="adj2" fmla="val -285"/>
              <a:gd name="adj3" fmla="val 49837"/>
              <a:gd name="adj4" fmla="val -31499"/>
              <a:gd name="adj5" fmla="val -62821"/>
              <a:gd name="adj6" fmla="val -48285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array</a:t>
            </a:r>
          </a:p>
        </p:txBody>
      </p:sp>
      <p:sp>
        <p:nvSpPr>
          <p:cNvPr id="7" name="Callout: Bent Line with No Border 6">
            <a:extLst>
              <a:ext uri="{FF2B5EF4-FFF2-40B4-BE49-F238E27FC236}">
                <a16:creationId xmlns:a16="http://schemas.microsoft.com/office/drawing/2014/main" id="{5B642EF0-6A58-4C7C-B14E-CE66B01C9A7D}"/>
              </a:ext>
            </a:extLst>
          </p:cNvPr>
          <p:cNvSpPr/>
          <p:nvPr/>
        </p:nvSpPr>
        <p:spPr>
          <a:xfrm>
            <a:off x="9034400" y="3987938"/>
            <a:ext cx="1378330" cy="789802"/>
          </a:xfrm>
          <a:prstGeom prst="callout2">
            <a:avLst>
              <a:gd name="adj1" fmla="val 49585"/>
              <a:gd name="adj2" fmla="val -285"/>
              <a:gd name="adj3" fmla="val 51891"/>
              <a:gd name="adj4" fmla="val -53866"/>
              <a:gd name="adj5" fmla="val -63835"/>
              <a:gd name="adj6" fmla="val -77827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Array of records</a:t>
            </a:r>
          </a:p>
        </p:txBody>
      </p:sp>
    </p:spTree>
    <p:extLst>
      <p:ext uri="{BB962C8B-B14F-4D97-AF65-F5344CB8AC3E}">
        <p14:creationId xmlns:p14="http://schemas.microsoft.com/office/powerpoint/2010/main" val="410515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uiExpand="1" animBg="1"/>
      <p:bldP spid="2" grpId="0" uiExpand="1" animBg="1"/>
      <p:bldP spid="6" grpId="0" uiExpand="1" animBg="1"/>
      <p:bldP spid="7" grpId="0" uiExpand="1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88535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altLang="en-US" sz="3200" dirty="0"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student3 =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183691"/>
                </a:solidFill>
                <a:latin typeface="Consolas" panose="020B0609020204030204" pitchFamily="49" charset="0"/>
              </a:rPr>
              <a:t>"Ivy"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9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1.42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3200" dirty="0"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students = [student1, student2, student3]</a:t>
            </a:r>
            <a:endParaRPr lang="en-US" altLang="en-US" sz="3200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  <a:endParaRPr lang="en-US" altLang="en-US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5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(students)</a:t>
            </a: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6</a:t>
            </a:r>
            <a:endParaRPr lang="en-GB" sz="3200" dirty="0">
              <a:latin typeface="Consolas" panose="020B0609020204030204" pitchFamily="49" charset="0"/>
            </a:endParaRPr>
          </a:p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3200" dirty="0">
                <a:solidFill>
                  <a:srgbClr val="B2B2B2"/>
                </a:solidFill>
                <a:latin typeface="Consolas" panose="020B0609020204030204" pitchFamily="49" charset="0"/>
              </a:rPr>
              <a:t>7</a:t>
            </a:r>
            <a:r>
              <a:rPr lang="en-GB" sz="3200" dirty="0">
                <a:effectLst/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(students[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].name)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an array of records</a:t>
            </a:r>
          </a:p>
        </p:txBody>
      </p:sp>
    </p:spTree>
    <p:extLst>
      <p:ext uri="{BB962C8B-B14F-4D97-AF65-F5344CB8AC3E}">
        <p14:creationId xmlns:p14="http://schemas.microsoft.com/office/powerpoint/2010/main" val="240484155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764"/>
            <a:ext cx="10515600" cy="4788535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1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pupils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  <a:endParaRPr lang="en-GB" sz="3200" dirty="0"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an array of records with default values</a:t>
            </a:r>
          </a:p>
        </p:txBody>
      </p:sp>
      <p:sp>
        <p:nvSpPr>
          <p:cNvPr id="5" name="Callout: Bent Line with No Border 4">
            <a:extLst>
              <a:ext uri="{FF2B5EF4-FFF2-40B4-BE49-F238E27FC236}">
                <a16:creationId xmlns:a16="http://schemas.microsoft.com/office/drawing/2014/main" id="{C16819B7-F732-406F-82A3-A8ACB9F1F119}"/>
              </a:ext>
            </a:extLst>
          </p:cNvPr>
          <p:cNvSpPr/>
          <p:nvPr/>
        </p:nvSpPr>
        <p:spPr>
          <a:xfrm>
            <a:off x="6559191" y="2965095"/>
            <a:ext cx="2344632" cy="463905"/>
          </a:xfrm>
          <a:prstGeom prst="callout2">
            <a:avLst>
              <a:gd name="adj1" fmla="val 49585"/>
              <a:gd name="adj2" fmla="val -2678"/>
              <a:gd name="adj3" fmla="val 49837"/>
              <a:gd name="adj4" fmla="val -37399"/>
              <a:gd name="adj5" fmla="val -129254"/>
              <a:gd name="adj6" fmla="val -56929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med" len="med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default values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5D4475-70EC-71C2-5BC2-80CAC7A39D1D}"/>
              </a:ext>
            </a:extLst>
          </p:cNvPr>
          <p:cNvSpPr txBox="1"/>
          <p:nvPr/>
        </p:nvSpPr>
        <p:spPr>
          <a:xfrm>
            <a:off x="2859281" y="5908100"/>
            <a:ext cx="64734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Data will be read from file, not typed</a:t>
            </a:r>
          </a:p>
        </p:txBody>
      </p:sp>
    </p:spTree>
    <p:extLst>
      <p:ext uri="{BB962C8B-B14F-4D97-AF65-F5344CB8AC3E}">
        <p14:creationId xmlns:p14="http://schemas.microsoft.com/office/powerpoint/2010/main" val="624294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2" grpId="0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2764"/>
            <a:ext cx="10515600" cy="4788535"/>
          </a:xfrm>
        </p:spPr>
        <p:txBody>
          <a:bodyPr>
            <a:noAutofit/>
          </a:bodyPr>
          <a:lstStyle/>
          <a:p>
            <a:pPr marL="0" marR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1  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pupils = [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Pupil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()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sz="32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200" dirty="0">
                <a:solidFill>
                  <a:srgbClr val="0086B3"/>
                </a:solidFill>
                <a:latin typeface="Consolas" panose="020B0609020204030204" pitchFamily="49" charset="0"/>
              </a:rPr>
              <a:t>1000</a:t>
            </a:r>
            <a:r>
              <a:rPr lang="en-US" alt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)]</a:t>
            </a:r>
            <a:endParaRPr lang="en-GB" sz="3200" dirty="0">
              <a:latin typeface="Consolas" panose="020B0609020204030204" pitchFamily="49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an array of records with default values</a:t>
            </a:r>
          </a:p>
        </p:txBody>
      </p:sp>
    </p:spTree>
    <p:extLst>
      <p:ext uri="{BB962C8B-B14F-4D97-AF65-F5344CB8AC3E}">
        <p14:creationId xmlns:p14="http://schemas.microsoft.com/office/powerpoint/2010/main" val="3593729528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of records – Reading from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(pupils)):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line = 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pupils[index].name = 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6 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pupils[index].age =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7 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pupils[index].height =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7311701" y="3496395"/>
            <a:ext cx="3080074" cy="523220"/>
          </a:xfrm>
          <a:prstGeom prst="callout2">
            <a:avLst>
              <a:gd name="adj1" fmla="val 50266"/>
              <a:gd name="adj2" fmla="val 125"/>
              <a:gd name="adj3" fmla="val 51645"/>
              <a:gd name="adj4" fmla="val -24545"/>
              <a:gd name="adj5" fmla="val 145715"/>
              <a:gd name="adj6" fmla="val -5355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Assign to field</a:t>
            </a:r>
          </a:p>
        </p:txBody>
      </p:sp>
    </p:spTree>
    <p:extLst>
      <p:ext uri="{BB962C8B-B14F-4D97-AF65-F5344CB8AC3E}">
        <p14:creationId xmlns:p14="http://schemas.microsoft.com/office/powerpoint/2010/main" val="20302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Array of records – Reading from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index </a:t>
            </a:r>
            <a:r>
              <a:rPr lang="en-US" altLang="en-US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len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(pupils)):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line = 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dirty="0">
              <a:solidFill>
                <a:srgbClr val="B2B2B2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3 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data = </a:t>
            </a:r>
            <a:r>
              <a:rPr lang="en-US" alt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dirty="0" err="1">
                <a:solidFill>
                  <a:srgbClr val="0086B3"/>
                </a:solidFill>
                <a:latin typeface="Consolas" panose="020B0609020204030204" pitchFamily="49" charset="0"/>
              </a:rPr>
              <a:t>split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dirty="0">
                <a:solidFill>
                  <a:srgbClr val="183691"/>
                </a:solidFill>
                <a:latin typeface="Consolas" panose="020B0609020204030204" pitchFamily="49" charset="0"/>
              </a:rPr>
              <a:t>","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endParaRPr lang="en-US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5 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pupils[index].name = 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6 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pupils[index].age =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int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None/>
            </a:pPr>
            <a:r>
              <a:rPr lang="en-US" altLang="en-US" dirty="0">
                <a:solidFill>
                  <a:srgbClr val="B2B2B2"/>
                </a:solidFill>
                <a:latin typeface="Consolas" panose="020B0609020204030204" pitchFamily="49" charset="0"/>
              </a:rPr>
              <a:t>7     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pupils[index].height = 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float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(data[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2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en-US" dirty="0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136933799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Unknown file length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line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  <p:sp>
        <p:nvSpPr>
          <p:cNvPr id="5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8753935" y="5314321"/>
            <a:ext cx="3080074" cy="862642"/>
          </a:xfrm>
          <a:prstGeom prst="callout2">
            <a:avLst>
              <a:gd name="adj1" fmla="val 52750"/>
              <a:gd name="adj2" fmla="val -2245"/>
              <a:gd name="adj3" fmla="val 52749"/>
              <a:gd name="adj4" fmla="val -25086"/>
              <a:gd name="adj5" fmla="val -21767"/>
              <a:gd name="adj6" fmla="val -40570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Reads next line</a:t>
            </a:r>
          </a:p>
        </p:txBody>
      </p:sp>
      <p:sp>
        <p:nvSpPr>
          <p:cNvPr id="6" name="Callout: Bent Line with No Border 7">
            <a:extLst>
              <a:ext uri="{FF2B5EF4-FFF2-40B4-BE49-F238E27FC236}">
                <a16:creationId xmlns:a16="http://schemas.microsoft.com/office/drawing/2014/main" id="{8145E81F-1949-4DFF-BEDD-AF463B4A35D1}"/>
              </a:ext>
            </a:extLst>
          </p:cNvPr>
          <p:cNvSpPr/>
          <p:nvPr/>
        </p:nvSpPr>
        <p:spPr>
          <a:xfrm>
            <a:off x="5986377" y="2869471"/>
            <a:ext cx="3080074" cy="862642"/>
          </a:xfrm>
          <a:prstGeom prst="callout2">
            <a:avLst>
              <a:gd name="adj1" fmla="val 52750"/>
              <a:gd name="adj2" fmla="val -2245"/>
              <a:gd name="adj3" fmla="val 52749"/>
              <a:gd name="adj4" fmla="val -40425"/>
              <a:gd name="adj5" fmla="val 80700"/>
              <a:gd name="adj6" fmla="val -48708"/>
            </a:avLst>
          </a:prstGeom>
          <a:noFill/>
          <a:ln w="38100">
            <a:solidFill>
              <a:schemeClr val="accent6">
                <a:lumMod val="75000"/>
              </a:schemeClr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2800" b="1" dirty="0">
                <a:solidFill>
                  <a:srgbClr val="7030A0"/>
                </a:solidFill>
              </a:rPr>
              <a:t>True, if line read</a:t>
            </a:r>
          </a:p>
        </p:txBody>
      </p:sp>
    </p:spTree>
    <p:extLst>
      <p:ext uri="{BB962C8B-B14F-4D97-AF65-F5344CB8AC3E}">
        <p14:creationId xmlns:p14="http://schemas.microsoft.com/office/powerpoint/2010/main" val="458947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2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2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  <p:bldP spid="5" grpId="0" animBg="1"/>
      <p:bldP spid="6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Reading: Unknown file length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E6C5A6-C8B6-44E7-AC4F-4DD9B8000F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1 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en-US" sz="3600" dirty="0">
                <a:solidFill>
                  <a:srgbClr val="0086B3"/>
                </a:solidFill>
                <a:latin typeface="Consolas" panose="020B0609020204030204" pitchFamily="49" charset="0"/>
              </a:rPr>
              <a:t>open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"countries.csv"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"r"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2 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3 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4 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while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 line != </a:t>
            </a:r>
            <a:r>
              <a:rPr lang="en-US" altLang="en-US" sz="3600" dirty="0">
                <a:solidFill>
                  <a:srgbClr val="183691"/>
                </a:solidFill>
                <a:latin typeface="Consolas" panose="020B0609020204030204" pitchFamily="49" charset="0"/>
              </a:rPr>
              <a:t>""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5 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</a:t>
            </a:r>
            <a:r>
              <a:rPr lang="en-US" altLang="en-US" sz="36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line.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strip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6 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    line = 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readline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7 </a:t>
            </a:r>
            <a:endParaRPr lang="en-US" altLang="en-US" sz="3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3600" dirty="0">
                <a:solidFill>
                  <a:srgbClr val="B2B2B2"/>
                </a:solidFill>
                <a:latin typeface="Consolas" panose="020B0609020204030204" pitchFamily="49" charset="0"/>
              </a:rPr>
              <a:t>8 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file</a:t>
            </a:r>
            <a:r>
              <a:rPr lang="en-US" altLang="en-US" sz="3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en-US" sz="3600" dirty="0" err="1">
                <a:solidFill>
                  <a:srgbClr val="0086B3"/>
                </a:solidFill>
                <a:latin typeface="Consolas" panose="020B0609020204030204" pitchFamily="49" charset="0"/>
              </a:rPr>
              <a:t>close</a:t>
            </a:r>
            <a:r>
              <a:rPr lang="en-US" altLang="en-US" sz="3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endParaRPr lang="en-US" altLang="en-US" sz="4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8536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methodologies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313887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Describe and compare the development methodologies:</a:t>
            </a:r>
          </a:p>
          <a:p>
            <a:pPr lvl="1"/>
            <a:r>
              <a:rPr lang="en-GB" sz="2800" dirty="0"/>
              <a:t>iterative development process</a:t>
            </a:r>
          </a:p>
          <a:p>
            <a:pPr lvl="1"/>
            <a:r>
              <a:rPr lang="en-GB" sz="2800" dirty="0"/>
              <a:t>agile methodologies</a:t>
            </a:r>
          </a:p>
        </p:txBody>
      </p:sp>
    </p:spTree>
    <p:extLst>
      <p:ext uri="{BB962C8B-B14F-4D97-AF65-F5344CB8AC3E}">
        <p14:creationId xmlns:p14="http://schemas.microsoft.com/office/powerpoint/2010/main" val="1233716877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9FB69-D53A-6660-FB68-8218DCEB3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- Waterfall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0ED4ECF-7BD1-7EB0-200D-B6DB443C0AE4}"/>
              </a:ext>
            </a:extLst>
          </p:cNvPr>
          <p:cNvSpPr/>
          <p:nvPr/>
        </p:nvSpPr>
        <p:spPr>
          <a:xfrm>
            <a:off x="1156252" y="1690688"/>
            <a:ext cx="1980000" cy="9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AF1F5D-C679-62DA-6770-60F5265FCE10}"/>
              </a:ext>
            </a:extLst>
          </p:cNvPr>
          <p:cNvSpPr/>
          <p:nvPr/>
        </p:nvSpPr>
        <p:spPr>
          <a:xfrm>
            <a:off x="3136252" y="2590688"/>
            <a:ext cx="1980000" cy="9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Design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9BA54C-62E0-F38E-27A3-030CD27329B2}"/>
              </a:ext>
            </a:extLst>
          </p:cNvPr>
          <p:cNvSpPr/>
          <p:nvPr/>
        </p:nvSpPr>
        <p:spPr>
          <a:xfrm>
            <a:off x="5116252" y="3490701"/>
            <a:ext cx="1980000" cy="9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Implement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809A755-FE5D-4D89-9AB3-6469D2C8B0C8}"/>
              </a:ext>
            </a:extLst>
          </p:cNvPr>
          <p:cNvSpPr/>
          <p:nvPr/>
        </p:nvSpPr>
        <p:spPr>
          <a:xfrm>
            <a:off x="7096252" y="4390701"/>
            <a:ext cx="1980000" cy="9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Test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8E7D8E-C0E0-CBBF-9115-CDC123025BF6}"/>
              </a:ext>
            </a:extLst>
          </p:cNvPr>
          <p:cNvSpPr/>
          <p:nvPr/>
        </p:nvSpPr>
        <p:spPr>
          <a:xfrm>
            <a:off x="9076252" y="5290701"/>
            <a:ext cx="1980000" cy="90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dirty="0"/>
              <a:t>Evaluate</a:t>
            </a:r>
          </a:p>
        </p:txBody>
      </p:sp>
      <p:sp>
        <p:nvSpPr>
          <p:cNvPr id="18" name="Arrow: Bent-Up 17">
            <a:extLst>
              <a:ext uri="{FF2B5EF4-FFF2-40B4-BE49-F238E27FC236}">
                <a16:creationId xmlns:a16="http://schemas.microsoft.com/office/drawing/2014/main" id="{2428E936-1A3C-6DCD-757C-0540AB273042}"/>
              </a:ext>
            </a:extLst>
          </p:cNvPr>
          <p:cNvSpPr/>
          <p:nvPr/>
        </p:nvSpPr>
        <p:spPr>
          <a:xfrm flipV="1">
            <a:off x="3136252" y="2230675"/>
            <a:ext cx="360000" cy="360000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8285A10A-A73B-461C-796E-F5953146F748}"/>
              </a:ext>
            </a:extLst>
          </p:cNvPr>
          <p:cNvSpPr/>
          <p:nvPr/>
        </p:nvSpPr>
        <p:spPr>
          <a:xfrm flipV="1">
            <a:off x="5116252" y="3130688"/>
            <a:ext cx="360000" cy="360000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Arrow: Bent-Up 19">
            <a:extLst>
              <a:ext uri="{FF2B5EF4-FFF2-40B4-BE49-F238E27FC236}">
                <a16:creationId xmlns:a16="http://schemas.microsoft.com/office/drawing/2014/main" id="{A5D5CD53-132B-7606-5636-C06D403170C5}"/>
              </a:ext>
            </a:extLst>
          </p:cNvPr>
          <p:cNvSpPr/>
          <p:nvPr/>
        </p:nvSpPr>
        <p:spPr>
          <a:xfrm flipV="1">
            <a:off x="7096252" y="4030701"/>
            <a:ext cx="360000" cy="360000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Arrow: Bent-Up 20">
            <a:extLst>
              <a:ext uri="{FF2B5EF4-FFF2-40B4-BE49-F238E27FC236}">
                <a16:creationId xmlns:a16="http://schemas.microsoft.com/office/drawing/2014/main" id="{9AB81E07-75CF-D56C-8C8C-C26C6B27877A}"/>
              </a:ext>
            </a:extLst>
          </p:cNvPr>
          <p:cNvSpPr/>
          <p:nvPr/>
        </p:nvSpPr>
        <p:spPr>
          <a:xfrm flipV="1">
            <a:off x="9078156" y="4930701"/>
            <a:ext cx="360000" cy="360000"/>
          </a:xfrm>
          <a:prstGeom prst="bentUp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Arrow: Bent-Up 21">
            <a:extLst>
              <a:ext uri="{FF2B5EF4-FFF2-40B4-BE49-F238E27FC236}">
                <a16:creationId xmlns:a16="http://schemas.microsoft.com/office/drawing/2014/main" id="{3E7C17EF-E89B-24EA-A124-FE4533E085AD}"/>
              </a:ext>
            </a:extLst>
          </p:cNvPr>
          <p:cNvSpPr/>
          <p:nvPr/>
        </p:nvSpPr>
        <p:spPr>
          <a:xfrm rot="5400000" flipH="1" flipV="1">
            <a:off x="3660832" y="1334037"/>
            <a:ext cx="732058" cy="1781218"/>
          </a:xfrm>
          <a:prstGeom prst="bentUpArrow">
            <a:avLst>
              <a:gd name="adj1" fmla="val 3447"/>
              <a:gd name="adj2" fmla="val 7962"/>
              <a:gd name="adj3" fmla="val 16075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Arrow: Bent-Up 22">
            <a:extLst>
              <a:ext uri="{FF2B5EF4-FFF2-40B4-BE49-F238E27FC236}">
                <a16:creationId xmlns:a16="http://schemas.microsoft.com/office/drawing/2014/main" id="{887DEF9B-D923-71E4-2C97-5735C3C1D8CF}"/>
              </a:ext>
            </a:extLst>
          </p:cNvPr>
          <p:cNvSpPr/>
          <p:nvPr/>
        </p:nvSpPr>
        <p:spPr>
          <a:xfrm rot="5400000" flipH="1" flipV="1">
            <a:off x="5640832" y="2234050"/>
            <a:ext cx="732058" cy="1781218"/>
          </a:xfrm>
          <a:prstGeom prst="bentUpArrow">
            <a:avLst>
              <a:gd name="adj1" fmla="val 3447"/>
              <a:gd name="adj2" fmla="val 8251"/>
              <a:gd name="adj3" fmla="val 14918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F6A50A06-12E2-7F54-6AA1-FE855FF38FEF}"/>
              </a:ext>
            </a:extLst>
          </p:cNvPr>
          <p:cNvSpPr/>
          <p:nvPr/>
        </p:nvSpPr>
        <p:spPr>
          <a:xfrm rot="5400000" flipH="1" flipV="1">
            <a:off x="7620832" y="3125978"/>
            <a:ext cx="732058" cy="1781218"/>
          </a:xfrm>
          <a:prstGeom prst="bentUpArrow">
            <a:avLst>
              <a:gd name="adj1" fmla="val 3447"/>
              <a:gd name="adj2" fmla="val 8540"/>
              <a:gd name="adj3" fmla="val 14340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Arrow: Bent-Up 24">
            <a:extLst>
              <a:ext uri="{FF2B5EF4-FFF2-40B4-BE49-F238E27FC236}">
                <a16:creationId xmlns:a16="http://schemas.microsoft.com/office/drawing/2014/main" id="{4A189424-F74C-4B05-ADA6-6E15E7541414}"/>
              </a:ext>
            </a:extLst>
          </p:cNvPr>
          <p:cNvSpPr/>
          <p:nvPr/>
        </p:nvSpPr>
        <p:spPr>
          <a:xfrm rot="5400000" flipH="1" flipV="1">
            <a:off x="9600832" y="4034063"/>
            <a:ext cx="732058" cy="1781218"/>
          </a:xfrm>
          <a:prstGeom prst="bentUpArrow">
            <a:avLst>
              <a:gd name="adj1" fmla="val 3447"/>
              <a:gd name="adj2" fmla="val 9407"/>
              <a:gd name="adj3" fmla="val 14918"/>
            </a:avLst>
          </a:prstGeom>
          <a:solidFill>
            <a:srgbClr val="7030A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459A50-5A9D-8801-CE6F-F647A37F2AE0}"/>
              </a:ext>
            </a:extLst>
          </p:cNvPr>
          <p:cNvSpPr txBox="1"/>
          <p:nvPr/>
        </p:nvSpPr>
        <p:spPr>
          <a:xfrm>
            <a:off x="4210871" y="1591349"/>
            <a:ext cx="805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Iterate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9D49289-0D6F-CD4D-3334-B6F9438AA54B}"/>
              </a:ext>
            </a:extLst>
          </p:cNvPr>
          <p:cNvSpPr txBox="1"/>
          <p:nvPr/>
        </p:nvSpPr>
        <p:spPr>
          <a:xfrm>
            <a:off x="184704" y="1817522"/>
            <a:ext cx="971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Client</a:t>
            </a:r>
          </a:p>
          <a:p>
            <a:r>
              <a:rPr lang="en-GB" dirty="0">
                <a:solidFill>
                  <a:srgbClr val="7030A0"/>
                </a:solidFill>
              </a:rPr>
              <a:t>involved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403D5B-2A57-A887-161D-CCC1D1AB23B0}"/>
              </a:ext>
            </a:extLst>
          </p:cNvPr>
          <p:cNvSpPr txBox="1"/>
          <p:nvPr/>
        </p:nvSpPr>
        <p:spPr>
          <a:xfrm>
            <a:off x="11056252" y="5417535"/>
            <a:ext cx="971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7030A0"/>
                </a:solidFill>
              </a:rPr>
              <a:t>Client</a:t>
            </a:r>
          </a:p>
          <a:p>
            <a:r>
              <a:rPr lang="en-GB" dirty="0">
                <a:solidFill>
                  <a:srgbClr val="7030A0"/>
                </a:solidFill>
              </a:rPr>
              <a:t>involved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A9101-EE60-4018-909D-839C91061246}"/>
              </a:ext>
            </a:extLst>
          </p:cNvPr>
          <p:cNvSpPr txBox="1"/>
          <p:nvPr/>
        </p:nvSpPr>
        <p:spPr>
          <a:xfrm>
            <a:off x="421628" y="5969655"/>
            <a:ext cx="614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GB" sz="2800" dirty="0">
                <a:solidFill>
                  <a:srgbClr val="7030A0"/>
                </a:solidFill>
              </a:rPr>
              <a:t>Time not equally shared between phases</a:t>
            </a:r>
          </a:p>
        </p:txBody>
      </p:sp>
    </p:spTree>
    <p:extLst>
      <p:ext uri="{BB962C8B-B14F-4D97-AF65-F5344CB8AC3E}">
        <p14:creationId xmlns:p14="http://schemas.microsoft.com/office/powerpoint/2010/main" val="124994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1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1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8F82A98-D7EF-E03A-FBD6-108D42881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9C5DC-072B-2CC5-DB2F-B97B4F524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Iterative - Waterfall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0835A72-2CAD-31D5-8838-80E1853D3E0D}"/>
              </a:ext>
            </a:extLst>
          </p:cNvPr>
          <p:cNvSpPr/>
          <p:nvPr/>
        </p:nvSpPr>
        <p:spPr>
          <a:xfrm>
            <a:off x="1156252" y="1690688"/>
            <a:ext cx="1980000" cy="900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BE6E169-6423-AB60-B016-1A0F4EE917A9}"/>
              </a:ext>
            </a:extLst>
          </p:cNvPr>
          <p:cNvSpPr/>
          <p:nvPr/>
        </p:nvSpPr>
        <p:spPr>
          <a:xfrm>
            <a:off x="3136252" y="2590688"/>
            <a:ext cx="1980000" cy="900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2B9E7AC-AA42-6D4E-2AA6-B461C707B267}"/>
              </a:ext>
            </a:extLst>
          </p:cNvPr>
          <p:cNvSpPr/>
          <p:nvPr/>
        </p:nvSpPr>
        <p:spPr>
          <a:xfrm>
            <a:off x="5116252" y="3490701"/>
            <a:ext cx="1980000" cy="900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45678DF-F934-A550-E072-F99E4CE84FD9}"/>
              </a:ext>
            </a:extLst>
          </p:cNvPr>
          <p:cNvSpPr/>
          <p:nvPr/>
        </p:nvSpPr>
        <p:spPr>
          <a:xfrm>
            <a:off x="7096252" y="4390701"/>
            <a:ext cx="1980000" cy="900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77EA91E-6E83-9A04-8708-B5F438396639}"/>
              </a:ext>
            </a:extLst>
          </p:cNvPr>
          <p:cNvSpPr/>
          <p:nvPr/>
        </p:nvSpPr>
        <p:spPr>
          <a:xfrm>
            <a:off x="9076252" y="5290701"/>
            <a:ext cx="1980000" cy="900000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826777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8AE6D-22D2-5587-600C-AAEE5941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- Sprint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00E8C34-5B7F-CE90-4A7A-C4371B6D2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528050"/>
              </p:ext>
            </p:extLst>
          </p:nvPr>
        </p:nvGraphicFramePr>
        <p:xfrm>
          <a:off x="838200" y="175815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774452F0-0F5D-C692-4A82-8545E8492875}"/>
              </a:ext>
            </a:extLst>
          </p:cNvPr>
          <p:cNvSpPr/>
          <p:nvPr/>
        </p:nvSpPr>
        <p:spPr>
          <a:xfrm>
            <a:off x="2545773" y="5359111"/>
            <a:ext cx="1194955" cy="322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6CF334BD-1594-D397-6F3D-E9C7916BAC14}"/>
              </a:ext>
            </a:extLst>
          </p:cNvPr>
          <p:cNvSpPr/>
          <p:nvPr/>
        </p:nvSpPr>
        <p:spPr>
          <a:xfrm>
            <a:off x="8451274" y="5359111"/>
            <a:ext cx="1194955" cy="322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699A3C-5B24-B75E-B1CF-00089DAAB1F4}"/>
              </a:ext>
            </a:extLst>
          </p:cNvPr>
          <p:cNvSpPr txBox="1"/>
          <p:nvPr/>
        </p:nvSpPr>
        <p:spPr>
          <a:xfrm>
            <a:off x="5278581" y="2951946"/>
            <a:ext cx="1634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>
                <a:solidFill>
                  <a:srgbClr val="7030A0"/>
                </a:solidFill>
              </a:rPr>
              <a:t>Repeat as required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2CB535-55CC-48EC-7C5F-447037C12AF2}"/>
              </a:ext>
            </a:extLst>
          </p:cNvPr>
          <p:cNvSpPr txBox="1"/>
          <p:nvPr/>
        </p:nvSpPr>
        <p:spPr>
          <a:xfrm>
            <a:off x="2661804" y="6176963"/>
            <a:ext cx="6868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>
                <a:solidFill>
                  <a:srgbClr val="7030A0"/>
                </a:solidFill>
              </a:rPr>
              <a:t>A burst of activity to create working software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9CFEDD-0BDC-5DFC-C335-7216E1AC42BD}"/>
              </a:ext>
            </a:extLst>
          </p:cNvPr>
          <p:cNvSpPr txBox="1"/>
          <p:nvPr/>
        </p:nvSpPr>
        <p:spPr>
          <a:xfrm>
            <a:off x="5610225" y="4269320"/>
            <a:ext cx="971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solidFill>
                  <a:srgbClr val="7030A0"/>
                </a:solidFill>
              </a:rPr>
              <a:t>Client</a:t>
            </a:r>
          </a:p>
          <a:p>
            <a:pPr algn="ctr"/>
            <a:r>
              <a:rPr lang="en-GB" dirty="0">
                <a:solidFill>
                  <a:srgbClr val="7030A0"/>
                </a:solidFill>
              </a:rPr>
              <a:t>involved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589393-1E80-464A-B58D-D41808E3F3E9}"/>
              </a:ext>
            </a:extLst>
          </p:cNvPr>
          <p:cNvSpPr txBox="1"/>
          <p:nvPr/>
        </p:nvSpPr>
        <p:spPr>
          <a:xfrm>
            <a:off x="5610225" y="550852"/>
            <a:ext cx="61492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GB" sz="2800" dirty="0">
                <a:solidFill>
                  <a:srgbClr val="7030A0"/>
                </a:solidFill>
              </a:rPr>
              <a:t>Time not equally shared between phases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4B99B0-3B87-48DC-911B-AAC30E55F589}"/>
              </a:ext>
            </a:extLst>
          </p:cNvPr>
          <p:cNvSpPr txBox="1"/>
          <p:nvPr/>
        </p:nvSpPr>
        <p:spPr>
          <a:xfrm>
            <a:off x="1253488" y="4915651"/>
            <a:ext cx="23895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Initiate project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F886D-0978-4014-ABD8-61F4D7DEC836}"/>
              </a:ext>
            </a:extLst>
          </p:cNvPr>
          <p:cNvSpPr txBox="1"/>
          <p:nvPr/>
        </p:nvSpPr>
        <p:spPr>
          <a:xfrm>
            <a:off x="8451444" y="4915651"/>
            <a:ext cx="28536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>
                <a:solidFill>
                  <a:srgbClr val="7030A0"/>
                </a:solidFill>
              </a:rPr>
              <a:t>Project completed</a:t>
            </a:r>
          </a:p>
        </p:txBody>
      </p:sp>
    </p:spTree>
    <p:extLst>
      <p:ext uri="{BB962C8B-B14F-4D97-AF65-F5344CB8AC3E}">
        <p14:creationId xmlns:p14="http://schemas.microsoft.com/office/powerpoint/2010/main" val="839811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5" grpId="0" animBg="1"/>
      <p:bldP spid="6" grpId="0" animBg="1"/>
      <p:bldP spid="7" grpId="0"/>
      <p:bldP spid="8" grpId="0"/>
      <p:bldP spid="9" grpId="0"/>
      <p:bldP spid="11" grpId="0"/>
      <p:bldP spid="12" grpId="0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A6563E-B3B3-480C-819D-7EEB14864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1545A-0F0D-56E3-B527-5BEA8A028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Agile - Sprint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47976F-3DFD-5EE0-8117-254624D3D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2052602"/>
              </p:ext>
            </p:extLst>
          </p:nvPr>
        </p:nvGraphicFramePr>
        <p:xfrm>
          <a:off x="838200" y="175815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0ED1A261-972F-4B3F-8687-D6E551FD83C5}"/>
              </a:ext>
            </a:extLst>
          </p:cNvPr>
          <p:cNvSpPr/>
          <p:nvPr/>
        </p:nvSpPr>
        <p:spPr>
          <a:xfrm>
            <a:off x="2545773" y="5359111"/>
            <a:ext cx="1194955" cy="322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E051FF5C-EE5A-D0F2-EA10-E187CB3F9D5D}"/>
              </a:ext>
            </a:extLst>
          </p:cNvPr>
          <p:cNvSpPr/>
          <p:nvPr/>
        </p:nvSpPr>
        <p:spPr>
          <a:xfrm>
            <a:off x="8451274" y="5359111"/>
            <a:ext cx="1194955" cy="3221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1624521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4DF5-6F52-4562-AC95-66A5808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methodologies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F196AE1A-3AA8-4184-9FF3-6F165B7A472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865313"/>
            <a:ext cx="10515600" cy="427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D2D5828-DEDA-40E7-98F4-BB756D78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C9D0CA6-797A-4C4C-B32B-51E02E712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9DF39E0-0C1C-4BBE-B2C8-2F599FA23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4F553DD-FBD6-4D36-B34C-3AC75DBB8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9BBE6E5-F1E9-4BDC-84FA-FE0E486BB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29BC9B6-8398-4C2C-A6BA-0BFD6BA6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C9452781-8462-458B-A8AD-69DAF93D0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EF1987F-6157-473B-8326-9CF43CB1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60D7EEC7-B2D1-4AF3-B013-A22D80C6B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7B198A6-9DF5-4C11-8705-013F15F3C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F501A3FA-BF2E-4D24-BE61-086756408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27E1169C-122A-4959-92F6-275F396C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0131713A-BC49-418F-BAB8-141A8350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97347790-D968-41B5-AEEE-DC29DC2F9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ED301858-B1EF-4EAF-93ED-176086B8E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88958FC7-5A0A-4375-BA6F-58ADA8A6D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C06677AF-CF4C-4FAB-8B8A-056E8105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ECFAFC59-3937-47A4-8974-4FEF2A638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B3C7E9FB-5171-4A6E-8A7F-C2A8C57E8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AB0484CA-F8E6-44A4-97A8-CEC273C2C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C33ED7C-543A-4EBE-BDF9-73A91766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74AE2079-0650-420C-85F2-987170AF1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3C2475B-99C8-4C2F-9226-897265792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930B084D-D624-42F0-9E65-7598FE81C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2444750"/>
            <a:ext cx="10494963" cy="0"/>
          </a:xfrm>
          <a:prstGeom prst="line">
            <a:avLst/>
          </a:prstGeom>
          <a:noFill/>
          <a:ln w="381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B9B17563-4D1F-4B29-9E03-D10F613F3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2960688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E09C675B-1F92-4D72-820E-EC084F54B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3478213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14181553-A20F-4390-8D2F-EAF6205FC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3994150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C4AE47E-CACE-4F60-92FE-B82837751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4937125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9FA68702-C55A-4359-8454-E4208C99E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5453063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869625F1-3552-4982-933B-0932C732D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138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ED9AEE3E-EC58-4597-A112-467921FA2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8400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64A3DAA0-ED5D-41BC-ACB1-4BF1991F1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1927225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AD6EB5E9-E108-44F6-9915-1C0D8BB28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5970588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FA8DC2A2-2C18-4473-B75A-C8F700E9E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1968500"/>
            <a:ext cx="14509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Iterative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55701715-2B16-4647-846C-238BC4584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1968500"/>
            <a:ext cx="9286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Agile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B4E09BC9-AE1B-4378-9C46-6E6B543A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2487613"/>
            <a:ext cx="26828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Client interaction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Rectangle 41">
            <a:extLst>
              <a:ext uri="{FF2B5EF4-FFF2-40B4-BE49-F238E27FC236}">
                <a16:creationId xmlns:a16="http://schemas.microsoft.com/office/drawing/2014/main" id="{369D6254-9F22-4EBE-A340-0571B6FBC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2487613"/>
            <a:ext cx="25765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At the beginning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4" name="Rectangle 42">
            <a:extLst>
              <a:ext uri="{FF2B5EF4-FFF2-40B4-BE49-F238E27FC236}">
                <a16:creationId xmlns:a16="http://schemas.microsoft.com/office/drawing/2014/main" id="{A7799AE2-3729-4668-B68D-74067EB7A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2487613"/>
            <a:ext cx="18907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Throughout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3C62852C-9427-45C6-B2E9-E39E7DF8C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3001963"/>
            <a:ext cx="1714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Teamwork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44">
            <a:extLst>
              <a:ext uri="{FF2B5EF4-FFF2-40B4-BE49-F238E27FC236}">
                <a16:creationId xmlns:a16="http://schemas.microsoft.com/office/drawing/2014/main" id="{E070F3EA-B536-4EEE-8CE6-4786DDF1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3001963"/>
            <a:ext cx="24415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Separate teams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7" name="Rectangle 45">
            <a:extLst>
              <a:ext uri="{FF2B5EF4-FFF2-40B4-BE49-F238E27FC236}">
                <a16:creationId xmlns:a16="http://schemas.microsoft.com/office/drawing/2014/main" id="{D04BCA7D-6945-40B9-B64B-9D1E509C0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3001963"/>
            <a:ext cx="21351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Collaboration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A26C296F-CE85-424F-8235-AEE278A6B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3521075"/>
            <a:ext cx="24415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9" name="Rectangle 47">
            <a:extLst>
              <a:ext uri="{FF2B5EF4-FFF2-40B4-BE49-F238E27FC236}">
                <a16:creationId xmlns:a16="http://schemas.microsoft.com/office/drawing/2014/main" id="{E4A38C0E-A544-4BB0-8E42-7231B403F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3521075"/>
            <a:ext cx="32956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Detailed specification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0" name="Rectangle 48">
            <a:extLst>
              <a:ext uri="{FF2B5EF4-FFF2-40B4-BE49-F238E27FC236}">
                <a16:creationId xmlns:a16="http://schemas.microsoft.com/office/drawing/2014/main" id="{EC1912A6-2D06-466B-82C1-DEDC50B852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3521075"/>
            <a:ext cx="13731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Minimal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49">
            <a:extLst>
              <a:ext uri="{FF2B5EF4-FFF2-40B4-BE49-F238E27FC236}">
                <a16:creationId xmlns:a16="http://schemas.microsoft.com/office/drawing/2014/main" id="{C442667B-C630-48E3-AACB-3E1D4E18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4035425"/>
            <a:ext cx="243650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Measurement of</a:t>
            </a:r>
          </a:p>
          <a:p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progress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50306D9E-4F58-4B77-8461-9CC5C6AE3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4035425"/>
            <a:ext cx="16478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Strict plan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Rectangle 52">
            <a:extLst>
              <a:ext uri="{FF2B5EF4-FFF2-40B4-BE49-F238E27FC236}">
                <a16:creationId xmlns:a16="http://schemas.microsoft.com/office/drawing/2014/main" id="{91BE8DA9-9765-497A-8967-14BCEB0C7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4035425"/>
            <a:ext cx="118586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Sprints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53">
            <a:extLst>
              <a:ext uri="{FF2B5EF4-FFF2-40B4-BE49-F238E27FC236}">
                <a16:creationId xmlns:a16="http://schemas.microsoft.com/office/drawing/2014/main" id="{658906BB-855B-4880-8DC5-2B56E1A48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4979988"/>
            <a:ext cx="33766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Adaptive vs predictive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Rectangle 54">
            <a:extLst>
              <a:ext uri="{FF2B5EF4-FFF2-40B4-BE49-F238E27FC236}">
                <a16:creationId xmlns:a16="http://schemas.microsoft.com/office/drawing/2014/main" id="{BDA2AA89-3E6C-4847-9733-CDBC10C8A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4979988"/>
            <a:ext cx="16256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Predictive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Rectangle 55">
            <a:extLst>
              <a:ext uri="{FF2B5EF4-FFF2-40B4-BE49-F238E27FC236}">
                <a16:creationId xmlns:a16="http://schemas.microsoft.com/office/drawing/2014/main" id="{23BB5F91-210F-4BF8-BC33-24C0B1BE1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4979988"/>
            <a:ext cx="14716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Adaptive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AD8792BF-F228-4B79-8F7B-70CDD259A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5494338"/>
            <a:ext cx="12287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9" name="Rectangle 57">
            <a:extLst>
              <a:ext uri="{FF2B5EF4-FFF2-40B4-BE49-F238E27FC236}">
                <a16:creationId xmlns:a16="http://schemas.microsoft.com/office/drawing/2014/main" id="{C712CDE4-0039-47E8-8CA5-5075E87512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5494338"/>
            <a:ext cx="332105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implementation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58">
            <a:extLst>
              <a:ext uri="{FF2B5EF4-FFF2-40B4-BE49-F238E27FC236}">
                <a16:creationId xmlns:a16="http://schemas.microsoft.com/office/drawing/2014/main" id="{F2673D40-7B0B-4240-9186-272594894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5494338"/>
            <a:ext cx="29321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With programming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643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47" grpId="0"/>
      <p:bldP spid="48" grpId="0"/>
      <p:bldP spid="49" grpId="0"/>
      <p:bldP spid="50" grpId="0"/>
      <p:bldP spid="51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44DF5-6F52-4562-AC95-66A5808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Development methodologies</a:t>
            </a:r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F196AE1A-3AA8-4184-9FF3-6F165B7A4720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865313"/>
            <a:ext cx="10515600" cy="427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0D2D5828-DEDA-40E7-98F4-BB756D78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C9D0CA6-797A-4C4C-B32B-51E02E712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9DF39E0-0C1C-4BBE-B2C8-2F599FA23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1927225"/>
            <a:ext cx="3494088" cy="517525"/>
          </a:xfrm>
          <a:prstGeom prst="rect">
            <a:avLst/>
          </a:prstGeom>
          <a:solidFill>
            <a:srgbClr val="4472C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4F553DD-FBD6-4D36-B34C-3AC75DBB87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39BBE6E5-F1E9-4BDC-84FA-FE0E486BB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529BC9B6-8398-4C2C-A6BA-0BFD6BA6D3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2444750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C9452781-8462-458B-A8AD-69DAF93D0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0EF1987F-6157-473B-8326-9CF43CB1C5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60D7EEC7-B2D1-4AF3-B013-A22D80C6B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2960688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07B198A6-9DF5-4C11-8705-013F15F3C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F501A3FA-BF2E-4D24-BE61-086756408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27E1169C-122A-4959-92F6-275F396C0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3478213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0131713A-BC49-418F-BAB8-141A83501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97347790-D968-41B5-AEEE-DC29DC2F9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1" name="Rectangle 19">
            <a:extLst>
              <a:ext uri="{FF2B5EF4-FFF2-40B4-BE49-F238E27FC236}">
                <a16:creationId xmlns:a16="http://schemas.microsoft.com/office/drawing/2014/main" id="{ED301858-B1EF-4EAF-93ED-176086B8E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3994150"/>
            <a:ext cx="3494088" cy="94297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2" name="Rectangle 20">
            <a:extLst>
              <a:ext uri="{FF2B5EF4-FFF2-40B4-BE49-F238E27FC236}">
                <a16:creationId xmlns:a16="http://schemas.microsoft.com/office/drawing/2014/main" id="{88958FC7-5A0A-4375-BA6F-58ADA8A6D5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3" name="Rectangle 21">
            <a:extLst>
              <a:ext uri="{FF2B5EF4-FFF2-40B4-BE49-F238E27FC236}">
                <a16:creationId xmlns:a16="http://schemas.microsoft.com/office/drawing/2014/main" id="{C06677AF-CF4C-4FAB-8B8A-056E810500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4" name="Rectangle 22">
            <a:extLst>
              <a:ext uri="{FF2B5EF4-FFF2-40B4-BE49-F238E27FC236}">
                <a16:creationId xmlns:a16="http://schemas.microsoft.com/office/drawing/2014/main" id="{ECFAFC59-3937-47A4-8974-4FEF2A638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4937125"/>
            <a:ext cx="3494088" cy="515937"/>
          </a:xfrm>
          <a:prstGeom prst="rect">
            <a:avLst/>
          </a:prstGeom>
          <a:solidFill>
            <a:srgbClr val="CFD5E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B3C7E9FB-5171-4A6E-8A7F-C2A8C57E88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AB0484CA-F8E6-44A4-97A8-CEC273C2C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0225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FC33ED7C-543A-4EBE-BDF9-73A91766B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34313" y="5453063"/>
            <a:ext cx="3494088" cy="517525"/>
          </a:xfrm>
          <a:prstGeom prst="rect">
            <a:avLst/>
          </a:prstGeom>
          <a:solidFill>
            <a:srgbClr val="E9EB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74AE2079-0650-420C-85F2-987170AF16D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0225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29" name="Line 27">
            <a:extLst>
              <a:ext uri="{FF2B5EF4-FFF2-40B4-BE49-F238E27FC236}">
                <a16:creationId xmlns:a16="http://schemas.microsoft.com/office/drawing/2014/main" id="{33C2475B-99C8-4C2F-9226-8972657922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34313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0" name="Line 28">
            <a:extLst>
              <a:ext uri="{FF2B5EF4-FFF2-40B4-BE49-F238E27FC236}">
                <a16:creationId xmlns:a16="http://schemas.microsoft.com/office/drawing/2014/main" id="{930B084D-D624-42F0-9E65-7598FE81CF5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2444750"/>
            <a:ext cx="10494963" cy="0"/>
          </a:xfrm>
          <a:prstGeom prst="line">
            <a:avLst/>
          </a:prstGeom>
          <a:noFill/>
          <a:ln w="381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1" name="Line 29">
            <a:extLst>
              <a:ext uri="{FF2B5EF4-FFF2-40B4-BE49-F238E27FC236}">
                <a16:creationId xmlns:a16="http://schemas.microsoft.com/office/drawing/2014/main" id="{B9B17563-4D1F-4B29-9E03-D10F613F32D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2960688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2" name="Line 30">
            <a:extLst>
              <a:ext uri="{FF2B5EF4-FFF2-40B4-BE49-F238E27FC236}">
                <a16:creationId xmlns:a16="http://schemas.microsoft.com/office/drawing/2014/main" id="{E09C675B-1F92-4D72-820E-EC084F54BF1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3478213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3" name="Line 31">
            <a:extLst>
              <a:ext uri="{FF2B5EF4-FFF2-40B4-BE49-F238E27FC236}">
                <a16:creationId xmlns:a16="http://schemas.microsoft.com/office/drawing/2014/main" id="{14181553-A20F-4390-8D2F-EAF6205FC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3994150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4" name="Line 32">
            <a:extLst>
              <a:ext uri="{FF2B5EF4-FFF2-40B4-BE49-F238E27FC236}">
                <a16:creationId xmlns:a16="http://schemas.microsoft.com/office/drawing/2014/main" id="{3C4AE47E-CACE-4F60-92FE-B82837751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4937125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5" name="Line 33">
            <a:extLst>
              <a:ext uri="{FF2B5EF4-FFF2-40B4-BE49-F238E27FC236}">
                <a16:creationId xmlns:a16="http://schemas.microsoft.com/office/drawing/2014/main" id="{9FA68702-C55A-4359-8454-E4208C99E3D1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5453063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6" name="Line 34">
            <a:extLst>
              <a:ext uri="{FF2B5EF4-FFF2-40B4-BE49-F238E27FC236}">
                <a16:creationId xmlns:a16="http://schemas.microsoft.com/office/drawing/2014/main" id="{869625F1-3552-4982-933B-0932C732D9E6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138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7" name="Line 35">
            <a:extLst>
              <a:ext uri="{FF2B5EF4-FFF2-40B4-BE49-F238E27FC236}">
                <a16:creationId xmlns:a16="http://schemas.microsoft.com/office/drawing/2014/main" id="{ED9AEE3E-EC58-4597-A112-467921FA29B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328400" y="1920875"/>
            <a:ext cx="0" cy="4056062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8" name="Line 36">
            <a:extLst>
              <a:ext uri="{FF2B5EF4-FFF2-40B4-BE49-F238E27FC236}">
                <a16:creationId xmlns:a16="http://schemas.microsoft.com/office/drawing/2014/main" id="{64A3DAA0-ED5D-41BC-ACB1-4BF1991F14F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1927225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39" name="Line 37">
            <a:extLst>
              <a:ext uri="{FF2B5EF4-FFF2-40B4-BE49-F238E27FC236}">
                <a16:creationId xmlns:a16="http://schemas.microsoft.com/office/drawing/2014/main" id="{AD6EB5E9-E108-44F6-9915-1C0D8BB280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39788" y="5970588"/>
            <a:ext cx="10494963" cy="0"/>
          </a:xfrm>
          <a:prstGeom prst="line">
            <a:avLst/>
          </a:prstGeom>
          <a:noFill/>
          <a:ln w="12700" cap="flat">
            <a:solidFill>
              <a:srgbClr val="FFFF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40" name="Rectangle 38">
            <a:extLst>
              <a:ext uri="{FF2B5EF4-FFF2-40B4-BE49-F238E27FC236}">
                <a16:creationId xmlns:a16="http://schemas.microsoft.com/office/drawing/2014/main" id="{FA8DC2A2-2C18-4473-B75A-C8F700E9E5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2300" y="1968500"/>
            <a:ext cx="14509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Iterative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9">
            <a:extLst>
              <a:ext uri="{FF2B5EF4-FFF2-40B4-BE49-F238E27FC236}">
                <a16:creationId xmlns:a16="http://schemas.microsoft.com/office/drawing/2014/main" id="{55701715-2B16-4647-846C-238BC4584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6388" y="1968500"/>
            <a:ext cx="928688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Agile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Rectangle 40">
            <a:extLst>
              <a:ext uri="{FF2B5EF4-FFF2-40B4-BE49-F238E27FC236}">
                <a16:creationId xmlns:a16="http://schemas.microsoft.com/office/drawing/2014/main" id="{B4E09BC9-AE1B-4378-9C46-6E6B543A4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2487613"/>
            <a:ext cx="26828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Client interaction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5" name="Rectangle 43">
            <a:extLst>
              <a:ext uri="{FF2B5EF4-FFF2-40B4-BE49-F238E27FC236}">
                <a16:creationId xmlns:a16="http://schemas.microsoft.com/office/drawing/2014/main" id="{3C62852C-9427-45C6-B2E9-E39E7DF8C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3001963"/>
            <a:ext cx="1714500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Teamwork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8" name="Rectangle 46">
            <a:extLst>
              <a:ext uri="{FF2B5EF4-FFF2-40B4-BE49-F238E27FC236}">
                <a16:creationId xmlns:a16="http://schemas.microsoft.com/office/drawing/2014/main" id="{A26C296F-CE85-424F-8235-AEE278A6B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3521075"/>
            <a:ext cx="244157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Documentation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Rectangle 49">
            <a:extLst>
              <a:ext uri="{FF2B5EF4-FFF2-40B4-BE49-F238E27FC236}">
                <a16:creationId xmlns:a16="http://schemas.microsoft.com/office/drawing/2014/main" id="{C442667B-C630-48E3-AACB-3E1D4E1824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4035425"/>
            <a:ext cx="2436501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Measurement of</a:t>
            </a:r>
          </a:p>
          <a:p>
            <a:r>
              <a:rPr lang="en-US" altLang="en-US" sz="2800" dirty="0">
                <a:solidFill>
                  <a:srgbClr val="000000"/>
                </a:solidFill>
                <a:latin typeface="Calibri" panose="020F0502020204030204" pitchFamily="34" charset="0"/>
              </a:rPr>
              <a:t>progress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Rectangle 53">
            <a:extLst>
              <a:ext uri="{FF2B5EF4-FFF2-40B4-BE49-F238E27FC236}">
                <a16:creationId xmlns:a16="http://schemas.microsoft.com/office/drawing/2014/main" id="{658906BB-855B-4880-8DC5-2B56E1A487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4979988"/>
            <a:ext cx="3376613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Adaptive vs predictive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8" name="Rectangle 56">
            <a:extLst>
              <a:ext uri="{FF2B5EF4-FFF2-40B4-BE49-F238E27FC236}">
                <a16:creationId xmlns:a16="http://schemas.microsoft.com/office/drawing/2014/main" id="{AD8792BF-F228-4B79-8F7B-70CDD259A3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8213" y="5494338"/>
            <a:ext cx="1228725" cy="52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Testing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8832260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610073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3200" dirty="0"/>
              <a:t>Identify the: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purpose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scope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boundaries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functional requirements, in terms of:</a:t>
            </a:r>
          </a:p>
          <a:p>
            <a:pPr lvl="3">
              <a:spcAft>
                <a:spcPts val="600"/>
              </a:spcAft>
            </a:pPr>
            <a:r>
              <a:rPr lang="en-GB" sz="2800" dirty="0"/>
              <a:t>inputs</a:t>
            </a:r>
          </a:p>
          <a:p>
            <a:pPr lvl="3">
              <a:spcAft>
                <a:spcPts val="600"/>
              </a:spcAft>
            </a:pPr>
            <a:r>
              <a:rPr lang="en-GB" sz="2800" dirty="0"/>
              <a:t>processes</a:t>
            </a:r>
          </a:p>
          <a:p>
            <a:pPr lvl="3">
              <a:spcAft>
                <a:spcPts val="600"/>
              </a:spcAft>
            </a:pPr>
            <a:r>
              <a:rPr lang="en-GB" sz="2800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3379680109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9FF8-9529-4612-A6D4-5A293C9A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8E5A-6902-4001-9011-3FB4C7D7A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sz="3200" dirty="0"/>
              <a:t>A general description of the software: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Reason for creating the software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Problem to be solved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What it will do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What it will be used for</a:t>
            </a:r>
          </a:p>
        </p:txBody>
      </p:sp>
    </p:spTree>
    <p:extLst>
      <p:ext uri="{BB962C8B-B14F-4D97-AF65-F5344CB8AC3E}">
        <p14:creationId xmlns:p14="http://schemas.microsoft.com/office/powerpoint/2010/main" val="3673258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89FF8-9529-4612-A6D4-5A293C9A0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98E5A-6902-4001-9011-3FB4C7D7A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5888790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BC44-5CD7-472F-A411-229E56C1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EB58E-C133-4481-B1ED-24A851686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Autofit/>
          </a:bodyPr>
          <a:lstStyle/>
          <a:p>
            <a:r>
              <a:rPr lang="en-GB" sz="3200" dirty="0"/>
              <a:t>A list of what will be delivered to the client, such as:</a:t>
            </a:r>
          </a:p>
          <a:p>
            <a:pPr lvl="1"/>
            <a:r>
              <a:rPr lang="en-GB" sz="3200" dirty="0"/>
              <a:t>Detailed design</a:t>
            </a:r>
          </a:p>
          <a:p>
            <a:pPr lvl="1"/>
            <a:r>
              <a:rPr lang="en-GB" sz="3200" dirty="0"/>
              <a:t>Test plan and results</a:t>
            </a:r>
          </a:p>
          <a:p>
            <a:pPr lvl="1"/>
            <a:r>
              <a:rPr lang="en-GB" sz="3200" dirty="0"/>
              <a:t>Final program</a:t>
            </a:r>
          </a:p>
          <a:p>
            <a:r>
              <a:rPr lang="en-GB" sz="3200" dirty="0"/>
              <a:t>Timescales:</a:t>
            </a:r>
          </a:p>
          <a:p>
            <a:pPr lvl="1"/>
            <a:r>
              <a:rPr lang="en-GB" sz="3200" dirty="0"/>
              <a:t>start date</a:t>
            </a:r>
          </a:p>
          <a:p>
            <a:pPr lvl="1"/>
            <a:r>
              <a:rPr lang="en-GB" sz="3200" dirty="0"/>
              <a:t>end date</a:t>
            </a:r>
          </a:p>
          <a:p>
            <a:r>
              <a:rPr lang="en-GB" sz="3200" dirty="0"/>
              <a:t>Cost</a:t>
            </a:r>
          </a:p>
        </p:txBody>
      </p:sp>
    </p:spTree>
    <p:extLst>
      <p:ext uri="{BB962C8B-B14F-4D97-AF65-F5344CB8AC3E}">
        <p14:creationId xmlns:p14="http://schemas.microsoft.com/office/powerpoint/2010/main" val="59633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BC44-5CD7-472F-A411-229E56C1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EB58E-C133-4481-B1ED-24A851686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A list of what will be delivered to the client, such as: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 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 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 </a:t>
            </a:r>
          </a:p>
          <a:p>
            <a:pPr>
              <a:spcAft>
                <a:spcPts val="600"/>
              </a:spcAft>
            </a:pPr>
            <a:r>
              <a:rPr lang="en-GB" dirty="0"/>
              <a:t>Timescales: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 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 </a:t>
            </a:r>
          </a:p>
          <a:p>
            <a:pPr>
              <a:spcAft>
                <a:spcPts val="600"/>
              </a:spcAft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1983536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9C3D-3117-4705-8784-165947DB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C0E72-0DF4-4B1C-9580-9337F2736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What the software should do</a:t>
            </a:r>
          </a:p>
          <a:p>
            <a:r>
              <a:rPr lang="en-GB" sz="3600" dirty="0"/>
              <a:t>What the software should not do</a:t>
            </a:r>
          </a:p>
          <a:p>
            <a:r>
              <a:rPr lang="en-GB" sz="3600" dirty="0"/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3092738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C9C3D-3117-4705-8784-165947DB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Boundaries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C0E72-0DF4-4B1C-9580-9337F2736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17122040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79E48-D1B8-56ED-89FB-965149EE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7233-5500-FE22-C9D1-12FECB01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 (IPO)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448E-12FD-CF5F-C29D-76073CE6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Data from the user</a:t>
            </a:r>
          </a:p>
          <a:p>
            <a:r>
              <a:rPr lang="en-GB" sz="3600" dirty="0"/>
              <a:t>Data from a file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What the program does with the data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Output to the screen</a:t>
            </a:r>
          </a:p>
          <a:p>
            <a:r>
              <a:rPr lang="en-GB" sz="3600" dirty="0"/>
              <a:t>Output to a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44FC77-6CD5-8AEF-33EE-CDC95D00CB89}"/>
              </a:ext>
            </a:extLst>
          </p:cNvPr>
          <p:cNvSpPr txBox="1"/>
          <p:nvPr/>
        </p:nvSpPr>
        <p:spPr>
          <a:xfrm>
            <a:off x="5240383" y="2037806"/>
            <a:ext cx="18517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7030A0"/>
                </a:solidFill>
              </a:rPr>
              <a:t>Input(s)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ACC06D-C05C-4F32-DFEC-BA65AFC86642}"/>
              </a:ext>
            </a:extLst>
          </p:cNvPr>
          <p:cNvSpPr txBox="1"/>
          <p:nvPr/>
        </p:nvSpPr>
        <p:spPr>
          <a:xfrm>
            <a:off x="8937171" y="3601631"/>
            <a:ext cx="25764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7030A0"/>
                </a:solidFill>
              </a:rPr>
              <a:t>Process(es)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ED17AD-637F-05B8-BF90-C1591FB6DA09}"/>
              </a:ext>
            </a:extLst>
          </p:cNvPr>
          <p:cNvSpPr txBox="1"/>
          <p:nvPr/>
        </p:nvSpPr>
        <p:spPr>
          <a:xfrm>
            <a:off x="5240383" y="5129349"/>
            <a:ext cx="22397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b="1" dirty="0">
                <a:solidFill>
                  <a:srgbClr val="7030A0"/>
                </a:solidFill>
              </a:rPr>
              <a:t>Output(s)</a:t>
            </a:r>
          </a:p>
        </p:txBody>
      </p:sp>
    </p:spTree>
    <p:extLst>
      <p:ext uri="{BB962C8B-B14F-4D97-AF65-F5344CB8AC3E}">
        <p14:creationId xmlns:p14="http://schemas.microsoft.com/office/powerpoint/2010/main" val="12742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5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0879E48-D1B8-56ED-89FB-965149EEA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97233-5500-FE22-C9D1-12FECB01E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Functional Requirements (IPO)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2448E-12FD-CF5F-C29D-76073CE6B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Data from</a:t>
            </a:r>
          </a:p>
          <a:p>
            <a:r>
              <a:rPr lang="en-GB" sz="3600" dirty="0"/>
              <a:t>Data from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What the program</a:t>
            </a:r>
          </a:p>
          <a:p>
            <a:pPr marL="0" indent="0">
              <a:buNone/>
            </a:pPr>
            <a:endParaRPr lang="en-GB" sz="3600" dirty="0"/>
          </a:p>
          <a:p>
            <a:r>
              <a:rPr lang="en-GB" sz="3600" dirty="0"/>
              <a:t>Output to</a:t>
            </a:r>
          </a:p>
          <a:p>
            <a:r>
              <a:rPr lang="en-GB" sz="3600" dirty="0"/>
              <a:t>Output to a</a:t>
            </a:r>
          </a:p>
        </p:txBody>
      </p:sp>
    </p:spTree>
    <p:extLst>
      <p:ext uri="{BB962C8B-B14F-4D97-AF65-F5344CB8AC3E}">
        <p14:creationId xmlns:p14="http://schemas.microsoft.com/office/powerpoint/2010/main" val="940594858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4642112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Identify the data types and structures required for a problem that relates to the implementation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3217686171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sz="3200" dirty="0"/>
              <a:t>Read and understand designs of solutions to problems at this level, using the following design techniques: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structure diagrams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pseudocode</a:t>
            </a:r>
          </a:p>
        </p:txBody>
      </p:sp>
    </p:spTree>
    <p:extLst>
      <p:ext uri="{BB962C8B-B14F-4D97-AF65-F5344CB8AC3E}">
        <p14:creationId xmlns:p14="http://schemas.microsoft.com/office/powerpoint/2010/main" val="782545373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740D7-A9B3-4CD9-A421-E59E72CD4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Diagram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6092" y="271085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Function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16000" y="270276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Function</a:t>
            </a:r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84000" y="271085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solidFill>
                  <a:schemeClr val="tx1"/>
                </a:solidFill>
              </a:rPr>
              <a:t>Procedure</a:t>
            </a:r>
            <a:endParaRPr lang="en-GB" sz="2400" dirty="0">
              <a:solidFill>
                <a:schemeClr val="tx1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CFBE373-1958-B3D3-7F42-8080D8091B9A}"/>
              </a:ext>
            </a:extLst>
          </p:cNvPr>
          <p:cNvCxnSpPr/>
          <p:nvPr/>
        </p:nvCxnSpPr>
        <p:spPr>
          <a:xfrm>
            <a:off x="2677112" y="3602765"/>
            <a:ext cx="0" cy="601055"/>
          </a:xfrm>
          <a:prstGeom prst="straightConnector1">
            <a:avLst/>
          </a:prstGeom>
          <a:ln w="38100">
            <a:solidFill>
              <a:srgbClr val="7030A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638636C-E328-2806-524C-5F3AED639523}"/>
              </a:ext>
            </a:extLst>
          </p:cNvPr>
          <p:cNvSpPr txBox="1"/>
          <p:nvPr/>
        </p:nvSpPr>
        <p:spPr>
          <a:xfrm>
            <a:off x="1992469" y="4203820"/>
            <a:ext cx="13692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names()</a:t>
            </a:r>
          </a:p>
          <a:p>
            <a:pPr algn="ctr"/>
            <a:r>
              <a:rPr lang="en-GB" sz="2800" dirty="0"/>
              <a:t>ages()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226CD-812A-6164-BB87-C71D9A66E6AF}"/>
              </a:ext>
            </a:extLst>
          </p:cNvPr>
          <p:cNvSpPr txBox="1"/>
          <p:nvPr/>
        </p:nvSpPr>
        <p:spPr>
          <a:xfrm>
            <a:off x="1949701" y="5351540"/>
            <a:ext cx="14548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parallel</a:t>
            </a:r>
          </a:p>
          <a:p>
            <a:pPr algn="ctr"/>
            <a:r>
              <a:rPr lang="en-GB" sz="3200" b="1" dirty="0">
                <a:solidFill>
                  <a:srgbClr val="7030A0"/>
                </a:solidFill>
              </a:rPr>
              <a:t>arrays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816455B3-929B-7214-F6AF-B0C896003347}"/>
              </a:ext>
            </a:extLst>
          </p:cNvPr>
          <p:cNvCxnSpPr/>
          <p:nvPr/>
        </p:nvCxnSpPr>
        <p:spPr>
          <a:xfrm>
            <a:off x="6491357" y="3602765"/>
            <a:ext cx="0" cy="601055"/>
          </a:xfrm>
          <a:prstGeom prst="straightConnector1">
            <a:avLst/>
          </a:prstGeom>
          <a:ln w="38100">
            <a:solidFill>
              <a:srgbClr val="7030A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CBC6DD8-2A8C-1D34-05E1-D3131303F6D0}"/>
              </a:ext>
            </a:extLst>
          </p:cNvPr>
          <p:cNvSpPr txBox="1"/>
          <p:nvPr/>
        </p:nvSpPr>
        <p:spPr>
          <a:xfrm>
            <a:off x="5031537" y="4203820"/>
            <a:ext cx="2919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people</a:t>
            </a:r>
            <a:r>
              <a:rPr lang="en-GB" sz="2800"/>
              <a:t>(name, age)</a:t>
            </a:r>
            <a:endParaRPr lang="en-GB" sz="2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DF0EB1-32F1-D5CB-9026-932BE05E8735}"/>
              </a:ext>
            </a:extLst>
          </p:cNvPr>
          <p:cNvSpPr txBox="1"/>
          <p:nvPr/>
        </p:nvSpPr>
        <p:spPr>
          <a:xfrm>
            <a:off x="5740414" y="5351540"/>
            <a:ext cx="15018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array of</a:t>
            </a:r>
          </a:p>
          <a:p>
            <a:pPr algn="ctr"/>
            <a:r>
              <a:rPr lang="en-GB" sz="3200" b="1" dirty="0">
                <a:solidFill>
                  <a:srgbClr val="7030A0"/>
                </a:solidFill>
              </a:rPr>
              <a:t>records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1053E00-B369-CF5B-7E16-9338B4D76F00}"/>
              </a:ext>
            </a:extLst>
          </p:cNvPr>
          <p:cNvCxnSpPr>
            <a:cxnSpLocks/>
          </p:cNvCxnSpPr>
          <p:nvPr/>
        </p:nvCxnSpPr>
        <p:spPr>
          <a:xfrm flipV="1">
            <a:off x="9508341" y="3610857"/>
            <a:ext cx="0" cy="601055"/>
          </a:xfrm>
          <a:prstGeom prst="straightConnector1">
            <a:avLst/>
          </a:prstGeom>
          <a:ln w="38100">
            <a:solidFill>
              <a:srgbClr val="7030A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67291030-9749-7D56-8C6A-396F07A8DB58}"/>
              </a:ext>
            </a:extLst>
          </p:cNvPr>
          <p:cNvSpPr txBox="1"/>
          <p:nvPr/>
        </p:nvSpPr>
        <p:spPr>
          <a:xfrm>
            <a:off x="8979430" y="4211912"/>
            <a:ext cx="1018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count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05104B-ACD8-3F03-5D01-C5B7220A193A}"/>
              </a:ext>
            </a:extLst>
          </p:cNvPr>
          <p:cNvSpPr txBox="1"/>
          <p:nvPr/>
        </p:nvSpPr>
        <p:spPr>
          <a:xfrm>
            <a:off x="8923084" y="5368578"/>
            <a:ext cx="117051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single</a:t>
            </a:r>
          </a:p>
          <a:p>
            <a:pPr algn="ctr"/>
            <a:r>
              <a:rPr lang="en-GB" sz="3200" b="1" dirty="0">
                <a:solidFill>
                  <a:srgbClr val="7030A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90094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7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5" grpId="0"/>
      <p:bldP spid="17" grpId="0"/>
      <p:bldP spid="20" grpId="0"/>
      <p:bldP spid="21" grpId="0"/>
      <p:bldP spid="31" grpId="0"/>
      <p:bldP spid="32" grpId="0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5D9D590-7520-AB07-6FB9-58E8EF6E0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FF2DC-BD08-9935-7663-ED5D9D104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DA0D10-C1F4-005E-3327-C2EFC20F2FA3}"/>
              </a:ext>
            </a:extLst>
          </p:cNvPr>
          <p:cNvSpPr/>
          <p:nvPr/>
        </p:nvSpPr>
        <p:spPr>
          <a:xfrm>
            <a:off x="1056092" y="271085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D3948E-22B4-867B-34C2-F995863CEB42}"/>
              </a:ext>
            </a:extLst>
          </p:cNvPr>
          <p:cNvSpPr/>
          <p:nvPr/>
        </p:nvSpPr>
        <p:spPr>
          <a:xfrm>
            <a:off x="5016000" y="2702765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7A0722-9C0E-94B2-9426-F92A353B404A}"/>
              </a:ext>
            </a:extLst>
          </p:cNvPr>
          <p:cNvSpPr/>
          <p:nvPr/>
        </p:nvSpPr>
        <p:spPr>
          <a:xfrm>
            <a:off x="8984000" y="2710857"/>
            <a:ext cx="2160000" cy="9000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 dirty="0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186AD-8596-ADDD-E48D-C219038058EA}"/>
              </a:ext>
            </a:extLst>
          </p:cNvPr>
          <p:cNvSpPr txBox="1"/>
          <p:nvPr/>
        </p:nvSpPr>
        <p:spPr>
          <a:xfrm>
            <a:off x="1992469" y="4203820"/>
            <a:ext cx="136928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names()</a:t>
            </a:r>
          </a:p>
          <a:p>
            <a:pPr algn="ctr"/>
            <a:r>
              <a:rPr lang="en-GB" sz="2800" dirty="0"/>
              <a:t>ages()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DDCCA6-8285-EA8A-5DE0-AEF683F633A5}"/>
              </a:ext>
            </a:extLst>
          </p:cNvPr>
          <p:cNvSpPr txBox="1"/>
          <p:nvPr/>
        </p:nvSpPr>
        <p:spPr>
          <a:xfrm>
            <a:off x="5031538" y="4203820"/>
            <a:ext cx="29196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people(name, age)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FCD491-BE05-3725-A251-9C52336364C0}"/>
              </a:ext>
            </a:extLst>
          </p:cNvPr>
          <p:cNvSpPr txBox="1"/>
          <p:nvPr/>
        </p:nvSpPr>
        <p:spPr>
          <a:xfrm>
            <a:off x="8979430" y="4211912"/>
            <a:ext cx="1018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800" dirty="0"/>
              <a:t>count</a:t>
            </a:r>
          </a:p>
        </p:txBody>
      </p:sp>
    </p:spTree>
    <p:extLst>
      <p:ext uri="{BB962C8B-B14F-4D97-AF65-F5344CB8AC3E}">
        <p14:creationId xmlns:p14="http://schemas.microsoft.com/office/powerpoint/2010/main" val="59724285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17AF-8592-CD2D-B12A-EA8C3891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A061-7A22-FB59-9834-E0DE6ED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491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Step	  Description	Sub-program Dataflow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1 	  Function		OUT: names(), ages()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2 	  Function		OUT: people(name, age)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3 	  Procedure		IN: count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4D2E19-B1B5-CEAA-C1D8-DF77920407E2}"/>
              </a:ext>
            </a:extLst>
          </p:cNvPr>
          <p:cNvSpPr txBox="1"/>
          <p:nvPr/>
        </p:nvSpPr>
        <p:spPr>
          <a:xfrm>
            <a:off x="10353808" y="2165293"/>
            <a:ext cx="14548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parallel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arrays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797441-ABCF-4FA9-668F-DE8232019BBE}"/>
              </a:ext>
            </a:extLst>
          </p:cNvPr>
          <p:cNvSpPr txBox="1"/>
          <p:nvPr/>
        </p:nvSpPr>
        <p:spPr>
          <a:xfrm>
            <a:off x="10353808" y="3802038"/>
            <a:ext cx="150188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200" b="1" dirty="0">
                <a:solidFill>
                  <a:srgbClr val="7030A0"/>
                </a:solidFill>
              </a:rPr>
              <a:t>array of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records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2792F-B00B-8051-0C24-1876C4506410}"/>
              </a:ext>
            </a:extLst>
          </p:cNvPr>
          <p:cNvSpPr txBox="1"/>
          <p:nvPr/>
        </p:nvSpPr>
        <p:spPr>
          <a:xfrm>
            <a:off x="10353808" y="5417758"/>
            <a:ext cx="117051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b="1" dirty="0">
                <a:solidFill>
                  <a:srgbClr val="7030A0"/>
                </a:solidFill>
              </a:rPr>
              <a:t>single</a:t>
            </a:r>
          </a:p>
          <a:p>
            <a:r>
              <a:rPr lang="en-GB" sz="3200" b="1" dirty="0">
                <a:solidFill>
                  <a:srgbClr val="7030A0"/>
                </a:solidFill>
              </a:rPr>
              <a:t>value</a:t>
            </a:r>
          </a:p>
        </p:txBody>
      </p:sp>
    </p:spTree>
    <p:extLst>
      <p:ext uri="{BB962C8B-B14F-4D97-AF65-F5344CB8AC3E}">
        <p14:creationId xmlns:p14="http://schemas.microsoft.com/office/powerpoint/2010/main" val="2763073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817AF-8592-CD2D-B12A-EA8C3891D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FA061-7A22-FB59-9834-E0DE6EDBD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74916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Step	  Description	Sub-program Dataflow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1 	  				OUT: names(), ages()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2 	  				OUT: people(name, age)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9000"/>
              </a:spcAft>
              <a:buNone/>
            </a:pPr>
            <a:r>
              <a:rPr lang="en-GB" sz="3200" dirty="0">
                <a:latin typeface="Consolas" panose="020B0609020204030204" pitchFamily="49" charset="0"/>
              </a:rPr>
              <a:t>3 	  				IN: count</a:t>
            </a:r>
          </a:p>
        </p:txBody>
      </p:sp>
    </p:spTree>
    <p:extLst>
      <p:ext uri="{BB962C8B-B14F-4D97-AF65-F5344CB8AC3E}">
        <p14:creationId xmlns:p14="http://schemas.microsoft.com/office/powerpoint/2010/main" val="57189222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sz="3200" dirty="0"/>
              <a:t>Exemplify and implement efficient design solutions to a problem, using a recognised design technique, showing: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top level design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the data flow</a:t>
            </a:r>
          </a:p>
          <a:p>
            <a:pPr lvl="1">
              <a:spcAft>
                <a:spcPts val="1800"/>
              </a:spcAft>
            </a:pPr>
            <a:r>
              <a:rPr lang="en-GB" sz="3200" dirty="0"/>
              <a:t>refinements</a:t>
            </a:r>
          </a:p>
        </p:txBody>
      </p:sp>
    </p:spTree>
    <p:extLst>
      <p:ext uri="{BB962C8B-B14F-4D97-AF65-F5344CB8AC3E}">
        <p14:creationId xmlns:p14="http://schemas.microsoft.com/office/powerpoint/2010/main" val="1511439392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Describe, exemplify and implement user-interface design, in terms of input and output, using a wireframe.</a:t>
            </a:r>
          </a:p>
        </p:txBody>
      </p:sp>
    </p:spTree>
    <p:extLst>
      <p:ext uri="{BB962C8B-B14F-4D97-AF65-F5344CB8AC3E}">
        <p14:creationId xmlns:p14="http://schemas.microsoft.com/office/powerpoint/2010/main" val="92848527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82000468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3200" dirty="0"/>
              <a:t>Describe, exemplify and implement a comprehensive final test plan to show that the functional requirements are met.</a:t>
            </a:r>
          </a:p>
          <a:p>
            <a:r>
              <a:rPr lang="en-GB" sz="3200" dirty="0"/>
              <a:t>Identify syntax, execution, and logic errors at this level.</a:t>
            </a:r>
          </a:p>
        </p:txBody>
      </p:sp>
    </p:spTree>
    <p:extLst>
      <p:ext uri="{BB962C8B-B14F-4D97-AF65-F5344CB8AC3E}">
        <p14:creationId xmlns:p14="http://schemas.microsoft.com/office/powerpoint/2010/main" val="1679320925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C2D7-DDA3-49C7-88D1-265167CA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Comprehensive 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95EE-46F0-44D2-95E6-E819F8E7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All functional requirements are tested</a:t>
            </a:r>
          </a:p>
          <a:p>
            <a:r>
              <a:rPr lang="en-GB" dirty="0"/>
              <a:t>Links back </a:t>
            </a:r>
            <a:r>
              <a:rPr lang="en-GB"/>
              <a:t>to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739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C2D7-DDA3-49C7-88D1-265167CAE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Comprehensive Test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95EE-46F0-44D2-95E6-E819F8E7FB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0097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sz="3200" dirty="0"/>
              <a:t>Describe and exemplify debugging techniques:</a:t>
            </a:r>
          </a:p>
          <a:p>
            <a:pPr lvl="1">
              <a:spcAft>
                <a:spcPts val="1200"/>
              </a:spcAft>
            </a:pPr>
            <a:r>
              <a:rPr lang="en-GB" sz="3200" dirty="0"/>
              <a:t>dry runs</a:t>
            </a:r>
          </a:p>
          <a:p>
            <a:pPr lvl="1">
              <a:spcAft>
                <a:spcPts val="1200"/>
              </a:spcAft>
            </a:pPr>
            <a:r>
              <a:rPr lang="en-GB" sz="3200" dirty="0"/>
              <a:t>trace tables/tools</a:t>
            </a:r>
          </a:p>
          <a:p>
            <a:pPr lvl="1">
              <a:spcAft>
                <a:spcPts val="1200"/>
              </a:spcAft>
            </a:pPr>
            <a:r>
              <a:rPr lang="en-GB" sz="3200" dirty="0"/>
              <a:t>breakpoints</a:t>
            </a:r>
          </a:p>
          <a:p>
            <a:pPr lvl="1">
              <a:spcAft>
                <a:spcPts val="1200"/>
              </a:spcAft>
            </a:pPr>
            <a:r>
              <a:rPr lang="en-GB" sz="3200" dirty="0"/>
              <a:t>watchpoints</a:t>
            </a:r>
          </a:p>
        </p:txBody>
      </p:sp>
    </p:spTree>
    <p:extLst>
      <p:ext uri="{BB962C8B-B14F-4D97-AF65-F5344CB8AC3E}">
        <p14:creationId xmlns:p14="http://schemas.microsoft.com/office/powerpoint/2010/main" val="1702556701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7E105-996A-5E67-5853-7A9DDFE4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231B-1C3A-5488-D892-B6735992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Dry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3940-CA18-90AD-9DA8-60F2CC42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sz="3600" dirty="0"/>
              <a:t>Proof reading</a:t>
            </a:r>
          </a:p>
          <a:p>
            <a:pPr>
              <a:spcAft>
                <a:spcPts val="1800"/>
              </a:spcAft>
            </a:pPr>
            <a:r>
              <a:rPr lang="en-GB" sz="3600" dirty="0"/>
              <a:t>Mentally predicting what will happen</a:t>
            </a:r>
          </a:p>
          <a:p>
            <a:pPr>
              <a:spcAft>
                <a:spcPts val="1800"/>
              </a:spcAft>
            </a:pPr>
            <a:r>
              <a:rPr lang="en-GB" sz="3600" dirty="0"/>
              <a:t>Useful for locating errors</a:t>
            </a:r>
          </a:p>
        </p:txBody>
      </p:sp>
    </p:spTree>
    <p:extLst>
      <p:ext uri="{BB962C8B-B14F-4D97-AF65-F5344CB8AC3E}">
        <p14:creationId xmlns:p14="http://schemas.microsoft.com/office/powerpoint/2010/main" val="998219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D07E105-996A-5E67-5853-7A9DDFE42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231B-1C3A-5488-D892-B67359923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Dry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93940-CA18-90AD-9DA8-60F2CC421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sz="3600" dirty="0"/>
              <a:t> </a:t>
            </a:r>
          </a:p>
          <a:p>
            <a:pPr>
              <a:spcAft>
                <a:spcPts val="1800"/>
              </a:spcAft>
            </a:pPr>
            <a:r>
              <a:rPr lang="en-GB" sz="3600" dirty="0"/>
              <a:t> </a:t>
            </a:r>
          </a:p>
          <a:p>
            <a:pPr>
              <a:spcAft>
                <a:spcPts val="1800"/>
              </a:spcAft>
            </a:pPr>
            <a:r>
              <a:rPr lang="en-GB" sz="3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51375629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E70E-C3A0-D7DA-66B2-F1AC2B06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D2B7-DE3D-B798-FEC3-8738B5EC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C8F05-08D3-4FF6-F20B-72B61653B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GB" dirty="0"/>
              <a:t>Stepping through the program, or part of it, line by line</a:t>
            </a:r>
          </a:p>
          <a:p>
            <a:r>
              <a:rPr lang="en-GB" dirty="0"/>
              <a:t>Uses test data</a:t>
            </a:r>
          </a:p>
          <a:p>
            <a:r>
              <a:rPr lang="en-GB" dirty="0"/>
              <a:t>Changing variable values recorded in a table</a:t>
            </a:r>
          </a:p>
          <a:p>
            <a:r>
              <a:rPr lang="en-GB" dirty="0"/>
              <a:t>Useful for locating logic errors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DA7D17-4468-976A-8F8C-E41B1DAA5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5191264"/>
              </p:ext>
            </p:extLst>
          </p:nvPr>
        </p:nvGraphicFramePr>
        <p:xfrm>
          <a:off x="8066087" y="2464435"/>
          <a:ext cx="393869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629">
                  <a:extLst>
                    <a:ext uri="{9D8B030D-6E8A-4147-A177-3AD203B41FA5}">
                      <a16:colId xmlns:a16="http://schemas.microsoft.com/office/drawing/2014/main" val="3841621916"/>
                    </a:ext>
                  </a:extLst>
                </a:gridCol>
                <a:gridCol w="846836">
                  <a:extLst>
                    <a:ext uri="{9D8B030D-6E8A-4147-A177-3AD203B41FA5}">
                      <a16:colId xmlns:a16="http://schemas.microsoft.com/office/drawing/2014/main" val="4292493221"/>
                    </a:ext>
                  </a:extLst>
                </a:gridCol>
                <a:gridCol w="1228916">
                  <a:extLst>
                    <a:ext uri="{9D8B030D-6E8A-4147-A177-3AD203B41FA5}">
                      <a16:colId xmlns:a16="http://schemas.microsoft.com/office/drawing/2014/main" val="1655028394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817747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i="1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i="1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0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85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4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2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31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39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68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8186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C8157B-430A-4486-9B0E-EAA8CFF447AC}"/>
              </a:ext>
            </a:extLst>
          </p:cNvPr>
          <p:cNvSpPr/>
          <p:nvPr/>
        </p:nvSpPr>
        <p:spPr>
          <a:xfrm>
            <a:off x="1124267" y="4065131"/>
            <a:ext cx="62480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800" dirty="0">
                <a:latin typeface="Consolas" panose="020B0609020204030204" pitchFamily="49" charset="0"/>
              </a:rPr>
              <a:t> total: int =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sz="2800" dirty="0">
                <a:latin typeface="Consolas" panose="020B0609020204030204" pitchFamily="49" charset="0"/>
              </a:rPr>
              <a:t> counter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sz="2800" dirty="0"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sz="2800" dirty="0">
                <a:latin typeface="Consolas" panose="020B0609020204030204" pitchFamily="49" charset="0"/>
              </a:rPr>
              <a:t>,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2800" dirty="0">
                <a:latin typeface="Consolas" panose="020B0609020204030204" pitchFamily="49" charset="0"/>
              </a:rPr>
              <a:t>     total = total + counter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800" dirty="0"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183691"/>
                </a:solidFill>
                <a:latin typeface="Consolas" panose="020B0609020204030204" pitchFamily="49" charset="0"/>
              </a:rPr>
              <a:t>"Total: " </a:t>
            </a:r>
            <a:r>
              <a:rPr lang="en-GB" sz="2800" dirty="0">
                <a:latin typeface="Consolas" panose="020B0609020204030204" pitchFamily="49" charset="0"/>
              </a:rPr>
              <a:t>+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sz="2800" dirty="0">
                <a:latin typeface="Consolas" panose="020B0609020204030204" pitchFamily="49" charset="0"/>
              </a:rPr>
              <a:t>(total))</a:t>
            </a:r>
          </a:p>
        </p:txBody>
      </p:sp>
    </p:spTree>
    <p:extLst>
      <p:ext uri="{BB962C8B-B14F-4D97-AF65-F5344CB8AC3E}">
        <p14:creationId xmlns:p14="http://schemas.microsoft.com/office/powerpoint/2010/main" val="230424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uiExpand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E06E70E-C3A0-D7DA-66B2-F1AC2B06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BD2B7-DE3D-B798-FEC3-8738B5ECA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C8F05-08D3-4FF6-F20B-72B61653B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Aft>
                <a:spcPts val="600"/>
              </a:spcAft>
            </a:pPr>
            <a:r>
              <a:rPr lang="en-GB" dirty="0"/>
              <a:t> </a:t>
            </a:r>
          </a:p>
          <a:p>
            <a:pPr>
              <a:spcAft>
                <a:spcPts val="600"/>
              </a:spcAft>
            </a:pPr>
            <a:r>
              <a:rPr lang="en-GB" dirty="0"/>
              <a:t>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9DA7D17-4468-976A-8F8C-E41B1DAA56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752953"/>
              </p:ext>
            </p:extLst>
          </p:nvPr>
        </p:nvGraphicFramePr>
        <p:xfrm>
          <a:off x="8066087" y="2464435"/>
          <a:ext cx="3938691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629">
                  <a:extLst>
                    <a:ext uri="{9D8B030D-6E8A-4147-A177-3AD203B41FA5}">
                      <a16:colId xmlns:a16="http://schemas.microsoft.com/office/drawing/2014/main" val="3841621916"/>
                    </a:ext>
                  </a:extLst>
                </a:gridCol>
                <a:gridCol w="846836">
                  <a:extLst>
                    <a:ext uri="{9D8B030D-6E8A-4147-A177-3AD203B41FA5}">
                      <a16:colId xmlns:a16="http://schemas.microsoft.com/office/drawing/2014/main" val="4292493221"/>
                    </a:ext>
                  </a:extLst>
                </a:gridCol>
                <a:gridCol w="1228916">
                  <a:extLst>
                    <a:ext uri="{9D8B030D-6E8A-4147-A177-3AD203B41FA5}">
                      <a16:colId xmlns:a16="http://schemas.microsoft.com/office/drawing/2014/main" val="1655028394"/>
                    </a:ext>
                  </a:extLst>
                </a:gridCol>
                <a:gridCol w="1107310">
                  <a:extLst>
                    <a:ext uri="{9D8B030D-6E8A-4147-A177-3AD203B41FA5}">
                      <a16:colId xmlns:a16="http://schemas.microsoft.com/office/drawing/2014/main" val="3817747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2400" i="1" dirty="0"/>
                        <a:t>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i="1" dirty="0"/>
                        <a:t>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0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853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38448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628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5731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6399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3502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7682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28186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4C8157B-430A-4486-9B0E-EAA8CFF447AC}"/>
              </a:ext>
            </a:extLst>
          </p:cNvPr>
          <p:cNvSpPr/>
          <p:nvPr/>
        </p:nvSpPr>
        <p:spPr>
          <a:xfrm>
            <a:off x="1167026" y="4332466"/>
            <a:ext cx="624808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1</a:t>
            </a:r>
            <a:r>
              <a:rPr lang="en-GB" sz="2800" dirty="0">
                <a:latin typeface="Consolas" panose="020B0609020204030204" pitchFamily="49" charset="0"/>
              </a:rPr>
              <a:t> total: int =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0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2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for</a:t>
            </a:r>
            <a:r>
              <a:rPr lang="en-GB" sz="2800" dirty="0">
                <a:latin typeface="Consolas" panose="020B0609020204030204" pitchFamily="49" charset="0"/>
              </a:rPr>
              <a:t> counter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in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range</a:t>
            </a:r>
            <a:r>
              <a:rPr lang="en-GB" sz="2800" dirty="0"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1</a:t>
            </a:r>
            <a:r>
              <a:rPr lang="en-GB" sz="2800" dirty="0">
                <a:latin typeface="Consolas" panose="020B0609020204030204" pitchFamily="49" charset="0"/>
              </a:rPr>
              <a:t>,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4</a:t>
            </a:r>
            <a:r>
              <a:rPr lang="en-GB" sz="2800" dirty="0">
                <a:latin typeface="Consolas" panose="020B0609020204030204" pitchFamily="49" charset="0"/>
              </a:rPr>
              <a:t>):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3</a:t>
            </a:r>
            <a:r>
              <a:rPr lang="en-GB" sz="2800" dirty="0">
                <a:latin typeface="Consolas" panose="020B0609020204030204" pitchFamily="49" charset="0"/>
              </a:rPr>
              <a:t>     total = total + counter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4</a:t>
            </a:r>
          </a:p>
          <a:p>
            <a:r>
              <a:rPr lang="en-GB" sz="2800" dirty="0">
                <a:solidFill>
                  <a:srgbClr val="B2B2B2"/>
                </a:solidFill>
                <a:latin typeface="Consolas" panose="020B0609020204030204" pitchFamily="49" charset="0"/>
              </a:rPr>
              <a:t>5</a:t>
            </a:r>
            <a:r>
              <a:rPr lang="en-GB" sz="2800" dirty="0">
                <a:latin typeface="Consolas" panose="020B0609020204030204" pitchFamily="49" charset="0"/>
              </a:rPr>
              <a:t> </a:t>
            </a:r>
            <a:r>
              <a:rPr lang="en-GB" sz="2800" dirty="0">
                <a:solidFill>
                  <a:srgbClr val="A71D5D"/>
                </a:solidFill>
                <a:latin typeface="Consolas" panose="020B0609020204030204" pitchFamily="49" charset="0"/>
              </a:rPr>
              <a:t>print</a:t>
            </a:r>
            <a:r>
              <a:rPr lang="en-GB" sz="2800" dirty="0">
                <a:latin typeface="Consolas" panose="020B0609020204030204" pitchFamily="49" charset="0"/>
              </a:rPr>
              <a:t>(</a:t>
            </a:r>
            <a:r>
              <a:rPr lang="en-GB" sz="2800" dirty="0">
                <a:solidFill>
                  <a:srgbClr val="183691"/>
                </a:solidFill>
                <a:latin typeface="Consolas" panose="020B0609020204030204" pitchFamily="49" charset="0"/>
              </a:rPr>
              <a:t>"Total: " </a:t>
            </a:r>
            <a:r>
              <a:rPr lang="en-GB" sz="2800" dirty="0">
                <a:latin typeface="Consolas" panose="020B0609020204030204" pitchFamily="49" charset="0"/>
              </a:rPr>
              <a:t>+ </a:t>
            </a:r>
            <a:r>
              <a:rPr lang="en-GB" sz="2800" dirty="0">
                <a:solidFill>
                  <a:srgbClr val="0086B3"/>
                </a:solidFill>
                <a:latin typeface="Consolas" panose="020B0609020204030204" pitchFamily="49" charset="0"/>
              </a:rPr>
              <a:t>str</a:t>
            </a:r>
            <a:r>
              <a:rPr lang="en-GB" sz="2800" dirty="0">
                <a:latin typeface="Consolas" panose="020B0609020204030204" pitchFamily="49" charset="0"/>
              </a:rPr>
              <a:t>(total))</a:t>
            </a:r>
          </a:p>
        </p:txBody>
      </p:sp>
    </p:spTree>
    <p:extLst>
      <p:ext uri="{BB962C8B-B14F-4D97-AF65-F5344CB8AC3E}">
        <p14:creationId xmlns:p14="http://schemas.microsoft.com/office/powerpoint/2010/main" val="2336362312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28D5-FC4A-8DBA-B645-3D975B44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E85E75A-F1A5-B7BB-D4EB-E152ADB93F9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6736080" y="1447481"/>
            <a:ext cx="5212746" cy="2592000"/>
          </a:xfr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E53231-16A9-0BA2-7A48-4B9D5B2F1A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509" y="1447481"/>
            <a:ext cx="5053467" cy="25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C05CBD-13E1-4059-FC8B-7D315DC5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FA21-DF18-4B5E-7D57-E6A36A9EB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Execution pauses at predefined point</a:t>
            </a:r>
          </a:p>
          <a:p>
            <a:pPr>
              <a:spcAft>
                <a:spcPts val="1800"/>
              </a:spcAft>
            </a:pPr>
            <a:r>
              <a:rPr lang="en-GB" dirty="0"/>
              <a:t>Values in variables can be examined</a:t>
            </a:r>
          </a:p>
          <a:p>
            <a:pPr>
              <a:spcAft>
                <a:spcPts val="1800"/>
              </a:spcAft>
            </a:pPr>
            <a:r>
              <a:rPr lang="en-GB" dirty="0"/>
              <a:t>Program can be stepped through</a:t>
            </a:r>
          </a:p>
          <a:p>
            <a:pPr>
              <a:spcAft>
                <a:spcPts val="1800"/>
              </a:spcAft>
            </a:pPr>
            <a:r>
              <a:rPr lang="en-GB" dirty="0"/>
              <a:t>Useful for runtime / logical errors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0696C0-42BD-8412-FACF-DF8A05B7B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509" y="4263713"/>
            <a:ext cx="4877481" cy="1810003"/>
          </a:xfrm>
          <a:prstGeom prst="rect">
            <a:avLst/>
          </a:prstGeom>
        </p:spPr>
      </p:pic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BA56E959-DD0F-44B2-A9C5-260EC19836CD}"/>
              </a:ext>
            </a:extLst>
          </p:cNvPr>
          <p:cNvCxnSpPr>
            <a:cxnSpLocks/>
          </p:cNvCxnSpPr>
          <p:nvPr/>
        </p:nvCxnSpPr>
        <p:spPr>
          <a:xfrm rot="16200000" flipH="1">
            <a:off x="5996092" y="2679277"/>
            <a:ext cx="1481247" cy="306069"/>
          </a:xfrm>
          <a:prstGeom prst="bentConnector3">
            <a:avLst>
              <a:gd name="adj1" fmla="val 99871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208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2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8928D5-FC4A-8DBA-B645-3D975B448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3FE53231-16A9-0BA2-7A48-4B9D5B2F1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3509" y="1447481"/>
            <a:ext cx="5053467" cy="2592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C05CBD-13E1-4059-FC8B-7D315DC5E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Breakpoint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DFA21-DF18-4B5E-7D57-E6A36A9EB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Execution</a:t>
            </a:r>
          </a:p>
          <a:p>
            <a:pPr>
              <a:spcAft>
                <a:spcPts val="1800"/>
              </a:spcAft>
            </a:pPr>
            <a:r>
              <a:rPr lang="en-GB" dirty="0"/>
              <a:t>Values</a:t>
            </a:r>
          </a:p>
          <a:p>
            <a:pPr>
              <a:spcAft>
                <a:spcPts val="1800"/>
              </a:spcAft>
            </a:pPr>
            <a:r>
              <a:rPr lang="en-GB" dirty="0"/>
              <a:t>Program</a:t>
            </a:r>
          </a:p>
          <a:p>
            <a:pPr>
              <a:spcAft>
                <a:spcPts val="1800"/>
              </a:spcAft>
            </a:pPr>
            <a:r>
              <a:rPr lang="en-GB" dirty="0"/>
              <a:t>Useful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50696C0-42BD-8412-FACF-DF8A05B7B8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3509" y="4263713"/>
            <a:ext cx="4877481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29889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4C64EB0-6FFD-FDAA-4E62-869E6B2D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AC14-4A90-D385-794E-77EE047A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Watchpoint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9CA1-AAE8-C6AA-1B03-2FFEC411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Conditional break, e.g. when a variable meets a condition: </a:t>
            </a:r>
            <a:r>
              <a:rPr lang="en-GB" b="1" dirty="0">
                <a:solidFill>
                  <a:srgbClr val="7030A0"/>
                </a:solidFill>
              </a:rPr>
              <a:t>dice &gt; 6</a:t>
            </a:r>
          </a:p>
          <a:p>
            <a:pPr>
              <a:spcAft>
                <a:spcPts val="1800"/>
              </a:spcAft>
            </a:pPr>
            <a:r>
              <a:rPr lang="en-GB" dirty="0"/>
              <a:t>Execution pauses when condition met</a:t>
            </a:r>
          </a:p>
          <a:p>
            <a:pPr>
              <a:spcAft>
                <a:spcPts val="1800"/>
              </a:spcAft>
            </a:pPr>
            <a:r>
              <a:rPr lang="en-GB" dirty="0"/>
              <a:t>Values in variables can be examined</a:t>
            </a:r>
          </a:p>
          <a:p>
            <a:pPr>
              <a:spcAft>
                <a:spcPts val="1800"/>
              </a:spcAft>
            </a:pPr>
            <a:r>
              <a:rPr lang="en-GB" dirty="0"/>
              <a:t>Program can be stepped through</a:t>
            </a:r>
          </a:p>
          <a:p>
            <a:pPr>
              <a:spcAft>
                <a:spcPts val="1800"/>
              </a:spcAft>
            </a:pPr>
            <a:r>
              <a:rPr lang="en-GB" dirty="0"/>
              <a:t>Useful for runtime / logical errors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2795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C64EB0-6FFD-FDAA-4E62-869E6B2D9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AAC14-4A90-D385-794E-77EE047A4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Watchpoint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9CA1-AAE8-C6AA-1B03-2FFEC41144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Conditional break</a:t>
            </a:r>
          </a:p>
          <a:p>
            <a:pPr>
              <a:spcAft>
                <a:spcPts val="1800"/>
              </a:spcAft>
            </a:pPr>
            <a:r>
              <a:rPr lang="en-GB" dirty="0"/>
              <a:t>Execution pauses</a:t>
            </a:r>
          </a:p>
          <a:p>
            <a:pPr>
              <a:spcAft>
                <a:spcPts val="1800"/>
              </a:spcAft>
            </a:pPr>
            <a:r>
              <a:rPr lang="en-GB" dirty="0"/>
              <a:t>Values </a:t>
            </a:r>
          </a:p>
          <a:p>
            <a:pPr>
              <a:spcAft>
                <a:spcPts val="1800"/>
              </a:spcAft>
            </a:pPr>
            <a:r>
              <a:rPr lang="en-GB" dirty="0"/>
              <a:t>Program</a:t>
            </a:r>
          </a:p>
          <a:p>
            <a:pPr>
              <a:spcAft>
                <a:spcPts val="1800"/>
              </a:spcAft>
            </a:pPr>
            <a:r>
              <a:rPr lang="en-GB" dirty="0"/>
              <a:t>Useful</a:t>
            </a:r>
          </a:p>
        </p:txBody>
      </p:sp>
    </p:spTree>
    <p:extLst>
      <p:ext uri="{BB962C8B-B14F-4D97-AF65-F5344CB8AC3E}">
        <p14:creationId xmlns:p14="http://schemas.microsoft.com/office/powerpoint/2010/main" val="3815900931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9510366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3200" dirty="0"/>
              <a:t>Describe, identify and exemplify the evaluation of a solution in terms of: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fitness for purpose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efficient use of coding constructs</a:t>
            </a:r>
          </a:p>
          <a:p>
            <a:pPr lvl="1">
              <a:spcAft>
                <a:spcPts val="600"/>
              </a:spcAft>
            </a:pPr>
            <a:r>
              <a:rPr lang="en-GB" sz="2800" b="1" dirty="0"/>
              <a:t>usability</a:t>
            </a:r>
          </a:p>
          <a:p>
            <a:pPr lvl="1">
              <a:spcAft>
                <a:spcPts val="600"/>
              </a:spcAft>
            </a:pPr>
            <a:r>
              <a:rPr lang="en-GB" sz="2800" b="1" dirty="0"/>
              <a:t>maintainability</a:t>
            </a:r>
          </a:p>
          <a:p>
            <a:pPr lvl="1">
              <a:spcAft>
                <a:spcPts val="600"/>
              </a:spcAft>
            </a:pPr>
            <a:r>
              <a:rPr lang="en-GB" sz="2800" dirty="0"/>
              <a:t>robustness</a:t>
            </a:r>
          </a:p>
        </p:txBody>
      </p:sp>
    </p:spTree>
    <p:extLst>
      <p:ext uri="{BB962C8B-B14F-4D97-AF65-F5344CB8AC3E}">
        <p14:creationId xmlns:p14="http://schemas.microsoft.com/office/powerpoint/2010/main" val="1934322149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9B06-63D5-6FDC-FA5F-1A3B3383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A94F-3381-C766-B0BF-762866DA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Efficient use of coding constructs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19E1-E6AB-ED1B-27CF-CDF6518F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Suitable data types or structures </a:t>
            </a:r>
          </a:p>
          <a:p>
            <a:pPr>
              <a:spcAft>
                <a:spcPts val="1200"/>
              </a:spcAft>
            </a:pPr>
            <a:r>
              <a:rPr lang="en-GB" dirty="0"/>
              <a:t>Conditional or fixed loops  </a:t>
            </a:r>
          </a:p>
          <a:p>
            <a:pPr>
              <a:spcAft>
                <a:spcPts val="1200"/>
              </a:spcAft>
            </a:pPr>
            <a:r>
              <a:rPr lang="en-GB" dirty="0"/>
              <a:t>Arrays </a:t>
            </a:r>
          </a:p>
          <a:p>
            <a:pPr>
              <a:spcAft>
                <a:spcPts val="1200"/>
              </a:spcAft>
            </a:pPr>
            <a:r>
              <a:rPr lang="en-GB" dirty="0"/>
              <a:t>Nested selection </a:t>
            </a:r>
          </a:p>
          <a:p>
            <a:pPr>
              <a:spcAft>
                <a:spcPts val="1200"/>
              </a:spcAft>
            </a:pPr>
            <a:r>
              <a:rPr lang="en-GB" dirty="0"/>
              <a:t>Procedures or functions with parameter passing </a:t>
            </a:r>
          </a:p>
        </p:txBody>
      </p:sp>
    </p:spTree>
    <p:extLst>
      <p:ext uri="{BB962C8B-B14F-4D97-AF65-F5344CB8AC3E}">
        <p14:creationId xmlns:p14="http://schemas.microsoft.com/office/powerpoint/2010/main" val="226297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79B06-63D5-6FDC-FA5F-1A3B3383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A94F-3381-C766-B0BF-762866DA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19E1-E6AB-ED1B-27CF-CDF6518F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GB" dirty="0"/>
              <a:t>Ease of use</a:t>
            </a:r>
          </a:p>
          <a:p>
            <a:pPr>
              <a:spcAft>
                <a:spcPts val="1200"/>
              </a:spcAft>
            </a:pPr>
            <a:r>
              <a:rPr lang="en-GB" dirty="0"/>
              <a:t>Layout of user interface</a:t>
            </a:r>
          </a:p>
          <a:p>
            <a:pPr>
              <a:spcAft>
                <a:spcPts val="1200"/>
              </a:spcAft>
            </a:pPr>
            <a:r>
              <a:rPr lang="en-GB" dirty="0"/>
              <a:t>Clarity of user instructions</a:t>
            </a:r>
          </a:p>
          <a:p>
            <a:pPr>
              <a:spcAft>
                <a:spcPts val="1200"/>
              </a:spcAft>
            </a:pPr>
            <a:r>
              <a:rPr lang="en-GB" dirty="0"/>
              <a:t>Clarity of error messages</a:t>
            </a:r>
          </a:p>
          <a:p>
            <a:pPr>
              <a:spcAft>
                <a:spcPts val="1200"/>
              </a:spcAft>
            </a:pPr>
            <a:r>
              <a:rPr lang="en-GB" dirty="0"/>
              <a:t>Formatting of output</a:t>
            </a:r>
          </a:p>
          <a:p>
            <a:pPr>
              <a:spcAft>
                <a:spcPts val="1200"/>
              </a:spcAft>
            </a:pPr>
            <a:r>
              <a:rPr lang="en-GB" dirty="0"/>
              <a:t>Help screens</a:t>
            </a:r>
          </a:p>
        </p:txBody>
      </p:sp>
    </p:spTree>
    <p:extLst>
      <p:ext uri="{BB962C8B-B14F-4D97-AF65-F5344CB8AC3E}">
        <p14:creationId xmlns:p14="http://schemas.microsoft.com/office/powerpoint/2010/main" val="219413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7779B06-63D5-6FDC-FA5F-1A3B3383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BA94F-3381-C766-B0BF-762866DA3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4D19E1-E6AB-ED1B-27CF-CDF6518FD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</a:t>
            </a:r>
          </a:p>
          <a:p>
            <a:pPr>
              <a:spcAft>
                <a:spcPts val="1800"/>
              </a:spcAft>
            </a:pPr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75282447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D29079-DB47-2C94-8A49-C77892E6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DF3A-93F7-7202-FA1B-C2F02328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E2C7-A2FF-72FC-B6B2-1760A55C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Internal commentary to explain code to another programmer</a:t>
            </a:r>
          </a:p>
          <a:p>
            <a:pPr>
              <a:spcAft>
                <a:spcPts val="1800"/>
              </a:spcAft>
            </a:pPr>
            <a:r>
              <a:rPr lang="en-GB" dirty="0"/>
              <a:t>Sub-programs can be edited independently</a:t>
            </a:r>
          </a:p>
          <a:p>
            <a:pPr>
              <a:spcAft>
                <a:spcPts val="1800"/>
              </a:spcAft>
            </a:pPr>
            <a:r>
              <a:rPr lang="en-GB" dirty="0"/>
              <a:t>Local variables allow modules to be edited independently</a:t>
            </a:r>
          </a:p>
          <a:p>
            <a:pPr>
              <a:spcAft>
                <a:spcPts val="1800"/>
              </a:spcAft>
            </a:pPr>
            <a:r>
              <a:rPr lang="en-GB" dirty="0"/>
              <a:t>Sub-programs can be tested independently</a:t>
            </a:r>
          </a:p>
        </p:txBody>
      </p:sp>
    </p:spTree>
    <p:extLst>
      <p:ext uri="{BB962C8B-B14F-4D97-AF65-F5344CB8AC3E}">
        <p14:creationId xmlns:p14="http://schemas.microsoft.com/office/powerpoint/2010/main" val="2568420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ED29079-DB47-2C94-8A49-C77892E62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2DF3A-93F7-7202-FA1B-C2F02328E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Maintainability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BE2C7-A2FF-72FC-B6B2-1760A55C9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>
              <a:spcAft>
                <a:spcPts val="1800"/>
              </a:spcAft>
            </a:pPr>
            <a:r>
              <a:rPr lang="en-GB" dirty="0"/>
              <a:t>Internal commentary</a:t>
            </a:r>
          </a:p>
          <a:p>
            <a:pPr>
              <a:spcAft>
                <a:spcPts val="1800"/>
              </a:spcAft>
            </a:pPr>
            <a:r>
              <a:rPr lang="en-GB" dirty="0"/>
              <a:t>Sub-programs</a:t>
            </a:r>
          </a:p>
          <a:p>
            <a:pPr>
              <a:spcAft>
                <a:spcPts val="1800"/>
              </a:spcAft>
            </a:pPr>
            <a:r>
              <a:rPr lang="en-GB" dirty="0"/>
              <a:t>Local variables</a:t>
            </a:r>
          </a:p>
          <a:p>
            <a:pPr>
              <a:spcAft>
                <a:spcPts val="1800"/>
              </a:spcAft>
            </a:pPr>
            <a:r>
              <a:rPr lang="en-GB" dirty="0"/>
              <a:t>Sub-programs</a:t>
            </a:r>
          </a:p>
        </p:txBody>
      </p:sp>
    </p:spTree>
    <p:extLst>
      <p:ext uri="{BB962C8B-B14F-4D97-AF65-F5344CB8AC3E}">
        <p14:creationId xmlns:p14="http://schemas.microsoft.com/office/powerpoint/2010/main" val="15093093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1080</TotalTime>
  <Words>8185</Words>
  <Application>Microsoft Office PowerPoint</Application>
  <PresentationFormat>Widescreen</PresentationFormat>
  <Paragraphs>1865</Paragraphs>
  <Slides>203</Slides>
  <Notes>157</Notes>
  <HiddenSlides>90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203</vt:i4>
      </vt:variant>
    </vt:vector>
  </HeadingPairs>
  <TitlesOfParts>
    <vt:vector size="209" baseType="lpstr">
      <vt:lpstr>Arial</vt:lpstr>
      <vt:lpstr>Calibri</vt:lpstr>
      <vt:lpstr>Calibri Light</vt:lpstr>
      <vt:lpstr>Consolas</vt:lpstr>
      <vt:lpstr>Wingdings</vt:lpstr>
      <vt:lpstr>Office Theme</vt:lpstr>
      <vt:lpstr>Higher Computing Science</vt:lpstr>
      <vt:lpstr>Plan</vt:lpstr>
      <vt:lpstr>Plan</vt:lpstr>
      <vt:lpstr>Assessment</vt:lpstr>
      <vt:lpstr>Assessment</vt:lpstr>
      <vt:lpstr>SDD Implementation</vt:lpstr>
      <vt:lpstr>Learning Intentions</vt:lpstr>
      <vt:lpstr>N5 Functions – Overview</vt:lpstr>
      <vt:lpstr>N5 Functions – Overview</vt:lpstr>
      <vt:lpstr>Data Flow</vt:lpstr>
      <vt:lpstr>Data Flow</vt:lpstr>
      <vt:lpstr>Sub-programs – Overview</vt:lpstr>
      <vt:lpstr>Subprogram – Overview</vt:lpstr>
      <vt:lpstr>N5 Functions – Parameters</vt:lpstr>
      <vt:lpstr>Declare a Procedure</vt:lpstr>
      <vt:lpstr>Declare a Procedure</vt:lpstr>
      <vt:lpstr>Declare a Function</vt:lpstr>
      <vt:lpstr>Declare a Function</vt:lpstr>
      <vt:lpstr>Learning Intentions</vt:lpstr>
      <vt:lpstr>Parameter Passing</vt:lpstr>
      <vt:lpstr>Parameter Passing</vt:lpstr>
      <vt:lpstr>Positional Parameters (Order Matters)</vt:lpstr>
      <vt:lpstr>Positional Parameters (Order Matters)</vt:lpstr>
      <vt:lpstr>Global and Local Variables</vt:lpstr>
      <vt:lpstr>Global and Local Variables</vt:lpstr>
      <vt:lpstr>Variable Scope</vt:lpstr>
      <vt:lpstr>Variable Scope</vt:lpstr>
      <vt:lpstr>Variable Scope – Example</vt:lpstr>
      <vt:lpstr>Variable Scope – Example 2</vt:lpstr>
      <vt:lpstr>Scope of a Variable</vt:lpstr>
      <vt:lpstr>Benefits of Sub-programs</vt:lpstr>
      <vt:lpstr>Docstrings</vt:lpstr>
      <vt:lpstr>Docstrings</vt:lpstr>
      <vt:lpstr>Docstrings - Multiline</vt:lpstr>
      <vt:lpstr>Docstrings - Multiline</vt:lpstr>
      <vt:lpstr>Type Hinting</vt:lpstr>
      <vt:lpstr>Type Hinting</vt:lpstr>
      <vt:lpstr>Type Hinting – Multiple Return Values</vt:lpstr>
      <vt:lpstr>Type Hinting – Multiple Return Values</vt:lpstr>
      <vt:lpstr>Learning Intentions</vt:lpstr>
      <vt:lpstr>String as an Array</vt:lpstr>
      <vt:lpstr>String as an Array</vt:lpstr>
      <vt:lpstr>Select a Character</vt:lpstr>
      <vt:lpstr>Select a Character</vt:lpstr>
      <vt:lpstr>Select Multiple Characters</vt:lpstr>
      <vt:lpstr>Select Multiple Characters</vt:lpstr>
      <vt:lpstr>Left Substring</vt:lpstr>
      <vt:lpstr>Left Substring</vt:lpstr>
      <vt:lpstr>Mid Substring</vt:lpstr>
      <vt:lpstr>Mid Substring</vt:lpstr>
      <vt:lpstr>Right Substring</vt:lpstr>
      <vt:lpstr>Right Substring</vt:lpstr>
      <vt:lpstr>Negative Index</vt:lpstr>
      <vt:lpstr>Negative Index</vt:lpstr>
      <vt:lpstr>Right Substring – Negative Index</vt:lpstr>
      <vt:lpstr>Right Substring – Negative Index</vt:lpstr>
      <vt:lpstr>Learning Intentions</vt:lpstr>
      <vt:lpstr>Character to ASCII</vt:lpstr>
      <vt:lpstr>Character to ASCII</vt:lpstr>
      <vt:lpstr>ord() - Example</vt:lpstr>
      <vt:lpstr>ord() - Example</vt:lpstr>
      <vt:lpstr>Character to ASCII</vt:lpstr>
      <vt:lpstr>Character to ASCII</vt:lpstr>
      <vt:lpstr>ASCII to Character</vt:lpstr>
      <vt:lpstr>ASCII to Character</vt:lpstr>
      <vt:lpstr>chr() - Example</vt:lpstr>
      <vt:lpstr>chr() - Example</vt:lpstr>
      <vt:lpstr>ASCII to Character</vt:lpstr>
      <vt:lpstr>ASCII to Character</vt:lpstr>
      <vt:lpstr>Cast Real to Integer</vt:lpstr>
      <vt:lpstr>Cast Real to Integer</vt:lpstr>
      <vt:lpstr>int() - Example</vt:lpstr>
      <vt:lpstr>int() - Example</vt:lpstr>
      <vt:lpstr>Floating-point to Integer</vt:lpstr>
      <vt:lpstr>Floating-point to Integer</vt:lpstr>
      <vt:lpstr>Modulus</vt:lpstr>
      <vt:lpstr>Modulus</vt:lpstr>
      <vt:lpstr>Modulus</vt:lpstr>
      <vt:lpstr>Modulus</vt:lpstr>
      <vt:lpstr>Learning Intentions</vt:lpstr>
      <vt:lpstr>Linear search algorithm</vt:lpstr>
      <vt:lpstr>Linear search (1/3)</vt:lpstr>
      <vt:lpstr>Linear search (1/3)</vt:lpstr>
      <vt:lpstr>Linear search (2/3)</vt:lpstr>
      <vt:lpstr>Linear search (2/3)</vt:lpstr>
      <vt:lpstr>Linear search (3/3)</vt:lpstr>
      <vt:lpstr>Linear search (3/3)</vt:lpstr>
      <vt:lpstr>Find maximum algorithm</vt:lpstr>
      <vt:lpstr>Find minimum / maximum</vt:lpstr>
      <vt:lpstr>Find minimum / maximum</vt:lpstr>
      <vt:lpstr>Count occurrences algorithm</vt:lpstr>
      <vt:lpstr>Count occurrences</vt:lpstr>
      <vt:lpstr>Count occurrences</vt:lpstr>
      <vt:lpstr>Learning Intentions</vt:lpstr>
      <vt:lpstr>File handling - overview</vt:lpstr>
      <vt:lpstr>File handling - overview</vt:lpstr>
      <vt:lpstr>Learning Intentions</vt:lpstr>
      <vt:lpstr>Writing to a file (1)</vt:lpstr>
      <vt:lpstr>Writing to a file (1)</vt:lpstr>
      <vt:lpstr>Writing to a file (2)</vt:lpstr>
      <vt:lpstr>Writing to a file (2)</vt:lpstr>
      <vt:lpstr>Writing: Array (1)</vt:lpstr>
      <vt:lpstr>Writing: Array (1)</vt:lpstr>
      <vt:lpstr>Writing: Array (2)</vt:lpstr>
      <vt:lpstr>Writing: Array (2)</vt:lpstr>
      <vt:lpstr>Writing to a file (4)</vt:lpstr>
      <vt:lpstr>Writing to a file (6)</vt:lpstr>
      <vt:lpstr>Task – Walking</vt:lpstr>
      <vt:lpstr>Learning Intentions</vt:lpstr>
      <vt:lpstr>Parallel Arrays – Table</vt:lpstr>
      <vt:lpstr>Parallel Arrays – Table</vt:lpstr>
      <vt:lpstr>Comma Separated Values (csv)</vt:lpstr>
      <vt:lpstr>Comma Separated Values (csv)</vt:lpstr>
      <vt:lpstr>Parallel Arrays?</vt:lpstr>
      <vt:lpstr>Traverse Parallel Arrays</vt:lpstr>
      <vt:lpstr>Practise Data</vt:lpstr>
      <vt:lpstr>Task – Countries</vt:lpstr>
      <vt:lpstr>Learning Intentions</vt:lpstr>
      <vt:lpstr>Reading: Everything at once</vt:lpstr>
      <vt:lpstr>Reading: Everything at once</vt:lpstr>
      <vt:lpstr>Reading: One line at a time</vt:lpstr>
      <vt:lpstr>Reading: One line at a time</vt:lpstr>
      <vt:lpstr>String Method – Strip</vt:lpstr>
      <vt:lpstr>String Method – Strip</vt:lpstr>
      <vt:lpstr>STRING.strip()</vt:lpstr>
      <vt:lpstr>STRING.strip()</vt:lpstr>
      <vt:lpstr>String Methods – Split</vt:lpstr>
      <vt:lpstr>String Methods – Split</vt:lpstr>
      <vt:lpstr>STRING.split(",")</vt:lpstr>
      <vt:lpstr>STRING.split(",")</vt:lpstr>
      <vt:lpstr>Reading parallel arrays</vt:lpstr>
      <vt:lpstr>Reading parallel arrays</vt:lpstr>
      <vt:lpstr>Reading: Storing data for later (1) </vt:lpstr>
      <vt:lpstr>Reading: Storing data for later (1) </vt:lpstr>
      <vt:lpstr>Reading: Store data for later</vt:lpstr>
      <vt:lpstr>Reading: Storing data for later (2)</vt:lpstr>
      <vt:lpstr>Learning Intentions</vt:lpstr>
      <vt:lpstr>Parallel Arrays - Revision</vt:lpstr>
      <vt:lpstr>Records</vt:lpstr>
      <vt:lpstr>Records</vt:lpstr>
      <vt:lpstr>Define a record</vt:lpstr>
      <vt:lpstr>Define a record</vt:lpstr>
      <vt:lpstr>Create a record with default values</vt:lpstr>
      <vt:lpstr>Create a record with default values</vt:lpstr>
      <vt:lpstr>Create a record with specific values</vt:lpstr>
      <vt:lpstr>Create a record with specific values</vt:lpstr>
      <vt:lpstr>Modify a record</vt:lpstr>
      <vt:lpstr>Modify a record</vt:lpstr>
      <vt:lpstr>Create an array of records</vt:lpstr>
      <vt:lpstr>Create an array of records</vt:lpstr>
      <vt:lpstr>Create an array of records with default values</vt:lpstr>
      <vt:lpstr>Create an array of records with default values</vt:lpstr>
      <vt:lpstr>Array of records – Reading from file</vt:lpstr>
      <vt:lpstr>Array of records – Reading from file</vt:lpstr>
      <vt:lpstr>Reading: Unknown file length</vt:lpstr>
      <vt:lpstr>Reading: Unknown file length</vt:lpstr>
      <vt:lpstr>Development methodologies</vt:lpstr>
      <vt:lpstr>Learning Intentions</vt:lpstr>
      <vt:lpstr>Iterative - Waterfall</vt:lpstr>
      <vt:lpstr>Iterative - Waterfall</vt:lpstr>
      <vt:lpstr>Agile - Sprint</vt:lpstr>
      <vt:lpstr>Agile - Sprint</vt:lpstr>
      <vt:lpstr>Development methodologies</vt:lpstr>
      <vt:lpstr>Development methodologies</vt:lpstr>
      <vt:lpstr>Analysis</vt:lpstr>
      <vt:lpstr>Learning Intentions</vt:lpstr>
      <vt:lpstr>Purpose</vt:lpstr>
      <vt:lpstr>Purpose</vt:lpstr>
      <vt:lpstr>Scope</vt:lpstr>
      <vt:lpstr>Scope</vt:lpstr>
      <vt:lpstr>Boundaries</vt:lpstr>
      <vt:lpstr>Boundaries</vt:lpstr>
      <vt:lpstr>Functional Requirements (IPO)</vt:lpstr>
      <vt:lpstr>Functional Requirements (IPO)</vt:lpstr>
      <vt:lpstr>Design</vt:lpstr>
      <vt:lpstr>Learning Intentions</vt:lpstr>
      <vt:lpstr>Learning Intentions</vt:lpstr>
      <vt:lpstr>Structure Diagram</vt:lpstr>
      <vt:lpstr>Structure Diagram</vt:lpstr>
      <vt:lpstr>Pseudocode</vt:lpstr>
      <vt:lpstr>Pseudocode</vt:lpstr>
      <vt:lpstr>Learning Intentions</vt:lpstr>
      <vt:lpstr>Learning Intentions</vt:lpstr>
      <vt:lpstr>Testing</vt:lpstr>
      <vt:lpstr>Learning Intentions</vt:lpstr>
      <vt:lpstr>Comprehensive Test Plan</vt:lpstr>
      <vt:lpstr>Comprehensive Test Plan</vt:lpstr>
      <vt:lpstr>Learning Intentions</vt:lpstr>
      <vt:lpstr>Dry Run</vt:lpstr>
      <vt:lpstr>Dry Run</vt:lpstr>
      <vt:lpstr>Trace Table</vt:lpstr>
      <vt:lpstr>Trace Table</vt:lpstr>
      <vt:lpstr>Breakpoint</vt:lpstr>
      <vt:lpstr>Breakpoint</vt:lpstr>
      <vt:lpstr>Watchpoint</vt:lpstr>
      <vt:lpstr>Watchpoint</vt:lpstr>
      <vt:lpstr>Evaluation</vt:lpstr>
      <vt:lpstr>Learning Intentions</vt:lpstr>
      <vt:lpstr>Efficient use of coding constructs</vt:lpstr>
      <vt:lpstr>Usability</vt:lpstr>
      <vt:lpstr>Usability</vt:lpstr>
      <vt:lpstr>Maintainability</vt:lpstr>
      <vt:lpstr>Maintainability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 Friend</dc:creator>
  <cp:lastModifiedBy>Al Friend</cp:lastModifiedBy>
  <cp:revision>309</cp:revision>
  <cp:lastPrinted>2022-12-12T09:57:02Z</cp:lastPrinted>
  <dcterms:created xsi:type="dcterms:W3CDTF">2020-11-23T14:36:09Z</dcterms:created>
  <dcterms:modified xsi:type="dcterms:W3CDTF">2026-09-29T10:29:32Z</dcterms:modified>
</cp:coreProperties>
</file>